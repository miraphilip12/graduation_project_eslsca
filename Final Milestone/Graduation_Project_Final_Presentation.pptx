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5" r:id="rId1"/>
  </p:sldMasterIdLst>
  <p:notesMasterIdLst>
    <p:notesMasterId r:id="rId34"/>
  </p:notesMasterIdLst>
  <p:sldIdLst>
    <p:sldId id="256" r:id="rId2"/>
    <p:sldId id="262" r:id="rId3"/>
    <p:sldId id="260" r:id="rId4"/>
    <p:sldId id="263" r:id="rId5"/>
    <p:sldId id="258" r:id="rId6"/>
    <p:sldId id="268" r:id="rId7"/>
    <p:sldId id="272" r:id="rId8"/>
    <p:sldId id="293" r:id="rId9"/>
    <p:sldId id="294" r:id="rId10"/>
    <p:sldId id="295" r:id="rId11"/>
    <p:sldId id="296" r:id="rId12"/>
    <p:sldId id="297" r:id="rId13"/>
    <p:sldId id="257" r:id="rId14"/>
    <p:sldId id="261" r:id="rId15"/>
    <p:sldId id="264" r:id="rId16"/>
    <p:sldId id="265" r:id="rId17"/>
    <p:sldId id="266" r:id="rId18"/>
    <p:sldId id="267" r:id="rId19"/>
    <p:sldId id="270" r:id="rId20"/>
    <p:sldId id="271" r:id="rId21"/>
    <p:sldId id="273" r:id="rId22"/>
    <p:sldId id="276" r:id="rId23"/>
    <p:sldId id="277" r:id="rId24"/>
    <p:sldId id="281" r:id="rId25"/>
    <p:sldId id="283" r:id="rId26"/>
    <p:sldId id="284" r:id="rId27"/>
    <p:sldId id="285" r:id="rId28"/>
    <p:sldId id="286" r:id="rId29"/>
    <p:sldId id="287" r:id="rId30"/>
    <p:sldId id="288" r:id="rId31"/>
    <p:sldId id="289" r:id="rId32"/>
    <p:sldId id="292" r:id="rId33"/>
  </p:sldIdLst>
  <p:sldSz cx="9144000" cy="5143500" type="screen16x9"/>
  <p:notesSz cx="6858000" cy="9144000"/>
  <p:embeddedFontLst>
    <p:embeddedFont>
      <p:font typeface="Noto Serif Ethiopic" panose="020B0604020202020204" charset="0"/>
      <p:regular r:id="rId35"/>
      <p:bold r:id="rId36"/>
    </p:embeddedFont>
    <p:embeddedFont>
      <p:font typeface="Bebas Neue" panose="020B0604020202020204" charset="0"/>
      <p:regular r:id="rId37"/>
    </p:embeddedFont>
    <p:embeddedFont>
      <p:font typeface="Akatab" panose="020B0604020202020204" charset="0"/>
      <p:regular r:id="rId38"/>
      <p:bold r:id="rId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FFBF228-6F98-4F8E-B3A5-E3E8A43EDDBD}">
  <a:tblStyle styleId="{1FFBF228-6F98-4F8E-B3A5-E3E8A43EDDB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100" d="100"/>
          <a:sy n="100" d="100"/>
        </p:scale>
        <p:origin x="946" y="1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5.fntdata"/><Relationship Id="rId21" Type="http://schemas.openxmlformats.org/officeDocument/2006/relationships/slide" Target="slides/slide20.xml"/><Relationship Id="rId34" Type="http://schemas.openxmlformats.org/officeDocument/2006/relationships/notesMaster" Target="notesMasters/notesMaster1.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3.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1.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g25a5b44800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6" name="Google Shape;376;g25a5b44800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25a78353f5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9" name="Google Shape;449;g25a78353f5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59dc3832df_0_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59dc3832df_0_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25a78353f55_0_279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25a78353f55_0_279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g25a5b448001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7" name="Google Shape;397;g25a5b448001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g25a78353f55_0_279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9" name="Google Shape;519;g25a78353f55_0_279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
        <p:cNvGrpSpPr/>
        <p:nvPr/>
      </p:nvGrpSpPr>
      <p:grpSpPr>
        <a:xfrm>
          <a:off x="0" y="0"/>
          <a:ext cx="0" cy="0"/>
          <a:chOff x="0" y="0"/>
          <a:chExt cx="0" cy="0"/>
        </a:xfrm>
      </p:grpSpPr>
      <p:sp>
        <p:nvSpPr>
          <p:cNvPr id="551" name="Google Shape;551;g25a78353f55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2" name="Google Shape;552;g25a78353f55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59dc3832df_0_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59dc3832df_0_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082755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25a78353f55_0_279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25a78353f55_0_279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48414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g25a78353f55_0_279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9" name="Google Shape;519;g25a78353f55_0_279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089489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59dc3832df_0_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59dc3832df_0_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3808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25a78353f55_0_279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25a78353f55_0_279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61307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259dc3832df_0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8" name="Google Shape;388;g259dc3832df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259dc3832df_0_1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259dc3832df_0_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g25a78353f55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9" name="Google Shape;469;g25a78353f55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g25a78353f55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8" name="Google Shape;478;g25a78353f55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7"/>
        <p:cNvGrpSpPr/>
        <p:nvPr/>
      </p:nvGrpSpPr>
      <p:grpSpPr>
        <a:xfrm>
          <a:off x="0" y="0"/>
          <a:ext cx="0" cy="0"/>
          <a:chOff x="0" y="0"/>
          <a:chExt cx="0" cy="0"/>
        </a:xfrm>
      </p:grpSpPr>
      <p:sp>
        <p:nvSpPr>
          <p:cNvPr id="488" name="Google Shape;488;g25a78353f5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9" name="Google Shape;489;g25a78353f5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25a78353f55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25a78353f55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g25a78353f55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7" name="Google Shape;537;g25a78353f55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25a78353f55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3" name="Google Shape;543;g25a78353f55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7"/>
        <p:cNvGrpSpPr/>
        <p:nvPr/>
      </p:nvGrpSpPr>
      <p:grpSpPr>
        <a:xfrm>
          <a:off x="0" y="0"/>
          <a:ext cx="0" cy="0"/>
          <a:chOff x="0" y="0"/>
          <a:chExt cx="0" cy="0"/>
        </a:xfrm>
      </p:grpSpPr>
      <p:sp>
        <p:nvSpPr>
          <p:cNvPr id="558" name="Google Shape;558;g25a78353f55_0_278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9" name="Google Shape;559;g25a78353f55_0_278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0"/>
        <p:cNvGrpSpPr/>
        <p:nvPr/>
      </p:nvGrpSpPr>
      <p:grpSpPr>
        <a:xfrm>
          <a:off x="0" y="0"/>
          <a:ext cx="0" cy="0"/>
          <a:chOff x="0" y="0"/>
          <a:chExt cx="0" cy="0"/>
        </a:xfrm>
      </p:grpSpPr>
      <p:sp>
        <p:nvSpPr>
          <p:cNvPr id="591" name="Google Shape;591;g25a78353f55_0_1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2" name="Google Shape;592;g25a78353f55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g25a78353f55_0_279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2" name="Google Shape;612;g25a78353f55_0_279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0"/>
        <p:cNvGrpSpPr/>
        <p:nvPr/>
      </p:nvGrpSpPr>
      <p:grpSpPr>
        <a:xfrm>
          <a:off x="0" y="0"/>
          <a:ext cx="0" cy="0"/>
          <a:chOff x="0" y="0"/>
          <a:chExt cx="0" cy="0"/>
        </a:xfrm>
      </p:grpSpPr>
      <p:sp>
        <p:nvSpPr>
          <p:cNvPr id="651" name="Google Shape;651;g25a78353f55_0_27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2" name="Google Shape;652;g25a78353f55_0_277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g25a78353f55_0_277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3" name="Google Shape;803;g25a78353f55_0_277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0"/>
        <p:cNvGrpSpPr/>
        <p:nvPr/>
      </p:nvGrpSpPr>
      <p:grpSpPr>
        <a:xfrm>
          <a:off x="0" y="0"/>
          <a:ext cx="0" cy="0"/>
          <a:chOff x="0" y="0"/>
          <a:chExt cx="0" cy="0"/>
        </a:xfrm>
      </p:grpSpPr>
      <p:sp>
        <p:nvSpPr>
          <p:cNvPr id="831" name="Google Shape;831;g25a78353f55_0_277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2" name="Google Shape;832;g25a78353f55_0_277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6"/>
        <p:cNvGrpSpPr/>
        <p:nvPr/>
      </p:nvGrpSpPr>
      <p:grpSpPr>
        <a:xfrm>
          <a:off x="0" y="0"/>
          <a:ext cx="0" cy="0"/>
          <a:chOff x="0" y="0"/>
          <a:chExt cx="0" cy="0"/>
        </a:xfrm>
      </p:grpSpPr>
      <p:sp>
        <p:nvSpPr>
          <p:cNvPr id="837" name="Google Shape;837;g25a78353f55_0_277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8" name="Google Shape;838;g25a78353f55_0_277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25a78353f55_0_277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25a78353f55_0_277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4"/>
        <p:cNvGrpSpPr/>
        <p:nvPr/>
      </p:nvGrpSpPr>
      <p:grpSpPr>
        <a:xfrm>
          <a:off x="0" y="0"/>
          <a:ext cx="0" cy="0"/>
          <a:chOff x="0" y="0"/>
          <a:chExt cx="0" cy="0"/>
        </a:xfrm>
      </p:grpSpPr>
      <p:sp>
        <p:nvSpPr>
          <p:cNvPr id="865" name="Google Shape;865;g25a78353f55_0_279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6" name="Google Shape;866;g25a78353f55_0_279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6"/>
        <p:cNvGrpSpPr/>
        <p:nvPr/>
      </p:nvGrpSpPr>
      <p:grpSpPr>
        <a:xfrm>
          <a:off x="0" y="0"/>
          <a:ext cx="0" cy="0"/>
          <a:chOff x="0" y="0"/>
          <a:chExt cx="0" cy="0"/>
        </a:xfrm>
      </p:grpSpPr>
      <p:sp>
        <p:nvSpPr>
          <p:cNvPr id="897" name="Google Shape;897;g25a78353f55_0_279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8" name="Google Shape;898;g25a78353f55_0_279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7"/>
        <p:cNvGrpSpPr/>
        <p:nvPr/>
      </p:nvGrpSpPr>
      <p:grpSpPr>
        <a:xfrm>
          <a:off x="0" y="0"/>
          <a:ext cx="0" cy="0"/>
          <a:chOff x="0" y="0"/>
          <a:chExt cx="0" cy="0"/>
        </a:xfrm>
      </p:grpSpPr>
      <p:sp>
        <p:nvSpPr>
          <p:cNvPr id="908" name="Google Shape;908;g25a78353f55_0_278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9" name="Google Shape;909;g25a78353f55_0_278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1"/>
        <p:cNvGrpSpPr/>
        <p:nvPr/>
      </p:nvGrpSpPr>
      <p:grpSpPr>
        <a:xfrm>
          <a:off x="0" y="0"/>
          <a:ext cx="0" cy="0"/>
          <a:chOff x="0" y="0"/>
          <a:chExt cx="0" cy="0"/>
        </a:xfrm>
      </p:grpSpPr>
      <p:sp>
        <p:nvSpPr>
          <p:cNvPr id="982" name="Google Shape;982;g25a78353f55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3" name="Google Shape;983;g25a78353f55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txBox="1">
            <a:spLocks noGrp="1"/>
          </p:cNvSpPr>
          <p:nvPr>
            <p:ph type="ctrTitle"/>
          </p:nvPr>
        </p:nvSpPr>
        <p:spPr>
          <a:xfrm>
            <a:off x="1251700" y="1050088"/>
            <a:ext cx="4890300" cy="1990200"/>
          </a:xfrm>
          <a:prstGeom prst="rect">
            <a:avLst/>
          </a:prstGeom>
        </p:spPr>
        <p:txBody>
          <a:bodyPr spcFirstLastPara="1" wrap="square" lIns="91425" tIns="91425" rIns="91425" bIns="91425" anchor="b" anchorCtr="0">
            <a:noAutofit/>
          </a:bodyPr>
          <a:lstStyle>
            <a:lvl1pPr lvl="0" algn="l" rtl="0">
              <a:lnSpc>
                <a:spcPct val="90000"/>
              </a:lnSpc>
              <a:spcBef>
                <a:spcPts val="0"/>
              </a:spcBef>
              <a:spcAft>
                <a:spcPts val="0"/>
              </a:spcAft>
              <a:buSzPts val="5200"/>
              <a:buNone/>
              <a:defRPr sz="43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1251700" y="3040063"/>
            <a:ext cx="4890300" cy="409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2"/>
        <p:cNvGrpSpPr/>
        <p:nvPr/>
      </p:nvGrpSpPr>
      <p:grpSpPr>
        <a:xfrm>
          <a:off x="0" y="0"/>
          <a:ext cx="0" cy="0"/>
          <a:chOff x="0" y="0"/>
          <a:chExt cx="0" cy="0"/>
        </a:xfrm>
      </p:grpSpPr>
      <p:sp>
        <p:nvSpPr>
          <p:cNvPr id="13" name="Google Shape;13;p3"/>
          <p:cNvSpPr/>
          <p:nvPr/>
        </p:nvSpPr>
        <p:spPr>
          <a:xfrm>
            <a:off x="171450" y="145800"/>
            <a:ext cx="8801100" cy="4851900"/>
          </a:xfrm>
          <a:prstGeom prst="rect">
            <a:avLst/>
          </a:prstGeom>
          <a:solidFill>
            <a:schemeClr val="accent2"/>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3"/>
          <p:cNvSpPr txBox="1">
            <a:spLocks noGrp="1"/>
          </p:cNvSpPr>
          <p:nvPr>
            <p:ph type="title"/>
          </p:nvPr>
        </p:nvSpPr>
        <p:spPr>
          <a:xfrm>
            <a:off x="1393550" y="2502950"/>
            <a:ext cx="4360200" cy="12825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600"/>
              <a:buNone/>
              <a:defRPr sz="3800">
                <a:solidFill>
                  <a:schemeClr val="lt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title" idx="2" hasCustomPrompt="1"/>
          </p:nvPr>
        </p:nvSpPr>
        <p:spPr>
          <a:xfrm>
            <a:off x="1393550" y="1713902"/>
            <a:ext cx="1200000" cy="841800"/>
          </a:xfrm>
          <a:prstGeom prst="rect">
            <a:avLst/>
          </a:prstGeom>
        </p:spPr>
        <p:txBody>
          <a:bodyPr spcFirstLastPara="1" wrap="square" lIns="91425" tIns="91425" rIns="91425" bIns="91425" anchor="ctr" anchorCtr="0">
            <a:noAutofit/>
          </a:bodyPr>
          <a:lstStyle>
            <a:lvl1pPr lvl="0" algn="l" rtl="0">
              <a:spcBef>
                <a:spcPts val="0"/>
              </a:spcBef>
              <a:spcAft>
                <a:spcPts val="0"/>
              </a:spcAft>
              <a:buClr>
                <a:schemeClr val="lt2"/>
              </a:buClr>
              <a:buSzPts val="6000"/>
              <a:buNone/>
              <a:defRPr sz="6000">
                <a:solidFill>
                  <a:schemeClr val="dk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6" name="Google Shape;16;p3"/>
          <p:cNvSpPr txBox="1">
            <a:spLocks noGrp="1"/>
          </p:cNvSpPr>
          <p:nvPr>
            <p:ph type="subTitle" idx="1"/>
          </p:nvPr>
        </p:nvSpPr>
        <p:spPr>
          <a:xfrm>
            <a:off x="1393550" y="3743512"/>
            <a:ext cx="4360200" cy="403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solidFill>
                  <a:schemeClr val="lt1"/>
                </a:solidFill>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0" name="Google Shape;20;p4"/>
          <p:cNvSpPr txBox="1">
            <a:spLocks noGrp="1"/>
          </p:cNvSpPr>
          <p:nvPr>
            <p:ph type="body" idx="1"/>
          </p:nvPr>
        </p:nvSpPr>
        <p:spPr>
          <a:xfrm>
            <a:off x="720000" y="1152475"/>
            <a:ext cx="7704000" cy="346800"/>
          </a:xfrm>
          <a:prstGeom prst="rect">
            <a:avLst/>
          </a:prstGeom>
        </p:spPr>
        <p:txBody>
          <a:bodyPr spcFirstLastPara="1" wrap="square" lIns="91425" tIns="91425" rIns="91425" bIns="91425" anchor="t" anchorCtr="0">
            <a:noAutofit/>
          </a:bodyPr>
          <a:lstStyle>
            <a:lvl1pPr marL="457200" lvl="0" indent="-317500" algn="ctr" rtl="0">
              <a:lnSpc>
                <a:spcPct val="115000"/>
              </a:lnSpc>
              <a:spcBef>
                <a:spcPts val="0"/>
              </a:spcBef>
              <a:spcAft>
                <a:spcPts val="0"/>
              </a:spcAft>
              <a:buSzPts val="1400"/>
              <a:buChar char="●"/>
              <a:defRPr/>
            </a:lvl1pPr>
            <a:lvl2pPr marL="914400" lvl="1" indent="-304800" rtl="0">
              <a:lnSpc>
                <a:spcPct val="115000"/>
              </a:lnSpc>
              <a:spcBef>
                <a:spcPts val="0"/>
              </a:spcBef>
              <a:spcAft>
                <a:spcPts val="0"/>
              </a:spcAft>
              <a:buSzPts val="1200"/>
              <a:buChar char="○"/>
              <a:defRPr/>
            </a:lvl2pPr>
            <a:lvl3pPr marL="1371600" lvl="2" indent="-304800" rtl="0">
              <a:lnSpc>
                <a:spcPct val="115000"/>
              </a:lnSpc>
              <a:spcBef>
                <a:spcPts val="0"/>
              </a:spcBef>
              <a:spcAft>
                <a:spcPts val="0"/>
              </a:spcAft>
              <a:buSzPts val="1200"/>
              <a:buChar char="■"/>
              <a:defRPr/>
            </a:lvl3pPr>
            <a:lvl4pPr marL="1828800" lvl="3" indent="-304800" rtl="0">
              <a:lnSpc>
                <a:spcPct val="115000"/>
              </a:lnSpc>
              <a:spcBef>
                <a:spcPts val="0"/>
              </a:spcBef>
              <a:spcAft>
                <a:spcPts val="0"/>
              </a:spcAft>
              <a:buSzPts val="1200"/>
              <a:buChar char="●"/>
              <a:defRPr/>
            </a:lvl4pPr>
            <a:lvl5pPr marL="2286000" lvl="4" indent="-304800" rtl="0">
              <a:lnSpc>
                <a:spcPct val="115000"/>
              </a:lnSpc>
              <a:spcBef>
                <a:spcPts val="0"/>
              </a:spcBef>
              <a:spcAft>
                <a:spcPts val="0"/>
              </a:spcAft>
              <a:buSzPts val="1200"/>
              <a:buChar char="○"/>
              <a:defRPr/>
            </a:lvl5pPr>
            <a:lvl6pPr marL="2743200" lvl="5" indent="-304800" rtl="0">
              <a:lnSpc>
                <a:spcPct val="115000"/>
              </a:lnSpc>
              <a:spcBef>
                <a:spcPts val="0"/>
              </a:spcBef>
              <a:spcAft>
                <a:spcPts val="0"/>
              </a:spcAft>
              <a:buSzPts val="1200"/>
              <a:buChar char="■"/>
              <a:defRPr/>
            </a:lvl6pPr>
            <a:lvl7pPr marL="3200400" lvl="6" indent="-304800" rtl="0">
              <a:lnSpc>
                <a:spcPct val="115000"/>
              </a:lnSpc>
              <a:spcBef>
                <a:spcPts val="0"/>
              </a:spcBef>
              <a:spcAft>
                <a:spcPts val="0"/>
              </a:spcAft>
              <a:buSzPts val="1200"/>
              <a:buChar char="●"/>
              <a:defRPr/>
            </a:lvl7pPr>
            <a:lvl8pPr marL="3657600" lvl="7" indent="-304800" rtl="0">
              <a:lnSpc>
                <a:spcPct val="115000"/>
              </a:lnSpc>
              <a:spcBef>
                <a:spcPts val="0"/>
              </a:spcBef>
              <a:spcAft>
                <a:spcPts val="0"/>
              </a:spcAft>
              <a:buSzPts val="1200"/>
              <a:buChar char="○"/>
              <a:defRPr/>
            </a:lvl8pPr>
            <a:lvl9pPr marL="4114800" lvl="8" indent="-304800" rtl="0">
              <a:lnSpc>
                <a:spcPct val="115000"/>
              </a:lnSpc>
              <a:spcBef>
                <a:spcPts val="0"/>
              </a:spcBef>
              <a:spcAft>
                <a:spcPts val="0"/>
              </a:spcAft>
              <a:buSzPts val="1200"/>
              <a:buChar char="■"/>
              <a:defRPr/>
            </a:lvl9pPr>
          </a:lstStyle>
          <a:p>
            <a:endParaRPr/>
          </a:p>
        </p:txBody>
      </p:sp>
      <p:grpSp>
        <p:nvGrpSpPr>
          <p:cNvPr id="21" name="Google Shape;21;p4"/>
          <p:cNvGrpSpPr/>
          <p:nvPr/>
        </p:nvGrpSpPr>
        <p:grpSpPr>
          <a:xfrm flipH="1">
            <a:off x="435875" y="1292300"/>
            <a:ext cx="90900" cy="3705900"/>
            <a:chOff x="7952125" y="1292300"/>
            <a:chExt cx="90900" cy="3705900"/>
          </a:xfrm>
        </p:grpSpPr>
        <p:sp>
          <p:nvSpPr>
            <p:cNvPr id="22" name="Google Shape;22;p4"/>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3" name="Google Shape;23;p4"/>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24" name="Google Shape;24;p4"/>
          <p:cNvGrpSpPr/>
          <p:nvPr/>
        </p:nvGrpSpPr>
        <p:grpSpPr>
          <a:xfrm rot="10800000">
            <a:off x="8617225" y="97275"/>
            <a:ext cx="90900" cy="3705900"/>
            <a:chOff x="7952125" y="1292300"/>
            <a:chExt cx="90900" cy="3705900"/>
          </a:xfrm>
        </p:grpSpPr>
        <p:sp>
          <p:nvSpPr>
            <p:cNvPr id="25" name="Google Shape;25;p4"/>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6" name="Google Shape;26;p4"/>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7"/>
        <p:cNvGrpSpPr/>
        <p:nvPr/>
      </p:nvGrpSpPr>
      <p:grpSpPr>
        <a:xfrm>
          <a:off x="0" y="0"/>
          <a:ext cx="0" cy="0"/>
          <a:chOff x="0" y="0"/>
          <a:chExt cx="0" cy="0"/>
        </a:xfrm>
      </p:grpSpPr>
      <p:sp>
        <p:nvSpPr>
          <p:cNvPr id="28" name="Google Shape;28;p5"/>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5"/>
          <p:cNvSpPr txBox="1">
            <a:spLocks noGrp="1"/>
          </p:cNvSpPr>
          <p:nvPr>
            <p:ph type="subTitle" idx="1"/>
          </p:nvPr>
        </p:nvSpPr>
        <p:spPr>
          <a:xfrm>
            <a:off x="1938000" y="1571850"/>
            <a:ext cx="5268000" cy="1233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0" name="Google Shape;30;p5"/>
          <p:cNvSpPr txBox="1">
            <a:spLocks noGrp="1"/>
          </p:cNvSpPr>
          <p:nvPr>
            <p:ph type="subTitle" idx="2"/>
          </p:nvPr>
        </p:nvSpPr>
        <p:spPr>
          <a:xfrm>
            <a:off x="1938000" y="3033474"/>
            <a:ext cx="5268000" cy="1233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1" name="Google Shape;31;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32" name="Google Shape;32;p5"/>
          <p:cNvGrpSpPr/>
          <p:nvPr/>
        </p:nvGrpSpPr>
        <p:grpSpPr>
          <a:xfrm>
            <a:off x="165700" y="1292300"/>
            <a:ext cx="8349200" cy="3705900"/>
            <a:chOff x="165700" y="1292300"/>
            <a:chExt cx="8349200" cy="3705900"/>
          </a:xfrm>
        </p:grpSpPr>
        <p:grpSp>
          <p:nvGrpSpPr>
            <p:cNvPr id="33" name="Google Shape;33;p5"/>
            <p:cNvGrpSpPr/>
            <p:nvPr/>
          </p:nvGrpSpPr>
          <p:grpSpPr>
            <a:xfrm rot="10800000">
              <a:off x="165700" y="4608500"/>
              <a:ext cx="7941000" cy="90900"/>
              <a:chOff x="1239825" y="571500"/>
              <a:chExt cx="7941000" cy="90900"/>
            </a:xfrm>
          </p:grpSpPr>
          <p:cxnSp>
            <p:nvCxnSpPr>
              <p:cNvPr id="34" name="Google Shape;34;p5"/>
              <p:cNvCxnSpPr/>
              <p:nvPr/>
            </p:nvCxnSpPr>
            <p:spPr>
              <a:xfrm>
                <a:off x="1239825" y="571500"/>
                <a:ext cx="7941000" cy="0"/>
              </a:xfrm>
              <a:prstGeom prst="straightConnector1">
                <a:avLst/>
              </a:prstGeom>
              <a:noFill/>
              <a:ln w="9525" cap="flat" cmpd="sng">
                <a:solidFill>
                  <a:schemeClr val="dk1"/>
                </a:solidFill>
                <a:prstDash val="solid"/>
                <a:round/>
                <a:headEnd type="none" w="med" len="med"/>
                <a:tailEnd type="none" w="med" len="med"/>
              </a:ln>
            </p:spPr>
          </p:cxnSp>
          <p:sp>
            <p:nvSpPr>
              <p:cNvPr id="35" name="Google Shape;35;p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 name="Google Shape;36;p5"/>
            <p:cNvGrpSpPr/>
            <p:nvPr/>
          </p:nvGrpSpPr>
          <p:grpSpPr>
            <a:xfrm flipH="1">
              <a:off x="8424000" y="1292300"/>
              <a:ext cx="90900" cy="3705900"/>
              <a:chOff x="7952125" y="1292300"/>
              <a:chExt cx="90900" cy="3705900"/>
            </a:xfrm>
          </p:grpSpPr>
          <p:sp>
            <p:nvSpPr>
              <p:cNvPr id="37" name="Google Shape;37;p5"/>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8" name="Google Shape;38;p5"/>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Font typeface="Noto Serif Ethiopic"/>
              <a:buNone/>
              <a:defRPr>
                <a:latin typeface="Noto Serif Ethiopic"/>
                <a:ea typeface="Noto Serif Ethiopic"/>
                <a:cs typeface="Noto Serif Ethiopic"/>
                <a:sym typeface="Noto Serif Ethiopic"/>
              </a:defRPr>
            </a:lvl2pPr>
            <a:lvl3pPr lvl="2" rtl="0">
              <a:spcBef>
                <a:spcPts val="0"/>
              </a:spcBef>
              <a:spcAft>
                <a:spcPts val="0"/>
              </a:spcAft>
              <a:buSzPts val="3500"/>
              <a:buFont typeface="Noto Serif Ethiopic"/>
              <a:buNone/>
              <a:defRPr>
                <a:latin typeface="Noto Serif Ethiopic"/>
                <a:ea typeface="Noto Serif Ethiopic"/>
                <a:cs typeface="Noto Serif Ethiopic"/>
                <a:sym typeface="Noto Serif Ethiopic"/>
              </a:defRPr>
            </a:lvl3pPr>
            <a:lvl4pPr lvl="3" rtl="0">
              <a:spcBef>
                <a:spcPts val="0"/>
              </a:spcBef>
              <a:spcAft>
                <a:spcPts val="0"/>
              </a:spcAft>
              <a:buSzPts val="3500"/>
              <a:buFont typeface="Noto Serif Ethiopic"/>
              <a:buNone/>
              <a:defRPr>
                <a:latin typeface="Noto Serif Ethiopic"/>
                <a:ea typeface="Noto Serif Ethiopic"/>
                <a:cs typeface="Noto Serif Ethiopic"/>
                <a:sym typeface="Noto Serif Ethiopic"/>
              </a:defRPr>
            </a:lvl4pPr>
            <a:lvl5pPr lvl="4" rtl="0">
              <a:spcBef>
                <a:spcPts val="0"/>
              </a:spcBef>
              <a:spcAft>
                <a:spcPts val="0"/>
              </a:spcAft>
              <a:buSzPts val="3500"/>
              <a:buFont typeface="Noto Serif Ethiopic"/>
              <a:buNone/>
              <a:defRPr>
                <a:latin typeface="Noto Serif Ethiopic"/>
                <a:ea typeface="Noto Serif Ethiopic"/>
                <a:cs typeface="Noto Serif Ethiopic"/>
                <a:sym typeface="Noto Serif Ethiopic"/>
              </a:defRPr>
            </a:lvl5pPr>
            <a:lvl6pPr lvl="5" rtl="0">
              <a:spcBef>
                <a:spcPts val="0"/>
              </a:spcBef>
              <a:spcAft>
                <a:spcPts val="0"/>
              </a:spcAft>
              <a:buSzPts val="3500"/>
              <a:buFont typeface="Noto Serif Ethiopic"/>
              <a:buNone/>
              <a:defRPr>
                <a:latin typeface="Noto Serif Ethiopic"/>
                <a:ea typeface="Noto Serif Ethiopic"/>
                <a:cs typeface="Noto Serif Ethiopic"/>
                <a:sym typeface="Noto Serif Ethiopic"/>
              </a:defRPr>
            </a:lvl6pPr>
            <a:lvl7pPr lvl="6" rtl="0">
              <a:spcBef>
                <a:spcPts val="0"/>
              </a:spcBef>
              <a:spcAft>
                <a:spcPts val="0"/>
              </a:spcAft>
              <a:buSzPts val="3500"/>
              <a:buFont typeface="Noto Serif Ethiopic"/>
              <a:buNone/>
              <a:defRPr>
                <a:latin typeface="Noto Serif Ethiopic"/>
                <a:ea typeface="Noto Serif Ethiopic"/>
                <a:cs typeface="Noto Serif Ethiopic"/>
                <a:sym typeface="Noto Serif Ethiopic"/>
              </a:defRPr>
            </a:lvl7pPr>
            <a:lvl8pPr lvl="7" rtl="0">
              <a:spcBef>
                <a:spcPts val="0"/>
              </a:spcBef>
              <a:spcAft>
                <a:spcPts val="0"/>
              </a:spcAft>
              <a:buSzPts val="3500"/>
              <a:buFont typeface="Noto Serif Ethiopic"/>
              <a:buNone/>
              <a:defRPr>
                <a:latin typeface="Noto Serif Ethiopic"/>
                <a:ea typeface="Noto Serif Ethiopic"/>
                <a:cs typeface="Noto Serif Ethiopic"/>
                <a:sym typeface="Noto Serif Ethiopic"/>
              </a:defRPr>
            </a:lvl8pPr>
            <a:lvl9pPr lvl="8" rtl="0">
              <a:spcBef>
                <a:spcPts val="0"/>
              </a:spcBef>
              <a:spcAft>
                <a:spcPts val="0"/>
              </a:spcAft>
              <a:buSzPts val="3500"/>
              <a:buFont typeface="Noto Serif Ethiopic"/>
              <a:buNone/>
              <a:defRPr>
                <a:latin typeface="Noto Serif Ethiopic"/>
                <a:ea typeface="Noto Serif Ethiopic"/>
                <a:cs typeface="Noto Serif Ethiopic"/>
                <a:sym typeface="Noto Serif Ethiopic"/>
              </a:defRPr>
            </a:lvl9pPr>
          </a:lstStyle>
          <a:p>
            <a:endParaRPr/>
          </a:p>
        </p:txBody>
      </p:sp>
      <p:grpSp>
        <p:nvGrpSpPr>
          <p:cNvPr id="42" name="Google Shape;42;p6"/>
          <p:cNvGrpSpPr/>
          <p:nvPr/>
        </p:nvGrpSpPr>
        <p:grpSpPr>
          <a:xfrm>
            <a:off x="435875" y="97275"/>
            <a:ext cx="8272250" cy="4900925"/>
            <a:chOff x="435875" y="97275"/>
            <a:chExt cx="8272250" cy="4900925"/>
          </a:xfrm>
        </p:grpSpPr>
        <p:grpSp>
          <p:nvGrpSpPr>
            <p:cNvPr id="43" name="Google Shape;43;p6"/>
            <p:cNvGrpSpPr/>
            <p:nvPr/>
          </p:nvGrpSpPr>
          <p:grpSpPr>
            <a:xfrm flipH="1">
              <a:off x="435875" y="1292300"/>
              <a:ext cx="90900" cy="3705900"/>
              <a:chOff x="7952125" y="1292300"/>
              <a:chExt cx="90900" cy="3705900"/>
            </a:xfrm>
          </p:grpSpPr>
          <p:sp>
            <p:nvSpPr>
              <p:cNvPr id="44" name="Google Shape;44;p6"/>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 name="Google Shape;45;p6"/>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46" name="Google Shape;46;p6"/>
            <p:cNvGrpSpPr/>
            <p:nvPr/>
          </p:nvGrpSpPr>
          <p:grpSpPr>
            <a:xfrm rot="10800000">
              <a:off x="8617225" y="97275"/>
              <a:ext cx="90900" cy="3705900"/>
              <a:chOff x="7952125" y="1292300"/>
              <a:chExt cx="90900" cy="3705900"/>
            </a:xfrm>
          </p:grpSpPr>
          <p:sp>
            <p:nvSpPr>
              <p:cNvPr id="47" name="Google Shape;47;p6"/>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8" name="Google Shape;48;p6"/>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9"/>
        <p:cNvGrpSpPr/>
        <p:nvPr/>
      </p:nvGrpSpPr>
      <p:grpSpPr>
        <a:xfrm>
          <a:off x="0" y="0"/>
          <a:ext cx="0" cy="0"/>
          <a:chOff x="0" y="0"/>
          <a:chExt cx="0" cy="0"/>
        </a:xfrm>
      </p:grpSpPr>
      <p:sp>
        <p:nvSpPr>
          <p:cNvPr id="50" name="Google Shape;50;p7"/>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52" name="Google Shape;52;p7"/>
          <p:cNvSpPr txBox="1">
            <a:spLocks noGrp="1"/>
          </p:cNvSpPr>
          <p:nvPr>
            <p:ph type="body" idx="1"/>
          </p:nvPr>
        </p:nvSpPr>
        <p:spPr>
          <a:xfrm>
            <a:off x="720000" y="1152475"/>
            <a:ext cx="7704000" cy="1911300"/>
          </a:xfrm>
          <a:prstGeom prst="rect">
            <a:avLst/>
          </a:prstGeom>
        </p:spPr>
        <p:txBody>
          <a:bodyPr spcFirstLastPara="1" wrap="square" lIns="91425" tIns="91425" rIns="91425" bIns="91425" anchor="t" anchorCtr="0">
            <a:noAutofit/>
          </a:bodyPr>
          <a:lstStyle>
            <a:lvl1pPr marL="457200" lvl="0" indent="-317500" rtl="0">
              <a:lnSpc>
                <a:spcPct val="115000"/>
              </a:lnSpc>
              <a:spcBef>
                <a:spcPts val="0"/>
              </a:spcBef>
              <a:spcAft>
                <a:spcPts val="0"/>
              </a:spcAft>
              <a:buSzPts val="1400"/>
              <a:buChar char="●"/>
              <a:defRPr/>
            </a:lvl1pPr>
            <a:lvl2pPr marL="914400" lvl="1" indent="-304800" rtl="0">
              <a:lnSpc>
                <a:spcPct val="115000"/>
              </a:lnSpc>
              <a:spcBef>
                <a:spcPts val="0"/>
              </a:spcBef>
              <a:spcAft>
                <a:spcPts val="0"/>
              </a:spcAft>
              <a:buSzPts val="1200"/>
              <a:buChar char="○"/>
              <a:defRPr/>
            </a:lvl2pPr>
            <a:lvl3pPr marL="1371600" lvl="2" indent="-304800" rtl="0">
              <a:lnSpc>
                <a:spcPct val="115000"/>
              </a:lnSpc>
              <a:spcBef>
                <a:spcPts val="0"/>
              </a:spcBef>
              <a:spcAft>
                <a:spcPts val="0"/>
              </a:spcAft>
              <a:buSzPts val="1200"/>
              <a:buChar char="■"/>
              <a:defRPr/>
            </a:lvl3pPr>
            <a:lvl4pPr marL="1828800" lvl="3" indent="-304800" rtl="0">
              <a:lnSpc>
                <a:spcPct val="115000"/>
              </a:lnSpc>
              <a:spcBef>
                <a:spcPts val="0"/>
              </a:spcBef>
              <a:spcAft>
                <a:spcPts val="0"/>
              </a:spcAft>
              <a:buSzPts val="1200"/>
              <a:buChar char="●"/>
              <a:defRPr/>
            </a:lvl4pPr>
            <a:lvl5pPr marL="2286000" lvl="4" indent="-304800" rtl="0">
              <a:lnSpc>
                <a:spcPct val="115000"/>
              </a:lnSpc>
              <a:spcBef>
                <a:spcPts val="0"/>
              </a:spcBef>
              <a:spcAft>
                <a:spcPts val="0"/>
              </a:spcAft>
              <a:buSzPts val="1200"/>
              <a:buChar char="○"/>
              <a:defRPr/>
            </a:lvl5pPr>
            <a:lvl6pPr marL="2743200" lvl="5" indent="-304800" rtl="0">
              <a:lnSpc>
                <a:spcPct val="115000"/>
              </a:lnSpc>
              <a:spcBef>
                <a:spcPts val="0"/>
              </a:spcBef>
              <a:spcAft>
                <a:spcPts val="0"/>
              </a:spcAft>
              <a:buSzPts val="1200"/>
              <a:buChar char="■"/>
              <a:defRPr/>
            </a:lvl6pPr>
            <a:lvl7pPr marL="3200400" lvl="6" indent="-304800" rtl="0">
              <a:lnSpc>
                <a:spcPct val="115000"/>
              </a:lnSpc>
              <a:spcBef>
                <a:spcPts val="0"/>
              </a:spcBef>
              <a:spcAft>
                <a:spcPts val="0"/>
              </a:spcAft>
              <a:buSzPts val="1200"/>
              <a:buChar char="●"/>
              <a:defRPr/>
            </a:lvl7pPr>
            <a:lvl8pPr marL="3657600" lvl="7" indent="-304800" rtl="0">
              <a:lnSpc>
                <a:spcPct val="115000"/>
              </a:lnSpc>
              <a:spcBef>
                <a:spcPts val="0"/>
              </a:spcBef>
              <a:spcAft>
                <a:spcPts val="0"/>
              </a:spcAft>
              <a:buSzPts val="1200"/>
              <a:buChar char="○"/>
              <a:defRPr/>
            </a:lvl8pPr>
            <a:lvl9pPr marL="4114800" lvl="8" indent="-304800" rtl="0">
              <a:lnSpc>
                <a:spcPct val="115000"/>
              </a:lnSpc>
              <a:spcBef>
                <a:spcPts val="0"/>
              </a:spcBef>
              <a:spcAft>
                <a:spcPts val="0"/>
              </a:spcAft>
              <a:buSzPts val="1200"/>
              <a:buChar char="■"/>
              <a:defRPr/>
            </a:lvl9pPr>
          </a:lstStyle>
          <a:p>
            <a:endParaRPr/>
          </a:p>
        </p:txBody>
      </p:sp>
      <p:grpSp>
        <p:nvGrpSpPr>
          <p:cNvPr id="53" name="Google Shape;53;p7"/>
          <p:cNvGrpSpPr/>
          <p:nvPr/>
        </p:nvGrpSpPr>
        <p:grpSpPr>
          <a:xfrm rot="10800000" flipH="1">
            <a:off x="2502023" y="4741850"/>
            <a:ext cx="6506400" cy="90900"/>
            <a:chOff x="1239825" y="571500"/>
            <a:chExt cx="6506400" cy="90900"/>
          </a:xfrm>
        </p:grpSpPr>
        <p:cxnSp>
          <p:nvCxnSpPr>
            <p:cNvPr id="54" name="Google Shape;54;p7"/>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55" name="Google Shape;55;p7"/>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9"/>
        <p:cNvGrpSpPr/>
        <p:nvPr/>
      </p:nvGrpSpPr>
      <p:grpSpPr>
        <a:xfrm>
          <a:off x="0" y="0"/>
          <a:ext cx="0" cy="0"/>
          <a:chOff x="0" y="0"/>
          <a:chExt cx="0" cy="0"/>
        </a:xfrm>
      </p:grpSpPr>
      <p:sp>
        <p:nvSpPr>
          <p:cNvPr id="70" name="Google Shape;70;p10"/>
          <p:cNvSpPr>
            <a:spLocks noGrp="1"/>
          </p:cNvSpPr>
          <p:nvPr>
            <p:ph type="pic" idx="2"/>
          </p:nvPr>
        </p:nvSpPr>
        <p:spPr>
          <a:xfrm>
            <a:off x="-11825" y="-11825"/>
            <a:ext cx="9155700" cy="5155200"/>
          </a:xfrm>
          <a:prstGeom prst="rect">
            <a:avLst/>
          </a:prstGeom>
          <a:noFill/>
          <a:ln>
            <a:noFill/>
          </a:ln>
        </p:spPr>
      </p:sp>
      <p:sp>
        <p:nvSpPr>
          <p:cNvPr id="71" name="Google Shape;71;p10"/>
          <p:cNvSpPr txBox="1">
            <a:spLocks noGrp="1"/>
          </p:cNvSpPr>
          <p:nvPr>
            <p:ph type="title"/>
          </p:nvPr>
        </p:nvSpPr>
        <p:spPr>
          <a:xfrm>
            <a:off x="1522200" y="3961375"/>
            <a:ext cx="6099600" cy="572700"/>
          </a:xfrm>
          <a:prstGeom prst="rect">
            <a:avLst/>
          </a:prstGeom>
          <a:solidFill>
            <a:schemeClr val="lt1"/>
          </a:solidFill>
        </p:spPr>
        <p:txBody>
          <a:bodyPr spcFirstLastPara="1" wrap="square" lIns="91425" tIns="91425" rIns="91425" bIns="91425" anchor="ctr" anchorCtr="0">
            <a:noAutofit/>
          </a:bodyPr>
          <a:lstStyle>
            <a:lvl1pPr lvl="0" algn="ctr" rtl="0">
              <a:spcBef>
                <a:spcPts val="0"/>
              </a:spcBef>
              <a:spcAft>
                <a:spcPts val="0"/>
              </a:spcAft>
              <a:buSzPts val="3500"/>
              <a:buNone/>
              <a:defRPr sz="2400"/>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82"/>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able of contents">
  <p:cSld name="BLANK_1">
    <p:spTree>
      <p:nvGrpSpPr>
        <p:cNvPr id="1" name="Shape 83"/>
        <p:cNvGrpSpPr/>
        <p:nvPr/>
      </p:nvGrpSpPr>
      <p:grpSpPr>
        <a:xfrm>
          <a:off x="0" y="0"/>
          <a:ext cx="0" cy="0"/>
          <a:chOff x="0" y="0"/>
          <a:chExt cx="0" cy="0"/>
        </a:xfrm>
      </p:grpSpPr>
      <p:sp>
        <p:nvSpPr>
          <p:cNvPr id="84" name="Google Shape;84;p13"/>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13"/>
          <p:cNvSpPr txBox="1">
            <a:spLocks noGrp="1"/>
          </p:cNvSpPr>
          <p:nvPr>
            <p:ph type="title" hasCustomPrompt="1"/>
          </p:nvPr>
        </p:nvSpPr>
        <p:spPr>
          <a:xfrm>
            <a:off x="1245650" y="1073400"/>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6" name="Google Shape;86;p13"/>
          <p:cNvSpPr txBox="1">
            <a:spLocks noGrp="1"/>
          </p:cNvSpPr>
          <p:nvPr>
            <p:ph type="subTitle" idx="1"/>
          </p:nvPr>
        </p:nvSpPr>
        <p:spPr>
          <a:xfrm>
            <a:off x="720000" y="2211355"/>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87" name="Google Shape;87;p13"/>
          <p:cNvSpPr txBox="1">
            <a:spLocks noGrp="1"/>
          </p:cNvSpPr>
          <p:nvPr>
            <p:ph type="title" idx="2" hasCustomPrompt="1"/>
          </p:nvPr>
        </p:nvSpPr>
        <p:spPr>
          <a:xfrm>
            <a:off x="3931900" y="1073400"/>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8" name="Google Shape;88;p13"/>
          <p:cNvSpPr txBox="1">
            <a:spLocks noGrp="1"/>
          </p:cNvSpPr>
          <p:nvPr>
            <p:ph type="subTitle" idx="3"/>
          </p:nvPr>
        </p:nvSpPr>
        <p:spPr>
          <a:xfrm>
            <a:off x="3403800" y="2211355"/>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89" name="Google Shape;89;p13"/>
          <p:cNvSpPr txBox="1">
            <a:spLocks noGrp="1"/>
          </p:cNvSpPr>
          <p:nvPr>
            <p:ph type="title" idx="4" hasCustomPrompt="1"/>
          </p:nvPr>
        </p:nvSpPr>
        <p:spPr>
          <a:xfrm>
            <a:off x="6623050" y="1073400"/>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0" name="Google Shape;90;p13"/>
          <p:cNvSpPr txBox="1">
            <a:spLocks noGrp="1"/>
          </p:cNvSpPr>
          <p:nvPr>
            <p:ph type="subTitle" idx="5"/>
          </p:nvPr>
        </p:nvSpPr>
        <p:spPr>
          <a:xfrm>
            <a:off x="6087600" y="2211355"/>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91" name="Google Shape;91;p13"/>
          <p:cNvSpPr txBox="1">
            <a:spLocks noGrp="1"/>
          </p:cNvSpPr>
          <p:nvPr>
            <p:ph type="title" idx="6" hasCustomPrompt="1"/>
          </p:nvPr>
        </p:nvSpPr>
        <p:spPr>
          <a:xfrm>
            <a:off x="2590000" y="282452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2" name="Google Shape;92;p13"/>
          <p:cNvSpPr txBox="1">
            <a:spLocks noGrp="1"/>
          </p:cNvSpPr>
          <p:nvPr>
            <p:ph type="subTitle" idx="7"/>
          </p:nvPr>
        </p:nvSpPr>
        <p:spPr>
          <a:xfrm>
            <a:off x="2064350" y="3970706"/>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93" name="Google Shape;93;p13"/>
          <p:cNvSpPr txBox="1">
            <a:spLocks noGrp="1"/>
          </p:cNvSpPr>
          <p:nvPr>
            <p:ph type="title" idx="8" hasCustomPrompt="1"/>
          </p:nvPr>
        </p:nvSpPr>
        <p:spPr>
          <a:xfrm>
            <a:off x="5276250" y="282452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4" name="Google Shape;94;p13"/>
          <p:cNvSpPr txBox="1">
            <a:spLocks noGrp="1"/>
          </p:cNvSpPr>
          <p:nvPr>
            <p:ph type="subTitle" idx="9"/>
          </p:nvPr>
        </p:nvSpPr>
        <p:spPr>
          <a:xfrm>
            <a:off x="4748150" y="3970706"/>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95" name="Google Shape;95;p13"/>
          <p:cNvSpPr txBox="1">
            <a:spLocks noGrp="1"/>
          </p:cNvSpPr>
          <p:nvPr>
            <p:ph type="title" idx="13"/>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96" name="Google Shape;96;p13"/>
          <p:cNvSpPr txBox="1">
            <a:spLocks noGrp="1"/>
          </p:cNvSpPr>
          <p:nvPr>
            <p:ph type="subTitle" idx="14"/>
          </p:nvPr>
        </p:nvSpPr>
        <p:spPr>
          <a:xfrm>
            <a:off x="715100" y="15906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97" name="Google Shape;97;p13"/>
          <p:cNvSpPr txBox="1">
            <a:spLocks noGrp="1"/>
          </p:cNvSpPr>
          <p:nvPr>
            <p:ph type="subTitle" idx="15"/>
          </p:nvPr>
        </p:nvSpPr>
        <p:spPr>
          <a:xfrm>
            <a:off x="3403800" y="15906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98" name="Google Shape;98;p13"/>
          <p:cNvSpPr txBox="1">
            <a:spLocks noGrp="1"/>
          </p:cNvSpPr>
          <p:nvPr>
            <p:ph type="subTitle" idx="16"/>
          </p:nvPr>
        </p:nvSpPr>
        <p:spPr>
          <a:xfrm>
            <a:off x="6092500" y="15906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99" name="Google Shape;99;p13"/>
          <p:cNvSpPr txBox="1">
            <a:spLocks noGrp="1"/>
          </p:cNvSpPr>
          <p:nvPr>
            <p:ph type="subTitle" idx="17"/>
          </p:nvPr>
        </p:nvSpPr>
        <p:spPr>
          <a:xfrm>
            <a:off x="2059450" y="33500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100" name="Google Shape;100;p13"/>
          <p:cNvSpPr txBox="1">
            <a:spLocks noGrp="1"/>
          </p:cNvSpPr>
          <p:nvPr>
            <p:ph type="subTitle" idx="18"/>
          </p:nvPr>
        </p:nvSpPr>
        <p:spPr>
          <a:xfrm>
            <a:off x="4748150" y="33500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101" name="Google Shape;101;p13"/>
          <p:cNvGrpSpPr/>
          <p:nvPr/>
        </p:nvGrpSpPr>
        <p:grpSpPr>
          <a:xfrm rot="10800000">
            <a:off x="165548" y="4741850"/>
            <a:ext cx="6506400" cy="90900"/>
            <a:chOff x="1239825" y="571500"/>
            <a:chExt cx="6506400" cy="90900"/>
          </a:xfrm>
        </p:grpSpPr>
        <p:cxnSp>
          <p:nvCxnSpPr>
            <p:cNvPr id="102" name="Google Shape;102;p13"/>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103" name="Google Shape;103;p13"/>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04"/>
        <p:cNvGrpSpPr/>
        <p:nvPr/>
      </p:nvGrpSpPr>
      <p:grpSpPr>
        <a:xfrm>
          <a:off x="0" y="0"/>
          <a:ext cx="0" cy="0"/>
          <a:chOff x="0" y="0"/>
          <a:chExt cx="0" cy="0"/>
        </a:xfrm>
      </p:grpSpPr>
      <p:sp>
        <p:nvSpPr>
          <p:cNvPr id="105" name="Google Shape;105;p14"/>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14"/>
          <p:cNvSpPr txBox="1">
            <a:spLocks noGrp="1"/>
          </p:cNvSpPr>
          <p:nvPr>
            <p:ph type="title"/>
          </p:nvPr>
        </p:nvSpPr>
        <p:spPr>
          <a:xfrm>
            <a:off x="1717938" y="3040950"/>
            <a:ext cx="5708100" cy="531900"/>
          </a:xfrm>
          <a:prstGeom prst="rect">
            <a:avLst/>
          </a:prstGeom>
        </p:spPr>
        <p:txBody>
          <a:bodyPr spcFirstLastPara="1" wrap="square" lIns="91425" tIns="91425" rIns="91425" bIns="91425" anchor="t" anchorCtr="0">
            <a:noAutofit/>
          </a:bodyPr>
          <a:lstStyle>
            <a:lvl1pPr lvl="0" algn="l" rtl="0">
              <a:spcBef>
                <a:spcPts val="0"/>
              </a:spcBef>
              <a:spcAft>
                <a:spcPts val="0"/>
              </a:spcAft>
              <a:buSzPts val="2200"/>
              <a:buNone/>
              <a:defRPr sz="24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07" name="Google Shape;107;p14"/>
          <p:cNvSpPr txBox="1">
            <a:spLocks noGrp="1"/>
          </p:cNvSpPr>
          <p:nvPr>
            <p:ph type="subTitle" idx="1"/>
          </p:nvPr>
        </p:nvSpPr>
        <p:spPr>
          <a:xfrm>
            <a:off x="1717960" y="1570650"/>
            <a:ext cx="5708100" cy="14703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500"/>
              <a:buNone/>
              <a:defRPr sz="2400"/>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grpSp>
        <p:nvGrpSpPr>
          <p:cNvPr id="108" name="Google Shape;108;p14"/>
          <p:cNvGrpSpPr/>
          <p:nvPr/>
        </p:nvGrpSpPr>
        <p:grpSpPr>
          <a:xfrm>
            <a:off x="435875" y="97275"/>
            <a:ext cx="8272250" cy="4900925"/>
            <a:chOff x="435875" y="97275"/>
            <a:chExt cx="8272250" cy="4900925"/>
          </a:xfrm>
        </p:grpSpPr>
        <p:grpSp>
          <p:nvGrpSpPr>
            <p:cNvPr id="109" name="Google Shape;109;p14"/>
            <p:cNvGrpSpPr/>
            <p:nvPr/>
          </p:nvGrpSpPr>
          <p:grpSpPr>
            <a:xfrm rot="10800000">
              <a:off x="435875" y="97275"/>
              <a:ext cx="90900" cy="3705900"/>
              <a:chOff x="7952125" y="1292300"/>
              <a:chExt cx="90900" cy="3705900"/>
            </a:xfrm>
          </p:grpSpPr>
          <p:sp>
            <p:nvSpPr>
              <p:cNvPr id="110" name="Google Shape;110;p14"/>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1" name="Google Shape;111;p14"/>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112" name="Google Shape;112;p14"/>
            <p:cNvGrpSpPr/>
            <p:nvPr/>
          </p:nvGrpSpPr>
          <p:grpSpPr>
            <a:xfrm flipH="1">
              <a:off x="8617225" y="1292300"/>
              <a:ext cx="90900" cy="3705900"/>
              <a:chOff x="7952125" y="1292300"/>
              <a:chExt cx="90900" cy="3705900"/>
            </a:xfrm>
          </p:grpSpPr>
          <p:sp>
            <p:nvSpPr>
              <p:cNvPr id="113" name="Google Shape;113;p14"/>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4" name="Google Shape;114;p14"/>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15"/>
        <p:cNvGrpSpPr/>
        <p:nvPr/>
      </p:nvGrpSpPr>
      <p:grpSpPr>
        <a:xfrm>
          <a:off x="0" y="0"/>
          <a:ext cx="0" cy="0"/>
          <a:chOff x="0" y="0"/>
          <a:chExt cx="0" cy="0"/>
        </a:xfrm>
      </p:grpSpPr>
      <p:sp>
        <p:nvSpPr>
          <p:cNvPr id="116" name="Google Shape;116;p15"/>
          <p:cNvSpPr/>
          <p:nvPr/>
        </p:nvSpPr>
        <p:spPr>
          <a:xfrm>
            <a:off x="171450" y="145800"/>
            <a:ext cx="8801100" cy="4851900"/>
          </a:xfrm>
          <a:prstGeom prst="rect">
            <a:avLst/>
          </a:prstGeom>
          <a:solidFill>
            <a:schemeClr val="accent2"/>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15"/>
          <p:cNvSpPr txBox="1">
            <a:spLocks noGrp="1"/>
          </p:cNvSpPr>
          <p:nvPr>
            <p:ph type="title"/>
          </p:nvPr>
        </p:nvSpPr>
        <p:spPr>
          <a:xfrm>
            <a:off x="2352125" y="2350750"/>
            <a:ext cx="3555300" cy="13677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600"/>
              <a:buNone/>
              <a:defRPr sz="3800">
                <a:solidFill>
                  <a:schemeClr val="lt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18" name="Google Shape;118;p15"/>
          <p:cNvSpPr txBox="1">
            <a:spLocks noGrp="1"/>
          </p:cNvSpPr>
          <p:nvPr>
            <p:ph type="title" idx="2" hasCustomPrompt="1"/>
          </p:nvPr>
        </p:nvSpPr>
        <p:spPr>
          <a:xfrm>
            <a:off x="1152125" y="2350752"/>
            <a:ext cx="1200000" cy="841800"/>
          </a:xfrm>
          <a:prstGeom prst="rect">
            <a:avLst/>
          </a:prstGeom>
        </p:spPr>
        <p:txBody>
          <a:bodyPr spcFirstLastPara="1" wrap="square" lIns="91425" tIns="91425" rIns="91425" bIns="91425" anchor="ctr" anchorCtr="0">
            <a:noAutofit/>
          </a:bodyPr>
          <a:lstStyle>
            <a:lvl1pPr lvl="0" algn="l" rtl="0">
              <a:spcBef>
                <a:spcPts val="0"/>
              </a:spcBef>
              <a:spcAft>
                <a:spcPts val="0"/>
              </a:spcAft>
              <a:buClr>
                <a:schemeClr val="lt2"/>
              </a:buClr>
              <a:buSzPts val="6000"/>
              <a:buNone/>
              <a:defRPr sz="6000">
                <a:solidFill>
                  <a:schemeClr val="dk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19" name="Google Shape;119;p15"/>
          <p:cNvSpPr txBox="1">
            <a:spLocks noGrp="1"/>
          </p:cNvSpPr>
          <p:nvPr>
            <p:ph type="subTitle" idx="1"/>
          </p:nvPr>
        </p:nvSpPr>
        <p:spPr>
          <a:xfrm>
            <a:off x="2352125" y="3718300"/>
            <a:ext cx="3555300" cy="403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solidFill>
                  <a:schemeClr val="lt1"/>
                </a:solidFill>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 header 2">
  <p:cSld name="SECTION_HEADER_1_1">
    <p:spTree>
      <p:nvGrpSpPr>
        <p:cNvPr id="1" name="Shape 120"/>
        <p:cNvGrpSpPr/>
        <p:nvPr/>
      </p:nvGrpSpPr>
      <p:grpSpPr>
        <a:xfrm>
          <a:off x="0" y="0"/>
          <a:ext cx="0" cy="0"/>
          <a:chOff x="0" y="0"/>
          <a:chExt cx="0" cy="0"/>
        </a:xfrm>
      </p:grpSpPr>
      <p:sp>
        <p:nvSpPr>
          <p:cNvPr id="121" name="Google Shape;121;p16"/>
          <p:cNvSpPr/>
          <p:nvPr/>
        </p:nvSpPr>
        <p:spPr>
          <a:xfrm>
            <a:off x="171450" y="145800"/>
            <a:ext cx="8801100" cy="4851900"/>
          </a:xfrm>
          <a:prstGeom prst="rect">
            <a:avLst/>
          </a:prstGeom>
          <a:solidFill>
            <a:schemeClr val="accent2"/>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16"/>
          <p:cNvSpPr txBox="1">
            <a:spLocks noGrp="1"/>
          </p:cNvSpPr>
          <p:nvPr>
            <p:ph type="title"/>
          </p:nvPr>
        </p:nvSpPr>
        <p:spPr>
          <a:xfrm>
            <a:off x="3854900" y="2450375"/>
            <a:ext cx="3733800" cy="14052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800">
                <a:solidFill>
                  <a:schemeClr val="lt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23" name="Google Shape;123;p16"/>
          <p:cNvSpPr txBox="1">
            <a:spLocks noGrp="1"/>
          </p:cNvSpPr>
          <p:nvPr>
            <p:ph type="title" idx="2" hasCustomPrompt="1"/>
          </p:nvPr>
        </p:nvSpPr>
        <p:spPr>
          <a:xfrm>
            <a:off x="5121800" y="1643052"/>
            <a:ext cx="1200000" cy="8418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2"/>
              </a:buClr>
              <a:buSzPts val="6000"/>
              <a:buNone/>
              <a:defRPr sz="6000">
                <a:solidFill>
                  <a:schemeClr val="dk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24" name="Google Shape;124;p16"/>
          <p:cNvSpPr txBox="1">
            <a:spLocks noGrp="1"/>
          </p:cNvSpPr>
          <p:nvPr>
            <p:ph type="subTitle" idx="1"/>
          </p:nvPr>
        </p:nvSpPr>
        <p:spPr>
          <a:xfrm>
            <a:off x="3854900" y="3855551"/>
            <a:ext cx="3733800" cy="403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400">
                <a:solidFill>
                  <a:schemeClr val="lt1"/>
                </a:solidFill>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1">
  <p:cSld name="TITLE_ONLY_1">
    <p:spTree>
      <p:nvGrpSpPr>
        <p:cNvPr id="1" name="Shape 125"/>
        <p:cNvGrpSpPr/>
        <p:nvPr/>
      </p:nvGrpSpPr>
      <p:grpSpPr>
        <a:xfrm>
          <a:off x="0" y="0"/>
          <a:ext cx="0" cy="0"/>
          <a:chOff x="0" y="0"/>
          <a:chExt cx="0" cy="0"/>
        </a:xfrm>
      </p:grpSpPr>
      <p:sp>
        <p:nvSpPr>
          <p:cNvPr id="126" name="Google Shape;126;p17"/>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28" name="Google Shape;128;p17"/>
          <p:cNvGrpSpPr/>
          <p:nvPr/>
        </p:nvGrpSpPr>
        <p:grpSpPr>
          <a:xfrm rot="10800000">
            <a:off x="165700" y="4608500"/>
            <a:ext cx="7941000" cy="90900"/>
            <a:chOff x="1239825" y="571500"/>
            <a:chExt cx="7941000" cy="90900"/>
          </a:xfrm>
        </p:grpSpPr>
        <p:cxnSp>
          <p:nvCxnSpPr>
            <p:cNvPr id="129" name="Google Shape;129;p17"/>
            <p:cNvCxnSpPr/>
            <p:nvPr/>
          </p:nvCxnSpPr>
          <p:spPr>
            <a:xfrm>
              <a:off x="1239825" y="571500"/>
              <a:ext cx="7941000" cy="0"/>
            </a:xfrm>
            <a:prstGeom prst="straightConnector1">
              <a:avLst/>
            </a:prstGeom>
            <a:noFill/>
            <a:ln w="9525" cap="flat" cmpd="sng">
              <a:solidFill>
                <a:schemeClr val="dk1"/>
              </a:solidFill>
              <a:prstDash val="solid"/>
              <a:round/>
              <a:headEnd type="none" w="med" len="med"/>
              <a:tailEnd type="none" w="med" len="med"/>
            </a:ln>
          </p:spPr>
        </p:cxnSp>
        <p:sp>
          <p:nvSpPr>
            <p:cNvPr id="130" name="Google Shape;130;p17"/>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2">
  <p:cSld name="TITLE_ONLY_1_1">
    <p:spTree>
      <p:nvGrpSpPr>
        <p:cNvPr id="1" name="Shape 131"/>
        <p:cNvGrpSpPr/>
        <p:nvPr/>
      </p:nvGrpSpPr>
      <p:grpSpPr>
        <a:xfrm>
          <a:off x="0" y="0"/>
          <a:ext cx="0" cy="0"/>
          <a:chOff x="0" y="0"/>
          <a:chExt cx="0" cy="0"/>
        </a:xfrm>
      </p:grpSpPr>
      <p:sp>
        <p:nvSpPr>
          <p:cNvPr id="132" name="Google Shape;132;p18"/>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34" name="Google Shape;134;p18"/>
          <p:cNvGrpSpPr/>
          <p:nvPr/>
        </p:nvGrpSpPr>
        <p:grpSpPr>
          <a:xfrm flipH="1">
            <a:off x="8617225" y="1292300"/>
            <a:ext cx="90900" cy="3705900"/>
            <a:chOff x="7952125" y="1292300"/>
            <a:chExt cx="90900" cy="3705900"/>
          </a:xfrm>
        </p:grpSpPr>
        <p:sp>
          <p:nvSpPr>
            <p:cNvPr id="135" name="Google Shape;135;p18"/>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8"/>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CUSTOM">
    <p:spTree>
      <p:nvGrpSpPr>
        <p:cNvPr id="1" name="Shape 137"/>
        <p:cNvGrpSpPr/>
        <p:nvPr/>
      </p:nvGrpSpPr>
      <p:grpSpPr>
        <a:xfrm>
          <a:off x="0" y="0"/>
          <a:ext cx="0" cy="0"/>
          <a:chOff x="0" y="0"/>
          <a:chExt cx="0" cy="0"/>
        </a:xfrm>
      </p:grpSpPr>
      <p:sp>
        <p:nvSpPr>
          <p:cNvPr id="138" name="Google Shape;138;p19"/>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19"/>
          <p:cNvSpPr txBox="1">
            <a:spLocks noGrp="1"/>
          </p:cNvSpPr>
          <p:nvPr>
            <p:ph type="subTitle" idx="1"/>
          </p:nvPr>
        </p:nvSpPr>
        <p:spPr>
          <a:xfrm>
            <a:off x="1068813" y="2004274"/>
            <a:ext cx="3615600" cy="1674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Char char="●"/>
              <a:defRPr/>
            </a:lvl1pPr>
            <a:lvl2pPr lvl="1" algn="ctr" rtl="0">
              <a:lnSpc>
                <a:spcPct val="100000"/>
              </a:lnSpc>
              <a:spcBef>
                <a:spcPts val="0"/>
              </a:spcBef>
              <a:spcAft>
                <a:spcPts val="0"/>
              </a:spcAft>
              <a:buSzPts val="1200"/>
              <a:buChar char="○"/>
              <a:defRPr/>
            </a:lvl2pPr>
            <a:lvl3pPr lvl="2" algn="ctr" rtl="0">
              <a:lnSpc>
                <a:spcPct val="100000"/>
              </a:lnSpc>
              <a:spcBef>
                <a:spcPts val="0"/>
              </a:spcBef>
              <a:spcAft>
                <a:spcPts val="0"/>
              </a:spcAft>
              <a:buSzPts val="1200"/>
              <a:buChar char="■"/>
              <a:defRPr/>
            </a:lvl3pPr>
            <a:lvl4pPr lvl="3" algn="ctr" rtl="0">
              <a:lnSpc>
                <a:spcPct val="100000"/>
              </a:lnSpc>
              <a:spcBef>
                <a:spcPts val="0"/>
              </a:spcBef>
              <a:spcAft>
                <a:spcPts val="0"/>
              </a:spcAft>
              <a:buSzPts val="1200"/>
              <a:buChar char="●"/>
              <a:defRPr/>
            </a:lvl4pPr>
            <a:lvl5pPr lvl="4" algn="ctr" rtl="0">
              <a:lnSpc>
                <a:spcPct val="100000"/>
              </a:lnSpc>
              <a:spcBef>
                <a:spcPts val="0"/>
              </a:spcBef>
              <a:spcAft>
                <a:spcPts val="0"/>
              </a:spcAft>
              <a:buSzPts val="1200"/>
              <a:buChar char="○"/>
              <a:defRPr/>
            </a:lvl5pPr>
            <a:lvl6pPr lvl="5" algn="ctr" rtl="0">
              <a:lnSpc>
                <a:spcPct val="100000"/>
              </a:lnSpc>
              <a:spcBef>
                <a:spcPts val="0"/>
              </a:spcBef>
              <a:spcAft>
                <a:spcPts val="0"/>
              </a:spcAft>
              <a:buSzPts val="1200"/>
              <a:buChar char="■"/>
              <a:defRPr/>
            </a:lvl6pPr>
            <a:lvl7pPr lvl="6" algn="ctr" rtl="0">
              <a:lnSpc>
                <a:spcPct val="100000"/>
              </a:lnSpc>
              <a:spcBef>
                <a:spcPts val="0"/>
              </a:spcBef>
              <a:spcAft>
                <a:spcPts val="0"/>
              </a:spcAft>
              <a:buSzPts val="1200"/>
              <a:buChar char="●"/>
              <a:defRPr/>
            </a:lvl7pPr>
            <a:lvl8pPr lvl="7" algn="ctr" rtl="0">
              <a:lnSpc>
                <a:spcPct val="100000"/>
              </a:lnSpc>
              <a:spcBef>
                <a:spcPts val="0"/>
              </a:spcBef>
              <a:spcAft>
                <a:spcPts val="0"/>
              </a:spcAft>
              <a:buSzPts val="1200"/>
              <a:buChar char="○"/>
              <a:defRPr/>
            </a:lvl8pPr>
            <a:lvl9pPr lvl="8" algn="ctr" rtl="0">
              <a:lnSpc>
                <a:spcPct val="100000"/>
              </a:lnSpc>
              <a:spcBef>
                <a:spcPts val="0"/>
              </a:spcBef>
              <a:spcAft>
                <a:spcPts val="0"/>
              </a:spcAft>
              <a:buSzPts val="1200"/>
              <a:buChar char="■"/>
              <a:defRPr/>
            </a:lvl9pPr>
          </a:lstStyle>
          <a:p>
            <a:endParaRPr/>
          </a:p>
        </p:txBody>
      </p:sp>
      <p:sp>
        <p:nvSpPr>
          <p:cNvPr id="140" name="Google Shape;140;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41" name="Google Shape;141;p19"/>
          <p:cNvGrpSpPr/>
          <p:nvPr/>
        </p:nvGrpSpPr>
        <p:grpSpPr>
          <a:xfrm rot="10800000">
            <a:off x="165548" y="4741850"/>
            <a:ext cx="6506400" cy="90900"/>
            <a:chOff x="1239825" y="571500"/>
            <a:chExt cx="6506400" cy="90900"/>
          </a:xfrm>
        </p:grpSpPr>
        <p:cxnSp>
          <p:nvCxnSpPr>
            <p:cNvPr id="142" name="Google Shape;142;p19"/>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143" name="Google Shape;143;p19"/>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 name="Google Shape;144;p19"/>
          <p:cNvGrpSpPr/>
          <p:nvPr/>
        </p:nvGrpSpPr>
        <p:grpSpPr>
          <a:xfrm rot="10800000" flipH="1">
            <a:off x="402371" y="298450"/>
            <a:ext cx="8394600" cy="90900"/>
            <a:chOff x="1239825" y="571500"/>
            <a:chExt cx="8394600" cy="90900"/>
          </a:xfrm>
        </p:grpSpPr>
        <p:cxnSp>
          <p:nvCxnSpPr>
            <p:cNvPr id="145" name="Google Shape;145;p19"/>
            <p:cNvCxnSpPr/>
            <p:nvPr/>
          </p:nvCxnSpPr>
          <p:spPr>
            <a:xfrm>
              <a:off x="1239825" y="571500"/>
              <a:ext cx="8394600" cy="0"/>
            </a:xfrm>
            <a:prstGeom prst="straightConnector1">
              <a:avLst/>
            </a:prstGeom>
            <a:noFill/>
            <a:ln w="9525" cap="flat" cmpd="sng">
              <a:solidFill>
                <a:schemeClr val="dk1"/>
              </a:solidFill>
              <a:prstDash val="solid"/>
              <a:round/>
              <a:headEnd type="none" w="med" len="med"/>
              <a:tailEnd type="none" w="med" len="med"/>
            </a:ln>
          </p:spPr>
        </p:cxnSp>
        <p:sp>
          <p:nvSpPr>
            <p:cNvPr id="146" name="Google Shape;146;p19"/>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 name="Google Shape;147;p19"/>
          <p:cNvSpPr>
            <a:spLocks noGrp="1"/>
          </p:cNvSpPr>
          <p:nvPr>
            <p:ph type="pic" idx="2"/>
          </p:nvPr>
        </p:nvSpPr>
        <p:spPr>
          <a:xfrm>
            <a:off x="4789588" y="1603025"/>
            <a:ext cx="3285600" cy="2476500"/>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1">
  <p:cSld name="CUSTOM_1">
    <p:spTree>
      <p:nvGrpSpPr>
        <p:cNvPr id="1" name="Shape 148"/>
        <p:cNvGrpSpPr/>
        <p:nvPr/>
      </p:nvGrpSpPr>
      <p:grpSpPr>
        <a:xfrm>
          <a:off x="0" y="0"/>
          <a:ext cx="0" cy="0"/>
          <a:chOff x="0" y="0"/>
          <a:chExt cx="0" cy="0"/>
        </a:xfrm>
      </p:grpSpPr>
      <p:sp>
        <p:nvSpPr>
          <p:cNvPr id="149" name="Google Shape;149;p20"/>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20"/>
          <p:cNvSpPr txBox="1">
            <a:spLocks noGrp="1"/>
          </p:cNvSpPr>
          <p:nvPr>
            <p:ph type="subTitle" idx="1"/>
          </p:nvPr>
        </p:nvSpPr>
        <p:spPr>
          <a:xfrm>
            <a:off x="4507381" y="3382988"/>
            <a:ext cx="3615600" cy="705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Char char="●"/>
              <a:defRPr/>
            </a:lvl1pPr>
            <a:lvl2pPr lvl="1" algn="ctr" rtl="0">
              <a:lnSpc>
                <a:spcPct val="100000"/>
              </a:lnSpc>
              <a:spcBef>
                <a:spcPts val="0"/>
              </a:spcBef>
              <a:spcAft>
                <a:spcPts val="0"/>
              </a:spcAft>
              <a:buSzPts val="1200"/>
              <a:buChar char="○"/>
              <a:defRPr/>
            </a:lvl2pPr>
            <a:lvl3pPr lvl="2" algn="ctr" rtl="0">
              <a:lnSpc>
                <a:spcPct val="100000"/>
              </a:lnSpc>
              <a:spcBef>
                <a:spcPts val="0"/>
              </a:spcBef>
              <a:spcAft>
                <a:spcPts val="0"/>
              </a:spcAft>
              <a:buSzPts val="1200"/>
              <a:buChar char="■"/>
              <a:defRPr/>
            </a:lvl3pPr>
            <a:lvl4pPr lvl="3" algn="ctr" rtl="0">
              <a:lnSpc>
                <a:spcPct val="100000"/>
              </a:lnSpc>
              <a:spcBef>
                <a:spcPts val="0"/>
              </a:spcBef>
              <a:spcAft>
                <a:spcPts val="0"/>
              </a:spcAft>
              <a:buSzPts val="1200"/>
              <a:buChar char="●"/>
              <a:defRPr/>
            </a:lvl4pPr>
            <a:lvl5pPr lvl="4" algn="ctr" rtl="0">
              <a:lnSpc>
                <a:spcPct val="100000"/>
              </a:lnSpc>
              <a:spcBef>
                <a:spcPts val="0"/>
              </a:spcBef>
              <a:spcAft>
                <a:spcPts val="0"/>
              </a:spcAft>
              <a:buSzPts val="1200"/>
              <a:buChar char="○"/>
              <a:defRPr/>
            </a:lvl5pPr>
            <a:lvl6pPr lvl="5" algn="ctr" rtl="0">
              <a:lnSpc>
                <a:spcPct val="100000"/>
              </a:lnSpc>
              <a:spcBef>
                <a:spcPts val="0"/>
              </a:spcBef>
              <a:spcAft>
                <a:spcPts val="0"/>
              </a:spcAft>
              <a:buSzPts val="1200"/>
              <a:buChar char="■"/>
              <a:defRPr/>
            </a:lvl6pPr>
            <a:lvl7pPr lvl="6" algn="ctr" rtl="0">
              <a:lnSpc>
                <a:spcPct val="100000"/>
              </a:lnSpc>
              <a:spcBef>
                <a:spcPts val="0"/>
              </a:spcBef>
              <a:spcAft>
                <a:spcPts val="0"/>
              </a:spcAft>
              <a:buSzPts val="1200"/>
              <a:buChar char="●"/>
              <a:defRPr/>
            </a:lvl7pPr>
            <a:lvl8pPr lvl="7" algn="ctr" rtl="0">
              <a:lnSpc>
                <a:spcPct val="100000"/>
              </a:lnSpc>
              <a:spcBef>
                <a:spcPts val="0"/>
              </a:spcBef>
              <a:spcAft>
                <a:spcPts val="0"/>
              </a:spcAft>
              <a:buSzPts val="1200"/>
              <a:buChar char="○"/>
              <a:defRPr/>
            </a:lvl8pPr>
            <a:lvl9pPr lvl="8" algn="ctr" rtl="0">
              <a:lnSpc>
                <a:spcPct val="100000"/>
              </a:lnSpc>
              <a:spcBef>
                <a:spcPts val="0"/>
              </a:spcBef>
              <a:spcAft>
                <a:spcPts val="0"/>
              </a:spcAft>
              <a:buSzPts val="1200"/>
              <a:buChar char="■"/>
              <a:defRPr/>
            </a:lvl9pPr>
          </a:lstStyle>
          <a:p>
            <a:endParaRPr/>
          </a:p>
        </p:txBody>
      </p:sp>
      <p:sp>
        <p:nvSpPr>
          <p:cNvPr id="151" name="Google Shape;151;p20"/>
          <p:cNvSpPr txBox="1">
            <a:spLocks noGrp="1"/>
          </p:cNvSpPr>
          <p:nvPr>
            <p:ph type="title"/>
          </p:nvPr>
        </p:nvSpPr>
        <p:spPr>
          <a:xfrm>
            <a:off x="4507456" y="1055513"/>
            <a:ext cx="3615600" cy="23274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152" name="Google Shape;152;p20"/>
          <p:cNvSpPr>
            <a:spLocks noGrp="1"/>
          </p:cNvSpPr>
          <p:nvPr>
            <p:ph type="pic" idx="2"/>
          </p:nvPr>
        </p:nvSpPr>
        <p:spPr>
          <a:xfrm>
            <a:off x="1020944" y="1333499"/>
            <a:ext cx="3285600" cy="2476500"/>
          </a:xfrm>
          <a:prstGeom prst="rect">
            <a:avLst/>
          </a:prstGeom>
          <a:noFill/>
          <a:ln>
            <a:noFill/>
          </a:ln>
        </p:spPr>
      </p:sp>
      <p:grpSp>
        <p:nvGrpSpPr>
          <p:cNvPr id="153" name="Google Shape;153;p20"/>
          <p:cNvGrpSpPr/>
          <p:nvPr/>
        </p:nvGrpSpPr>
        <p:grpSpPr>
          <a:xfrm>
            <a:off x="435875" y="97275"/>
            <a:ext cx="90900" cy="3705900"/>
            <a:chOff x="435875" y="97275"/>
            <a:chExt cx="90900" cy="3705900"/>
          </a:xfrm>
        </p:grpSpPr>
        <p:cxnSp>
          <p:nvCxnSpPr>
            <p:cNvPr id="154" name="Google Shape;154;p20"/>
            <p:cNvCxnSpPr/>
            <p:nvPr/>
          </p:nvCxnSpPr>
          <p:spPr>
            <a:xfrm rot="10800000">
              <a:off x="435875" y="97275"/>
              <a:ext cx="0" cy="3705900"/>
            </a:xfrm>
            <a:prstGeom prst="straightConnector1">
              <a:avLst/>
            </a:prstGeom>
            <a:noFill/>
            <a:ln w="9525" cap="flat" cmpd="sng">
              <a:solidFill>
                <a:schemeClr val="dk1"/>
              </a:solidFill>
              <a:prstDash val="solid"/>
              <a:round/>
              <a:headEnd type="none" w="med" len="med"/>
              <a:tailEnd type="none" w="med" len="med"/>
            </a:ln>
          </p:spPr>
        </p:cxnSp>
        <p:sp>
          <p:nvSpPr>
            <p:cNvPr id="155" name="Google Shape;155;p20"/>
            <p:cNvSpPr/>
            <p:nvPr/>
          </p:nvSpPr>
          <p:spPr>
            <a:xfrm rot="-5400000">
              <a:off x="228725" y="3505125"/>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1" name="Shape 196"/>
        <p:cNvGrpSpPr/>
        <p:nvPr/>
      </p:nvGrpSpPr>
      <p:grpSpPr>
        <a:xfrm>
          <a:off x="0" y="0"/>
          <a:ext cx="0" cy="0"/>
          <a:chOff x="0" y="0"/>
          <a:chExt cx="0" cy="0"/>
        </a:xfrm>
      </p:grpSpPr>
      <p:sp>
        <p:nvSpPr>
          <p:cNvPr id="197" name="Google Shape;197;p25"/>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25"/>
          <p:cNvSpPr txBox="1">
            <a:spLocks noGrp="1"/>
          </p:cNvSpPr>
          <p:nvPr>
            <p:ph type="subTitle" idx="1"/>
          </p:nvPr>
        </p:nvSpPr>
        <p:spPr>
          <a:xfrm>
            <a:off x="948188" y="2303125"/>
            <a:ext cx="3211200" cy="4761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199" name="Google Shape;199;p25"/>
          <p:cNvSpPr txBox="1">
            <a:spLocks noGrp="1"/>
          </p:cNvSpPr>
          <p:nvPr>
            <p:ph type="subTitle" idx="2"/>
          </p:nvPr>
        </p:nvSpPr>
        <p:spPr>
          <a:xfrm>
            <a:off x="4984609" y="2303125"/>
            <a:ext cx="3211200" cy="476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00" name="Google Shape;200;p25"/>
          <p:cNvSpPr txBox="1">
            <a:spLocks noGrp="1"/>
          </p:cNvSpPr>
          <p:nvPr>
            <p:ph type="subTitle" idx="3"/>
          </p:nvPr>
        </p:nvSpPr>
        <p:spPr>
          <a:xfrm>
            <a:off x="948188" y="2779225"/>
            <a:ext cx="3211200" cy="713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1" name="Google Shape;201;p25"/>
          <p:cNvSpPr txBox="1">
            <a:spLocks noGrp="1"/>
          </p:cNvSpPr>
          <p:nvPr>
            <p:ph type="subTitle" idx="4"/>
          </p:nvPr>
        </p:nvSpPr>
        <p:spPr>
          <a:xfrm>
            <a:off x="4984609" y="2779225"/>
            <a:ext cx="3211200" cy="713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2" name="Google Shape;202;p2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03" name="Google Shape;203;p25"/>
          <p:cNvGrpSpPr/>
          <p:nvPr/>
        </p:nvGrpSpPr>
        <p:grpSpPr>
          <a:xfrm rot="10800000">
            <a:off x="165548" y="4741850"/>
            <a:ext cx="6506400" cy="90900"/>
            <a:chOff x="1239825" y="571500"/>
            <a:chExt cx="6506400" cy="90900"/>
          </a:xfrm>
        </p:grpSpPr>
        <p:cxnSp>
          <p:nvCxnSpPr>
            <p:cNvPr id="204" name="Google Shape;204;p25"/>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205" name="Google Shape;205;p2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 name="Google Shape;206;p25"/>
          <p:cNvGrpSpPr/>
          <p:nvPr/>
        </p:nvGrpSpPr>
        <p:grpSpPr>
          <a:xfrm rot="10800000" flipH="1">
            <a:off x="456371" y="298450"/>
            <a:ext cx="8307000" cy="90900"/>
            <a:chOff x="1239825" y="571500"/>
            <a:chExt cx="8307000" cy="90900"/>
          </a:xfrm>
        </p:grpSpPr>
        <p:cxnSp>
          <p:nvCxnSpPr>
            <p:cNvPr id="207" name="Google Shape;207;p25"/>
            <p:cNvCxnSpPr/>
            <p:nvPr/>
          </p:nvCxnSpPr>
          <p:spPr>
            <a:xfrm>
              <a:off x="1239825" y="571500"/>
              <a:ext cx="8307000" cy="0"/>
            </a:xfrm>
            <a:prstGeom prst="straightConnector1">
              <a:avLst/>
            </a:prstGeom>
            <a:noFill/>
            <a:ln w="9525" cap="flat" cmpd="sng">
              <a:solidFill>
                <a:schemeClr val="dk1"/>
              </a:solidFill>
              <a:prstDash val="solid"/>
              <a:round/>
              <a:headEnd type="none" w="med" len="med"/>
              <a:tailEnd type="none" w="med" len="med"/>
            </a:ln>
          </p:spPr>
        </p:cxnSp>
        <p:sp>
          <p:nvSpPr>
            <p:cNvPr id="208" name="Google Shape;208;p2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2">
  <p:cSld name="TITLE_AND_TWO_COLUMNS_1_1">
    <p:spTree>
      <p:nvGrpSpPr>
        <p:cNvPr id="1" name="Shape 209"/>
        <p:cNvGrpSpPr/>
        <p:nvPr/>
      </p:nvGrpSpPr>
      <p:grpSpPr>
        <a:xfrm>
          <a:off x="0" y="0"/>
          <a:ext cx="0" cy="0"/>
          <a:chOff x="0" y="0"/>
          <a:chExt cx="0" cy="0"/>
        </a:xfrm>
      </p:grpSpPr>
      <p:sp>
        <p:nvSpPr>
          <p:cNvPr id="210" name="Google Shape;210;p26"/>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6"/>
          <p:cNvSpPr txBox="1">
            <a:spLocks noGrp="1"/>
          </p:cNvSpPr>
          <p:nvPr>
            <p:ph type="subTitle" idx="1"/>
          </p:nvPr>
        </p:nvSpPr>
        <p:spPr>
          <a:xfrm>
            <a:off x="4572000" y="1598050"/>
            <a:ext cx="2505600" cy="494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12" name="Google Shape;212;p26"/>
          <p:cNvSpPr txBox="1">
            <a:spLocks noGrp="1"/>
          </p:cNvSpPr>
          <p:nvPr>
            <p:ph type="subTitle" idx="2"/>
          </p:nvPr>
        </p:nvSpPr>
        <p:spPr>
          <a:xfrm>
            <a:off x="2066400" y="2938825"/>
            <a:ext cx="2505600" cy="4941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13" name="Google Shape;213;p26"/>
          <p:cNvSpPr txBox="1">
            <a:spLocks noGrp="1"/>
          </p:cNvSpPr>
          <p:nvPr>
            <p:ph type="subTitle" idx="3"/>
          </p:nvPr>
        </p:nvSpPr>
        <p:spPr>
          <a:xfrm>
            <a:off x="4572000" y="2092150"/>
            <a:ext cx="2505600" cy="57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14" name="Google Shape;214;p26"/>
          <p:cNvSpPr txBox="1">
            <a:spLocks noGrp="1"/>
          </p:cNvSpPr>
          <p:nvPr>
            <p:ph type="subTitle" idx="4"/>
          </p:nvPr>
        </p:nvSpPr>
        <p:spPr>
          <a:xfrm>
            <a:off x="2066400" y="3432925"/>
            <a:ext cx="2505600" cy="572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15" name="Google Shape;215;p2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16" name="Google Shape;216;p26"/>
          <p:cNvGrpSpPr/>
          <p:nvPr/>
        </p:nvGrpSpPr>
        <p:grpSpPr>
          <a:xfrm rot="10800000">
            <a:off x="165548" y="4741850"/>
            <a:ext cx="6506400" cy="90900"/>
            <a:chOff x="1239825" y="571500"/>
            <a:chExt cx="6506400" cy="90900"/>
          </a:xfrm>
        </p:grpSpPr>
        <p:cxnSp>
          <p:nvCxnSpPr>
            <p:cNvPr id="217" name="Google Shape;217;p26"/>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218" name="Google Shape;218;p26"/>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 name="Google Shape;219;p26"/>
          <p:cNvGrpSpPr/>
          <p:nvPr/>
        </p:nvGrpSpPr>
        <p:grpSpPr>
          <a:xfrm rot="10800000" flipH="1">
            <a:off x="2467871" y="298450"/>
            <a:ext cx="6506400" cy="90900"/>
            <a:chOff x="1239825" y="571500"/>
            <a:chExt cx="6506400" cy="90900"/>
          </a:xfrm>
        </p:grpSpPr>
        <p:cxnSp>
          <p:nvCxnSpPr>
            <p:cNvPr id="220" name="Google Shape;220;p26"/>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221" name="Google Shape;221;p26"/>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hree columns">
  <p:cSld name="BLANK_1_1_1_2">
    <p:spTree>
      <p:nvGrpSpPr>
        <p:cNvPr id="1" name="Shape 222"/>
        <p:cNvGrpSpPr/>
        <p:nvPr/>
      </p:nvGrpSpPr>
      <p:grpSpPr>
        <a:xfrm>
          <a:off x="0" y="0"/>
          <a:ext cx="0" cy="0"/>
          <a:chOff x="0" y="0"/>
          <a:chExt cx="0" cy="0"/>
        </a:xfrm>
      </p:grpSpPr>
      <p:sp>
        <p:nvSpPr>
          <p:cNvPr id="223" name="Google Shape;223;p27"/>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7"/>
          <p:cNvSpPr txBox="1">
            <a:spLocks noGrp="1"/>
          </p:cNvSpPr>
          <p:nvPr>
            <p:ph type="subTitle" idx="1"/>
          </p:nvPr>
        </p:nvSpPr>
        <p:spPr>
          <a:xfrm>
            <a:off x="720000" y="2515000"/>
            <a:ext cx="23364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25" name="Google Shape;225;p27"/>
          <p:cNvSpPr txBox="1">
            <a:spLocks noGrp="1"/>
          </p:cNvSpPr>
          <p:nvPr>
            <p:ph type="subTitle" idx="2"/>
          </p:nvPr>
        </p:nvSpPr>
        <p:spPr>
          <a:xfrm>
            <a:off x="720000" y="2999805"/>
            <a:ext cx="2336400" cy="6795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6" name="Google Shape;226;p27"/>
          <p:cNvSpPr txBox="1">
            <a:spLocks noGrp="1"/>
          </p:cNvSpPr>
          <p:nvPr>
            <p:ph type="subTitle" idx="3"/>
          </p:nvPr>
        </p:nvSpPr>
        <p:spPr>
          <a:xfrm>
            <a:off x="3403800" y="2320305"/>
            <a:ext cx="2336400" cy="679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7" name="Google Shape;227;p27"/>
          <p:cNvSpPr txBox="1">
            <a:spLocks noGrp="1"/>
          </p:cNvSpPr>
          <p:nvPr>
            <p:ph type="subTitle" idx="4"/>
          </p:nvPr>
        </p:nvSpPr>
        <p:spPr>
          <a:xfrm>
            <a:off x="6087600" y="2999805"/>
            <a:ext cx="2336400" cy="679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8" name="Google Shape;228;p2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29" name="Google Shape;229;p27"/>
          <p:cNvSpPr txBox="1">
            <a:spLocks noGrp="1"/>
          </p:cNvSpPr>
          <p:nvPr>
            <p:ph type="subTitle" idx="5"/>
          </p:nvPr>
        </p:nvSpPr>
        <p:spPr>
          <a:xfrm>
            <a:off x="3403800" y="1835500"/>
            <a:ext cx="23364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30" name="Google Shape;230;p27"/>
          <p:cNvSpPr txBox="1">
            <a:spLocks noGrp="1"/>
          </p:cNvSpPr>
          <p:nvPr>
            <p:ph type="subTitle" idx="6"/>
          </p:nvPr>
        </p:nvSpPr>
        <p:spPr>
          <a:xfrm>
            <a:off x="6087600" y="2515000"/>
            <a:ext cx="23364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231" name="Google Shape;231;p27"/>
          <p:cNvGrpSpPr/>
          <p:nvPr/>
        </p:nvGrpSpPr>
        <p:grpSpPr>
          <a:xfrm>
            <a:off x="435875" y="97275"/>
            <a:ext cx="8272250" cy="4900925"/>
            <a:chOff x="435875" y="97275"/>
            <a:chExt cx="8272250" cy="4900925"/>
          </a:xfrm>
        </p:grpSpPr>
        <p:grpSp>
          <p:nvGrpSpPr>
            <p:cNvPr id="232" name="Google Shape;232;p27"/>
            <p:cNvGrpSpPr/>
            <p:nvPr/>
          </p:nvGrpSpPr>
          <p:grpSpPr>
            <a:xfrm flipH="1">
              <a:off x="435875" y="1292300"/>
              <a:ext cx="90900" cy="3705900"/>
              <a:chOff x="7952125" y="1292300"/>
              <a:chExt cx="90900" cy="3705900"/>
            </a:xfrm>
          </p:grpSpPr>
          <p:sp>
            <p:nvSpPr>
              <p:cNvPr id="233" name="Google Shape;233;p27"/>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34" name="Google Shape;234;p27"/>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235" name="Google Shape;235;p27"/>
            <p:cNvGrpSpPr/>
            <p:nvPr/>
          </p:nvGrpSpPr>
          <p:grpSpPr>
            <a:xfrm rot="10800000">
              <a:off x="8617225" y="97275"/>
              <a:ext cx="90900" cy="3705900"/>
              <a:chOff x="7952125" y="1292300"/>
              <a:chExt cx="90900" cy="3705900"/>
            </a:xfrm>
          </p:grpSpPr>
          <p:sp>
            <p:nvSpPr>
              <p:cNvPr id="236" name="Google Shape;236;p27"/>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37" name="Google Shape;237;p27"/>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hree columns 1">
  <p:cSld name="BLANK_1_1_1_2_1">
    <p:spTree>
      <p:nvGrpSpPr>
        <p:cNvPr id="1" name="Shape 238"/>
        <p:cNvGrpSpPr/>
        <p:nvPr/>
      </p:nvGrpSpPr>
      <p:grpSpPr>
        <a:xfrm>
          <a:off x="0" y="0"/>
          <a:ext cx="0" cy="0"/>
          <a:chOff x="0" y="0"/>
          <a:chExt cx="0" cy="0"/>
        </a:xfrm>
      </p:grpSpPr>
      <p:sp>
        <p:nvSpPr>
          <p:cNvPr id="239" name="Google Shape;239;p28"/>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41" name="Google Shape;241;p28"/>
          <p:cNvSpPr txBox="1">
            <a:spLocks noGrp="1"/>
          </p:cNvSpPr>
          <p:nvPr>
            <p:ph type="subTitle" idx="1"/>
          </p:nvPr>
        </p:nvSpPr>
        <p:spPr>
          <a:xfrm>
            <a:off x="3037207" y="1417350"/>
            <a:ext cx="30696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42" name="Google Shape;242;p28"/>
          <p:cNvSpPr txBox="1">
            <a:spLocks noGrp="1"/>
          </p:cNvSpPr>
          <p:nvPr>
            <p:ph type="subTitle" idx="2"/>
          </p:nvPr>
        </p:nvSpPr>
        <p:spPr>
          <a:xfrm>
            <a:off x="3037207" y="1902150"/>
            <a:ext cx="3069600" cy="72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43" name="Google Shape;243;p28"/>
          <p:cNvSpPr txBox="1">
            <a:spLocks noGrp="1"/>
          </p:cNvSpPr>
          <p:nvPr>
            <p:ph type="subTitle" idx="3"/>
          </p:nvPr>
        </p:nvSpPr>
        <p:spPr>
          <a:xfrm>
            <a:off x="1176669" y="3296076"/>
            <a:ext cx="3069600" cy="72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44" name="Google Shape;244;p28"/>
          <p:cNvSpPr txBox="1">
            <a:spLocks noGrp="1"/>
          </p:cNvSpPr>
          <p:nvPr>
            <p:ph type="subTitle" idx="4"/>
          </p:nvPr>
        </p:nvSpPr>
        <p:spPr>
          <a:xfrm>
            <a:off x="4897741" y="3296075"/>
            <a:ext cx="3069600" cy="72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45" name="Google Shape;245;p28"/>
          <p:cNvSpPr txBox="1">
            <a:spLocks noGrp="1"/>
          </p:cNvSpPr>
          <p:nvPr>
            <p:ph type="subTitle" idx="5"/>
          </p:nvPr>
        </p:nvSpPr>
        <p:spPr>
          <a:xfrm>
            <a:off x="1176659" y="2811275"/>
            <a:ext cx="30696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46" name="Google Shape;246;p28"/>
          <p:cNvSpPr txBox="1">
            <a:spLocks noGrp="1"/>
          </p:cNvSpPr>
          <p:nvPr>
            <p:ph type="subTitle" idx="6"/>
          </p:nvPr>
        </p:nvSpPr>
        <p:spPr>
          <a:xfrm>
            <a:off x="4897731" y="2811275"/>
            <a:ext cx="30696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247" name="Google Shape;247;p28"/>
          <p:cNvGrpSpPr/>
          <p:nvPr/>
        </p:nvGrpSpPr>
        <p:grpSpPr>
          <a:xfrm>
            <a:off x="165700" y="1308400"/>
            <a:ext cx="8349200" cy="3705900"/>
            <a:chOff x="165700" y="1308400"/>
            <a:chExt cx="8349200" cy="3705900"/>
          </a:xfrm>
        </p:grpSpPr>
        <p:grpSp>
          <p:nvGrpSpPr>
            <p:cNvPr id="248" name="Google Shape;248;p28"/>
            <p:cNvGrpSpPr/>
            <p:nvPr/>
          </p:nvGrpSpPr>
          <p:grpSpPr>
            <a:xfrm rot="10800000">
              <a:off x="165700" y="4608500"/>
              <a:ext cx="7941000" cy="90900"/>
              <a:chOff x="1239825" y="571500"/>
              <a:chExt cx="7941000" cy="90900"/>
            </a:xfrm>
          </p:grpSpPr>
          <p:cxnSp>
            <p:nvCxnSpPr>
              <p:cNvPr id="249" name="Google Shape;249;p28"/>
              <p:cNvCxnSpPr/>
              <p:nvPr/>
            </p:nvCxnSpPr>
            <p:spPr>
              <a:xfrm>
                <a:off x="1239825" y="571500"/>
                <a:ext cx="7941000" cy="0"/>
              </a:xfrm>
              <a:prstGeom prst="straightConnector1">
                <a:avLst/>
              </a:prstGeom>
              <a:noFill/>
              <a:ln w="9525" cap="flat" cmpd="sng">
                <a:solidFill>
                  <a:schemeClr val="dk1"/>
                </a:solidFill>
                <a:prstDash val="solid"/>
                <a:round/>
                <a:headEnd type="none" w="med" len="med"/>
                <a:tailEnd type="none" w="med" len="med"/>
              </a:ln>
            </p:spPr>
          </p:cxnSp>
          <p:sp>
            <p:nvSpPr>
              <p:cNvPr id="250" name="Google Shape;250;p28"/>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 name="Google Shape;251;p28"/>
            <p:cNvGrpSpPr/>
            <p:nvPr/>
          </p:nvGrpSpPr>
          <p:grpSpPr>
            <a:xfrm flipH="1">
              <a:off x="8424000" y="1308400"/>
              <a:ext cx="90900" cy="3705900"/>
              <a:chOff x="7952125" y="1292300"/>
              <a:chExt cx="90900" cy="3705900"/>
            </a:xfrm>
          </p:grpSpPr>
          <p:sp>
            <p:nvSpPr>
              <p:cNvPr id="252" name="Google Shape;252;p28"/>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53" name="Google Shape;253;p28"/>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four columns">
  <p:cSld name="BLANK_1_1_1_1">
    <p:spTree>
      <p:nvGrpSpPr>
        <p:cNvPr id="1" name="Shape 254"/>
        <p:cNvGrpSpPr/>
        <p:nvPr/>
      </p:nvGrpSpPr>
      <p:grpSpPr>
        <a:xfrm>
          <a:off x="0" y="0"/>
          <a:ext cx="0" cy="0"/>
          <a:chOff x="0" y="0"/>
          <a:chExt cx="0" cy="0"/>
        </a:xfrm>
      </p:grpSpPr>
      <p:sp>
        <p:nvSpPr>
          <p:cNvPr id="255" name="Google Shape;255;p29"/>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9"/>
          <p:cNvSpPr txBox="1">
            <a:spLocks noGrp="1"/>
          </p:cNvSpPr>
          <p:nvPr>
            <p:ph type="subTitle" idx="1"/>
          </p:nvPr>
        </p:nvSpPr>
        <p:spPr>
          <a:xfrm>
            <a:off x="2347929" y="1532925"/>
            <a:ext cx="18888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57" name="Google Shape;257;p29"/>
          <p:cNvSpPr txBox="1">
            <a:spLocks noGrp="1"/>
          </p:cNvSpPr>
          <p:nvPr>
            <p:ph type="subTitle" idx="2"/>
          </p:nvPr>
        </p:nvSpPr>
        <p:spPr>
          <a:xfrm>
            <a:off x="2347912" y="2017725"/>
            <a:ext cx="1888800" cy="572700"/>
          </a:xfrm>
          <a:prstGeom prst="rect">
            <a:avLst/>
          </a:prstGeom>
          <a:ln>
            <a:noFill/>
          </a:ln>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58" name="Google Shape;258;p29"/>
          <p:cNvSpPr txBox="1">
            <a:spLocks noGrp="1"/>
          </p:cNvSpPr>
          <p:nvPr>
            <p:ph type="subTitle" idx="3"/>
          </p:nvPr>
        </p:nvSpPr>
        <p:spPr>
          <a:xfrm>
            <a:off x="4907276" y="2017725"/>
            <a:ext cx="1888800" cy="5727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59" name="Google Shape;259;p29"/>
          <p:cNvSpPr txBox="1">
            <a:spLocks noGrp="1"/>
          </p:cNvSpPr>
          <p:nvPr>
            <p:ph type="subTitle" idx="4"/>
          </p:nvPr>
        </p:nvSpPr>
        <p:spPr>
          <a:xfrm>
            <a:off x="2347921" y="3407650"/>
            <a:ext cx="1888800" cy="572700"/>
          </a:xfrm>
          <a:prstGeom prst="rect">
            <a:avLst/>
          </a:prstGeom>
          <a:ln>
            <a:noFill/>
          </a:ln>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60" name="Google Shape;260;p29"/>
          <p:cNvSpPr txBox="1">
            <a:spLocks noGrp="1"/>
          </p:cNvSpPr>
          <p:nvPr>
            <p:ph type="subTitle" idx="5"/>
          </p:nvPr>
        </p:nvSpPr>
        <p:spPr>
          <a:xfrm>
            <a:off x="4907284" y="3407650"/>
            <a:ext cx="1888800" cy="5727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61" name="Google Shape;261;p2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62" name="Google Shape;262;p29"/>
          <p:cNvSpPr txBox="1">
            <a:spLocks noGrp="1"/>
          </p:cNvSpPr>
          <p:nvPr>
            <p:ph type="subTitle" idx="6"/>
          </p:nvPr>
        </p:nvSpPr>
        <p:spPr>
          <a:xfrm>
            <a:off x="2347929" y="2922850"/>
            <a:ext cx="18888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63" name="Google Shape;263;p29"/>
          <p:cNvSpPr txBox="1">
            <a:spLocks noGrp="1"/>
          </p:cNvSpPr>
          <p:nvPr>
            <p:ph type="subTitle" idx="7"/>
          </p:nvPr>
        </p:nvSpPr>
        <p:spPr>
          <a:xfrm>
            <a:off x="4907291" y="1532925"/>
            <a:ext cx="18888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64" name="Google Shape;264;p29"/>
          <p:cNvSpPr txBox="1">
            <a:spLocks noGrp="1"/>
          </p:cNvSpPr>
          <p:nvPr>
            <p:ph type="subTitle" idx="8"/>
          </p:nvPr>
        </p:nvSpPr>
        <p:spPr>
          <a:xfrm>
            <a:off x="4907291" y="2922850"/>
            <a:ext cx="18888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265" name="Google Shape;265;p29"/>
          <p:cNvGrpSpPr/>
          <p:nvPr/>
        </p:nvGrpSpPr>
        <p:grpSpPr>
          <a:xfrm>
            <a:off x="629100" y="1292300"/>
            <a:ext cx="8343450" cy="3705900"/>
            <a:chOff x="629100" y="1292300"/>
            <a:chExt cx="8343450" cy="3705900"/>
          </a:xfrm>
        </p:grpSpPr>
        <p:grpSp>
          <p:nvGrpSpPr>
            <p:cNvPr id="266" name="Google Shape;266;p29"/>
            <p:cNvGrpSpPr/>
            <p:nvPr/>
          </p:nvGrpSpPr>
          <p:grpSpPr>
            <a:xfrm rot="10800000" flipH="1">
              <a:off x="1031550" y="4608500"/>
              <a:ext cx="7941000" cy="90900"/>
              <a:chOff x="1239825" y="571500"/>
              <a:chExt cx="7941000" cy="90900"/>
            </a:xfrm>
          </p:grpSpPr>
          <p:cxnSp>
            <p:nvCxnSpPr>
              <p:cNvPr id="267" name="Google Shape;267;p29"/>
              <p:cNvCxnSpPr/>
              <p:nvPr/>
            </p:nvCxnSpPr>
            <p:spPr>
              <a:xfrm>
                <a:off x="1239825" y="571500"/>
                <a:ext cx="7941000" cy="0"/>
              </a:xfrm>
              <a:prstGeom prst="straightConnector1">
                <a:avLst/>
              </a:prstGeom>
              <a:noFill/>
              <a:ln w="9525" cap="flat" cmpd="sng">
                <a:solidFill>
                  <a:schemeClr val="dk1"/>
                </a:solidFill>
                <a:prstDash val="solid"/>
                <a:round/>
                <a:headEnd type="none" w="med" len="med"/>
                <a:tailEnd type="none" w="med" len="med"/>
              </a:ln>
            </p:spPr>
          </p:cxnSp>
          <p:sp>
            <p:nvSpPr>
              <p:cNvPr id="268" name="Google Shape;268;p29"/>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 name="Google Shape;269;p29"/>
            <p:cNvGrpSpPr/>
            <p:nvPr/>
          </p:nvGrpSpPr>
          <p:grpSpPr>
            <a:xfrm flipH="1">
              <a:off x="629100" y="1292300"/>
              <a:ext cx="90900" cy="3705900"/>
              <a:chOff x="7952125" y="1292300"/>
              <a:chExt cx="90900" cy="3705900"/>
            </a:xfrm>
          </p:grpSpPr>
          <p:sp>
            <p:nvSpPr>
              <p:cNvPr id="270" name="Google Shape;270;p29"/>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71" name="Google Shape;271;p29"/>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five columns">
  <p:cSld name="BLANK_1_1_1_1_1_2">
    <p:spTree>
      <p:nvGrpSpPr>
        <p:cNvPr id="1" name="Shape 272"/>
        <p:cNvGrpSpPr/>
        <p:nvPr/>
      </p:nvGrpSpPr>
      <p:grpSpPr>
        <a:xfrm>
          <a:off x="0" y="0"/>
          <a:ext cx="0" cy="0"/>
          <a:chOff x="0" y="0"/>
          <a:chExt cx="0" cy="0"/>
        </a:xfrm>
      </p:grpSpPr>
      <p:sp>
        <p:nvSpPr>
          <p:cNvPr id="273" name="Google Shape;273;p30"/>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3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75" name="Google Shape;275;p30"/>
          <p:cNvSpPr txBox="1">
            <a:spLocks noGrp="1"/>
          </p:cNvSpPr>
          <p:nvPr>
            <p:ph type="subTitle" idx="1"/>
          </p:nvPr>
        </p:nvSpPr>
        <p:spPr>
          <a:xfrm>
            <a:off x="934269" y="2229323"/>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6" name="Google Shape;276;p30"/>
          <p:cNvSpPr txBox="1">
            <a:spLocks noGrp="1"/>
          </p:cNvSpPr>
          <p:nvPr>
            <p:ph type="subTitle" idx="2"/>
          </p:nvPr>
        </p:nvSpPr>
        <p:spPr>
          <a:xfrm>
            <a:off x="3468750" y="2229323"/>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7" name="Google Shape;277;p30"/>
          <p:cNvSpPr txBox="1">
            <a:spLocks noGrp="1"/>
          </p:cNvSpPr>
          <p:nvPr>
            <p:ph type="subTitle" idx="3"/>
          </p:nvPr>
        </p:nvSpPr>
        <p:spPr>
          <a:xfrm>
            <a:off x="6003231" y="2229323"/>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8" name="Google Shape;278;p30"/>
          <p:cNvSpPr txBox="1">
            <a:spLocks noGrp="1"/>
          </p:cNvSpPr>
          <p:nvPr>
            <p:ph type="subTitle" idx="4"/>
          </p:nvPr>
        </p:nvSpPr>
        <p:spPr>
          <a:xfrm>
            <a:off x="2203823" y="3346000"/>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9" name="Google Shape;279;p30"/>
          <p:cNvSpPr txBox="1">
            <a:spLocks noGrp="1"/>
          </p:cNvSpPr>
          <p:nvPr>
            <p:ph type="subTitle" idx="5"/>
          </p:nvPr>
        </p:nvSpPr>
        <p:spPr>
          <a:xfrm>
            <a:off x="4738304" y="3346000"/>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0" name="Google Shape;280;p30"/>
          <p:cNvSpPr txBox="1">
            <a:spLocks noGrp="1"/>
          </p:cNvSpPr>
          <p:nvPr>
            <p:ph type="subTitle" idx="6"/>
          </p:nvPr>
        </p:nvSpPr>
        <p:spPr>
          <a:xfrm>
            <a:off x="929642" y="1744525"/>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81" name="Google Shape;281;p30"/>
          <p:cNvSpPr txBox="1">
            <a:spLocks noGrp="1"/>
          </p:cNvSpPr>
          <p:nvPr>
            <p:ph type="subTitle" idx="7"/>
          </p:nvPr>
        </p:nvSpPr>
        <p:spPr>
          <a:xfrm>
            <a:off x="3468750" y="1744525"/>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82" name="Google Shape;282;p30"/>
          <p:cNvSpPr txBox="1">
            <a:spLocks noGrp="1"/>
          </p:cNvSpPr>
          <p:nvPr>
            <p:ph type="subTitle" idx="8"/>
          </p:nvPr>
        </p:nvSpPr>
        <p:spPr>
          <a:xfrm>
            <a:off x="6007858" y="1744525"/>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83" name="Google Shape;283;p30"/>
          <p:cNvSpPr txBox="1">
            <a:spLocks noGrp="1"/>
          </p:cNvSpPr>
          <p:nvPr>
            <p:ph type="subTitle" idx="9"/>
          </p:nvPr>
        </p:nvSpPr>
        <p:spPr>
          <a:xfrm>
            <a:off x="2199196" y="2861200"/>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84" name="Google Shape;284;p30"/>
          <p:cNvSpPr txBox="1">
            <a:spLocks noGrp="1"/>
          </p:cNvSpPr>
          <p:nvPr>
            <p:ph type="subTitle" idx="13"/>
          </p:nvPr>
        </p:nvSpPr>
        <p:spPr>
          <a:xfrm>
            <a:off x="4738304" y="2861200"/>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285" name="Google Shape;285;p30"/>
          <p:cNvGrpSpPr/>
          <p:nvPr/>
        </p:nvGrpSpPr>
        <p:grpSpPr>
          <a:xfrm rot="10800000" flipH="1">
            <a:off x="4045950" y="4608500"/>
            <a:ext cx="4926600" cy="90900"/>
            <a:chOff x="1239825" y="571500"/>
            <a:chExt cx="4926600" cy="90900"/>
          </a:xfrm>
        </p:grpSpPr>
        <p:cxnSp>
          <p:nvCxnSpPr>
            <p:cNvPr id="286" name="Google Shape;286;p30"/>
            <p:cNvCxnSpPr/>
            <p:nvPr/>
          </p:nvCxnSpPr>
          <p:spPr>
            <a:xfrm>
              <a:off x="1239825" y="571500"/>
              <a:ext cx="4926600" cy="0"/>
            </a:xfrm>
            <a:prstGeom prst="straightConnector1">
              <a:avLst/>
            </a:prstGeom>
            <a:noFill/>
            <a:ln w="9525" cap="flat" cmpd="sng">
              <a:solidFill>
                <a:schemeClr val="dk1"/>
              </a:solidFill>
              <a:prstDash val="solid"/>
              <a:round/>
              <a:headEnd type="none" w="med" len="med"/>
              <a:tailEnd type="none" w="med" len="med"/>
            </a:ln>
          </p:spPr>
        </p:cxnSp>
        <p:sp>
          <p:nvSpPr>
            <p:cNvPr id="287" name="Google Shape;287;p30"/>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six columns">
  <p:cSld name="BLANK_1_1_1_1_1">
    <p:spTree>
      <p:nvGrpSpPr>
        <p:cNvPr id="1" name="Shape 288"/>
        <p:cNvGrpSpPr/>
        <p:nvPr/>
      </p:nvGrpSpPr>
      <p:grpSpPr>
        <a:xfrm>
          <a:off x="0" y="0"/>
          <a:ext cx="0" cy="0"/>
          <a:chOff x="0" y="0"/>
          <a:chExt cx="0" cy="0"/>
        </a:xfrm>
      </p:grpSpPr>
      <p:sp>
        <p:nvSpPr>
          <p:cNvPr id="289" name="Google Shape;289;p31"/>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3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91" name="Google Shape;291;p31"/>
          <p:cNvSpPr txBox="1">
            <a:spLocks noGrp="1"/>
          </p:cNvSpPr>
          <p:nvPr>
            <p:ph type="subTitle" idx="1"/>
          </p:nvPr>
        </p:nvSpPr>
        <p:spPr>
          <a:xfrm>
            <a:off x="1438125" y="2291499"/>
            <a:ext cx="1900800" cy="572700"/>
          </a:xfrm>
          <a:prstGeom prst="rect">
            <a:avLst/>
          </a:prstGeom>
          <a:ln>
            <a:noFill/>
          </a:ln>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2" name="Google Shape;292;p31"/>
          <p:cNvSpPr txBox="1">
            <a:spLocks noGrp="1"/>
          </p:cNvSpPr>
          <p:nvPr>
            <p:ph type="subTitle" idx="2"/>
          </p:nvPr>
        </p:nvSpPr>
        <p:spPr>
          <a:xfrm>
            <a:off x="3621606" y="2291499"/>
            <a:ext cx="19008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3" name="Google Shape;293;p31"/>
          <p:cNvSpPr txBox="1">
            <a:spLocks noGrp="1"/>
          </p:cNvSpPr>
          <p:nvPr>
            <p:ph type="subTitle" idx="3"/>
          </p:nvPr>
        </p:nvSpPr>
        <p:spPr>
          <a:xfrm>
            <a:off x="5805086" y="2291499"/>
            <a:ext cx="1900800" cy="5727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4" name="Google Shape;294;p31"/>
          <p:cNvSpPr txBox="1">
            <a:spLocks noGrp="1"/>
          </p:cNvSpPr>
          <p:nvPr>
            <p:ph type="subTitle" idx="4"/>
          </p:nvPr>
        </p:nvSpPr>
        <p:spPr>
          <a:xfrm>
            <a:off x="1438125" y="3560575"/>
            <a:ext cx="1900800" cy="572700"/>
          </a:xfrm>
          <a:prstGeom prst="rect">
            <a:avLst/>
          </a:prstGeom>
          <a:ln>
            <a:noFill/>
          </a:ln>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5" name="Google Shape;295;p31"/>
          <p:cNvSpPr txBox="1">
            <a:spLocks noGrp="1"/>
          </p:cNvSpPr>
          <p:nvPr>
            <p:ph type="subTitle" idx="5"/>
          </p:nvPr>
        </p:nvSpPr>
        <p:spPr>
          <a:xfrm>
            <a:off x="3621606" y="3560575"/>
            <a:ext cx="19008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6" name="Google Shape;296;p31"/>
          <p:cNvSpPr txBox="1">
            <a:spLocks noGrp="1"/>
          </p:cNvSpPr>
          <p:nvPr>
            <p:ph type="subTitle" idx="6"/>
          </p:nvPr>
        </p:nvSpPr>
        <p:spPr>
          <a:xfrm>
            <a:off x="5805086" y="3560575"/>
            <a:ext cx="1900800" cy="5727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7" name="Google Shape;297;p31"/>
          <p:cNvSpPr txBox="1">
            <a:spLocks noGrp="1"/>
          </p:cNvSpPr>
          <p:nvPr>
            <p:ph type="subTitle" idx="7"/>
          </p:nvPr>
        </p:nvSpPr>
        <p:spPr>
          <a:xfrm>
            <a:off x="1434138" y="1806700"/>
            <a:ext cx="19008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98" name="Google Shape;298;p31"/>
          <p:cNvSpPr txBox="1">
            <a:spLocks noGrp="1"/>
          </p:cNvSpPr>
          <p:nvPr>
            <p:ph type="subTitle" idx="8"/>
          </p:nvPr>
        </p:nvSpPr>
        <p:spPr>
          <a:xfrm>
            <a:off x="3621606" y="1806700"/>
            <a:ext cx="19008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99" name="Google Shape;299;p31"/>
          <p:cNvSpPr txBox="1">
            <a:spLocks noGrp="1"/>
          </p:cNvSpPr>
          <p:nvPr>
            <p:ph type="subTitle" idx="9"/>
          </p:nvPr>
        </p:nvSpPr>
        <p:spPr>
          <a:xfrm>
            <a:off x="5809073" y="1806700"/>
            <a:ext cx="19008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00" name="Google Shape;300;p31"/>
          <p:cNvSpPr txBox="1">
            <a:spLocks noGrp="1"/>
          </p:cNvSpPr>
          <p:nvPr>
            <p:ph type="subTitle" idx="13"/>
          </p:nvPr>
        </p:nvSpPr>
        <p:spPr>
          <a:xfrm>
            <a:off x="1434138" y="3075775"/>
            <a:ext cx="19008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01" name="Google Shape;301;p31"/>
          <p:cNvSpPr txBox="1">
            <a:spLocks noGrp="1"/>
          </p:cNvSpPr>
          <p:nvPr>
            <p:ph type="subTitle" idx="14"/>
          </p:nvPr>
        </p:nvSpPr>
        <p:spPr>
          <a:xfrm>
            <a:off x="3621606" y="3075775"/>
            <a:ext cx="19008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02" name="Google Shape;302;p31"/>
          <p:cNvSpPr txBox="1">
            <a:spLocks noGrp="1"/>
          </p:cNvSpPr>
          <p:nvPr>
            <p:ph type="subTitle" idx="15"/>
          </p:nvPr>
        </p:nvSpPr>
        <p:spPr>
          <a:xfrm>
            <a:off x="5809073" y="3075775"/>
            <a:ext cx="19008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303" name="Google Shape;303;p31"/>
          <p:cNvGrpSpPr/>
          <p:nvPr/>
        </p:nvGrpSpPr>
        <p:grpSpPr>
          <a:xfrm>
            <a:off x="435875" y="97275"/>
            <a:ext cx="8272250" cy="4900925"/>
            <a:chOff x="435875" y="97275"/>
            <a:chExt cx="8272250" cy="4900925"/>
          </a:xfrm>
        </p:grpSpPr>
        <p:grpSp>
          <p:nvGrpSpPr>
            <p:cNvPr id="304" name="Google Shape;304;p31"/>
            <p:cNvGrpSpPr/>
            <p:nvPr/>
          </p:nvGrpSpPr>
          <p:grpSpPr>
            <a:xfrm flipH="1">
              <a:off x="435875" y="1292300"/>
              <a:ext cx="90900" cy="3705900"/>
              <a:chOff x="7952125" y="1292300"/>
              <a:chExt cx="90900" cy="3705900"/>
            </a:xfrm>
          </p:grpSpPr>
          <p:sp>
            <p:nvSpPr>
              <p:cNvPr id="305" name="Google Shape;305;p31"/>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06" name="Google Shape;306;p31"/>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307" name="Google Shape;307;p31"/>
            <p:cNvGrpSpPr/>
            <p:nvPr/>
          </p:nvGrpSpPr>
          <p:grpSpPr>
            <a:xfrm rot="10800000">
              <a:off x="8617225" y="97275"/>
              <a:ext cx="90900" cy="3705900"/>
              <a:chOff x="7952125" y="1292300"/>
              <a:chExt cx="90900" cy="3705900"/>
            </a:xfrm>
          </p:grpSpPr>
          <p:sp>
            <p:nvSpPr>
              <p:cNvPr id="308" name="Google Shape;308;p31"/>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09" name="Google Shape;309;p31"/>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Numbers and text 1">
  <p:cSld name="BLANK_1_1_1_2_1_1">
    <p:spTree>
      <p:nvGrpSpPr>
        <p:cNvPr id="1" name="Shape 325"/>
        <p:cNvGrpSpPr/>
        <p:nvPr/>
      </p:nvGrpSpPr>
      <p:grpSpPr>
        <a:xfrm>
          <a:off x="0" y="0"/>
          <a:ext cx="0" cy="0"/>
          <a:chOff x="0" y="0"/>
          <a:chExt cx="0" cy="0"/>
        </a:xfrm>
      </p:grpSpPr>
      <p:sp>
        <p:nvSpPr>
          <p:cNvPr id="326" name="Google Shape;326;p33"/>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3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328" name="Google Shape;328;p33"/>
          <p:cNvSpPr txBox="1">
            <a:spLocks noGrp="1"/>
          </p:cNvSpPr>
          <p:nvPr>
            <p:ph type="subTitle" idx="1"/>
          </p:nvPr>
        </p:nvSpPr>
        <p:spPr>
          <a:xfrm>
            <a:off x="720000" y="2482875"/>
            <a:ext cx="23364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29" name="Google Shape;329;p33"/>
          <p:cNvSpPr txBox="1">
            <a:spLocks noGrp="1"/>
          </p:cNvSpPr>
          <p:nvPr>
            <p:ph type="subTitle" idx="2"/>
          </p:nvPr>
        </p:nvSpPr>
        <p:spPr>
          <a:xfrm>
            <a:off x="720000" y="2967679"/>
            <a:ext cx="2336400" cy="679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30" name="Google Shape;330;p33"/>
          <p:cNvSpPr txBox="1">
            <a:spLocks noGrp="1"/>
          </p:cNvSpPr>
          <p:nvPr>
            <p:ph type="subTitle" idx="3"/>
          </p:nvPr>
        </p:nvSpPr>
        <p:spPr>
          <a:xfrm>
            <a:off x="3403800" y="2967679"/>
            <a:ext cx="2336400" cy="679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31" name="Google Shape;331;p33"/>
          <p:cNvSpPr txBox="1">
            <a:spLocks noGrp="1"/>
          </p:cNvSpPr>
          <p:nvPr>
            <p:ph type="subTitle" idx="4"/>
          </p:nvPr>
        </p:nvSpPr>
        <p:spPr>
          <a:xfrm>
            <a:off x="6087600" y="2967679"/>
            <a:ext cx="2336400" cy="679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32" name="Google Shape;332;p33"/>
          <p:cNvSpPr txBox="1">
            <a:spLocks noGrp="1"/>
          </p:cNvSpPr>
          <p:nvPr>
            <p:ph type="subTitle" idx="5"/>
          </p:nvPr>
        </p:nvSpPr>
        <p:spPr>
          <a:xfrm>
            <a:off x="3403800" y="2482875"/>
            <a:ext cx="23364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33" name="Google Shape;333;p33"/>
          <p:cNvSpPr txBox="1">
            <a:spLocks noGrp="1"/>
          </p:cNvSpPr>
          <p:nvPr>
            <p:ph type="subTitle" idx="6"/>
          </p:nvPr>
        </p:nvSpPr>
        <p:spPr>
          <a:xfrm>
            <a:off x="6087600" y="2482875"/>
            <a:ext cx="23364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34" name="Google Shape;334;p33"/>
          <p:cNvSpPr txBox="1">
            <a:spLocks noGrp="1"/>
          </p:cNvSpPr>
          <p:nvPr>
            <p:ph type="title" idx="7" hasCustomPrompt="1"/>
          </p:nvPr>
        </p:nvSpPr>
        <p:spPr>
          <a:xfrm>
            <a:off x="1250550" y="364717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35" name="Google Shape;335;p33"/>
          <p:cNvSpPr txBox="1">
            <a:spLocks noGrp="1"/>
          </p:cNvSpPr>
          <p:nvPr>
            <p:ph type="title" idx="8" hasCustomPrompt="1"/>
          </p:nvPr>
        </p:nvSpPr>
        <p:spPr>
          <a:xfrm>
            <a:off x="3934350" y="364717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36" name="Google Shape;336;p33"/>
          <p:cNvSpPr txBox="1">
            <a:spLocks noGrp="1"/>
          </p:cNvSpPr>
          <p:nvPr>
            <p:ph type="title" idx="9" hasCustomPrompt="1"/>
          </p:nvPr>
        </p:nvSpPr>
        <p:spPr>
          <a:xfrm>
            <a:off x="6618150" y="364717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grpSp>
        <p:nvGrpSpPr>
          <p:cNvPr id="337" name="Google Shape;337;p33"/>
          <p:cNvGrpSpPr/>
          <p:nvPr/>
        </p:nvGrpSpPr>
        <p:grpSpPr>
          <a:xfrm>
            <a:off x="181160" y="4688623"/>
            <a:ext cx="8385900" cy="90900"/>
            <a:chOff x="160950" y="480600"/>
            <a:chExt cx="8385900" cy="90900"/>
          </a:xfrm>
        </p:grpSpPr>
        <p:cxnSp>
          <p:nvCxnSpPr>
            <p:cNvPr id="338" name="Google Shape;338;p33"/>
            <p:cNvCxnSpPr/>
            <p:nvPr/>
          </p:nvCxnSpPr>
          <p:spPr>
            <a:xfrm>
              <a:off x="160950" y="571500"/>
              <a:ext cx="8385900" cy="0"/>
            </a:xfrm>
            <a:prstGeom prst="straightConnector1">
              <a:avLst/>
            </a:prstGeom>
            <a:noFill/>
            <a:ln w="9525" cap="flat" cmpd="sng">
              <a:solidFill>
                <a:schemeClr val="dk1"/>
              </a:solidFill>
              <a:prstDash val="solid"/>
              <a:round/>
              <a:headEnd type="none" w="med" len="med"/>
              <a:tailEnd type="none" w="med" len="med"/>
            </a:ln>
          </p:spPr>
        </p:cxnSp>
        <p:sp>
          <p:nvSpPr>
            <p:cNvPr id="339" name="Google Shape;339;p33"/>
            <p:cNvSpPr/>
            <p:nvPr/>
          </p:nvSpPr>
          <p:spPr>
            <a:xfrm>
              <a:off x="8041650" y="4806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352"/>
        <p:cNvGrpSpPr/>
        <p:nvPr/>
      </p:nvGrpSpPr>
      <p:grpSpPr>
        <a:xfrm>
          <a:off x="0" y="0"/>
          <a:ext cx="0" cy="0"/>
          <a:chOff x="0" y="0"/>
          <a:chExt cx="0" cy="0"/>
        </a:xfrm>
      </p:grpSpPr>
      <p:sp>
        <p:nvSpPr>
          <p:cNvPr id="353" name="Google Shape;353;p35"/>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4" name="Google Shape;354;p35"/>
          <p:cNvGrpSpPr/>
          <p:nvPr/>
        </p:nvGrpSpPr>
        <p:grpSpPr>
          <a:xfrm rot="5400000">
            <a:off x="-1374375" y="3095450"/>
            <a:ext cx="3697200" cy="90900"/>
            <a:chOff x="1239825" y="571500"/>
            <a:chExt cx="3697200" cy="90900"/>
          </a:xfrm>
        </p:grpSpPr>
        <p:cxnSp>
          <p:nvCxnSpPr>
            <p:cNvPr id="355" name="Google Shape;355;p35"/>
            <p:cNvCxnSpPr/>
            <p:nvPr/>
          </p:nvCxnSpPr>
          <p:spPr>
            <a:xfrm rot="10800000">
              <a:off x="3088425" y="-1277100"/>
              <a:ext cx="0" cy="3697200"/>
            </a:xfrm>
            <a:prstGeom prst="straightConnector1">
              <a:avLst/>
            </a:prstGeom>
            <a:noFill/>
            <a:ln w="9525" cap="flat" cmpd="sng">
              <a:solidFill>
                <a:schemeClr val="dk1"/>
              </a:solidFill>
              <a:prstDash val="solid"/>
              <a:round/>
              <a:headEnd type="none" w="med" len="med"/>
              <a:tailEnd type="none" w="med" len="med"/>
            </a:ln>
          </p:spPr>
        </p:cxnSp>
        <p:sp>
          <p:nvSpPr>
            <p:cNvPr id="356" name="Google Shape;356;p3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7" name="Google Shape;357;p35"/>
          <p:cNvGrpSpPr/>
          <p:nvPr/>
        </p:nvGrpSpPr>
        <p:grpSpPr>
          <a:xfrm rot="-5400000">
            <a:off x="6802600" y="1948950"/>
            <a:ext cx="3697200" cy="90900"/>
            <a:chOff x="1239825" y="571500"/>
            <a:chExt cx="3697200" cy="90900"/>
          </a:xfrm>
        </p:grpSpPr>
        <p:cxnSp>
          <p:nvCxnSpPr>
            <p:cNvPr id="358" name="Google Shape;358;p35"/>
            <p:cNvCxnSpPr/>
            <p:nvPr/>
          </p:nvCxnSpPr>
          <p:spPr>
            <a:xfrm rot="10800000">
              <a:off x="3088425" y="-1277100"/>
              <a:ext cx="0" cy="3697200"/>
            </a:xfrm>
            <a:prstGeom prst="straightConnector1">
              <a:avLst/>
            </a:prstGeom>
            <a:noFill/>
            <a:ln w="9525" cap="flat" cmpd="sng">
              <a:solidFill>
                <a:schemeClr val="dk1"/>
              </a:solidFill>
              <a:prstDash val="solid"/>
              <a:round/>
              <a:headEnd type="none" w="med" len="med"/>
              <a:tailEnd type="none" w="med" len="med"/>
            </a:ln>
          </p:spPr>
        </p:cxnSp>
        <p:sp>
          <p:nvSpPr>
            <p:cNvPr id="359" name="Google Shape;359;p3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1">
  <p:cSld name="BLANK_1_1_1_1_1_1_1_1">
    <p:spTree>
      <p:nvGrpSpPr>
        <p:cNvPr id="1" name="Shape 360"/>
        <p:cNvGrpSpPr/>
        <p:nvPr/>
      </p:nvGrpSpPr>
      <p:grpSpPr>
        <a:xfrm>
          <a:off x="0" y="0"/>
          <a:ext cx="0" cy="0"/>
          <a:chOff x="0" y="0"/>
          <a:chExt cx="0" cy="0"/>
        </a:xfrm>
      </p:grpSpPr>
      <p:sp>
        <p:nvSpPr>
          <p:cNvPr id="361" name="Google Shape;361;p36"/>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2" name="Google Shape;362;p36"/>
          <p:cNvGrpSpPr/>
          <p:nvPr/>
        </p:nvGrpSpPr>
        <p:grpSpPr>
          <a:xfrm rot="10800000">
            <a:off x="165548" y="4741850"/>
            <a:ext cx="6506400" cy="90900"/>
            <a:chOff x="1239825" y="571500"/>
            <a:chExt cx="6506400" cy="90900"/>
          </a:xfrm>
        </p:grpSpPr>
        <p:cxnSp>
          <p:nvCxnSpPr>
            <p:cNvPr id="363" name="Google Shape;363;p36"/>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364" name="Google Shape;364;p36"/>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5" name="Google Shape;365;p36"/>
          <p:cNvGrpSpPr/>
          <p:nvPr/>
        </p:nvGrpSpPr>
        <p:grpSpPr>
          <a:xfrm rot="10800000" flipH="1">
            <a:off x="2467871" y="298450"/>
            <a:ext cx="6506400" cy="90900"/>
            <a:chOff x="1239825" y="571500"/>
            <a:chExt cx="6506400" cy="90900"/>
          </a:xfrm>
        </p:grpSpPr>
        <p:cxnSp>
          <p:nvCxnSpPr>
            <p:cNvPr id="366" name="Google Shape;366;p36"/>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367" name="Google Shape;367;p36"/>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chemeClr val="dk1"/>
              </a:buClr>
              <a:buSzPts val="3500"/>
              <a:buFont typeface="Noto Serif Ethiopic"/>
              <a:buNone/>
              <a:defRPr sz="3500">
                <a:solidFill>
                  <a:schemeClr val="dk1"/>
                </a:solidFill>
                <a:latin typeface="Noto Serif Ethiopic"/>
                <a:ea typeface="Noto Serif Ethiopic"/>
                <a:cs typeface="Noto Serif Ethiopic"/>
                <a:sym typeface="Noto Serif Ethiopic"/>
              </a:defRPr>
            </a:lvl1pPr>
            <a:lvl2pPr lvl="1"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2pPr>
            <a:lvl3pPr lvl="2"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3pPr>
            <a:lvl4pPr lvl="3"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4pPr>
            <a:lvl5pPr lvl="4"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5pPr>
            <a:lvl6pPr lvl="5"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6pPr>
            <a:lvl7pPr lvl="6"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7pPr>
            <a:lvl8pPr lvl="7"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8pPr>
            <a:lvl9pPr lvl="8"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dk1"/>
              </a:buClr>
              <a:buSzPts val="1200"/>
              <a:buFont typeface="Akatab"/>
              <a:buChar char="●"/>
              <a:defRPr sz="1200">
                <a:solidFill>
                  <a:schemeClr val="dk1"/>
                </a:solidFill>
                <a:latin typeface="Akatab"/>
                <a:ea typeface="Akatab"/>
                <a:cs typeface="Akatab"/>
                <a:sym typeface="Akatab"/>
              </a:defRPr>
            </a:lvl1pPr>
            <a:lvl2pPr marL="914400" lvl="1"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2pPr>
            <a:lvl3pPr marL="1371600" lvl="2"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3pPr>
            <a:lvl4pPr marL="1828800" lvl="3"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4pPr>
            <a:lvl5pPr marL="2286000" lvl="4"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5pPr>
            <a:lvl6pPr marL="2743200" lvl="5"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6pPr>
            <a:lvl7pPr marL="3200400" lvl="6"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7pPr>
            <a:lvl8pPr marL="3657600" lvl="7"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8pPr>
            <a:lvl9pPr marL="4114800" lvl="8" indent="-304800" rtl="0">
              <a:lnSpc>
                <a:spcPct val="100000"/>
              </a:lnSpc>
              <a:spcBef>
                <a:spcPts val="1600"/>
              </a:spcBef>
              <a:spcAft>
                <a:spcPts val="1600"/>
              </a:spcAft>
              <a:buClr>
                <a:schemeClr val="dk1"/>
              </a:buClr>
              <a:buSzPts val="1200"/>
              <a:buFont typeface="Akatab"/>
              <a:buChar char="■"/>
              <a:defRPr sz="1200">
                <a:solidFill>
                  <a:schemeClr val="dk1"/>
                </a:solidFill>
                <a:latin typeface="Akatab"/>
                <a:ea typeface="Akatab"/>
                <a:cs typeface="Akatab"/>
                <a:sym typeface="Akatab"/>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6" r:id="rId7"/>
    <p:sldLayoutId id="2147483658"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71" r:id="rId17"/>
    <p:sldLayoutId id="2147483672" r:id="rId18"/>
    <p:sldLayoutId id="2147483673" r:id="rId19"/>
    <p:sldLayoutId id="2147483674" r:id="rId20"/>
    <p:sldLayoutId id="2147483675" r:id="rId21"/>
    <p:sldLayoutId id="2147483676" r:id="rId22"/>
    <p:sldLayoutId id="2147483677" r:id="rId23"/>
    <p:sldLayoutId id="2147483679" r:id="rId24"/>
    <p:sldLayoutId id="2147483681" r:id="rId25"/>
    <p:sldLayoutId id="2147483682"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5.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8" Type="http://schemas.openxmlformats.org/officeDocument/2006/relationships/hyperlink" Target="http://bit.ly/30B07Gq" TargetMode="External"/><Relationship Id="rId13" Type="http://schemas.openxmlformats.org/officeDocument/2006/relationships/hyperlink" Target="https://wepik.com/?utm_source=slidesgo_template&amp;utm_medium=referral-link&amp;utm_campaign=promo-slide&amp;utm_term=slidesgo&amp;utm_content=wepik" TargetMode="External"/><Relationship Id="rId3" Type="http://schemas.openxmlformats.org/officeDocument/2006/relationships/slide" Target="slide10.xml"/><Relationship Id="rId7" Type="http://schemas.openxmlformats.org/officeDocument/2006/relationships/hyperlink" Target="https://bit.ly/3A1uf1Q" TargetMode="External"/><Relationship Id="rId12" Type="http://schemas.openxmlformats.org/officeDocument/2006/relationships/hyperlink" Target="https://storyset.com/?utm_source=slidesgo_template&amp;utm_medium=referral-link&amp;utm_campaign=promo-slide&amp;utm_term=slidesgo&amp;utm_content=storyset" TargetMode="External"/><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hyperlink" Target="https://slidesgo.com/slidesgo-school/presentation-tips/how-to-edit-the-master-slides-in-our-templates?utm_source=slidesgo_template&amp;utm_medium=referral-link&amp;utm_campaign=how-to-edit-the-master-slides-in-our-templates&amp;utm_term=slidesgo-school&amp;utm_content=how-to-edit-the-master-slides-in-our-templates" TargetMode="External"/><Relationship Id="rId11" Type="http://schemas.openxmlformats.org/officeDocument/2006/relationships/hyperlink" Target="https://www.flaticon.com/?utm_source=slidesgo_template&amp;utm_medium=referral-link&amp;utm_campaign=promo-slide&amp;utm_term=slidesgo&amp;utm_content=flaticon" TargetMode="External"/><Relationship Id="rId5" Type="http://schemas.openxmlformats.org/officeDocument/2006/relationships/slide" Target="slide12.xml"/><Relationship Id="rId10" Type="http://schemas.openxmlformats.org/officeDocument/2006/relationships/hyperlink" Target="https://www.freepik.com/?utm_source=slidesgo_template&amp;utm_medium=referral-link&amp;utm_campaign=promo-slide&amp;utm_term=slidesgo&amp;utm_content=freepik" TargetMode="External"/><Relationship Id="rId4" Type="http://schemas.openxmlformats.org/officeDocument/2006/relationships/slide" Target="slide32.xml"/><Relationship Id="rId9" Type="http://schemas.openxmlformats.org/officeDocument/2006/relationships/hyperlink" Target="http://bit.ly/33VAFh3" TargetMode="External"/><Relationship Id="rId14" Type="http://schemas.openxmlformats.org/officeDocument/2006/relationships/hyperlink" Target="https://www.videvo.net/?utm_source=slidesgo_template&amp;utm_medium=referral-link&amp;utm_campaign=sg_resources&amp;utm_content=videvo"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hyperlink" Target="https://docs.google.com/spreadsheets/d/12DK4TVSU4guZFyx4uRAR7-ey164dlWf-wGLkI8wSojQ/copy" TargetMode="External"/><Relationship Id="rId2" Type="http://schemas.openxmlformats.org/officeDocument/2006/relationships/notesSlide" Target="../notesSlides/notesSlide27.xml"/><Relationship Id="rId1" Type="http://schemas.openxmlformats.org/officeDocument/2006/relationships/slideLayout" Target="../slideLayouts/slideLayout13.xml"/><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0.xml"/></Relationships>
</file>

<file path=ppt/slides/_rels/slide3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1.xml"/><Relationship Id="rId1" Type="http://schemas.openxmlformats.org/officeDocument/2006/relationships/slideLayout" Target="../slideLayouts/slideLayout18.xml"/><Relationship Id="rId4" Type="http://schemas.openxmlformats.org/officeDocument/2006/relationships/image" Target="../media/image8.jpg"/></Relationships>
</file>

<file path=ppt/slides/_rels/slide32.xml.rels><?xml version="1.0" encoding="UTF-8" standalone="yes"?>
<Relationships xmlns="http://schemas.openxmlformats.org/package/2006/relationships"><Relationship Id="rId3" Type="http://schemas.openxmlformats.org/officeDocument/2006/relationships/hyperlink" Target="https://www.freepik.com/free-photo/business-owner-working-their-strategy_21796226.htm/?utm_source=slidesgo_template&amp;utm_medium=referral-link&amp;utm_campaign=sg_resources&amp;utm_content=freepik" TargetMode="External"/><Relationship Id="rId7" Type="http://schemas.openxmlformats.org/officeDocument/2006/relationships/hyperlink" Target="https://www.freepik.com/free-photo/smiley-man-holding-project-documents_11043370.htm/?utm_source=slidesgo_template&amp;utm_medium=referral-link&amp;utm_campaign=sg_resources&amp;utm_content=freepik" TargetMode="External"/><Relationship Id="rId2" Type="http://schemas.openxmlformats.org/officeDocument/2006/relationships/notesSlide" Target="../notesSlides/notesSlide32.xml"/><Relationship Id="rId1" Type="http://schemas.openxmlformats.org/officeDocument/2006/relationships/slideLayout" Target="../slideLayouts/slideLayout6.xml"/><Relationship Id="rId6" Type="http://schemas.openxmlformats.org/officeDocument/2006/relationships/hyperlink" Target="https://www.freepik.com/free-photo/corporate-employee-posing-office_11762370.htm/?utm_source=slidesgo_template&amp;utm_medium=referral-link&amp;utm_campaign=sg_resources&amp;utm_content=freepik" TargetMode="External"/><Relationship Id="rId5" Type="http://schemas.openxmlformats.org/officeDocument/2006/relationships/hyperlink" Target="https://www.freepik.com/free-photo/male-female-colleagues-standing-by-window-looking-business-graphs-it_5839000.htm/?utm_source=slidesgo_template&amp;utm_medium=referral-link&amp;utm_campaign=sg_resources&amp;utm_content=freepik" TargetMode="External"/><Relationship Id="rId4" Type="http://schemas.openxmlformats.org/officeDocument/2006/relationships/hyperlink" Target="https://www.freepik.com/free-photo/top-view-people-working-with-laptops_32987896.htm/?utm_source=slidesgo_template&amp;utm_medium=referral-link&amp;utm_campaign=sg_resources&amp;utm_content=freepi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p40"/>
          <p:cNvSpPr txBox="1">
            <a:spLocks noGrp="1"/>
          </p:cNvSpPr>
          <p:nvPr>
            <p:ph type="ctrTitle"/>
          </p:nvPr>
        </p:nvSpPr>
        <p:spPr>
          <a:xfrm>
            <a:off x="597150" y="1211173"/>
            <a:ext cx="5509318" cy="1990200"/>
          </a:xfrm>
          <a:prstGeom prst="rect">
            <a:avLst/>
          </a:prstGeom>
        </p:spPr>
        <p:txBody>
          <a:bodyPr spcFirstLastPara="1" wrap="square" lIns="91425" tIns="91425" rIns="91425" bIns="91425" anchor="b" anchorCtr="0">
            <a:noAutofit/>
          </a:bodyPr>
          <a:lstStyle/>
          <a:p>
            <a:pPr lvl="0"/>
            <a:r>
              <a:rPr lang="en" sz="5400" dirty="0" smtClean="0"/>
              <a:t>AuditionSense</a:t>
            </a:r>
            <a:br>
              <a:rPr lang="en" sz="5400" dirty="0" smtClean="0"/>
            </a:br>
            <a:r>
              <a:rPr lang="en-US" sz="2000" dirty="0"/>
              <a:t>A Modular Multi-modal AI System</a:t>
            </a:r>
            <a:br>
              <a:rPr lang="en-US" sz="2000" dirty="0"/>
            </a:br>
            <a:r>
              <a:rPr lang="en-US" sz="2000" dirty="0"/>
              <a:t>for Human Performance Analysis</a:t>
            </a:r>
            <a:endParaRPr sz="2000" dirty="0"/>
          </a:p>
        </p:txBody>
      </p:sp>
      <p:sp>
        <p:nvSpPr>
          <p:cNvPr id="379" name="Google Shape;379;p40"/>
          <p:cNvSpPr txBox="1">
            <a:spLocks noGrp="1"/>
          </p:cNvSpPr>
          <p:nvPr>
            <p:ph type="subTitle" idx="1"/>
          </p:nvPr>
        </p:nvSpPr>
        <p:spPr>
          <a:xfrm>
            <a:off x="597150" y="3201373"/>
            <a:ext cx="4890300" cy="1344901"/>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latin typeface="Akatab"/>
                <a:ea typeface="Akatab"/>
                <a:cs typeface="Akatab"/>
                <a:sym typeface="Akatab"/>
              </a:rPr>
              <a:t>Prepared by:</a:t>
            </a:r>
            <a:br>
              <a:rPr lang="en" dirty="0" smtClean="0">
                <a:latin typeface="Akatab"/>
                <a:ea typeface="Akatab"/>
                <a:cs typeface="Akatab"/>
                <a:sym typeface="Akatab"/>
              </a:rPr>
            </a:br>
            <a:r>
              <a:rPr lang="en" dirty="0" smtClean="0">
                <a:latin typeface="Akatab"/>
                <a:ea typeface="Akatab"/>
                <a:cs typeface="Akatab"/>
                <a:sym typeface="Akatab"/>
              </a:rPr>
              <a:t>Mehraeel Philip, Fatma Milad, Sama Gehad,</a:t>
            </a:r>
          </a:p>
          <a:p>
            <a:pPr marL="0" lvl="0" indent="0" algn="l" rtl="0">
              <a:spcBef>
                <a:spcPts val="0"/>
              </a:spcBef>
              <a:spcAft>
                <a:spcPts val="0"/>
              </a:spcAft>
              <a:buNone/>
            </a:pPr>
            <a:r>
              <a:rPr lang="en" dirty="0" smtClean="0"/>
              <a:t>Marwan Ahmed and Mo’men Mohie</a:t>
            </a:r>
            <a:endParaRPr dirty="0">
              <a:latin typeface="Akatab"/>
              <a:ea typeface="Akatab"/>
              <a:cs typeface="Akatab"/>
              <a:sym typeface="Akatab"/>
            </a:endParaRPr>
          </a:p>
        </p:txBody>
      </p:sp>
      <p:grpSp>
        <p:nvGrpSpPr>
          <p:cNvPr id="380" name="Google Shape;380;p40"/>
          <p:cNvGrpSpPr/>
          <p:nvPr/>
        </p:nvGrpSpPr>
        <p:grpSpPr>
          <a:xfrm rot="10800000">
            <a:off x="597150" y="4546275"/>
            <a:ext cx="8385900" cy="90900"/>
            <a:chOff x="160950" y="480600"/>
            <a:chExt cx="8385900" cy="90900"/>
          </a:xfrm>
        </p:grpSpPr>
        <p:cxnSp>
          <p:nvCxnSpPr>
            <p:cNvPr id="381" name="Google Shape;381;p40"/>
            <p:cNvCxnSpPr/>
            <p:nvPr/>
          </p:nvCxnSpPr>
          <p:spPr>
            <a:xfrm>
              <a:off x="160950" y="571500"/>
              <a:ext cx="8385900" cy="0"/>
            </a:xfrm>
            <a:prstGeom prst="straightConnector1">
              <a:avLst/>
            </a:prstGeom>
            <a:noFill/>
            <a:ln w="9525" cap="flat" cmpd="sng">
              <a:solidFill>
                <a:schemeClr val="dk1"/>
              </a:solidFill>
              <a:prstDash val="solid"/>
              <a:round/>
              <a:headEnd type="none" w="med" len="med"/>
              <a:tailEnd type="none" w="med" len="med"/>
            </a:ln>
          </p:spPr>
        </p:cxnSp>
        <p:sp>
          <p:nvSpPr>
            <p:cNvPr id="382" name="Google Shape;382;p40"/>
            <p:cNvSpPr/>
            <p:nvPr/>
          </p:nvSpPr>
          <p:spPr>
            <a:xfrm>
              <a:off x="8041650" y="4806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 name="Google Shape;383;p40"/>
          <p:cNvGrpSpPr/>
          <p:nvPr/>
        </p:nvGrpSpPr>
        <p:grpSpPr>
          <a:xfrm>
            <a:off x="6061018" y="1211173"/>
            <a:ext cx="90900" cy="3705900"/>
            <a:chOff x="7952125" y="1292300"/>
            <a:chExt cx="90900" cy="3705900"/>
          </a:xfrm>
        </p:grpSpPr>
        <p:sp>
          <p:nvSpPr>
            <p:cNvPr id="384" name="Google Shape;384;p40"/>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85" name="Google Shape;385;p40"/>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60174" y="152400"/>
            <a:ext cx="3903508" cy="4846320"/>
          </a:xfrm>
          <a:prstGeom prst="rect">
            <a:avLst/>
          </a:prstGeom>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p46"/>
          <p:cNvSpPr txBox="1">
            <a:spLocks noGrp="1"/>
          </p:cNvSpPr>
          <p:nvPr>
            <p:ph type="subTitle" idx="1"/>
          </p:nvPr>
        </p:nvSpPr>
        <p:spPr>
          <a:xfrm>
            <a:off x="416561" y="1262950"/>
            <a:ext cx="4856479" cy="3298890"/>
          </a:xfrm>
          <a:prstGeom prst="rect">
            <a:avLst/>
          </a:prstGeom>
        </p:spPr>
        <p:txBody>
          <a:bodyPr spcFirstLastPara="1" wrap="square" lIns="91425" tIns="91425" rIns="91425" bIns="91425" anchor="t" anchorCtr="0">
            <a:noAutofit/>
          </a:bodyPr>
          <a:lstStyle/>
          <a:p>
            <a:pPr marL="0" lvl="0" indent="0">
              <a:lnSpc>
                <a:spcPct val="150000"/>
              </a:lnSpc>
              <a:buNone/>
            </a:pPr>
            <a:r>
              <a:rPr lang="en-US" dirty="0"/>
              <a:t>The purpose of this project is to evaluate actor performances based on body language, facial expression, gesturing, eye movement and emotion using computer vision and behavioral analysis methods. The modular web-based system will process audition clips by identifying the multimodal features from the face, voice and posture; then transferring that information into automated evaluations that produce an interactive report for filmmakers and casting directors. The overall goal is to eliminate individual judges' subjective biases that exist in the traditional audition process so as to provide a more accurate, consistent, and reliable evaluation of a performers talent and ability to act.</a:t>
            </a:r>
            <a:endParaRPr dirty="0"/>
          </a:p>
        </p:txBody>
      </p:sp>
      <p:sp>
        <p:nvSpPr>
          <p:cNvPr id="452" name="Google Shape;452;p4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INTRODUCTION</a:t>
            </a:r>
            <a:endParaRPr dirty="0"/>
          </a:p>
        </p:txBody>
      </p:sp>
      <p:pic>
        <p:nvPicPr>
          <p:cNvPr id="6" name="Picture 5"/>
          <p:cNvPicPr>
            <a:picLocks noChangeAspect="1"/>
          </p:cNvPicPr>
          <p:nvPr/>
        </p:nvPicPr>
        <p:blipFill rotWithShape="1">
          <a:blip r:embed="rId3">
            <a:extLst>
              <a:ext uri="{BEBA8EAE-BF5A-486C-A8C5-ECC9F3942E4B}">
                <a14:imgProps xmlns:a14="http://schemas.microsoft.com/office/drawing/2010/main">
                  <a14:imgLayer r:embed="rId4">
                    <a14:imgEffect>
                      <a14:saturation sat="200000"/>
                    </a14:imgEffect>
                  </a14:imgLayer>
                </a14:imgProps>
              </a:ext>
              <a:ext uri="{28A0092B-C50C-407E-A947-70E740481C1C}">
                <a14:useLocalDpi xmlns:a14="http://schemas.microsoft.com/office/drawing/2010/main" val="0"/>
              </a:ext>
            </a:extLst>
          </a:blip>
          <a:srcRect r="11860"/>
          <a:stretch/>
        </p:blipFill>
        <p:spPr>
          <a:xfrm>
            <a:off x="5679440" y="1262950"/>
            <a:ext cx="3098800" cy="3515744"/>
          </a:xfrm>
          <a:prstGeom prst="rect">
            <a:avLst/>
          </a:pr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44"/>
          <p:cNvSpPr txBox="1">
            <a:spLocks noGrp="1"/>
          </p:cNvSpPr>
          <p:nvPr>
            <p:ph type="title"/>
          </p:nvPr>
        </p:nvSpPr>
        <p:spPr>
          <a:xfrm>
            <a:off x="1393550" y="2502950"/>
            <a:ext cx="4723232" cy="128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5400" dirty="0" smtClean="0"/>
              <a:t>Related Work</a:t>
            </a:r>
            <a:endParaRPr sz="5400" dirty="0"/>
          </a:p>
        </p:txBody>
      </p:sp>
      <p:sp>
        <p:nvSpPr>
          <p:cNvPr id="433" name="Google Shape;433;p44"/>
          <p:cNvSpPr txBox="1">
            <a:spLocks noGrp="1"/>
          </p:cNvSpPr>
          <p:nvPr>
            <p:ph type="title" idx="2"/>
          </p:nvPr>
        </p:nvSpPr>
        <p:spPr>
          <a:xfrm>
            <a:off x="1393550" y="171390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01</a:t>
            </a:r>
            <a:endParaRPr/>
          </a:p>
        </p:txBody>
      </p:sp>
      <p:grpSp>
        <p:nvGrpSpPr>
          <p:cNvPr id="434" name="Google Shape;434;p44"/>
          <p:cNvGrpSpPr/>
          <p:nvPr/>
        </p:nvGrpSpPr>
        <p:grpSpPr>
          <a:xfrm flipH="1">
            <a:off x="576156" y="508623"/>
            <a:ext cx="8385900" cy="90900"/>
            <a:chOff x="160950" y="480600"/>
            <a:chExt cx="8385900" cy="90900"/>
          </a:xfrm>
        </p:grpSpPr>
        <p:cxnSp>
          <p:nvCxnSpPr>
            <p:cNvPr id="435" name="Google Shape;435;p44"/>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36" name="Google Shape;436;p44"/>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 name="Google Shape;437;p44"/>
          <p:cNvGrpSpPr/>
          <p:nvPr/>
        </p:nvGrpSpPr>
        <p:grpSpPr>
          <a:xfrm rot="10800000">
            <a:off x="7961770" y="1295598"/>
            <a:ext cx="90900" cy="3697200"/>
            <a:chOff x="1113520" y="156298"/>
            <a:chExt cx="90900" cy="3697200"/>
          </a:xfrm>
        </p:grpSpPr>
        <p:sp>
          <p:nvSpPr>
            <p:cNvPr id="438" name="Google Shape;438;p44"/>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9" name="Google Shape;439;p44"/>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47"/>
          <p:cNvSpPr txBox="1">
            <a:spLocks noGrp="1"/>
          </p:cNvSpPr>
          <p:nvPr>
            <p:ph type="title"/>
          </p:nvPr>
        </p:nvSpPr>
        <p:spPr>
          <a:xfrm>
            <a:off x="2352125" y="2350752"/>
            <a:ext cx="3555300" cy="1777152"/>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5400" dirty="0" smtClean="0"/>
              <a:t>Problem Statement</a:t>
            </a:r>
            <a:endParaRPr sz="5400" dirty="0"/>
          </a:p>
        </p:txBody>
      </p:sp>
      <p:sp>
        <p:nvSpPr>
          <p:cNvPr id="459" name="Google Shape;459;p47"/>
          <p:cNvSpPr txBox="1">
            <a:spLocks noGrp="1"/>
          </p:cNvSpPr>
          <p:nvPr>
            <p:ph type="title" idx="2"/>
          </p:nvPr>
        </p:nvSpPr>
        <p:spPr>
          <a:xfrm>
            <a:off x="1152125" y="235075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02</a:t>
            </a:r>
            <a:endParaRPr/>
          </a:p>
        </p:txBody>
      </p:sp>
      <p:grpSp>
        <p:nvGrpSpPr>
          <p:cNvPr id="461" name="Google Shape;461;p47"/>
          <p:cNvGrpSpPr/>
          <p:nvPr/>
        </p:nvGrpSpPr>
        <p:grpSpPr>
          <a:xfrm flipH="1">
            <a:off x="577491" y="508623"/>
            <a:ext cx="8385900" cy="90900"/>
            <a:chOff x="160950" y="480600"/>
            <a:chExt cx="8385900" cy="90900"/>
          </a:xfrm>
        </p:grpSpPr>
        <p:cxnSp>
          <p:nvCxnSpPr>
            <p:cNvPr id="462" name="Google Shape;462;p47"/>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63" name="Google Shape;463;p47"/>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 name="Google Shape;464;p47"/>
          <p:cNvGrpSpPr/>
          <p:nvPr/>
        </p:nvGrpSpPr>
        <p:grpSpPr>
          <a:xfrm flipH="1">
            <a:off x="7988270" y="150698"/>
            <a:ext cx="90900" cy="4415700"/>
            <a:chOff x="1113520" y="-562202"/>
            <a:chExt cx="90900" cy="4415700"/>
          </a:xfrm>
        </p:grpSpPr>
        <p:sp>
          <p:nvSpPr>
            <p:cNvPr id="465" name="Google Shape;465;p47"/>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6" name="Google Shape;466;p47"/>
            <p:cNvCxnSpPr/>
            <p:nvPr/>
          </p:nvCxnSpPr>
          <p:spPr>
            <a:xfrm rot="10800000">
              <a:off x="1121185" y="-562202"/>
              <a:ext cx="0" cy="4153200"/>
            </a:xfrm>
            <a:prstGeom prst="straightConnector1">
              <a:avLst/>
            </a:prstGeom>
            <a:noFill/>
            <a:ln w="9525" cap="flat" cmpd="sng">
              <a:solidFill>
                <a:schemeClr val="lt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98"/>
        <p:cNvGrpSpPr/>
        <p:nvPr/>
      </p:nvGrpSpPr>
      <p:grpSpPr>
        <a:xfrm>
          <a:off x="0" y="0"/>
          <a:ext cx="0" cy="0"/>
          <a:chOff x="0" y="0"/>
          <a:chExt cx="0" cy="0"/>
        </a:xfrm>
      </p:grpSpPr>
      <p:sp>
        <p:nvSpPr>
          <p:cNvPr id="400" name="Google Shape;400;p42"/>
          <p:cNvSpPr txBox="1">
            <a:spLocks noGrp="1"/>
          </p:cNvSpPr>
          <p:nvPr>
            <p:ph type="title"/>
          </p:nvPr>
        </p:nvSpPr>
        <p:spPr>
          <a:xfrm>
            <a:off x="1245650" y="450888"/>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401" name="Google Shape;401;p42"/>
          <p:cNvSpPr txBox="1">
            <a:spLocks noGrp="1"/>
          </p:cNvSpPr>
          <p:nvPr>
            <p:ph type="subTitle" idx="1"/>
          </p:nvPr>
        </p:nvSpPr>
        <p:spPr>
          <a:xfrm>
            <a:off x="720000" y="948763"/>
            <a:ext cx="2336400" cy="1253250"/>
          </a:xfrm>
          <a:prstGeom prst="rect">
            <a:avLst/>
          </a:prstGeom>
        </p:spPr>
        <p:txBody>
          <a:bodyPr spcFirstLastPara="1" wrap="square" lIns="91425" tIns="91425" rIns="91425" bIns="91425" anchor="t" anchorCtr="0">
            <a:noAutofit/>
          </a:bodyPr>
          <a:lstStyle/>
          <a:p>
            <a:pPr marL="0" lvl="0" indent="0"/>
            <a:r>
              <a:rPr lang="en-US" sz="1400" dirty="0"/>
              <a:t>Directors face difficulties evaluating actors objectively due to subjective human judgment.</a:t>
            </a:r>
            <a:endParaRPr sz="1400" dirty="0"/>
          </a:p>
        </p:txBody>
      </p:sp>
      <p:sp>
        <p:nvSpPr>
          <p:cNvPr id="402" name="Google Shape;402;p42"/>
          <p:cNvSpPr txBox="1">
            <a:spLocks noGrp="1"/>
          </p:cNvSpPr>
          <p:nvPr>
            <p:ph type="title" idx="2"/>
          </p:nvPr>
        </p:nvSpPr>
        <p:spPr>
          <a:xfrm>
            <a:off x="3931900" y="450888"/>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403" name="Google Shape;403;p42"/>
          <p:cNvSpPr txBox="1">
            <a:spLocks noGrp="1"/>
          </p:cNvSpPr>
          <p:nvPr>
            <p:ph type="subTitle" idx="3"/>
          </p:nvPr>
        </p:nvSpPr>
        <p:spPr>
          <a:xfrm>
            <a:off x="3403800" y="948763"/>
            <a:ext cx="2336400" cy="1253250"/>
          </a:xfrm>
          <a:prstGeom prst="rect">
            <a:avLst/>
          </a:prstGeom>
        </p:spPr>
        <p:txBody>
          <a:bodyPr spcFirstLastPara="1" wrap="square" lIns="91425" tIns="91425" rIns="91425" bIns="91425" anchor="t" anchorCtr="0">
            <a:noAutofit/>
          </a:bodyPr>
          <a:lstStyle/>
          <a:p>
            <a:pPr marL="0" lvl="0" indent="0"/>
            <a:r>
              <a:rPr lang="en-US" sz="1400" dirty="0"/>
              <a:t>Nonverbal cues like facial expressions, posture, and gestures are often missed or misinterpreted.</a:t>
            </a:r>
            <a:endParaRPr sz="1400" dirty="0"/>
          </a:p>
        </p:txBody>
      </p:sp>
      <p:sp>
        <p:nvSpPr>
          <p:cNvPr id="404" name="Google Shape;404;p42"/>
          <p:cNvSpPr txBox="1">
            <a:spLocks noGrp="1"/>
          </p:cNvSpPr>
          <p:nvPr>
            <p:ph type="title" idx="4"/>
          </p:nvPr>
        </p:nvSpPr>
        <p:spPr>
          <a:xfrm>
            <a:off x="6623050" y="450888"/>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405" name="Google Shape;405;p42"/>
          <p:cNvSpPr txBox="1">
            <a:spLocks noGrp="1"/>
          </p:cNvSpPr>
          <p:nvPr>
            <p:ph type="subTitle" idx="5"/>
          </p:nvPr>
        </p:nvSpPr>
        <p:spPr>
          <a:xfrm>
            <a:off x="6087600" y="948763"/>
            <a:ext cx="2336400" cy="1253250"/>
          </a:xfrm>
          <a:prstGeom prst="rect">
            <a:avLst/>
          </a:prstGeom>
        </p:spPr>
        <p:txBody>
          <a:bodyPr spcFirstLastPara="1" wrap="square" lIns="91425" tIns="91425" rIns="91425" bIns="91425" anchor="t" anchorCtr="0">
            <a:noAutofit/>
          </a:bodyPr>
          <a:lstStyle/>
          <a:p>
            <a:pPr marL="0" lvl="0" indent="0"/>
            <a:r>
              <a:rPr lang="en-US" sz="1400" dirty="0"/>
              <a:t>Manual audition review is time-consuming and inconsistent.</a:t>
            </a:r>
            <a:endParaRPr sz="1400" dirty="0"/>
          </a:p>
        </p:txBody>
      </p:sp>
      <p:sp>
        <p:nvSpPr>
          <p:cNvPr id="406" name="Google Shape;406;p42"/>
          <p:cNvSpPr txBox="1">
            <a:spLocks noGrp="1"/>
          </p:cNvSpPr>
          <p:nvPr>
            <p:ph type="title" idx="6"/>
          </p:nvPr>
        </p:nvSpPr>
        <p:spPr>
          <a:xfrm>
            <a:off x="1081975" y="237748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407" name="Google Shape;407;p42"/>
          <p:cNvSpPr txBox="1">
            <a:spLocks noGrp="1"/>
          </p:cNvSpPr>
          <p:nvPr>
            <p:ph type="subTitle" idx="7"/>
          </p:nvPr>
        </p:nvSpPr>
        <p:spPr>
          <a:xfrm>
            <a:off x="556325" y="2883586"/>
            <a:ext cx="2336400" cy="1253250"/>
          </a:xfrm>
          <a:prstGeom prst="rect">
            <a:avLst/>
          </a:prstGeom>
        </p:spPr>
        <p:txBody>
          <a:bodyPr spcFirstLastPara="1" wrap="square" lIns="91425" tIns="91425" rIns="91425" bIns="91425" anchor="t" anchorCtr="0">
            <a:noAutofit/>
          </a:bodyPr>
          <a:lstStyle/>
          <a:p>
            <a:pPr marL="0" lvl="0" indent="0"/>
            <a:r>
              <a:rPr lang="en-US" sz="1400" dirty="0"/>
              <a:t>Existing tools lack integrated analysis of visual, emotional, vocal, and physical performance aspects.</a:t>
            </a:r>
            <a:endParaRPr sz="1400" dirty="0"/>
          </a:p>
        </p:txBody>
      </p:sp>
      <p:sp>
        <p:nvSpPr>
          <p:cNvPr id="408" name="Google Shape;408;p42"/>
          <p:cNvSpPr txBox="1">
            <a:spLocks noGrp="1"/>
          </p:cNvSpPr>
          <p:nvPr>
            <p:ph type="title" idx="8"/>
          </p:nvPr>
        </p:nvSpPr>
        <p:spPr>
          <a:xfrm>
            <a:off x="3768225" y="237748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409" name="Google Shape;409;p42"/>
          <p:cNvSpPr txBox="1">
            <a:spLocks noGrp="1"/>
          </p:cNvSpPr>
          <p:nvPr>
            <p:ph type="subTitle" idx="9"/>
          </p:nvPr>
        </p:nvSpPr>
        <p:spPr>
          <a:xfrm>
            <a:off x="3071550" y="2883586"/>
            <a:ext cx="2668650" cy="1253250"/>
          </a:xfrm>
          <a:prstGeom prst="rect">
            <a:avLst/>
          </a:prstGeom>
        </p:spPr>
        <p:txBody>
          <a:bodyPr spcFirstLastPara="1" wrap="square" lIns="91425" tIns="91425" rIns="91425" bIns="91425" anchor="t" anchorCtr="0">
            <a:noAutofit/>
          </a:bodyPr>
          <a:lstStyle/>
          <a:p>
            <a:pPr marL="0" lvl="0" indent="0"/>
            <a:r>
              <a:rPr lang="en-US" sz="1400" dirty="0"/>
              <a:t>There is a need for an AI-driven system that provides fast, accurate, and comprehensive audition evaluations and reports.</a:t>
            </a:r>
            <a:endParaRPr sz="1400" dirty="0"/>
          </a:p>
        </p:txBody>
      </p:sp>
      <p:pic>
        <p:nvPicPr>
          <p:cNvPr id="2050" name="Picture 2" descr="Tired Film Director Stock Photos - Free &amp; Royalty-Free Stock Photos from  Dreamstim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60674" y="1900811"/>
            <a:ext cx="2950965" cy="360362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sp>
        <p:nvSpPr>
          <p:cNvPr id="521" name="Google Shape;521;p52"/>
          <p:cNvSpPr txBox="1">
            <a:spLocks noGrp="1"/>
          </p:cNvSpPr>
          <p:nvPr>
            <p:ph type="title"/>
          </p:nvPr>
        </p:nvSpPr>
        <p:spPr>
          <a:xfrm>
            <a:off x="3854900" y="2595848"/>
            <a:ext cx="3733800" cy="1405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sz="4800" dirty="0" smtClean="0"/>
              <a:t>System Overview</a:t>
            </a:r>
            <a:endParaRPr sz="4800" dirty="0"/>
          </a:p>
        </p:txBody>
      </p:sp>
      <p:sp>
        <p:nvSpPr>
          <p:cNvPr id="523" name="Google Shape;523;p52"/>
          <p:cNvSpPr txBox="1">
            <a:spLocks noGrp="1"/>
          </p:cNvSpPr>
          <p:nvPr>
            <p:ph type="title" idx="2"/>
          </p:nvPr>
        </p:nvSpPr>
        <p:spPr>
          <a:xfrm>
            <a:off x="5121800" y="1643052"/>
            <a:ext cx="12000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grpSp>
        <p:nvGrpSpPr>
          <p:cNvPr id="524" name="Google Shape;524;p52"/>
          <p:cNvGrpSpPr/>
          <p:nvPr/>
        </p:nvGrpSpPr>
        <p:grpSpPr>
          <a:xfrm>
            <a:off x="181160" y="508623"/>
            <a:ext cx="8385900" cy="90900"/>
            <a:chOff x="160950" y="480600"/>
            <a:chExt cx="8385900" cy="90900"/>
          </a:xfrm>
        </p:grpSpPr>
        <p:cxnSp>
          <p:nvCxnSpPr>
            <p:cNvPr id="525" name="Google Shape;525;p52"/>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526" name="Google Shape;526;p52"/>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 name="Google Shape;527;p52"/>
          <p:cNvGrpSpPr/>
          <p:nvPr/>
        </p:nvGrpSpPr>
        <p:grpSpPr>
          <a:xfrm>
            <a:off x="1113520" y="156298"/>
            <a:ext cx="90900" cy="3697200"/>
            <a:chOff x="1113520" y="156298"/>
            <a:chExt cx="90900" cy="3697200"/>
          </a:xfrm>
        </p:grpSpPr>
        <p:sp>
          <p:nvSpPr>
            <p:cNvPr id="528" name="Google Shape;528;p52"/>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29" name="Google Shape;529;p52"/>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53"/>
        <p:cNvGrpSpPr/>
        <p:nvPr/>
      </p:nvGrpSpPr>
      <p:grpSpPr>
        <a:xfrm>
          <a:off x="0" y="0"/>
          <a:ext cx="0" cy="0"/>
          <a:chOff x="0" y="0"/>
          <a:chExt cx="0" cy="0"/>
        </a:xfrm>
      </p:grpSpPr>
      <p:sp>
        <p:nvSpPr>
          <p:cNvPr id="556" name="Google Shape;556;p56"/>
          <p:cNvSpPr txBox="1">
            <a:spLocks noGrp="1"/>
          </p:cNvSpPr>
          <p:nvPr>
            <p:ph type="subTitle" idx="1"/>
          </p:nvPr>
        </p:nvSpPr>
        <p:spPr>
          <a:xfrm>
            <a:off x="4124960" y="1076960"/>
            <a:ext cx="4797367" cy="3592022"/>
          </a:xfrm>
          <a:prstGeom prst="rect">
            <a:avLst/>
          </a:prstGeom>
        </p:spPr>
        <p:txBody>
          <a:bodyPr spcFirstLastPara="1" wrap="square" lIns="91425" tIns="91425" rIns="91425" bIns="91425" anchor="t" anchorCtr="0">
            <a:noAutofit/>
          </a:bodyPr>
          <a:lstStyle/>
          <a:p>
            <a:pPr marL="171450" indent="-171450">
              <a:lnSpc>
                <a:spcPct val="150000"/>
              </a:lnSpc>
              <a:buSzPct val="80000"/>
            </a:pPr>
            <a:r>
              <a:rPr lang="en-US" dirty="0"/>
              <a:t>Data Ingestion</a:t>
            </a:r>
            <a:r>
              <a:rPr lang="en-US" dirty="0" smtClean="0"/>
              <a:t>: through file upload (video </a:t>
            </a:r>
            <a:r>
              <a:rPr lang="en-US" dirty="0"/>
              <a:t>+ audio).</a:t>
            </a:r>
          </a:p>
          <a:p>
            <a:pPr marL="171450" indent="-171450">
              <a:lnSpc>
                <a:spcPct val="150000"/>
              </a:lnSpc>
              <a:buSzPct val="80000"/>
            </a:pPr>
            <a:r>
              <a:rPr lang="en-US" dirty="0" smtClean="0"/>
              <a:t>Data </a:t>
            </a:r>
            <a:r>
              <a:rPr lang="en-US" dirty="0"/>
              <a:t>Pre-processing: extracting frames, extracting audio, detecting face/pose </a:t>
            </a:r>
            <a:r>
              <a:rPr lang="en-US" dirty="0" smtClean="0"/>
              <a:t>bounding boxes</a:t>
            </a:r>
            <a:r>
              <a:rPr lang="en-US" dirty="0"/>
              <a:t>, synchronizing timestamps</a:t>
            </a:r>
            <a:r>
              <a:rPr lang="en-US" dirty="0" smtClean="0"/>
              <a:t>.</a:t>
            </a:r>
            <a:endParaRPr lang="en-US" dirty="0"/>
          </a:p>
          <a:p>
            <a:pPr marL="171450" indent="-171450">
              <a:lnSpc>
                <a:spcPct val="150000"/>
              </a:lnSpc>
              <a:buSzPct val="80000"/>
            </a:pPr>
            <a:r>
              <a:rPr lang="en-US" dirty="0" smtClean="0"/>
              <a:t>Per-modality analyzers: Eye/Gaze Estimator – </a:t>
            </a:r>
            <a:r>
              <a:rPr lang="en-US" dirty="0"/>
              <a:t>Facial Emotion </a:t>
            </a:r>
            <a:r>
              <a:rPr lang="en-US" dirty="0" smtClean="0"/>
              <a:t>Detector – </a:t>
            </a:r>
            <a:r>
              <a:rPr lang="en-US" dirty="0"/>
              <a:t>Voice </a:t>
            </a:r>
            <a:r>
              <a:rPr lang="en-US" dirty="0" smtClean="0"/>
              <a:t>Analyzer – </a:t>
            </a:r>
            <a:r>
              <a:rPr lang="en-US" dirty="0"/>
              <a:t>Pose and Gesture </a:t>
            </a:r>
            <a:r>
              <a:rPr lang="en-US" dirty="0" smtClean="0"/>
              <a:t>Pipeline</a:t>
            </a:r>
          </a:p>
          <a:p>
            <a:pPr marL="171450" indent="-171450">
              <a:lnSpc>
                <a:spcPct val="150000"/>
              </a:lnSpc>
              <a:buSzPct val="80000"/>
            </a:pPr>
            <a:r>
              <a:rPr lang="en-US" dirty="0"/>
              <a:t>A</a:t>
            </a:r>
            <a:r>
              <a:rPr lang="en-US" dirty="0" smtClean="0"/>
              <a:t>ction </a:t>
            </a:r>
            <a:r>
              <a:rPr lang="en-US" dirty="0"/>
              <a:t>Segmentation Module: temporal segmentation of streaming videos </a:t>
            </a:r>
          </a:p>
          <a:p>
            <a:pPr marL="171450" indent="-171450">
              <a:lnSpc>
                <a:spcPct val="150000"/>
              </a:lnSpc>
              <a:buSzPct val="80000"/>
            </a:pPr>
            <a:r>
              <a:rPr lang="en-US" dirty="0" smtClean="0"/>
              <a:t>Scoring </a:t>
            </a:r>
            <a:r>
              <a:rPr lang="en-US" dirty="0"/>
              <a:t>and Interpretation: rule aggregator + ML-based </a:t>
            </a:r>
            <a:r>
              <a:rPr lang="en-US" dirty="0" smtClean="0"/>
              <a:t>model</a:t>
            </a:r>
          </a:p>
          <a:p>
            <a:pPr marL="171450" indent="-171450">
              <a:lnSpc>
                <a:spcPct val="150000"/>
              </a:lnSpc>
              <a:buSzPct val="80000"/>
            </a:pPr>
            <a:r>
              <a:rPr lang="en-US" dirty="0" smtClean="0"/>
              <a:t>UI</a:t>
            </a:r>
            <a:r>
              <a:rPr lang="en-US" dirty="0"/>
              <a:t>: Flask web app to show scores, short textual summaries, and PDF reports.</a:t>
            </a:r>
          </a:p>
          <a:p>
            <a:pPr marL="171450" indent="-171450">
              <a:lnSpc>
                <a:spcPct val="150000"/>
              </a:lnSpc>
              <a:buSzPct val="80000"/>
            </a:pPr>
            <a:r>
              <a:rPr lang="en-US" dirty="0" smtClean="0"/>
              <a:t>Storage </a:t>
            </a:r>
            <a:r>
              <a:rPr lang="en-US" dirty="0"/>
              <a:t>and Artifacts: local file structure to store video samples, extracted features, </a:t>
            </a:r>
            <a:r>
              <a:rPr lang="en-US" dirty="0" smtClean="0"/>
              <a:t>models</a:t>
            </a:r>
            <a:r>
              <a:rPr lang="en-US" dirty="0"/>
              <a:t>, reports, and evaluation</a:t>
            </a:r>
            <a:endParaRPr dirty="0"/>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1503" y="162559"/>
            <a:ext cx="3583457" cy="4832449"/>
          </a:xfrm>
          <a:prstGeom prst="rect">
            <a:avLst/>
          </a:prstGeom>
        </p:spPr>
      </p:pic>
      <p:sp>
        <p:nvSpPr>
          <p:cNvPr id="3" name="Title 2"/>
          <p:cNvSpPr>
            <a:spLocks noGrp="1"/>
          </p:cNvSpPr>
          <p:nvPr>
            <p:ph type="title"/>
          </p:nvPr>
        </p:nvSpPr>
        <p:spPr>
          <a:xfrm>
            <a:off x="4263616" y="344313"/>
            <a:ext cx="3615600" cy="580247"/>
          </a:xfrm>
        </p:spPr>
        <p:txBody>
          <a:bodyPr/>
          <a:lstStyle/>
          <a:p>
            <a:r>
              <a:rPr lang="en-US" sz="2800" dirty="0" smtClean="0"/>
              <a:t>Key Components</a:t>
            </a:r>
            <a:endParaRPr lang="en-US" sz="2800"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44"/>
          <p:cNvSpPr txBox="1">
            <a:spLocks noGrp="1"/>
          </p:cNvSpPr>
          <p:nvPr>
            <p:ph type="title"/>
          </p:nvPr>
        </p:nvSpPr>
        <p:spPr>
          <a:xfrm>
            <a:off x="1393550" y="2502950"/>
            <a:ext cx="4723232" cy="1282500"/>
          </a:xfrm>
          <a:prstGeom prst="rect">
            <a:avLst/>
          </a:prstGeom>
        </p:spPr>
        <p:txBody>
          <a:bodyPr spcFirstLastPara="1" wrap="square" lIns="91425" tIns="91425" rIns="91425" bIns="91425" anchor="b" anchorCtr="0">
            <a:noAutofit/>
          </a:bodyPr>
          <a:lstStyle/>
          <a:p>
            <a:pPr lvl="0"/>
            <a:r>
              <a:rPr lang="en-US" sz="5400" dirty="0"/>
              <a:t>Approach</a:t>
            </a:r>
            <a:endParaRPr sz="5400" dirty="0"/>
          </a:p>
        </p:txBody>
      </p:sp>
      <p:sp>
        <p:nvSpPr>
          <p:cNvPr id="433" name="Google Shape;433;p44"/>
          <p:cNvSpPr txBox="1">
            <a:spLocks noGrp="1"/>
          </p:cNvSpPr>
          <p:nvPr>
            <p:ph type="title" idx="2"/>
          </p:nvPr>
        </p:nvSpPr>
        <p:spPr>
          <a:xfrm>
            <a:off x="1393550" y="171390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04</a:t>
            </a:r>
            <a:endParaRPr dirty="0"/>
          </a:p>
        </p:txBody>
      </p:sp>
      <p:grpSp>
        <p:nvGrpSpPr>
          <p:cNvPr id="434" name="Google Shape;434;p44"/>
          <p:cNvGrpSpPr/>
          <p:nvPr/>
        </p:nvGrpSpPr>
        <p:grpSpPr>
          <a:xfrm flipH="1">
            <a:off x="576156" y="508623"/>
            <a:ext cx="8385900" cy="90900"/>
            <a:chOff x="160950" y="480600"/>
            <a:chExt cx="8385900" cy="90900"/>
          </a:xfrm>
        </p:grpSpPr>
        <p:cxnSp>
          <p:nvCxnSpPr>
            <p:cNvPr id="435" name="Google Shape;435;p44"/>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36" name="Google Shape;436;p44"/>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 name="Google Shape;437;p44"/>
          <p:cNvGrpSpPr/>
          <p:nvPr/>
        </p:nvGrpSpPr>
        <p:grpSpPr>
          <a:xfrm rot="10800000">
            <a:off x="7961770" y="1295598"/>
            <a:ext cx="90900" cy="3697200"/>
            <a:chOff x="1113520" y="156298"/>
            <a:chExt cx="90900" cy="3697200"/>
          </a:xfrm>
        </p:grpSpPr>
        <p:sp>
          <p:nvSpPr>
            <p:cNvPr id="438" name="Google Shape;438;p44"/>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9" name="Google Shape;439;p44"/>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356576708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47"/>
          <p:cNvSpPr txBox="1">
            <a:spLocks noGrp="1"/>
          </p:cNvSpPr>
          <p:nvPr>
            <p:ph type="title"/>
          </p:nvPr>
        </p:nvSpPr>
        <p:spPr>
          <a:xfrm>
            <a:off x="2352125" y="2350752"/>
            <a:ext cx="3555300" cy="967412"/>
          </a:xfrm>
          <a:prstGeom prst="rect">
            <a:avLst/>
          </a:prstGeom>
        </p:spPr>
        <p:txBody>
          <a:bodyPr spcFirstLastPara="1" wrap="square" lIns="91425" tIns="91425" rIns="91425" bIns="91425" anchor="b" anchorCtr="0">
            <a:noAutofit/>
          </a:bodyPr>
          <a:lstStyle/>
          <a:p>
            <a:pPr lvl="0"/>
            <a:r>
              <a:rPr lang="en-US" sz="6000" dirty="0"/>
              <a:t>Dataset</a:t>
            </a:r>
            <a:endParaRPr sz="6000" dirty="0"/>
          </a:p>
        </p:txBody>
      </p:sp>
      <p:sp>
        <p:nvSpPr>
          <p:cNvPr id="459" name="Google Shape;459;p47"/>
          <p:cNvSpPr txBox="1">
            <a:spLocks noGrp="1"/>
          </p:cNvSpPr>
          <p:nvPr>
            <p:ph type="title" idx="2"/>
          </p:nvPr>
        </p:nvSpPr>
        <p:spPr>
          <a:xfrm>
            <a:off x="1152125" y="235075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05</a:t>
            </a:r>
            <a:endParaRPr dirty="0"/>
          </a:p>
        </p:txBody>
      </p:sp>
      <p:grpSp>
        <p:nvGrpSpPr>
          <p:cNvPr id="461" name="Google Shape;461;p47"/>
          <p:cNvGrpSpPr/>
          <p:nvPr/>
        </p:nvGrpSpPr>
        <p:grpSpPr>
          <a:xfrm flipH="1">
            <a:off x="577491" y="508623"/>
            <a:ext cx="8385900" cy="90900"/>
            <a:chOff x="160950" y="480600"/>
            <a:chExt cx="8385900" cy="90900"/>
          </a:xfrm>
        </p:grpSpPr>
        <p:cxnSp>
          <p:nvCxnSpPr>
            <p:cNvPr id="462" name="Google Shape;462;p47"/>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63" name="Google Shape;463;p47"/>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 name="Google Shape;464;p47"/>
          <p:cNvGrpSpPr/>
          <p:nvPr/>
        </p:nvGrpSpPr>
        <p:grpSpPr>
          <a:xfrm flipH="1">
            <a:off x="7988270" y="150698"/>
            <a:ext cx="90900" cy="4415700"/>
            <a:chOff x="1113520" y="-562202"/>
            <a:chExt cx="90900" cy="4415700"/>
          </a:xfrm>
        </p:grpSpPr>
        <p:sp>
          <p:nvSpPr>
            <p:cNvPr id="465" name="Google Shape;465;p47"/>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6" name="Google Shape;466;p47"/>
            <p:cNvCxnSpPr/>
            <p:nvPr/>
          </p:nvCxnSpPr>
          <p:spPr>
            <a:xfrm rot="10800000">
              <a:off x="1121185" y="-562202"/>
              <a:ext cx="0" cy="41532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47052306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sp>
        <p:nvSpPr>
          <p:cNvPr id="521" name="Google Shape;521;p52"/>
          <p:cNvSpPr txBox="1">
            <a:spLocks noGrp="1"/>
          </p:cNvSpPr>
          <p:nvPr>
            <p:ph type="title"/>
          </p:nvPr>
        </p:nvSpPr>
        <p:spPr>
          <a:xfrm>
            <a:off x="3615138" y="2645698"/>
            <a:ext cx="4213323" cy="1405200"/>
          </a:xfrm>
          <a:prstGeom prst="rect">
            <a:avLst/>
          </a:prstGeom>
        </p:spPr>
        <p:txBody>
          <a:bodyPr spcFirstLastPara="1" wrap="square" lIns="91425" tIns="91425" rIns="91425" bIns="91425" anchor="b" anchorCtr="0">
            <a:noAutofit/>
          </a:bodyPr>
          <a:lstStyle/>
          <a:p>
            <a:pPr lvl="0"/>
            <a:r>
              <a:rPr lang="en-US" sz="4800" dirty="0" smtClean="0"/>
              <a:t>Experiments/Results</a:t>
            </a:r>
            <a:endParaRPr sz="4800" dirty="0"/>
          </a:p>
        </p:txBody>
      </p:sp>
      <p:sp>
        <p:nvSpPr>
          <p:cNvPr id="523" name="Google Shape;523;p52"/>
          <p:cNvSpPr txBox="1">
            <a:spLocks noGrp="1"/>
          </p:cNvSpPr>
          <p:nvPr>
            <p:ph type="title" idx="2"/>
          </p:nvPr>
        </p:nvSpPr>
        <p:spPr>
          <a:xfrm>
            <a:off x="5121800" y="1643052"/>
            <a:ext cx="12000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06</a:t>
            </a:r>
            <a:endParaRPr dirty="0"/>
          </a:p>
        </p:txBody>
      </p:sp>
      <p:grpSp>
        <p:nvGrpSpPr>
          <p:cNvPr id="524" name="Google Shape;524;p52"/>
          <p:cNvGrpSpPr/>
          <p:nvPr/>
        </p:nvGrpSpPr>
        <p:grpSpPr>
          <a:xfrm>
            <a:off x="181160" y="508623"/>
            <a:ext cx="8385900" cy="90900"/>
            <a:chOff x="160950" y="480600"/>
            <a:chExt cx="8385900" cy="90900"/>
          </a:xfrm>
        </p:grpSpPr>
        <p:cxnSp>
          <p:nvCxnSpPr>
            <p:cNvPr id="525" name="Google Shape;525;p52"/>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526" name="Google Shape;526;p52"/>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 name="Google Shape;527;p52"/>
          <p:cNvGrpSpPr/>
          <p:nvPr/>
        </p:nvGrpSpPr>
        <p:grpSpPr>
          <a:xfrm>
            <a:off x="1113520" y="156298"/>
            <a:ext cx="90900" cy="3697200"/>
            <a:chOff x="1113520" y="156298"/>
            <a:chExt cx="90900" cy="3697200"/>
          </a:xfrm>
        </p:grpSpPr>
        <p:sp>
          <p:nvSpPr>
            <p:cNvPr id="528" name="Google Shape;528;p52"/>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29" name="Google Shape;529;p52"/>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2653385455"/>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44"/>
          <p:cNvSpPr txBox="1">
            <a:spLocks noGrp="1"/>
          </p:cNvSpPr>
          <p:nvPr>
            <p:ph type="title"/>
          </p:nvPr>
        </p:nvSpPr>
        <p:spPr>
          <a:xfrm>
            <a:off x="1393550" y="2502950"/>
            <a:ext cx="4723232" cy="1282500"/>
          </a:xfrm>
          <a:prstGeom prst="rect">
            <a:avLst/>
          </a:prstGeom>
        </p:spPr>
        <p:txBody>
          <a:bodyPr spcFirstLastPara="1" wrap="square" lIns="91425" tIns="91425" rIns="91425" bIns="91425" anchor="b" anchorCtr="0">
            <a:noAutofit/>
          </a:bodyPr>
          <a:lstStyle/>
          <a:p>
            <a:pPr lvl="0"/>
            <a:r>
              <a:rPr lang="en-US" sz="5400" dirty="0"/>
              <a:t>Contributions</a:t>
            </a:r>
            <a:endParaRPr sz="5400" dirty="0"/>
          </a:p>
        </p:txBody>
      </p:sp>
      <p:sp>
        <p:nvSpPr>
          <p:cNvPr id="433" name="Google Shape;433;p44"/>
          <p:cNvSpPr txBox="1">
            <a:spLocks noGrp="1"/>
          </p:cNvSpPr>
          <p:nvPr>
            <p:ph type="title" idx="2"/>
          </p:nvPr>
        </p:nvSpPr>
        <p:spPr>
          <a:xfrm>
            <a:off x="1393550" y="171390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07</a:t>
            </a:r>
            <a:endParaRPr dirty="0"/>
          </a:p>
        </p:txBody>
      </p:sp>
      <p:grpSp>
        <p:nvGrpSpPr>
          <p:cNvPr id="434" name="Google Shape;434;p44"/>
          <p:cNvGrpSpPr/>
          <p:nvPr/>
        </p:nvGrpSpPr>
        <p:grpSpPr>
          <a:xfrm flipH="1">
            <a:off x="576156" y="508623"/>
            <a:ext cx="8385900" cy="90900"/>
            <a:chOff x="160950" y="480600"/>
            <a:chExt cx="8385900" cy="90900"/>
          </a:xfrm>
        </p:grpSpPr>
        <p:cxnSp>
          <p:nvCxnSpPr>
            <p:cNvPr id="435" name="Google Shape;435;p44"/>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36" name="Google Shape;436;p44"/>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 name="Google Shape;437;p44"/>
          <p:cNvGrpSpPr/>
          <p:nvPr/>
        </p:nvGrpSpPr>
        <p:grpSpPr>
          <a:xfrm rot="10800000">
            <a:off x="7961770" y="1295598"/>
            <a:ext cx="90900" cy="3697200"/>
            <a:chOff x="1113520" y="156298"/>
            <a:chExt cx="90900" cy="3697200"/>
          </a:xfrm>
        </p:grpSpPr>
        <p:sp>
          <p:nvSpPr>
            <p:cNvPr id="438" name="Google Shape;438;p44"/>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9" name="Google Shape;439;p44"/>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308654903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47"/>
          <p:cNvSpPr txBox="1">
            <a:spLocks noGrp="1"/>
          </p:cNvSpPr>
          <p:nvPr>
            <p:ph type="title"/>
          </p:nvPr>
        </p:nvSpPr>
        <p:spPr>
          <a:xfrm>
            <a:off x="2352124" y="2350752"/>
            <a:ext cx="5389795" cy="967412"/>
          </a:xfrm>
          <a:prstGeom prst="rect">
            <a:avLst/>
          </a:prstGeom>
        </p:spPr>
        <p:txBody>
          <a:bodyPr spcFirstLastPara="1" wrap="square" lIns="91425" tIns="91425" rIns="91425" bIns="91425" anchor="b" anchorCtr="0">
            <a:noAutofit/>
          </a:bodyPr>
          <a:lstStyle/>
          <a:p>
            <a:pPr lvl="0"/>
            <a:r>
              <a:rPr lang="en-US" sz="6000" dirty="0" smtClean="0"/>
              <a:t>Achievements</a:t>
            </a:r>
            <a:endParaRPr sz="6000" dirty="0"/>
          </a:p>
        </p:txBody>
      </p:sp>
      <p:sp>
        <p:nvSpPr>
          <p:cNvPr id="459" name="Google Shape;459;p47"/>
          <p:cNvSpPr txBox="1">
            <a:spLocks noGrp="1"/>
          </p:cNvSpPr>
          <p:nvPr>
            <p:ph type="title" idx="2"/>
          </p:nvPr>
        </p:nvSpPr>
        <p:spPr>
          <a:xfrm>
            <a:off x="1152125" y="235075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09</a:t>
            </a:r>
            <a:endParaRPr dirty="0"/>
          </a:p>
        </p:txBody>
      </p:sp>
      <p:grpSp>
        <p:nvGrpSpPr>
          <p:cNvPr id="461" name="Google Shape;461;p47"/>
          <p:cNvGrpSpPr/>
          <p:nvPr/>
        </p:nvGrpSpPr>
        <p:grpSpPr>
          <a:xfrm flipH="1">
            <a:off x="577491" y="508623"/>
            <a:ext cx="8385900" cy="90900"/>
            <a:chOff x="160950" y="480600"/>
            <a:chExt cx="8385900" cy="90900"/>
          </a:xfrm>
        </p:grpSpPr>
        <p:cxnSp>
          <p:nvCxnSpPr>
            <p:cNvPr id="462" name="Google Shape;462;p47"/>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63" name="Google Shape;463;p47"/>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 name="Google Shape;464;p47"/>
          <p:cNvGrpSpPr/>
          <p:nvPr/>
        </p:nvGrpSpPr>
        <p:grpSpPr>
          <a:xfrm flipH="1">
            <a:off x="7988270" y="150698"/>
            <a:ext cx="90900" cy="4415700"/>
            <a:chOff x="1113520" y="-562202"/>
            <a:chExt cx="90900" cy="4415700"/>
          </a:xfrm>
        </p:grpSpPr>
        <p:sp>
          <p:nvSpPr>
            <p:cNvPr id="465" name="Google Shape;465;p47"/>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6" name="Google Shape;466;p47"/>
            <p:cNvCxnSpPr/>
            <p:nvPr/>
          </p:nvCxnSpPr>
          <p:spPr>
            <a:xfrm rot="10800000">
              <a:off x="1121185" y="-562202"/>
              <a:ext cx="0" cy="41532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283376980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390" name="Google Shape;390;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Contents of this template</a:t>
            </a:r>
            <a:endParaRPr/>
          </a:p>
        </p:txBody>
      </p:sp>
      <p:sp>
        <p:nvSpPr>
          <p:cNvPr id="391" name="Google Shape;391;p41"/>
          <p:cNvSpPr txBox="1">
            <a:spLocks noGrp="1"/>
          </p:cNvSpPr>
          <p:nvPr>
            <p:ph type="body" idx="1"/>
          </p:nvPr>
        </p:nvSpPr>
        <p:spPr>
          <a:xfrm>
            <a:off x="720000" y="1152475"/>
            <a:ext cx="7704000" cy="346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You can delete this slide when you’re done editing the presentation</a:t>
            </a:r>
            <a:endParaRPr/>
          </a:p>
        </p:txBody>
      </p:sp>
      <p:graphicFrame>
        <p:nvGraphicFramePr>
          <p:cNvPr id="392" name="Google Shape;392;p41"/>
          <p:cNvGraphicFramePr/>
          <p:nvPr/>
        </p:nvGraphicFramePr>
        <p:xfrm>
          <a:off x="907200" y="1634025"/>
          <a:ext cx="7329600" cy="2169150"/>
        </p:xfrm>
        <a:graphic>
          <a:graphicData uri="http://schemas.openxmlformats.org/drawingml/2006/table">
            <a:tbl>
              <a:tblPr>
                <a:noFill/>
                <a:tableStyleId>{1FFBF228-6F98-4F8E-B3A5-E3E8A43EDDBD}</a:tableStyleId>
              </a:tblPr>
              <a:tblGrid>
                <a:gridCol w="2316000">
                  <a:extLst>
                    <a:ext uri="{9D8B030D-6E8A-4147-A177-3AD203B41FA5}">
                      <a16:colId xmlns:a16="http://schemas.microsoft.com/office/drawing/2014/main" val="20000"/>
                    </a:ext>
                  </a:extLst>
                </a:gridCol>
                <a:gridCol w="5013600">
                  <a:extLst>
                    <a:ext uri="{9D8B030D-6E8A-4147-A177-3AD203B41FA5}">
                      <a16:colId xmlns:a16="http://schemas.microsoft.com/office/drawing/2014/main" val="20001"/>
                    </a:ext>
                  </a:extLst>
                </a:gridCol>
              </a:tblGrid>
              <a:tr h="361525">
                <a:tc>
                  <a:txBody>
                    <a:bodyPr/>
                    <a:lstStyle/>
                    <a:p>
                      <a:pPr marL="0" lvl="0" indent="0" algn="l" rtl="0">
                        <a:spcBef>
                          <a:spcPts val="0"/>
                        </a:spcBef>
                        <a:spcAft>
                          <a:spcPts val="0"/>
                        </a:spcAft>
                        <a:buNone/>
                      </a:pPr>
                      <a:r>
                        <a:rPr lang="en" sz="1000" b="1" u="sng">
                          <a:solidFill>
                            <a:schemeClr val="dk1"/>
                          </a:solidFill>
                          <a:latin typeface="Noto Serif Ethiopic"/>
                          <a:ea typeface="Noto Serif Ethiopic"/>
                          <a:cs typeface="Noto Serif Ethiopic"/>
                          <a:sym typeface="Noto Serif Ethiopic"/>
                          <a:hlinkClick r:id="rId3" action="ppaction://hlinksldjump">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Fonts</a:t>
                      </a:r>
                      <a:endParaRPr sz="1000" b="1" u="sng">
                        <a:solidFill>
                          <a:schemeClr val="dk1"/>
                        </a:solidFill>
                        <a:latin typeface="Noto Serif Ethiopic"/>
                        <a:ea typeface="Noto Serif Ethiopic"/>
                        <a:cs typeface="Noto Serif Ethiopic"/>
                        <a:sym typeface="Noto Serif Ethiopic"/>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900">
                          <a:solidFill>
                            <a:schemeClr val="dk1"/>
                          </a:solidFill>
                          <a:latin typeface="Akatab"/>
                          <a:ea typeface="Akatab"/>
                          <a:cs typeface="Akatab"/>
                          <a:sym typeface="Akatab"/>
                        </a:rPr>
                        <a:t>To view this template correctly in PowerPoint, download and install the fonts we used</a:t>
                      </a:r>
                      <a:endParaRPr sz="900">
                        <a:solidFill>
                          <a:schemeClr val="dk1"/>
                        </a:solidFill>
                        <a:latin typeface="Akatab"/>
                        <a:ea typeface="Akatab"/>
                        <a:cs typeface="Akatab"/>
                        <a:sym typeface="Akatab"/>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361525">
                <a:tc>
                  <a:txBody>
                    <a:bodyPr/>
                    <a:lstStyle/>
                    <a:p>
                      <a:pPr marL="0" lvl="0" indent="0" algn="l" rtl="0">
                        <a:spcBef>
                          <a:spcPts val="0"/>
                        </a:spcBef>
                        <a:spcAft>
                          <a:spcPts val="0"/>
                        </a:spcAft>
                        <a:buNone/>
                      </a:pPr>
                      <a:r>
                        <a:rPr lang="en" sz="1000" b="1" u="sng">
                          <a:solidFill>
                            <a:schemeClr val="dk1"/>
                          </a:solidFill>
                          <a:latin typeface="Noto Serif Ethiopic"/>
                          <a:ea typeface="Noto Serif Ethiopic"/>
                          <a:cs typeface="Noto Serif Ethiopic"/>
                          <a:sym typeface="Noto Serif Ethiopic"/>
                          <a:hlinkClick r:id="rId4" action="ppaction://hlinksldjump">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Used</a:t>
                      </a:r>
                      <a:r>
                        <a:rPr lang="en" sz="1000" b="1">
                          <a:solidFill>
                            <a:schemeClr val="dk1"/>
                          </a:solidFill>
                          <a:latin typeface="Noto Serif Ethiopic"/>
                          <a:ea typeface="Noto Serif Ethiopic"/>
                          <a:cs typeface="Noto Serif Ethiopic"/>
                          <a:sym typeface="Noto Serif Ethiopic"/>
                        </a:rPr>
                        <a:t> and </a:t>
                      </a:r>
                      <a:r>
                        <a:rPr lang="en" sz="1000" b="1" u="sng">
                          <a:solidFill>
                            <a:schemeClr val="dk1"/>
                          </a:solidFill>
                          <a:latin typeface="Noto Serif Ethiopic"/>
                          <a:ea typeface="Noto Serif Ethiopic"/>
                          <a:cs typeface="Noto Serif Ethiopic"/>
                          <a:sym typeface="Noto Serif Ethiopic"/>
                          <a:hlinkClick r:id="" action="ppaction://noaction">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alternative</a:t>
                      </a:r>
                      <a:r>
                        <a:rPr lang="en" sz="1000" b="1" u="sng">
                          <a:solidFill>
                            <a:schemeClr val="dk1"/>
                          </a:solidFill>
                          <a:latin typeface="Noto Serif Ethiopic"/>
                          <a:ea typeface="Noto Serif Ethiopic"/>
                          <a:cs typeface="Noto Serif Ethiopic"/>
                          <a:sym typeface="Noto Serif Ethiopic"/>
                          <a:hlinkClick r:id="" action="ppaction://noaction">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 resources</a:t>
                      </a:r>
                      <a:endParaRPr sz="1000" b="1" u="sng">
                        <a:solidFill>
                          <a:schemeClr val="dk1"/>
                        </a:solidFill>
                        <a:latin typeface="Noto Serif Ethiopic"/>
                        <a:ea typeface="Noto Serif Ethiopic"/>
                        <a:cs typeface="Noto Serif Ethiopic"/>
                        <a:sym typeface="Noto Serif Ethiopic"/>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1600"/>
                        </a:spcAft>
                        <a:buNone/>
                      </a:pPr>
                      <a:r>
                        <a:rPr lang="en" sz="900">
                          <a:solidFill>
                            <a:schemeClr val="dk1"/>
                          </a:solidFill>
                          <a:latin typeface="Akatab"/>
                          <a:ea typeface="Akatab"/>
                          <a:cs typeface="Akatab"/>
                          <a:sym typeface="Akatab"/>
                        </a:rPr>
                        <a:t>An assortment of graphic resources that are suitable for use in this presentation</a:t>
                      </a:r>
                      <a:endParaRPr sz="900">
                        <a:solidFill>
                          <a:schemeClr val="dk1"/>
                        </a:solidFill>
                        <a:latin typeface="Akatab"/>
                        <a:ea typeface="Akatab"/>
                        <a:cs typeface="Akatab"/>
                        <a:sym typeface="Akatab"/>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1525">
                <a:tc>
                  <a:txBody>
                    <a:bodyPr/>
                    <a:lstStyle/>
                    <a:p>
                      <a:pPr marL="0" lvl="0" indent="0" algn="l" rtl="0">
                        <a:spcBef>
                          <a:spcPts val="0"/>
                        </a:spcBef>
                        <a:spcAft>
                          <a:spcPts val="0"/>
                        </a:spcAft>
                        <a:buNone/>
                      </a:pPr>
                      <a:r>
                        <a:rPr lang="en" sz="1000" b="1" u="sng">
                          <a:solidFill>
                            <a:schemeClr val="dk1"/>
                          </a:solidFill>
                          <a:latin typeface="Noto Serif Ethiopic"/>
                          <a:ea typeface="Noto Serif Ethiopic"/>
                          <a:cs typeface="Noto Serif Ethiopic"/>
                          <a:sym typeface="Noto Serif Ethiopic"/>
                          <a:hlinkClick r:id="" action="ppaction://noaction">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Thanks slide</a:t>
                      </a:r>
                      <a:endParaRPr sz="1000" b="1" u="sng">
                        <a:solidFill>
                          <a:schemeClr val="dk1"/>
                        </a:solidFill>
                        <a:latin typeface="Noto Serif Ethiopic"/>
                        <a:ea typeface="Noto Serif Ethiopic"/>
                        <a:cs typeface="Noto Serif Ethiopic"/>
                        <a:sym typeface="Noto Serif Ethiopic"/>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900">
                          <a:solidFill>
                            <a:schemeClr val="dk1"/>
                          </a:solidFill>
                          <a:latin typeface="Akatab"/>
                          <a:ea typeface="Akatab"/>
                          <a:cs typeface="Akatab"/>
                          <a:sym typeface="Akatab"/>
                        </a:rPr>
                        <a:t>You must keep it so that proper credits for our design are given</a:t>
                      </a:r>
                      <a:endParaRPr sz="900">
                        <a:solidFill>
                          <a:schemeClr val="dk1"/>
                        </a:solidFill>
                        <a:latin typeface="Akatab"/>
                        <a:ea typeface="Akatab"/>
                        <a:cs typeface="Akatab"/>
                        <a:sym typeface="Akatab"/>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1525">
                <a:tc>
                  <a:txBody>
                    <a:bodyPr/>
                    <a:lstStyle/>
                    <a:p>
                      <a:pPr marL="0" lvl="0" indent="0" algn="l" rtl="0">
                        <a:spcBef>
                          <a:spcPts val="0"/>
                        </a:spcBef>
                        <a:spcAft>
                          <a:spcPts val="0"/>
                        </a:spcAft>
                        <a:buNone/>
                      </a:pPr>
                      <a:r>
                        <a:rPr lang="en" sz="1000" b="1" u="sng">
                          <a:solidFill>
                            <a:schemeClr val="dk1"/>
                          </a:solidFill>
                          <a:latin typeface="Noto Serif Ethiopic"/>
                          <a:ea typeface="Noto Serif Ethiopic"/>
                          <a:cs typeface="Noto Serif Ethiopic"/>
                          <a:sym typeface="Noto Serif Ethiopic"/>
                          <a:hlinkClick r:id="rId3" action="ppaction://hlinksldjump">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Colors</a:t>
                      </a:r>
                      <a:endParaRPr sz="1000" b="1" u="sng">
                        <a:solidFill>
                          <a:schemeClr val="dk1"/>
                        </a:solidFill>
                        <a:latin typeface="Noto Serif Ethiopic"/>
                        <a:ea typeface="Noto Serif Ethiopic"/>
                        <a:cs typeface="Noto Serif Ethiopic"/>
                        <a:sym typeface="Noto Serif Ethiopic"/>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900">
                          <a:solidFill>
                            <a:schemeClr val="dk1"/>
                          </a:solidFill>
                          <a:latin typeface="Akatab"/>
                          <a:ea typeface="Akatab"/>
                          <a:cs typeface="Akatab"/>
                          <a:sym typeface="Akatab"/>
                        </a:rPr>
                        <a:t>All the colors used in this presentation</a:t>
                      </a:r>
                      <a:endParaRPr sz="900">
                        <a:solidFill>
                          <a:schemeClr val="dk1"/>
                        </a:solidFill>
                        <a:latin typeface="Akatab"/>
                        <a:ea typeface="Akatab"/>
                        <a:cs typeface="Akatab"/>
                        <a:sym typeface="Akatab"/>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1525">
                <a:tc>
                  <a:txBody>
                    <a:bodyPr/>
                    <a:lstStyle/>
                    <a:p>
                      <a:pPr marL="0" lvl="0" indent="0" algn="l" rtl="0">
                        <a:spcBef>
                          <a:spcPts val="0"/>
                        </a:spcBef>
                        <a:spcAft>
                          <a:spcPts val="0"/>
                        </a:spcAft>
                        <a:buNone/>
                      </a:pPr>
                      <a:r>
                        <a:rPr lang="en" sz="1000" b="1" u="sng">
                          <a:solidFill>
                            <a:schemeClr val="dk1"/>
                          </a:solidFill>
                          <a:latin typeface="Noto Serif Ethiopic"/>
                          <a:ea typeface="Noto Serif Ethiopic"/>
                          <a:cs typeface="Noto Serif Ethiopic"/>
                          <a:sym typeface="Noto Serif Ethiopic"/>
                          <a:hlinkClick r:id="" action="ppaction://noaction">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Icons</a:t>
                      </a:r>
                      <a:r>
                        <a:rPr lang="en" sz="1000" b="1">
                          <a:solidFill>
                            <a:schemeClr val="dk1"/>
                          </a:solidFill>
                          <a:latin typeface="Noto Serif Ethiopic"/>
                          <a:ea typeface="Noto Serif Ethiopic"/>
                          <a:cs typeface="Noto Serif Ethiopic"/>
                          <a:sym typeface="Noto Serif Ethiopic"/>
                        </a:rPr>
                        <a:t> and </a:t>
                      </a:r>
                      <a:r>
                        <a:rPr lang="en" sz="1000" b="1" u="sng">
                          <a:solidFill>
                            <a:schemeClr val="dk1"/>
                          </a:solidFill>
                          <a:latin typeface="Noto Serif Ethiopic"/>
                          <a:ea typeface="Noto Serif Ethiopic"/>
                          <a:cs typeface="Noto Serif Ethiopic"/>
                          <a:sym typeface="Noto Serif Ethiopic"/>
                          <a:hlinkClick r:id="rId5" action="ppaction://hlinksldjump">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infographic resources</a:t>
                      </a:r>
                      <a:endParaRPr sz="1000" b="1" u="sng">
                        <a:solidFill>
                          <a:schemeClr val="dk1"/>
                        </a:solidFill>
                        <a:latin typeface="Noto Serif Ethiopic"/>
                        <a:ea typeface="Noto Serif Ethiopic"/>
                        <a:cs typeface="Noto Serif Ethiopic"/>
                        <a:sym typeface="Noto Serif Ethiopic"/>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900">
                          <a:solidFill>
                            <a:schemeClr val="dk1"/>
                          </a:solidFill>
                          <a:latin typeface="Akatab"/>
                          <a:ea typeface="Akatab"/>
                          <a:cs typeface="Akatab"/>
                          <a:sym typeface="Akatab"/>
                        </a:rPr>
                        <a:t>These can be used in the template, and their size and color can be edited</a:t>
                      </a:r>
                      <a:endParaRPr sz="900">
                        <a:solidFill>
                          <a:schemeClr val="dk1"/>
                        </a:solidFill>
                        <a:latin typeface="Akatab"/>
                        <a:ea typeface="Akatab"/>
                        <a:cs typeface="Akatab"/>
                        <a:sym typeface="Akatab"/>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1525">
                <a:tc>
                  <a:txBody>
                    <a:bodyPr/>
                    <a:lstStyle/>
                    <a:p>
                      <a:pPr marL="0" lvl="0" indent="0" algn="l" rtl="0">
                        <a:spcBef>
                          <a:spcPts val="0"/>
                        </a:spcBef>
                        <a:spcAft>
                          <a:spcPts val="0"/>
                        </a:spcAft>
                        <a:buNone/>
                      </a:pPr>
                      <a:r>
                        <a:rPr lang="en" sz="1000" b="1">
                          <a:solidFill>
                            <a:schemeClr val="dk1"/>
                          </a:solidFill>
                          <a:latin typeface="Noto Serif Ethiopic"/>
                          <a:ea typeface="Noto Serif Ethiopic"/>
                          <a:cs typeface="Noto Serif Ethiopic"/>
                          <a:sym typeface="Noto Serif Ethiopic"/>
                        </a:rPr>
                        <a:t>Editable presentation theme </a:t>
                      </a:r>
                      <a:endParaRPr sz="1000" b="1">
                        <a:solidFill>
                          <a:schemeClr val="dk1"/>
                        </a:solidFill>
                        <a:latin typeface="Noto Serif Ethiopic"/>
                        <a:ea typeface="Noto Serif Ethiopic"/>
                        <a:cs typeface="Noto Serif Ethiopic"/>
                        <a:sym typeface="Noto Serif Ethiopic"/>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900">
                          <a:solidFill>
                            <a:schemeClr val="dk1"/>
                          </a:solidFill>
                          <a:latin typeface="Akatab"/>
                          <a:ea typeface="Akatab"/>
                          <a:cs typeface="Akatab"/>
                          <a:sym typeface="Akatab"/>
                        </a:rPr>
                        <a:t>You can edit the master slides easily. For more info, click </a:t>
                      </a:r>
                      <a:r>
                        <a:rPr lang="en" sz="900" u="sng">
                          <a:solidFill>
                            <a:schemeClr val="dk1"/>
                          </a:solidFill>
                          <a:latin typeface="Akatab"/>
                          <a:ea typeface="Akatab"/>
                          <a:cs typeface="Akatab"/>
                          <a:sym typeface="Akatab"/>
                          <a:hlinkClick r:id="rId6">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here</a:t>
                      </a:r>
                      <a:endParaRPr sz="900">
                        <a:solidFill>
                          <a:schemeClr val="dk1"/>
                        </a:solidFill>
                        <a:latin typeface="Akatab"/>
                        <a:ea typeface="Akatab"/>
                        <a:cs typeface="Akatab"/>
                        <a:sym typeface="Akatab"/>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393" name="Google Shape;393;p41"/>
          <p:cNvSpPr txBox="1"/>
          <p:nvPr/>
        </p:nvSpPr>
        <p:spPr>
          <a:xfrm>
            <a:off x="1650144" y="4133675"/>
            <a:ext cx="1713300" cy="46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chemeClr val="dk1"/>
                </a:solidFill>
                <a:latin typeface="Akatab"/>
                <a:ea typeface="Akatab"/>
                <a:cs typeface="Akatab"/>
                <a:sym typeface="Akatab"/>
              </a:rPr>
              <a:t>For more info:</a:t>
            </a:r>
            <a:r>
              <a:rPr lang="en" sz="1000" b="1">
                <a:solidFill>
                  <a:schemeClr val="dk1"/>
                </a:solidFill>
                <a:latin typeface="Akatab"/>
                <a:ea typeface="Akatab"/>
                <a:cs typeface="Akatab"/>
                <a:sym typeface="Akatab"/>
              </a:rPr>
              <a:t/>
            </a:r>
            <a:br>
              <a:rPr lang="en" sz="1000" b="1">
                <a:solidFill>
                  <a:schemeClr val="dk1"/>
                </a:solidFill>
                <a:latin typeface="Akatab"/>
                <a:ea typeface="Akatab"/>
                <a:cs typeface="Akatab"/>
                <a:sym typeface="Akatab"/>
              </a:rPr>
            </a:br>
            <a:r>
              <a:rPr lang="en" sz="1000" b="1" u="sng">
                <a:solidFill>
                  <a:schemeClr val="dk1"/>
                </a:solidFill>
                <a:latin typeface="Akatab"/>
                <a:ea typeface="Akatab"/>
                <a:cs typeface="Akatab"/>
                <a:sym typeface="Akatab"/>
                <a:hlinkClick r:id="rId7">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SLIDESGO</a:t>
            </a:r>
            <a:r>
              <a:rPr lang="en" sz="1000" b="1">
                <a:solidFill>
                  <a:schemeClr val="dk1"/>
                </a:solidFill>
                <a:latin typeface="Akatab"/>
                <a:ea typeface="Akatab"/>
                <a:cs typeface="Akatab"/>
                <a:sym typeface="Akatab"/>
              </a:rPr>
              <a:t> | </a:t>
            </a:r>
            <a:r>
              <a:rPr lang="en" sz="1000" b="1" u="sng">
                <a:solidFill>
                  <a:schemeClr val="dk1"/>
                </a:solidFill>
                <a:latin typeface="Akatab"/>
                <a:ea typeface="Akatab"/>
                <a:cs typeface="Akatab"/>
                <a:sym typeface="Akatab"/>
                <a:hlinkClick r:id="rId8">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BLOG</a:t>
            </a:r>
            <a:r>
              <a:rPr lang="en" sz="1000" b="1">
                <a:solidFill>
                  <a:schemeClr val="dk1"/>
                </a:solidFill>
                <a:latin typeface="Akatab"/>
                <a:ea typeface="Akatab"/>
                <a:cs typeface="Akatab"/>
                <a:sym typeface="Akatab"/>
              </a:rPr>
              <a:t> | </a:t>
            </a:r>
            <a:r>
              <a:rPr lang="en" sz="1000" b="1" u="sng">
                <a:solidFill>
                  <a:schemeClr val="hlink"/>
                </a:solidFill>
                <a:latin typeface="Akatab"/>
                <a:ea typeface="Akatab"/>
                <a:cs typeface="Akatab"/>
                <a:sym typeface="Akatab"/>
                <a:hlinkClick r:id="rId9"/>
              </a:rPr>
              <a:t>FAQs</a:t>
            </a:r>
            <a:endParaRPr sz="1000" b="1" u="sng">
              <a:solidFill>
                <a:schemeClr val="dk1"/>
              </a:solidFill>
              <a:latin typeface="Akatab"/>
              <a:ea typeface="Akatab"/>
              <a:cs typeface="Akatab"/>
              <a:sym typeface="Akatab"/>
            </a:endParaRPr>
          </a:p>
        </p:txBody>
      </p:sp>
      <p:sp>
        <p:nvSpPr>
          <p:cNvPr id="394" name="Google Shape;394;p41"/>
          <p:cNvSpPr txBox="1"/>
          <p:nvPr/>
        </p:nvSpPr>
        <p:spPr>
          <a:xfrm>
            <a:off x="4245456" y="4133675"/>
            <a:ext cx="3248400" cy="46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chemeClr val="dk1"/>
                </a:solidFill>
                <a:latin typeface="Akatab"/>
                <a:ea typeface="Akatab"/>
                <a:cs typeface="Akatab"/>
                <a:sym typeface="Akatab"/>
              </a:rPr>
              <a:t>You can visit our sister projects:</a:t>
            </a:r>
            <a:br>
              <a:rPr lang="en" sz="1000">
                <a:solidFill>
                  <a:schemeClr val="dk1"/>
                </a:solidFill>
                <a:latin typeface="Akatab"/>
                <a:ea typeface="Akatab"/>
                <a:cs typeface="Akatab"/>
                <a:sym typeface="Akatab"/>
              </a:rPr>
            </a:br>
            <a:r>
              <a:rPr lang="en" sz="1000" b="1" u="sng">
                <a:solidFill>
                  <a:schemeClr val="dk1"/>
                </a:solidFill>
                <a:latin typeface="Akatab"/>
                <a:ea typeface="Akatab"/>
                <a:cs typeface="Akatab"/>
                <a:sym typeface="Akatab"/>
                <a:hlinkClick r:id="rId10">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FREEPIK</a:t>
            </a:r>
            <a:r>
              <a:rPr lang="en" sz="1000" b="1">
                <a:solidFill>
                  <a:schemeClr val="dk1"/>
                </a:solidFill>
                <a:latin typeface="Akatab"/>
                <a:ea typeface="Akatab"/>
                <a:cs typeface="Akatab"/>
                <a:sym typeface="Akatab"/>
              </a:rPr>
              <a:t> | </a:t>
            </a:r>
            <a:r>
              <a:rPr lang="en" sz="1000" b="1" u="sng">
                <a:solidFill>
                  <a:schemeClr val="dk1"/>
                </a:solidFill>
                <a:latin typeface="Akatab"/>
                <a:ea typeface="Akatab"/>
                <a:cs typeface="Akatab"/>
                <a:sym typeface="Akatab"/>
                <a:hlinkClick r:id="rId11">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FLATICON</a:t>
            </a:r>
            <a:r>
              <a:rPr lang="en" sz="1000" b="1">
                <a:solidFill>
                  <a:schemeClr val="dk1"/>
                </a:solidFill>
                <a:latin typeface="Akatab"/>
                <a:ea typeface="Akatab"/>
                <a:cs typeface="Akatab"/>
                <a:sym typeface="Akatab"/>
              </a:rPr>
              <a:t> | </a:t>
            </a:r>
            <a:r>
              <a:rPr lang="en" sz="1000" b="1" u="sng">
                <a:solidFill>
                  <a:schemeClr val="dk1"/>
                </a:solidFill>
                <a:latin typeface="Akatab"/>
                <a:ea typeface="Akatab"/>
                <a:cs typeface="Akatab"/>
                <a:sym typeface="Akatab"/>
                <a:hlinkClick r:id="rId12">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STORYSET</a:t>
            </a:r>
            <a:r>
              <a:rPr lang="en" sz="1000" b="1">
                <a:solidFill>
                  <a:schemeClr val="dk1"/>
                </a:solidFill>
                <a:latin typeface="Akatab"/>
                <a:ea typeface="Akatab"/>
                <a:cs typeface="Akatab"/>
                <a:sym typeface="Akatab"/>
              </a:rPr>
              <a:t> | </a:t>
            </a:r>
            <a:r>
              <a:rPr lang="en" sz="1000" b="1" u="sng">
                <a:solidFill>
                  <a:schemeClr val="dk1"/>
                </a:solidFill>
                <a:latin typeface="Akatab"/>
                <a:ea typeface="Akatab"/>
                <a:cs typeface="Akatab"/>
                <a:sym typeface="Akatab"/>
                <a:hlinkClick r:id="rId1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WEPIK</a:t>
            </a:r>
            <a:r>
              <a:rPr lang="en" sz="1000" b="1">
                <a:solidFill>
                  <a:schemeClr val="dk1"/>
                </a:solidFill>
                <a:latin typeface="Akatab"/>
                <a:ea typeface="Akatab"/>
                <a:cs typeface="Akatab"/>
                <a:sym typeface="Akatab"/>
              </a:rPr>
              <a:t> | </a:t>
            </a:r>
            <a:r>
              <a:rPr lang="en" sz="1000" b="1" u="sng">
                <a:solidFill>
                  <a:schemeClr val="dk1"/>
                </a:solidFill>
                <a:latin typeface="Akatab"/>
                <a:ea typeface="Akatab"/>
                <a:cs typeface="Akatab"/>
                <a:sym typeface="Akatab"/>
                <a:hlinkClick r:id="rId1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VIDEVO</a:t>
            </a:r>
            <a:endParaRPr sz="1000" b="1">
              <a:solidFill>
                <a:schemeClr val="dk1"/>
              </a:solidFill>
              <a:latin typeface="Akatab"/>
              <a:ea typeface="Akatab"/>
              <a:cs typeface="Akatab"/>
              <a:sym typeface="Akatab"/>
            </a:endParaRPr>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4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Do you need longer text?</a:t>
            </a:r>
            <a:endParaRPr/>
          </a:p>
        </p:txBody>
      </p:sp>
      <p:sp>
        <p:nvSpPr>
          <p:cNvPr id="445" name="Google Shape;445;p45"/>
          <p:cNvSpPr txBox="1">
            <a:spLocks noGrp="1"/>
          </p:cNvSpPr>
          <p:nvPr>
            <p:ph type="subTitle" idx="1"/>
          </p:nvPr>
        </p:nvSpPr>
        <p:spPr>
          <a:xfrm>
            <a:off x="1938000" y="1571850"/>
            <a:ext cx="5268000" cy="1233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one in the entire Solar System. This planet’s name has nothing to do with the liquid metal, since Mercury was named after the Roman messenger god. Despite being closer to the Sun than Venus, its temperatures aren’t as terribly hot as that planet’s. Its surface is quite similar to that of Earth’s Moon, which means there are a lot of craters and plains</a:t>
            </a:r>
            <a:endParaRPr/>
          </a:p>
        </p:txBody>
      </p:sp>
      <p:sp>
        <p:nvSpPr>
          <p:cNvPr id="446" name="Google Shape;446;p45"/>
          <p:cNvSpPr txBox="1">
            <a:spLocks noGrp="1"/>
          </p:cNvSpPr>
          <p:nvPr>
            <p:ph type="subTitle" idx="2"/>
          </p:nvPr>
        </p:nvSpPr>
        <p:spPr>
          <a:xfrm>
            <a:off x="1938000" y="3033474"/>
            <a:ext cx="5268000" cy="1233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Speaking of craters, many of them were named after artists or authors who made significant contributions to their respective fields. Mercury takes a little more than 58 days to complete its rotation, so try to imagine how long days must be there! Since the temperatures are so extreme, albeit not as extreme as on Venus, and the solar radiation is so high, Mercury has been deemed to be non-habitable for humans</a:t>
            </a:r>
            <a:endParaRPr/>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70"/>
        <p:cNvGrpSpPr/>
        <p:nvPr/>
      </p:nvGrpSpPr>
      <p:grpSpPr>
        <a:xfrm>
          <a:off x="0" y="0"/>
          <a:ext cx="0" cy="0"/>
          <a:chOff x="0" y="0"/>
          <a:chExt cx="0" cy="0"/>
        </a:xfrm>
      </p:grpSpPr>
      <p:sp>
        <p:nvSpPr>
          <p:cNvPr id="471" name="Google Shape;471;p48"/>
          <p:cNvSpPr txBox="1">
            <a:spLocks noGrp="1"/>
          </p:cNvSpPr>
          <p:nvPr>
            <p:ph type="subTitle" idx="3"/>
          </p:nvPr>
        </p:nvSpPr>
        <p:spPr>
          <a:xfrm>
            <a:off x="948188" y="2779225"/>
            <a:ext cx="3211200" cy="713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Venus has a beautiful name and is the second planet from the Sun. It’s hot and has a poisonous atmosphere</a:t>
            </a:r>
            <a:endParaRPr/>
          </a:p>
        </p:txBody>
      </p:sp>
      <p:sp>
        <p:nvSpPr>
          <p:cNvPr id="472" name="Google Shape;472;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Divide the content</a:t>
            </a:r>
            <a:endParaRPr/>
          </a:p>
        </p:txBody>
      </p:sp>
      <p:sp>
        <p:nvSpPr>
          <p:cNvPr id="473" name="Google Shape;473;p48"/>
          <p:cNvSpPr txBox="1">
            <a:spLocks noGrp="1"/>
          </p:cNvSpPr>
          <p:nvPr>
            <p:ph type="subTitle" idx="1"/>
          </p:nvPr>
        </p:nvSpPr>
        <p:spPr>
          <a:xfrm>
            <a:off x="948188" y="2303125"/>
            <a:ext cx="3211200" cy="4761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Venus</a:t>
            </a:r>
            <a:endParaRPr/>
          </a:p>
        </p:txBody>
      </p:sp>
      <p:sp>
        <p:nvSpPr>
          <p:cNvPr id="474" name="Google Shape;474;p48"/>
          <p:cNvSpPr txBox="1">
            <a:spLocks noGrp="1"/>
          </p:cNvSpPr>
          <p:nvPr>
            <p:ph type="subTitle" idx="2"/>
          </p:nvPr>
        </p:nvSpPr>
        <p:spPr>
          <a:xfrm>
            <a:off x="4984609" y="2303125"/>
            <a:ext cx="3211200" cy="47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475" name="Google Shape;475;p48"/>
          <p:cNvSpPr txBox="1">
            <a:spLocks noGrp="1"/>
          </p:cNvSpPr>
          <p:nvPr>
            <p:ph type="subTitle" idx="4"/>
          </p:nvPr>
        </p:nvSpPr>
        <p:spPr>
          <a:xfrm>
            <a:off x="4984609" y="2779225"/>
            <a:ext cx="3211200" cy="71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one in the Solar System—it’s only a bit larger than the Moon</a:t>
            </a:r>
            <a:endParaRP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79"/>
        <p:cNvGrpSpPr/>
        <p:nvPr/>
      </p:nvGrpSpPr>
      <p:grpSpPr>
        <a:xfrm>
          <a:off x="0" y="0"/>
          <a:ext cx="0" cy="0"/>
          <a:chOff x="0" y="0"/>
          <a:chExt cx="0" cy="0"/>
        </a:xfrm>
      </p:grpSpPr>
      <p:sp>
        <p:nvSpPr>
          <p:cNvPr id="480" name="Google Shape;480;p49"/>
          <p:cNvSpPr txBox="1">
            <a:spLocks noGrp="1"/>
          </p:cNvSpPr>
          <p:nvPr>
            <p:ph type="subTitle" idx="1"/>
          </p:nvPr>
        </p:nvSpPr>
        <p:spPr>
          <a:xfrm>
            <a:off x="720000" y="2515000"/>
            <a:ext cx="23364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Mars</a:t>
            </a:r>
            <a:endParaRPr/>
          </a:p>
        </p:txBody>
      </p:sp>
      <p:sp>
        <p:nvSpPr>
          <p:cNvPr id="481" name="Google Shape;481;p49"/>
          <p:cNvSpPr txBox="1">
            <a:spLocks noGrp="1"/>
          </p:cNvSpPr>
          <p:nvPr>
            <p:ph type="subTitle" idx="5"/>
          </p:nvPr>
        </p:nvSpPr>
        <p:spPr>
          <a:xfrm>
            <a:off x="3403800" y="1835500"/>
            <a:ext cx="23364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Venus</a:t>
            </a:r>
            <a:endParaRPr/>
          </a:p>
        </p:txBody>
      </p:sp>
      <p:sp>
        <p:nvSpPr>
          <p:cNvPr id="482" name="Google Shape;482;p49"/>
          <p:cNvSpPr txBox="1">
            <a:spLocks noGrp="1"/>
          </p:cNvSpPr>
          <p:nvPr>
            <p:ph type="subTitle" idx="6"/>
          </p:nvPr>
        </p:nvSpPr>
        <p:spPr>
          <a:xfrm>
            <a:off x="6087600" y="251500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483" name="Google Shape;483;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Here are three important ideas</a:t>
            </a:r>
            <a:endParaRPr/>
          </a:p>
        </p:txBody>
      </p:sp>
      <p:sp>
        <p:nvSpPr>
          <p:cNvPr id="484" name="Google Shape;484;p49"/>
          <p:cNvSpPr txBox="1">
            <a:spLocks noGrp="1"/>
          </p:cNvSpPr>
          <p:nvPr>
            <p:ph type="subTitle" idx="2"/>
          </p:nvPr>
        </p:nvSpPr>
        <p:spPr>
          <a:xfrm>
            <a:off x="720000" y="2999805"/>
            <a:ext cx="2336400" cy="6795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Despite being red, Mars is actually a cold place. It’s full of iron oxide dust</a:t>
            </a:r>
            <a:endParaRPr/>
          </a:p>
        </p:txBody>
      </p:sp>
      <p:sp>
        <p:nvSpPr>
          <p:cNvPr id="485" name="Google Shape;485;p49"/>
          <p:cNvSpPr txBox="1">
            <a:spLocks noGrp="1"/>
          </p:cNvSpPr>
          <p:nvPr>
            <p:ph type="subTitle" idx="3"/>
          </p:nvPr>
        </p:nvSpPr>
        <p:spPr>
          <a:xfrm>
            <a:off x="3403800" y="2320305"/>
            <a:ext cx="2336400" cy="67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and is the second planet from the Sun</a:t>
            </a:r>
            <a:endParaRPr/>
          </a:p>
        </p:txBody>
      </p:sp>
      <p:sp>
        <p:nvSpPr>
          <p:cNvPr id="486" name="Google Shape;486;p49"/>
          <p:cNvSpPr txBox="1">
            <a:spLocks noGrp="1"/>
          </p:cNvSpPr>
          <p:nvPr>
            <p:ph type="subTitle" idx="4"/>
          </p:nvPr>
        </p:nvSpPr>
        <p:spPr>
          <a:xfrm>
            <a:off x="6087600" y="2999805"/>
            <a:ext cx="2336400" cy="67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of them all</a:t>
            </a:r>
            <a:endParaRPr/>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90"/>
        <p:cNvGrpSpPr/>
        <p:nvPr/>
      </p:nvGrpSpPr>
      <p:grpSpPr>
        <a:xfrm>
          <a:off x="0" y="0"/>
          <a:ext cx="0" cy="0"/>
          <a:chOff x="0" y="0"/>
          <a:chExt cx="0" cy="0"/>
        </a:xfrm>
      </p:grpSpPr>
      <p:sp>
        <p:nvSpPr>
          <p:cNvPr id="491" name="Google Shape;491;p50"/>
          <p:cNvSpPr txBox="1">
            <a:spLocks noGrp="1"/>
          </p:cNvSpPr>
          <p:nvPr>
            <p:ph type="subTitle" idx="1"/>
          </p:nvPr>
        </p:nvSpPr>
        <p:spPr>
          <a:xfrm>
            <a:off x="2347929" y="1532925"/>
            <a:ext cx="1888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Saturn</a:t>
            </a:r>
            <a:endParaRPr/>
          </a:p>
        </p:txBody>
      </p:sp>
      <p:sp>
        <p:nvSpPr>
          <p:cNvPr id="492" name="Google Shape;492;p50"/>
          <p:cNvSpPr txBox="1">
            <a:spLocks noGrp="1"/>
          </p:cNvSpPr>
          <p:nvPr>
            <p:ph type="subTitle" idx="2"/>
          </p:nvPr>
        </p:nvSpPr>
        <p:spPr>
          <a:xfrm>
            <a:off x="2347912" y="2017725"/>
            <a:ext cx="18888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Saturn is a gas giant and has several rings</a:t>
            </a:r>
            <a:endParaRPr/>
          </a:p>
        </p:txBody>
      </p:sp>
      <p:sp>
        <p:nvSpPr>
          <p:cNvPr id="493" name="Google Shape;493;p50"/>
          <p:cNvSpPr txBox="1">
            <a:spLocks noGrp="1"/>
          </p:cNvSpPr>
          <p:nvPr>
            <p:ph type="subTitle" idx="3"/>
          </p:nvPr>
        </p:nvSpPr>
        <p:spPr>
          <a:xfrm>
            <a:off x="4907276" y="2017725"/>
            <a:ext cx="1888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Mars is actually a very cold place</a:t>
            </a:r>
            <a:endParaRPr/>
          </a:p>
        </p:txBody>
      </p:sp>
      <p:sp>
        <p:nvSpPr>
          <p:cNvPr id="494" name="Google Shape;494;p5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Divide the content in four ideas</a:t>
            </a:r>
            <a:endParaRPr/>
          </a:p>
        </p:txBody>
      </p:sp>
      <p:sp>
        <p:nvSpPr>
          <p:cNvPr id="495" name="Google Shape;495;p50"/>
          <p:cNvSpPr txBox="1">
            <a:spLocks noGrp="1"/>
          </p:cNvSpPr>
          <p:nvPr>
            <p:ph type="subTitle" idx="6"/>
          </p:nvPr>
        </p:nvSpPr>
        <p:spPr>
          <a:xfrm>
            <a:off x="2347929" y="2922850"/>
            <a:ext cx="1888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Jupiter</a:t>
            </a:r>
            <a:endParaRPr/>
          </a:p>
        </p:txBody>
      </p:sp>
      <p:sp>
        <p:nvSpPr>
          <p:cNvPr id="496" name="Google Shape;496;p50"/>
          <p:cNvSpPr txBox="1">
            <a:spLocks noGrp="1"/>
          </p:cNvSpPr>
          <p:nvPr>
            <p:ph type="subTitle" idx="4"/>
          </p:nvPr>
        </p:nvSpPr>
        <p:spPr>
          <a:xfrm>
            <a:off x="2347921" y="3407650"/>
            <a:ext cx="18888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Jupiter is the biggest planet of them all</a:t>
            </a:r>
            <a:endParaRPr/>
          </a:p>
        </p:txBody>
      </p:sp>
      <p:sp>
        <p:nvSpPr>
          <p:cNvPr id="497" name="Google Shape;497;p50"/>
          <p:cNvSpPr txBox="1">
            <a:spLocks noGrp="1"/>
          </p:cNvSpPr>
          <p:nvPr>
            <p:ph type="subTitle" idx="5"/>
          </p:nvPr>
        </p:nvSpPr>
        <p:spPr>
          <a:xfrm>
            <a:off x="4907284" y="3407650"/>
            <a:ext cx="1888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extremely high temperatures</a:t>
            </a:r>
            <a:endParaRPr/>
          </a:p>
        </p:txBody>
      </p:sp>
      <p:sp>
        <p:nvSpPr>
          <p:cNvPr id="498" name="Google Shape;498;p50"/>
          <p:cNvSpPr txBox="1">
            <a:spLocks noGrp="1"/>
          </p:cNvSpPr>
          <p:nvPr>
            <p:ph type="subTitle" idx="7"/>
          </p:nvPr>
        </p:nvSpPr>
        <p:spPr>
          <a:xfrm>
            <a:off x="4907291" y="1532925"/>
            <a:ext cx="18888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499" name="Google Shape;499;p50"/>
          <p:cNvSpPr txBox="1">
            <a:spLocks noGrp="1"/>
          </p:cNvSpPr>
          <p:nvPr>
            <p:ph type="subTitle" idx="8"/>
          </p:nvPr>
        </p:nvSpPr>
        <p:spPr>
          <a:xfrm>
            <a:off x="4907291" y="2922850"/>
            <a:ext cx="18888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1"/>
          <p:cNvSpPr txBox="1">
            <a:spLocks noGrp="1"/>
          </p:cNvSpPr>
          <p:nvPr>
            <p:ph type="subTitle" idx="7"/>
          </p:nvPr>
        </p:nvSpPr>
        <p:spPr>
          <a:xfrm>
            <a:off x="1434138" y="1806700"/>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Mercury</a:t>
            </a:r>
            <a:endParaRPr/>
          </a:p>
        </p:txBody>
      </p:sp>
      <p:sp>
        <p:nvSpPr>
          <p:cNvPr id="505" name="Google Shape;505;p51"/>
          <p:cNvSpPr txBox="1">
            <a:spLocks noGrp="1"/>
          </p:cNvSpPr>
          <p:nvPr>
            <p:ph type="subTitle" idx="4"/>
          </p:nvPr>
        </p:nvSpPr>
        <p:spPr>
          <a:xfrm>
            <a:off x="1438125" y="3560575"/>
            <a:ext cx="19008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Venus has extremely high temperatures</a:t>
            </a:r>
            <a:endParaRPr/>
          </a:p>
        </p:txBody>
      </p:sp>
      <p:sp>
        <p:nvSpPr>
          <p:cNvPr id="506" name="Google Shape;506;p51"/>
          <p:cNvSpPr txBox="1">
            <a:spLocks noGrp="1"/>
          </p:cNvSpPr>
          <p:nvPr>
            <p:ph type="subTitle" idx="5"/>
          </p:nvPr>
        </p:nvSpPr>
        <p:spPr>
          <a:xfrm>
            <a:off x="3621606" y="3560575"/>
            <a:ext cx="19008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Jupiter is the biggest planet of them all</a:t>
            </a:r>
            <a:endParaRPr/>
          </a:p>
        </p:txBody>
      </p:sp>
      <p:sp>
        <p:nvSpPr>
          <p:cNvPr id="507" name="Google Shape;507;p51"/>
          <p:cNvSpPr txBox="1">
            <a:spLocks noGrp="1"/>
          </p:cNvSpPr>
          <p:nvPr>
            <p:ph type="subTitle" idx="1"/>
          </p:nvPr>
        </p:nvSpPr>
        <p:spPr>
          <a:xfrm>
            <a:off x="1438125" y="2291499"/>
            <a:ext cx="19008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Mercury is the closest planet to the Sun</a:t>
            </a:r>
            <a:endParaRPr/>
          </a:p>
        </p:txBody>
      </p:sp>
      <p:sp>
        <p:nvSpPr>
          <p:cNvPr id="508" name="Google Shape;508;p51"/>
          <p:cNvSpPr txBox="1">
            <a:spLocks noGrp="1"/>
          </p:cNvSpPr>
          <p:nvPr>
            <p:ph type="subTitle" idx="13"/>
          </p:nvPr>
        </p:nvSpPr>
        <p:spPr>
          <a:xfrm>
            <a:off x="1434138" y="3075775"/>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Venus</a:t>
            </a:r>
            <a:endParaRPr/>
          </a:p>
        </p:txBody>
      </p:sp>
      <p:sp>
        <p:nvSpPr>
          <p:cNvPr id="509" name="Google Shape;509;p5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Reviewing concepts is a good idea</a:t>
            </a:r>
            <a:endParaRPr/>
          </a:p>
        </p:txBody>
      </p:sp>
      <p:sp>
        <p:nvSpPr>
          <p:cNvPr id="510" name="Google Shape;510;p51"/>
          <p:cNvSpPr txBox="1">
            <a:spLocks noGrp="1"/>
          </p:cNvSpPr>
          <p:nvPr>
            <p:ph type="subTitle" idx="8"/>
          </p:nvPr>
        </p:nvSpPr>
        <p:spPr>
          <a:xfrm>
            <a:off x="3621606" y="1806700"/>
            <a:ext cx="19008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Mars</a:t>
            </a:r>
            <a:endParaRPr/>
          </a:p>
        </p:txBody>
      </p:sp>
      <p:sp>
        <p:nvSpPr>
          <p:cNvPr id="511" name="Google Shape;511;p51"/>
          <p:cNvSpPr txBox="1">
            <a:spLocks noGrp="1"/>
          </p:cNvSpPr>
          <p:nvPr>
            <p:ph type="subTitle" idx="9"/>
          </p:nvPr>
        </p:nvSpPr>
        <p:spPr>
          <a:xfrm>
            <a:off x="5809073" y="1806700"/>
            <a:ext cx="19008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Saturn</a:t>
            </a:r>
            <a:endParaRPr/>
          </a:p>
        </p:txBody>
      </p:sp>
      <p:sp>
        <p:nvSpPr>
          <p:cNvPr id="512" name="Google Shape;512;p51"/>
          <p:cNvSpPr txBox="1">
            <a:spLocks noGrp="1"/>
          </p:cNvSpPr>
          <p:nvPr>
            <p:ph type="subTitle" idx="2"/>
          </p:nvPr>
        </p:nvSpPr>
        <p:spPr>
          <a:xfrm>
            <a:off x="3621606" y="2291499"/>
            <a:ext cx="19008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Mars is actually a very cold place</a:t>
            </a:r>
            <a:endParaRPr/>
          </a:p>
        </p:txBody>
      </p:sp>
      <p:sp>
        <p:nvSpPr>
          <p:cNvPr id="513" name="Google Shape;513;p51"/>
          <p:cNvSpPr txBox="1">
            <a:spLocks noGrp="1"/>
          </p:cNvSpPr>
          <p:nvPr>
            <p:ph type="subTitle" idx="3"/>
          </p:nvPr>
        </p:nvSpPr>
        <p:spPr>
          <a:xfrm>
            <a:off x="5805086" y="2291499"/>
            <a:ext cx="1900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with several rings</a:t>
            </a:r>
            <a:endParaRPr/>
          </a:p>
        </p:txBody>
      </p:sp>
      <p:sp>
        <p:nvSpPr>
          <p:cNvPr id="514" name="Google Shape;514;p51"/>
          <p:cNvSpPr txBox="1">
            <a:spLocks noGrp="1"/>
          </p:cNvSpPr>
          <p:nvPr>
            <p:ph type="subTitle" idx="6"/>
          </p:nvPr>
        </p:nvSpPr>
        <p:spPr>
          <a:xfrm>
            <a:off x="5805086" y="3560575"/>
            <a:ext cx="1900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a:t>
            </a:r>
            <a:endParaRPr/>
          </a:p>
        </p:txBody>
      </p:sp>
      <p:sp>
        <p:nvSpPr>
          <p:cNvPr id="515" name="Google Shape;515;p51"/>
          <p:cNvSpPr txBox="1">
            <a:spLocks noGrp="1"/>
          </p:cNvSpPr>
          <p:nvPr>
            <p:ph type="subTitle" idx="14"/>
          </p:nvPr>
        </p:nvSpPr>
        <p:spPr>
          <a:xfrm>
            <a:off x="3621606" y="3075775"/>
            <a:ext cx="19008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Jupiter</a:t>
            </a:r>
            <a:endParaRPr/>
          </a:p>
        </p:txBody>
      </p:sp>
      <p:sp>
        <p:nvSpPr>
          <p:cNvPr id="516" name="Google Shape;516;p51"/>
          <p:cNvSpPr txBox="1">
            <a:spLocks noGrp="1"/>
          </p:cNvSpPr>
          <p:nvPr>
            <p:ph type="subTitle" idx="15"/>
          </p:nvPr>
        </p:nvSpPr>
        <p:spPr>
          <a:xfrm>
            <a:off x="5809073" y="3075775"/>
            <a:ext cx="19008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Neptune</a:t>
            </a:r>
            <a:endParaRP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sp>
        <p:nvSpPr>
          <p:cNvPr id="539" name="Google Shape;539;p54"/>
          <p:cNvSpPr txBox="1">
            <a:spLocks noGrp="1"/>
          </p:cNvSpPr>
          <p:nvPr>
            <p:ph type="title"/>
          </p:nvPr>
        </p:nvSpPr>
        <p:spPr>
          <a:xfrm>
            <a:off x="1717938" y="3040950"/>
            <a:ext cx="5708100" cy="5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—Someone Famous</a:t>
            </a:r>
            <a:endParaRPr/>
          </a:p>
        </p:txBody>
      </p:sp>
      <p:sp>
        <p:nvSpPr>
          <p:cNvPr id="540" name="Google Shape;540;p54"/>
          <p:cNvSpPr txBox="1">
            <a:spLocks noGrp="1"/>
          </p:cNvSpPr>
          <p:nvPr>
            <p:ph type="subTitle" idx="1"/>
          </p:nvPr>
        </p:nvSpPr>
        <p:spPr>
          <a:xfrm>
            <a:off x="1717960" y="1570650"/>
            <a:ext cx="5708100" cy="1470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“This is a quote, words full of wisdom that someone important said and can make the reader get inspired”</a:t>
            </a:r>
            <a:endParaRPr/>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pic>
        <p:nvPicPr>
          <p:cNvPr id="545" name="Google Shape;545;p55"/>
          <p:cNvPicPr preferRelativeResize="0">
            <a:picLocks noGrp="1"/>
          </p:cNvPicPr>
          <p:nvPr>
            <p:ph type="pic" idx="2"/>
          </p:nvPr>
        </p:nvPicPr>
        <p:blipFill rotWithShape="1">
          <a:blip r:embed="rId3">
            <a:alphaModFix/>
          </a:blip>
          <a:srcRect t="7764" b="7755"/>
          <a:stretch/>
        </p:blipFill>
        <p:spPr>
          <a:xfrm>
            <a:off x="-11825" y="-11825"/>
            <a:ext cx="9155702" cy="5155199"/>
          </a:xfrm>
          <a:prstGeom prst="rect">
            <a:avLst/>
          </a:prstGeom>
        </p:spPr>
      </p:pic>
      <p:sp>
        <p:nvSpPr>
          <p:cNvPr id="546" name="Google Shape;546;p55"/>
          <p:cNvSpPr txBox="1">
            <a:spLocks noGrp="1"/>
          </p:cNvSpPr>
          <p:nvPr>
            <p:ph type="title"/>
          </p:nvPr>
        </p:nvSpPr>
        <p:spPr>
          <a:xfrm>
            <a:off x="1522200" y="3961375"/>
            <a:ext cx="60996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 picture is worth a thousand words</a:t>
            </a:r>
            <a:endParaRPr/>
          </a:p>
        </p:txBody>
      </p:sp>
      <p:grpSp>
        <p:nvGrpSpPr>
          <p:cNvPr id="547" name="Google Shape;547;p55"/>
          <p:cNvGrpSpPr/>
          <p:nvPr/>
        </p:nvGrpSpPr>
        <p:grpSpPr>
          <a:xfrm flipH="1">
            <a:off x="8812075" y="1441950"/>
            <a:ext cx="90900" cy="3705900"/>
            <a:chOff x="7952125" y="1292300"/>
            <a:chExt cx="90900" cy="3705900"/>
          </a:xfrm>
        </p:grpSpPr>
        <p:sp>
          <p:nvSpPr>
            <p:cNvPr id="548" name="Google Shape;548;p55"/>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9" name="Google Shape;549;p55"/>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60"/>
        <p:cNvGrpSpPr/>
        <p:nvPr/>
      </p:nvGrpSpPr>
      <p:grpSpPr>
        <a:xfrm>
          <a:off x="0" y="0"/>
          <a:ext cx="0" cy="0"/>
          <a:chOff x="0" y="0"/>
          <a:chExt cx="0" cy="0"/>
        </a:xfrm>
      </p:grpSpPr>
      <p:sp>
        <p:nvSpPr>
          <p:cNvPr id="561" name="Google Shape;561;p5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Marketing plan</a:t>
            </a:r>
            <a:endParaRPr/>
          </a:p>
        </p:txBody>
      </p:sp>
      <p:sp>
        <p:nvSpPr>
          <p:cNvPr id="562" name="Google Shape;562;p57"/>
          <p:cNvSpPr txBox="1">
            <a:spLocks noGrp="1"/>
          </p:cNvSpPr>
          <p:nvPr>
            <p:ph type="subTitle" idx="4294967295"/>
          </p:nvPr>
        </p:nvSpPr>
        <p:spPr>
          <a:xfrm>
            <a:off x="6087600" y="321560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Saturn</a:t>
            </a:r>
            <a:endParaRPr sz="2400">
              <a:latin typeface="Noto Serif Ethiopic"/>
              <a:ea typeface="Noto Serif Ethiopic"/>
              <a:cs typeface="Noto Serif Ethiopic"/>
              <a:sym typeface="Noto Serif Ethiopic"/>
            </a:endParaRPr>
          </a:p>
        </p:txBody>
      </p:sp>
      <p:sp>
        <p:nvSpPr>
          <p:cNvPr id="563" name="Google Shape;563;p57"/>
          <p:cNvSpPr txBox="1">
            <a:spLocks noGrp="1"/>
          </p:cNvSpPr>
          <p:nvPr>
            <p:ph type="subTitle" idx="4294967295"/>
          </p:nvPr>
        </p:nvSpPr>
        <p:spPr>
          <a:xfrm>
            <a:off x="720000" y="321560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Mercury</a:t>
            </a:r>
            <a:endParaRPr sz="2400">
              <a:latin typeface="Noto Serif Ethiopic"/>
              <a:ea typeface="Noto Serif Ethiopic"/>
              <a:cs typeface="Noto Serif Ethiopic"/>
              <a:sym typeface="Noto Serif Ethiopic"/>
            </a:endParaRPr>
          </a:p>
        </p:txBody>
      </p:sp>
      <p:sp>
        <p:nvSpPr>
          <p:cNvPr id="564" name="Google Shape;564;p57"/>
          <p:cNvSpPr txBox="1">
            <a:spLocks noGrp="1"/>
          </p:cNvSpPr>
          <p:nvPr>
            <p:ph type="subTitle" idx="4294967295"/>
          </p:nvPr>
        </p:nvSpPr>
        <p:spPr>
          <a:xfrm>
            <a:off x="720000" y="3700404"/>
            <a:ext cx="2336400" cy="67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of them all</a:t>
            </a:r>
            <a:endParaRPr/>
          </a:p>
        </p:txBody>
      </p:sp>
      <p:sp>
        <p:nvSpPr>
          <p:cNvPr id="565" name="Google Shape;565;p57"/>
          <p:cNvSpPr txBox="1">
            <a:spLocks noGrp="1"/>
          </p:cNvSpPr>
          <p:nvPr>
            <p:ph type="subTitle" idx="4294967295"/>
          </p:nvPr>
        </p:nvSpPr>
        <p:spPr>
          <a:xfrm>
            <a:off x="3403800" y="3700404"/>
            <a:ext cx="2336400" cy="67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Earth is the third planet from the Sun and the only one that harbors life in the Solar System</a:t>
            </a:r>
            <a:endParaRPr/>
          </a:p>
        </p:txBody>
      </p:sp>
      <p:sp>
        <p:nvSpPr>
          <p:cNvPr id="566" name="Google Shape;566;p57"/>
          <p:cNvSpPr txBox="1">
            <a:spLocks noGrp="1"/>
          </p:cNvSpPr>
          <p:nvPr>
            <p:ph type="subTitle" idx="4294967295"/>
          </p:nvPr>
        </p:nvSpPr>
        <p:spPr>
          <a:xfrm>
            <a:off x="6087600" y="3700404"/>
            <a:ext cx="2336400" cy="67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and has several rings. It’s composed mostly of hydrogen and helium</a:t>
            </a:r>
            <a:endParaRPr/>
          </a:p>
        </p:txBody>
      </p:sp>
      <p:sp>
        <p:nvSpPr>
          <p:cNvPr id="567" name="Google Shape;567;p57"/>
          <p:cNvSpPr txBox="1">
            <a:spLocks noGrp="1"/>
          </p:cNvSpPr>
          <p:nvPr>
            <p:ph type="subTitle" idx="4294967295"/>
          </p:nvPr>
        </p:nvSpPr>
        <p:spPr>
          <a:xfrm>
            <a:off x="3403800" y="321560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Earth</a:t>
            </a:r>
            <a:endParaRPr sz="2400">
              <a:latin typeface="Noto Serif Ethiopic"/>
              <a:ea typeface="Noto Serif Ethiopic"/>
              <a:cs typeface="Noto Serif Ethiopic"/>
              <a:sym typeface="Noto Serif Ethiopic"/>
            </a:endParaRPr>
          </a:p>
        </p:txBody>
      </p:sp>
      <p:sp>
        <p:nvSpPr>
          <p:cNvPr id="568" name="Google Shape;568;p57"/>
          <p:cNvSpPr txBox="1">
            <a:spLocks noGrp="1"/>
          </p:cNvSpPr>
          <p:nvPr>
            <p:ph type="title" idx="4294967295"/>
          </p:nvPr>
        </p:nvSpPr>
        <p:spPr>
          <a:xfrm>
            <a:off x="720000" y="2295200"/>
            <a:ext cx="1275300" cy="62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15%</a:t>
            </a:r>
            <a:endParaRPr>
              <a:solidFill>
                <a:schemeClr val="accent2"/>
              </a:solidFill>
            </a:endParaRPr>
          </a:p>
        </p:txBody>
      </p:sp>
      <p:sp>
        <p:nvSpPr>
          <p:cNvPr id="569" name="Google Shape;569;p57"/>
          <p:cNvSpPr txBox="1">
            <a:spLocks noGrp="1"/>
          </p:cNvSpPr>
          <p:nvPr>
            <p:ph type="title" idx="4294967295"/>
          </p:nvPr>
        </p:nvSpPr>
        <p:spPr>
          <a:xfrm>
            <a:off x="3403825" y="1727600"/>
            <a:ext cx="1275300" cy="62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55%</a:t>
            </a:r>
            <a:endParaRPr>
              <a:solidFill>
                <a:schemeClr val="accent2"/>
              </a:solidFill>
            </a:endParaRPr>
          </a:p>
        </p:txBody>
      </p:sp>
      <p:sp>
        <p:nvSpPr>
          <p:cNvPr id="570" name="Google Shape;570;p57"/>
          <p:cNvSpPr txBox="1">
            <a:spLocks noGrp="1"/>
          </p:cNvSpPr>
          <p:nvPr>
            <p:ph type="title" idx="4294967295"/>
          </p:nvPr>
        </p:nvSpPr>
        <p:spPr>
          <a:xfrm>
            <a:off x="6087600" y="1156700"/>
            <a:ext cx="1275300" cy="62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95%</a:t>
            </a:r>
            <a:endParaRPr>
              <a:solidFill>
                <a:schemeClr val="accent2"/>
              </a:solidFill>
            </a:endParaRPr>
          </a:p>
        </p:txBody>
      </p:sp>
      <p:sp>
        <p:nvSpPr>
          <p:cNvPr id="571" name="Google Shape;571;p57"/>
          <p:cNvSpPr/>
          <p:nvPr/>
        </p:nvSpPr>
        <p:spPr>
          <a:xfrm>
            <a:off x="719950" y="2915300"/>
            <a:ext cx="2336400" cy="300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57"/>
          <p:cNvSpPr/>
          <p:nvPr/>
        </p:nvSpPr>
        <p:spPr>
          <a:xfrm>
            <a:off x="6087650" y="1776800"/>
            <a:ext cx="2336400" cy="14388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57"/>
          <p:cNvSpPr/>
          <p:nvPr/>
        </p:nvSpPr>
        <p:spPr>
          <a:xfrm>
            <a:off x="3403800" y="2343200"/>
            <a:ext cx="2336400" cy="8724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93"/>
        <p:cNvGrpSpPr/>
        <p:nvPr/>
      </p:nvGrpSpPr>
      <p:grpSpPr>
        <a:xfrm>
          <a:off x="0" y="0"/>
          <a:ext cx="0" cy="0"/>
          <a:chOff x="0" y="0"/>
          <a:chExt cx="0" cy="0"/>
        </a:xfrm>
      </p:grpSpPr>
      <p:sp>
        <p:nvSpPr>
          <p:cNvPr id="594" name="Google Shape;594;p6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Let’s use some percentages</a:t>
            </a:r>
            <a:endParaRPr/>
          </a:p>
        </p:txBody>
      </p:sp>
      <p:sp>
        <p:nvSpPr>
          <p:cNvPr id="595" name="Google Shape;595;p60"/>
          <p:cNvSpPr txBox="1">
            <a:spLocks noGrp="1"/>
          </p:cNvSpPr>
          <p:nvPr>
            <p:ph type="subTitle" idx="6"/>
          </p:nvPr>
        </p:nvSpPr>
        <p:spPr>
          <a:xfrm>
            <a:off x="6087600" y="2482875"/>
            <a:ext cx="23364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Venus</a:t>
            </a:r>
            <a:endParaRPr/>
          </a:p>
        </p:txBody>
      </p:sp>
      <p:sp>
        <p:nvSpPr>
          <p:cNvPr id="596" name="Google Shape;596;p60"/>
          <p:cNvSpPr txBox="1">
            <a:spLocks noGrp="1"/>
          </p:cNvSpPr>
          <p:nvPr>
            <p:ph type="subTitle" idx="1"/>
          </p:nvPr>
        </p:nvSpPr>
        <p:spPr>
          <a:xfrm>
            <a:off x="720000" y="2482875"/>
            <a:ext cx="23364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Mercury</a:t>
            </a:r>
            <a:endParaRPr/>
          </a:p>
        </p:txBody>
      </p:sp>
      <p:sp>
        <p:nvSpPr>
          <p:cNvPr id="597" name="Google Shape;597;p60"/>
          <p:cNvSpPr txBox="1">
            <a:spLocks noGrp="1"/>
          </p:cNvSpPr>
          <p:nvPr>
            <p:ph type="subTitle" idx="2"/>
          </p:nvPr>
        </p:nvSpPr>
        <p:spPr>
          <a:xfrm>
            <a:off x="720000" y="2967679"/>
            <a:ext cx="2336400" cy="67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 and the smallest of them all</a:t>
            </a:r>
            <a:endParaRPr/>
          </a:p>
        </p:txBody>
      </p:sp>
      <p:sp>
        <p:nvSpPr>
          <p:cNvPr id="598" name="Google Shape;598;p60"/>
          <p:cNvSpPr txBox="1">
            <a:spLocks noGrp="1"/>
          </p:cNvSpPr>
          <p:nvPr>
            <p:ph type="subTitle" idx="3"/>
          </p:nvPr>
        </p:nvSpPr>
        <p:spPr>
          <a:xfrm>
            <a:off x="3403800" y="2967679"/>
            <a:ext cx="2336400" cy="67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a cold place. It’s full of iron oxide dust</a:t>
            </a:r>
            <a:endParaRPr/>
          </a:p>
        </p:txBody>
      </p:sp>
      <p:sp>
        <p:nvSpPr>
          <p:cNvPr id="599" name="Google Shape;599;p60"/>
          <p:cNvSpPr txBox="1">
            <a:spLocks noGrp="1"/>
          </p:cNvSpPr>
          <p:nvPr>
            <p:ph type="subTitle" idx="4"/>
          </p:nvPr>
        </p:nvSpPr>
        <p:spPr>
          <a:xfrm>
            <a:off x="6087600" y="2967679"/>
            <a:ext cx="2336400" cy="67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and is the second planet from the Sun</a:t>
            </a:r>
            <a:endParaRPr/>
          </a:p>
        </p:txBody>
      </p:sp>
      <p:sp>
        <p:nvSpPr>
          <p:cNvPr id="600" name="Google Shape;600;p60"/>
          <p:cNvSpPr txBox="1">
            <a:spLocks noGrp="1"/>
          </p:cNvSpPr>
          <p:nvPr>
            <p:ph type="subTitle" idx="5"/>
          </p:nvPr>
        </p:nvSpPr>
        <p:spPr>
          <a:xfrm>
            <a:off x="3403800" y="2482875"/>
            <a:ext cx="23364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Mars</a:t>
            </a:r>
            <a:endParaRPr/>
          </a:p>
        </p:txBody>
      </p:sp>
      <p:sp>
        <p:nvSpPr>
          <p:cNvPr id="601" name="Google Shape;601;p60"/>
          <p:cNvSpPr txBox="1">
            <a:spLocks noGrp="1"/>
          </p:cNvSpPr>
          <p:nvPr>
            <p:ph type="title" idx="7"/>
          </p:nvPr>
        </p:nvSpPr>
        <p:spPr>
          <a:xfrm>
            <a:off x="1250550" y="364717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25%</a:t>
            </a:r>
            <a:endParaRPr/>
          </a:p>
        </p:txBody>
      </p:sp>
      <p:sp>
        <p:nvSpPr>
          <p:cNvPr id="602" name="Google Shape;602;p60"/>
          <p:cNvSpPr txBox="1">
            <a:spLocks noGrp="1"/>
          </p:cNvSpPr>
          <p:nvPr>
            <p:ph type="title" idx="8"/>
          </p:nvPr>
        </p:nvSpPr>
        <p:spPr>
          <a:xfrm>
            <a:off x="3934350" y="364717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45%</a:t>
            </a:r>
            <a:endParaRPr/>
          </a:p>
        </p:txBody>
      </p:sp>
      <p:sp>
        <p:nvSpPr>
          <p:cNvPr id="603" name="Google Shape;603;p60"/>
          <p:cNvSpPr txBox="1">
            <a:spLocks noGrp="1"/>
          </p:cNvSpPr>
          <p:nvPr>
            <p:ph type="title" idx="9"/>
          </p:nvPr>
        </p:nvSpPr>
        <p:spPr>
          <a:xfrm>
            <a:off x="6618150" y="364717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30%</a:t>
            </a:r>
            <a:endParaRPr/>
          </a:p>
        </p:txBody>
      </p:sp>
      <p:sp>
        <p:nvSpPr>
          <p:cNvPr id="604" name="Google Shape;604;p60"/>
          <p:cNvSpPr/>
          <p:nvPr/>
        </p:nvSpPr>
        <p:spPr>
          <a:xfrm>
            <a:off x="937950" y="1793700"/>
            <a:ext cx="1900500" cy="369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60"/>
          <p:cNvSpPr/>
          <p:nvPr/>
        </p:nvSpPr>
        <p:spPr>
          <a:xfrm>
            <a:off x="3621750" y="1793700"/>
            <a:ext cx="1900500" cy="369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60"/>
          <p:cNvSpPr/>
          <p:nvPr/>
        </p:nvSpPr>
        <p:spPr>
          <a:xfrm>
            <a:off x="6305550" y="1793700"/>
            <a:ext cx="1900500" cy="369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60"/>
          <p:cNvSpPr/>
          <p:nvPr/>
        </p:nvSpPr>
        <p:spPr>
          <a:xfrm>
            <a:off x="937950" y="1793700"/>
            <a:ext cx="507000" cy="369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60"/>
          <p:cNvSpPr/>
          <p:nvPr/>
        </p:nvSpPr>
        <p:spPr>
          <a:xfrm>
            <a:off x="3575425" y="1793700"/>
            <a:ext cx="920700" cy="369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60"/>
          <p:cNvSpPr/>
          <p:nvPr/>
        </p:nvSpPr>
        <p:spPr>
          <a:xfrm>
            <a:off x="6305550" y="1793700"/>
            <a:ext cx="920700" cy="369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13"/>
        <p:cNvGrpSpPr/>
        <p:nvPr/>
      </p:nvGrpSpPr>
      <p:grpSpPr>
        <a:xfrm>
          <a:off x="0" y="0"/>
          <a:ext cx="0" cy="0"/>
          <a:chOff x="0" y="0"/>
          <a:chExt cx="0" cy="0"/>
        </a:xfrm>
      </p:grpSpPr>
      <p:sp>
        <p:nvSpPr>
          <p:cNvPr id="614" name="Google Shape;614;p6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Executive summary</a:t>
            </a:r>
            <a:endParaRPr/>
          </a:p>
        </p:txBody>
      </p:sp>
      <p:graphicFrame>
        <p:nvGraphicFramePr>
          <p:cNvPr id="615" name="Google Shape;615;p61"/>
          <p:cNvGraphicFramePr/>
          <p:nvPr/>
        </p:nvGraphicFramePr>
        <p:xfrm>
          <a:off x="724900" y="1361100"/>
          <a:ext cx="7704000" cy="3175275"/>
        </p:xfrm>
        <a:graphic>
          <a:graphicData uri="http://schemas.openxmlformats.org/drawingml/2006/table">
            <a:tbl>
              <a:tblPr>
                <a:noFill/>
                <a:tableStyleId>{1FFBF228-6F98-4F8E-B3A5-E3E8A43EDDBD}</a:tableStyleId>
              </a:tblPr>
              <a:tblGrid>
                <a:gridCol w="3852000">
                  <a:extLst>
                    <a:ext uri="{9D8B030D-6E8A-4147-A177-3AD203B41FA5}">
                      <a16:colId xmlns:a16="http://schemas.microsoft.com/office/drawing/2014/main" val="20000"/>
                    </a:ext>
                  </a:extLst>
                </a:gridCol>
                <a:gridCol w="3852000">
                  <a:extLst>
                    <a:ext uri="{9D8B030D-6E8A-4147-A177-3AD203B41FA5}">
                      <a16:colId xmlns:a16="http://schemas.microsoft.com/office/drawing/2014/main" val="20001"/>
                    </a:ext>
                  </a:extLst>
                </a:gridCol>
              </a:tblGrid>
              <a:tr h="581825">
                <a:tc gridSpan="2">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Venus is a hot planet</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731500">
                <a:tc gridSpan="2">
                  <a:txBody>
                    <a:bodyPr/>
                    <a:lstStyle/>
                    <a:p>
                      <a:pPr marL="0" lvl="0" indent="0" algn="l" rtl="0">
                        <a:spcBef>
                          <a:spcPts val="0"/>
                        </a:spcBef>
                        <a:spcAft>
                          <a:spcPts val="0"/>
                        </a:spcAft>
                        <a:buNone/>
                      </a:pPr>
                      <a:r>
                        <a:rPr lang="en" sz="1200">
                          <a:solidFill>
                            <a:schemeClr val="dk1"/>
                          </a:solidFill>
                          <a:latin typeface="Akatab"/>
                          <a:ea typeface="Akatab"/>
                          <a:cs typeface="Akatab"/>
                          <a:sym typeface="Akatab"/>
                        </a:rPr>
                        <a:t>Venus has a beautiful name and is the 2nd planet from the Sun. It’s terribly hot, even hotter than Mercury, and its atmosphere is extremely poisonous. It’s the second-brightest natural object in the night sky after the Moon</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1"/>
                  </a:ext>
                </a:extLst>
              </a:tr>
              <a:tr h="581825">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Mars</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Earth</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1280125">
                <a:tc>
                  <a:txBody>
                    <a:bodyPr/>
                    <a:lstStyle/>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Mars is a cold planet</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Mars is full of iron oxide dust</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Despite being red, Mars is actually a cold place</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Despite being red, Mars is very cold</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Mars was named after a god</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third planet from the Sun</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planet on which we all live</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only planet that harbors life</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3th planet from the Sun</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only planet known to harbor life</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53"/>
        <p:cNvGrpSpPr/>
        <p:nvPr/>
      </p:nvGrpSpPr>
      <p:grpSpPr>
        <a:xfrm>
          <a:off x="0" y="0"/>
          <a:ext cx="0" cy="0"/>
          <a:chOff x="0" y="0"/>
          <a:chExt cx="0" cy="0"/>
        </a:xfrm>
      </p:grpSpPr>
      <p:sp>
        <p:nvSpPr>
          <p:cNvPr id="654" name="Google Shape;654;p6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 timeline always works well</a:t>
            </a:r>
            <a:endParaRPr/>
          </a:p>
        </p:txBody>
      </p:sp>
      <p:sp>
        <p:nvSpPr>
          <p:cNvPr id="655" name="Google Shape;655;p65"/>
          <p:cNvSpPr/>
          <p:nvPr/>
        </p:nvSpPr>
        <p:spPr>
          <a:xfrm>
            <a:off x="4048091" y="1857014"/>
            <a:ext cx="1051800" cy="80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65"/>
          <p:cNvSpPr/>
          <p:nvPr/>
        </p:nvSpPr>
        <p:spPr>
          <a:xfrm>
            <a:off x="4048091" y="2616286"/>
            <a:ext cx="1051800" cy="80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65"/>
          <p:cNvSpPr/>
          <p:nvPr/>
        </p:nvSpPr>
        <p:spPr>
          <a:xfrm>
            <a:off x="4048091" y="3375559"/>
            <a:ext cx="1051800" cy="80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65"/>
          <p:cNvSpPr/>
          <p:nvPr/>
        </p:nvSpPr>
        <p:spPr>
          <a:xfrm>
            <a:off x="4048091" y="4134831"/>
            <a:ext cx="1051800" cy="80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65"/>
          <p:cNvSpPr txBox="1">
            <a:spLocks noGrp="1"/>
          </p:cNvSpPr>
          <p:nvPr>
            <p:ph type="subTitle" idx="4294967295"/>
          </p:nvPr>
        </p:nvSpPr>
        <p:spPr>
          <a:xfrm>
            <a:off x="1381300" y="1640281"/>
            <a:ext cx="1900800" cy="4236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Mercury</a:t>
            </a:r>
            <a:endParaRPr sz="2400">
              <a:latin typeface="Noto Serif Ethiopic"/>
              <a:ea typeface="Noto Serif Ethiopic"/>
              <a:cs typeface="Noto Serif Ethiopic"/>
              <a:sym typeface="Noto Serif Ethiopic"/>
            </a:endParaRPr>
          </a:p>
        </p:txBody>
      </p:sp>
      <p:sp>
        <p:nvSpPr>
          <p:cNvPr id="660" name="Google Shape;660;p65"/>
          <p:cNvSpPr txBox="1">
            <a:spLocks noGrp="1"/>
          </p:cNvSpPr>
          <p:nvPr>
            <p:ph type="subTitle" idx="4294967295"/>
          </p:nvPr>
        </p:nvSpPr>
        <p:spPr>
          <a:xfrm>
            <a:off x="1385287" y="3096451"/>
            <a:ext cx="1900800" cy="500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1200"/>
              <a:t>Venus has extremely high temperatures</a:t>
            </a:r>
            <a:endParaRPr sz="1200"/>
          </a:p>
        </p:txBody>
      </p:sp>
      <p:sp>
        <p:nvSpPr>
          <p:cNvPr id="661" name="Google Shape;661;p65"/>
          <p:cNvSpPr txBox="1">
            <a:spLocks noGrp="1"/>
          </p:cNvSpPr>
          <p:nvPr>
            <p:ph type="subTitle" idx="4294967295"/>
          </p:nvPr>
        </p:nvSpPr>
        <p:spPr>
          <a:xfrm>
            <a:off x="5861900" y="3855723"/>
            <a:ext cx="1900800" cy="500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Jupiter is the biggest planet of them all</a:t>
            </a:r>
            <a:endParaRPr sz="1200"/>
          </a:p>
        </p:txBody>
      </p:sp>
      <p:sp>
        <p:nvSpPr>
          <p:cNvPr id="662" name="Google Shape;662;p65"/>
          <p:cNvSpPr txBox="1">
            <a:spLocks noGrp="1"/>
          </p:cNvSpPr>
          <p:nvPr>
            <p:ph type="subTitle" idx="4294967295"/>
          </p:nvPr>
        </p:nvSpPr>
        <p:spPr>
          <a:xfrm>
            <a:off x="1385287" y="1987652"/>
            <a:ext cx="1900800" cy="500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1200"/>
              <a:t>Mercury is the closest planet to the Sun</a:t>
            </a:r>
            <a:endParaRPr sz="1200"/>
          </a:p>
        </p:txBody>
      </p:sp>
      <p:sp>
        <p:nvSpPr>
          <p:cNvPr id="663" name="Google Shape;663;p65"/>
          <p:cNvSpPr txBox="1">
            <a:spLocks noGrp="1"/>
          </p:cNvSpPr>
          <p:nvPr>
            <p:ph type="subTitle" idx="4294967295"/>
          </p:nvPr>
        </p:nvSpPr>
        <p:spPr>
          <a:xfrm>
            <a:off x="1381300" y="2749079"/>
            <a:ext cx="1900800" cy="4236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Venus</a:t>
            </a:r>
            <a:endParaRPr sz="2400">
              <a:latin typeface="Noto Serif Ethiopic"/>
              <a:ea typeface="Noto Serif Ethiopic"/>
              <a:cs typeface="Noto Serif Ethiopic"/>
              <a:sym typeface="Noto Serif Ethiopic"/>
            </a:endParaRPr>
          </a:p>
        </p:txBody>
      </p:sp>
      <p:sp>
        <p:nvSpPr>
          <p:cNvPr id="664" name="Google Shape;664;p65"/>
          <p:cNvSpPr txBox="1">
            <a:spLocks noGrp="1"/>
          </p:cNvSpPr>
          <p:nvPr>
            <p:ph type="subTitle" idx="4294967295"/>
          </p:nvPr>
        </p:nvSpPr>
        <p:spPr>
          <a:xfrm>
            <a:off x="5861900" y="2399553"/>
            <a:ext cx="1900800" cy="42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Mars</a:t>
            </a:r>
            <a:endParaRPr sz="2400">
              <a:latin typeface="Noto Serif Ethiopic"/>
              <a:ea typeface="Noto Serif Ethiopic"/>
              <a:cs typeface="Noto Serif Ethiopic"/>
              <a:sym typeface="Noto Serif Ethiopic"/>
            </a:endParaRPr>
          </a:p>
        </p:txBody>
      </p:sp>
      <p:sp>
        <p:nvSpPr>
          <p:cNvPr id="665" name="Google Shape;665;p65"/>
          <p:cNvSpPr txBox="1">
            <a:spLocks noGrp="1"/>
          </p:cNvSpPr>
          <p:nvPr>
            <p:ph type="subTitle" idx="4294967295"/>
          </p:nvPr>
        </p:nvSpPr>
        <p:spPr>
          <a:xfrm>
            <a:off x="5861900" y="2746924"/>
            <a:ext cx="1900800" cy="500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Mars is actually a very cold place</a:t>
            </a:r>
            <a:endParaRPr sz="1200"/>
          </a:p>
        </p:txBody>
      </p:sp>
      <p:sp>
        <p:nvSpPr>
          <p:cNvPr id="666" name="Google Shape;666;p65"/>
          <p:cNvSpPr txBox="1">
            <a:spLocks noGrp="1"/>
          </p:cNvSpPr>
          <p:nvPr>
            <p:ph type="subTitle" idx="4294967295"/>
          </p:nvPr>
        </p:nvSpPr>
        <p:spPr>
          <a:xfrm>
            <a:off x="5861900" y="3508351"/>
            <a:ext cx="1900800" cy="42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Jupiter</a:t>
            </a:r>
            <a:endParaRPr sz="2400">
              <a:latin typeface="Noto Serif Ethiopic"/>
              <a:ea typeface="Noto Serif Ethiopic"/>
              <a:cs typeface="Noto Serif Ethiopic"/>
              <a:sym typeface="Noto Serif Ethiopic"/>
            </a:endParaRPr>
          </a:p>
        </p:txBody>
      </p:sp>
      <p:cxnSp>
        <p:nvCxnSpPr>
          <p:cNvPr id="667" name="Google Shape;667;p65"/>
          <p:cNvCxnSpPr>
            <a:stCxn id="655" idx="1"/>
            <a:endCxn id="659" idx="3"/>
          </p:cNvCxnSpPr>
          <p:nvPr/>
        </p:nvCxnSpPr>
        <p:spPr>
          <a:xfrm rot="10800000">
            <a:off x="3282191" y="1852064"/>
            <a:ext cx="765900" cy="45300"/>
          </a:xfrm>
          <a:prstGeom prst="bentConnector3">
            <a:avLst>
              <a:gd name="adj1" fmla="val 50006"/>
            </a:avLst>
          </a:prstGeom>
          <a:noFill/>
          <a:ln w="9525" cap="flat" cmpd="sng">
            <a:solidFill>
              <a:schemeClr val="dk1"/>
            </a:solidFill>
            <a:prstDash val="solid"/>
            <a:round/>
            <a:headEnd type="none" w="med" len="med"/>
            <a:tailEnd type="diamond" w="med" len="med"/>
          </a:ln>
        </p:spPr>
      </p:cxnSp>
      <p:cxnSp>
        <p:nvCxnSpPr>
          <p:cNvPr id="668" name="Google Shape;668;p65"/>
          <p:cNvCxnSpPr>
            <a:stCxn id="657" idx="1"/>
            <a:endCxn id="663" idx="3"/>
          </p:cNvCxnSpPr>
          <p:nvPr/>
        </p:nvCxnSpPr>
        <p:spPr>
          <a:xfrm rot="10800000">
            <a:off x="3282191" y="2960809"/>
            <a:ext cx="765900" cy="455100"/>
          </a:xfrm>
          <a:prstGeom prst="bentConnector3">
            <a:avLst>
              <a:gd name="adj1" fmla="val 50006"/>
            </a:avLst>
          </a:prstGeom>
          <a:noFill/>
          <a:ln w="9525" cap="flat" cmpd="sng">
            <a:solidFill>
              <a:schemeClr val="dk1"/>
            </a:solidFill>
            <a:prstDash val="solid"/>
            <a:round/>
            <a:headEnd type="none" w="med" len="med"/>
            <a:tailEnd type="diamond" w="med" len="med"/>
          </a:ln>
        </p:spPr>
      </p:cxnSp>
      <p:cxnSp>
        <p:nvCxnSpPr>
          <p:cNvPr id="669" name="Google Shape;669;p65"/>
          <p:cNvCxnSpPr>
            <a:stCxn id="656" idx="3"/>
            <a:endCxn id="664" idx="1"/>
          </p:cNvCxnSpPr>
          <p:nvPr/>
        </p:nvCxnSpPr>
        <p:spPr>
          <a:xfrm rot="10800000" flipH="1">
            <a:off x="5099891" y="2611336"/>
            <a:ext cx="762000" cy="45300"/>
          </a:xfrm>
          <a:prstGeom prst="bentConnector3">
            <a:avLst>
              <a:gd name="adj1" fmla="val 50000"/>
            </a:avLst>
          </a:prstGeom>
          <a:noFill/>
          <a:ln w="9525" cap="flat" cmpd="sng">
            <a:solidFill>
              <a:schemeClr val="dk1"/>
            </a:solidFill>
            <a:prstDash val="solid"/>
            <a:round/>
            <a:headEnd type="none" w="med" len="med"/>
            <a:tailEnd type="diamond" w="med" len="med"/>
          </a:ln>
        </p:spPr>
      </p:cxnSp>
      <p:cxnSp>
        <p:nvCxnSpPr>
          <p:cNvPr id="670" name="Google Shape;670;p65"/>
          <p:cNvCxnSpPr>
            <a:stCxn id="658" idx="3"/>
            <a:endCxn id="666" idx="1"/>
          </p:cNvCxnSpPr>
          <p:nvPr/>
        </p:nvCxnSpPr>
        <p:spPr>
          <a:xfrm rot="10800000" flipH="1">
            <a:off x="5099891" y="3720081"/>
            <a:ext cx="762000" cy="455100"/>
          </a:xfrm>
          <a:prstGeom prst="bentConnector3">
            <a:avLst>
              <a:gd name="adj1" fmla="val 50000"/>
            </a:avLst>
          </a:prstGeom>
          <a:noFill/>
          <a:ln w="9525" cap="flat" cmpd="sng">
            <a:solidFill>
              <a:schemeClr val="dk1"/>
            </a:solidFill>
            <a:prstDash val="solid"/>
            <a:round/>
            <a:headEnd type="none" w="med" len="med"/>
            <a:tailEnd type="diamond" w="med" len="med"/>
          </a:ln>
        </p:spPr>
      </p:cxnSp>
      <p:sp>
        <p:nvSpPr>
          <p:cNvPr id="671" name="Google Shape;671;p65"/>
          <p:cNvSpPr txBox="1">
            <a:spLocks noGrp="1"/>
          </p:cNvSpPr>
          <p:nvPr>
            <p:ph type="title" idx="4294967295"/>
          </p:nvPr>
        </p:nvSpPr>
        <p:spPr>
          <a:xfrm>
            <a:off x="4189054" y="1241476"/>
            <a:ext cx="765900" cy="51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accent1"/>
                </a:solidFill>
              </a:rPr>
              <a:t>01</a:t>
            </a:r>
            <a:endParaRPr sz="3000">
              <a:solidFill>
                <a:schemeClr val="accent1"/>
              </a:solidFill>
            </a:endParaRPr>
          </a:p>
        </p:txBody>
      </p:sp>
      <p:sp>
        <p:nvSpPr>
          <p:cNvPr id="672" name="Google Shape;672;p65"/>
          <p:cNvSpPr txBox="1">
            <a:spLocks noGrp="1"/>
          </p:cNvSpPr>
          <p:nvPr>
            <p:ph type="title" idx="4294967295"/>
          </p:nvPr>
        </p:nvSpPr>
        <p:spPr>
          <a:xfrm>
            <a:off x="4191054" y="2011189"/>
            <a:ext cx="765900" cy="51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02</a:t>
            </a:r>
            <a:endParaRPr sz="3000"/>
          </a:p>
        </p:txBody>
      </p:sp>
      <p:sp>
        <p:nvSpPr>
          <p:cNvPr id="673" name="Google Shape;673;p65"/>
          <p:cNvSpPr txBox="1">
            <a:spLocks noGrp="1"/>
          </p:cNvSpPr>
          <p:nvPr>
            <p:ph type="title" idx="4294967295"/>
          </p:nvPr>
        </p:nvSpPr>
        <p:spPr>
          <a:xfrm>
            <a:off x="4189054" y="2780902"/>
            <a:ext cx="765900" cy="51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accent1"/>
                </a:solidFill>
              </a:rPr>
              <a:t>03</a:t>
            </a:r>
            <a:endParaRPr sz="3000">
              <a:solidFill>
                <a:schemeClr val="accent1"/>
              </a:solidFill>
            </a:endParaRPr>
          </a:p>
        </p:txBody>
      </p:sp>
      <p:sp>
        <p:nvSpPr>
          <p:cNvPr id="674" name="Google Shape;674;p65"/>
          <p:cNvSpPr txBox="1">
            <a:spLocks noGrp="1"/>
          </p:cNvSpPr>
          <p:nvPr>
            <p:ph type="title" idx="4294967295"/>
          </p:nvPr>
        </p:nvSpPr>
        <p:spPr>
          <a:xfrm>
            <a:off x="4191054" y="3550614"/>
            <a:ext cx="765900" cy="51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04</a:t>
            </a:r>
            <a:endParaRPr sz="3000"/>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04"/>
        <p:cNvGrpSpPr/>
        <p:nvPr/>
      </p:nvGrpSpPr>
      <p:grpSpPr>
        <a:xfrm>
          <a:off x="0" y="0"/>
          <a:ext cx="0" cy="0"/>
          <a:chOff x="0" y="0"/>
          <a:chExt cx="0" cy="0"/>
        </a:xfrm>
      </p:grpSpPr>
      <p:sp>
        <p:nvSpPr>
          <p:cNvPr id="805" name="Google Shape;805;p6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Infographics are visual</a:t>
            </a:r>
            <a:endParaRPr/>
          </a:p>
        </p:txBody>
      </p:sp>
      <p:sp>
        <p:nvSpPr>
          <p:cNvPr id="806" name="Google Shape;806;p67"/>
          <p:cNvSpPr txBox="1">
            <a:spLocks noGrp="1"/>
          </p:cNvSpPr>
          <p:nvPr>
            <p:ph type="subTitle" idx="4294967295"/>
          </p:nvPr>
        </p:nvSpPr>
        <p:spPr>
          <a:xfrm>
            <a:off x="2711309" y="1861519"/>
            <a:ext cx="1684200" cy="453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400">
                <a:latin typeface="Noto Serif Ethiopic"/>
                <a:ea typeface="Noto Serif Ethiopic"/>
                <a:cs typeface="Noto Serif Ethiopic"/>
                <a:sym typeface="Noto Serif Ethiopic"/>
              </a:rPr>
              <a:t>Mercury</a:t>
            </a:r>
            <a:endParaRPr sz="2400">
              <a:latin typeface="Noto Serif Ethiopic"/>
              <a:ea typeface="Noto Serif Ethiopic"/>
              <a:cs typeface="Noto Serif Ethiopic"/>
              <a:sym typeface="Noto Serif Ethiopic"/>
            </a:endParaRPr>
          </a:p>
        </p:txBody>
      </p:sp>
      <p:sp>
        <p:nvSpPr>
          <p:cNvPr id="807" name="Google Shape;807;p67"/>
          <p:cNvSpPr txBox="1">
            <a:spLocks noGrp="1"/>
          </p:cNvSpPr>
          <p:nvPr>
            <p:ph type="subTitle" idx="4294967295"/>
          </p:nvPr>
        </p:nvSpPr>
        <p:spPr>
          <a:xfrm>
            <a:off x="2711309" y="3938377"/>
            <a:ext cx="16842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t>Venus has extremely high temperatures</a:t>
            </a:r>
            <a:endParaRPr sz="1200"/>
          </a:p>
        </p:txBody>
      </p:sp>
      <p:sp>
        <p:nvSpPr>
          <p:cNvPr id="808" name="Google Shape;808;p67"/>
          <p:cNvSpPr txBox="1">
            <a:spLocks noGrp="1"/>
          </p:cNvSpPr>
          <p:nvPr>
            <p:ph type="subTitle" idx="4294967295"/>
          </p:nvPr>
        </p:nvSpPr>
        <p:spPr>
          <a:xfrm>
            <a:off x="4678269" y="2797790"/>
            <a:ext cx="16842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Jupiter is the biggest planet of them all</a:t>
            </a:r>
            <a:endParaRPr sz="1200"/>
          </a:p>
        </p:txBody>
      </p:sp>
      <p:sp>
        <p:nvSpPr>
          <p:cNvPr id="809" name="Google Shape;809;p67"/>
          <p:cNvSpPr txBox="1">
            <a:spLocks noGrp="1"/>
          </p:cNvSpPr>
          <p:nvPr>
            <p:ph type="subTitle" idx="4294967295"/>
          </p:nvPr>
        </p:nvSpPr>
        <p:spPr>
          <a:xfrm>
            <a:off x="2711309" y="2314547"/>
            <a:ext cx="16842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t>Mercury is the closest planet to the Sun</a:t>
            </a:r>
            <a:endParaRPr sz="1200"/>
          </a:p>
        </p:txBody>
      </p:sp>
      <p:sp>
        <p:nvSpPr>
          <p:cNvPr id="810" name="Google Shape;810;p67"/>
          <p:cNvSpPr txBox="1">
            <a:spLocks noGrp="1"/>
          </p:cNvSpPr>
          <p:nvPr>
            <p:ph type="subTitle" idx="4294967295"/>
          </p:nvPr>
        </p:nvSpPr>
        <p:spPr>
          <a:xfrm>
            <a:off x="2711309" y="3561548"/>
            <a:ext cx="1684200" cy="4530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400">
                <a:latin typeface="Noto Serif Ethiopic"/>
                <a:ea typeface="Noto Serif Ethiopic"/>
                <a:cs typeface="Noto Serif Ethiopic"/>
                <a:sym typeface="Noto Serif Ethiopic"/>
              </a:rPr>
              <a:t>Venus</a:t>
            </a:r>
            <a:endParaRPr sz="2400">
              <a:latin typeface="Noto Serif Ethiopic"/>
              <a:ea typeface="Noto Serif Ethiopic"/>
              <a:cs typeface="Noto Serif Ethiopic"/>
              <a:sym typeface="Noto Serif Ethiopic"/>
            </a:endParaRPr>
          </a:p>
        </p:txBody>
      </p:sp>
      <p:sp>
        <p:nvSpPr>
          <p:cNvPr id="811" name="Google Shape;811;p67"/>
          <p:cNvSpPr txBox="1">
            <a:spLocks noGrp="1"/>
          </p:cNvSpPr>
          <p:nvPr>
            <p:ph type="subTitle" idx="4294967295"/>
          </p:nvPr>
        </p:nvSpPr>
        <p:spPr>
          <a:xfrm>
            <a:off x="4676498" y="1235065"/>
            <a:ext cx="1684200" cy="453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Mars</a:t>
            </a:r>
            <a:endParaRPr sz="2400">
              <a:latin typeface="Noto Serif Ethiopic"/>
              <a:ea typeface="Noto Serif Ethiopic"/>
              <a:cs typeface="Noto Serif Ethiopic"/>
              <a:sym typeface="Noto Serif Ethiopic"/>
            </a:endParaRPr>
          </a:p>
        </p:txBody>
      </p:sp>
      <p:sp>
        <p:nvSpPr>
          <p:cNvPr id="812" name="Google Shape;812;p67"/>
          <p:cNvSpPr txBox="1">
            <a:spLocks noGrp="1"/>
          </p:cNvSpPr>
          <p:nvPr>
            <p:ph type="subTitle" idx="4294967295"/>
          </p:nvPr>
        </p:nvSpPr>
        <p:spPr>
          <a:xfrm>
            <a:off x="6703977" y="1861531"/>
            <a:ext cx="1684200" cy="453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Saturn</a:t>
            </a:r>
            <a:endParaRPr sz="2400">
              <a:latin typeface="Noto Serif Ethiopic"/>
              <a:ea typeface="Noto Serif Ethiopic"/>
              <a:cs typeface="Noto Serif Ethiopic"/>
              <a:sym typeface="Noto Serif Ethiopic"/>
            </a:endParaRPr>
          </a:p>
        </p:txBody>
      </p:sp>
      <p:sp>
        <p:nvSpPr>
          <p:cNvPr id="813" name="Google Shape;813;p67"/>
          <p:cNvSpPr txBox="1">
            <a:spLocks noGrp="1"/>
          </p:cNvSpPr>
          <p:nvPr>
            <p:ph type="subTitle" idx="4294967295"/>
          </p:nvPr>
        </p:nvSpPr>
        <p:spPr>
          <a:xfrm>
            <a:off x="4678269" y="1611881"/>
            <a:ext cx="16842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Mars is actually a very cold place</a:t>
            </a:r>
            <a:endParaRPr sz="1200"/>
          </a:p>
        </p:txBody>
      </p:sp>
      <p:sp>
        <p:nvSpPr>
          <p:cNvPr id="814" name="Google Shape;814;p67"/>
          <p:cNvSpPr txBox="1">
            <a:spLocks noGrp="1"/>
          </p:cNvSpPr>
          <p:nvPr>
            <p:ph type="subTitle" idx="4294967295"/>
          </p:nvPr>
        </p:nvSpPr>
        <p:spPr>
          <a:xfrm>
            <a:off x="6700444" y="2238359"/>
            <a:ext cx="16842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Saturn is a gas giant with several rings</a:t>
            </a:r>
            <a:endParaRPr sz="1200"/>
          </a:p>
        </p:txBody>
      </p:sp>
      <p:sp>
        <p:nvSpPr>
          <p:cNvPr id="815" name="Google Shape;815;p67"/>
          <p:cNvSpPr txBox="1">
            <a:spLocks noGrp="1"/>
          </p:cNvSpPr>
          <p:nvPr>
            <p:ph type="subTitle" idx="4294967295"/>
          </p:nvPr>
        </p:nvSpPr>
        <p:spPr>
          <a:xfrm>
            <a:off x="4676501" y="3938377"/>
            <a:ext cx="16842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Neptune is</a:t>
            </a:r>
            <a:r>
              <a:rPr lang="en"/>
              <a:t> very far from the Sun</a:t>
            </a:r>
            <a:endParaRPr sz="1200"/>
          </a:p>
        </p:txBody>
      </p:sp>
      <p:sp>
        <p:nvSpPr>
          <p:cNvPr id="816" name="Google Shape;816;p67"/>
          <p:cNvSpPr txBox="1">
            <a:spLocks noGrp="1"/>
          </p:cNvSpPr>
          <p:nvPr>
            <p:ph type="subTitle" idx="4294967295"/>
          </p:nvPr>
        </p:nvSpPr>
        <p:spPr>
          <a:xfrm>
            <a:off x="4678269" y="2420961"/>
            <a:ext cx="1684200" cy="453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Jupiter</a:t>
            </a:r>
            <a:endParaRPr sz="2400">
              <a:latin typeface="Noto Serif Ethiopic"/>
              <a:ea typeface="Noto Serif Ethiopic"/>
              <a:cs typeface="Noto Serif Ethiopic"/>
              <a:sym typeface="Noto Serif Ethiopic"/>
            </a:endParaRPr>
          </a:p>
        </p:txBody>
      </p:sp>
      <p:sp>
        <p:nvSpPr>
          <p:cNvPr id="817" name="Google Shape;817;p67"/>
          <p:cNvSpPr txBox="1">
            <a:spLocks noGrp="1"/>
          </p:cNvSpPr>
          <p:nvPr>
            <p:ph type="subTitle" idx="4294967295"/>
          </p:nvPr>
        </p:nvSpPr>
        <p:spPr>
          <a:xfrm>
            <a:off x="4680034" y="3561548"/>
            <a:ext cx="1684200" cy="453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Neptune</a:t>
            </a:r>
            <a:endParaRPr sz="2400">
              <a:latin typeface="Noto Serif Ethiopic"/>
              <a:ea typeface="Noto Serif Ethiopic"/>
              <a:cs typeface="Noto Serif Ethiopic"/>
              <a:sym typeface="Noto Serif Ethiopic"/>
            </a:endParaRPr>
          </a:p>
        </p:txBody>
      </p:sp>
      <p:cxnSp>
        <p:nvCxnSpPr>
          <p:cNvPr id="818" name="Google Shape;818;p67"/>
          <p:cNvCxnSpPr>
            <a:stCxn id="806" idx="3"/>
            <a:endCxn id="811" idx="1"/>
          </p:cNvCxnSpPr>
          <p:nvPr/>
        </p:nvCxnSpPr>
        <p:spPr>
          <a:xfrm rot="10800000" flipH="1">
            <a:off x="4395509" y="1461619"/>
            <a:ext cx="281100" cy="626400"/>
          </a:xfrm>
          <a:prstGeom prst="bentConnector3">
            <a:avLst>
              <a:gd name="adj1" fmla="val 49980"/>
            </a:avLst>
          </a:prstGeom>
          <a:noFill/>
          <a:ln w="9525" cap="flat" cmpd="sng">
            <a:solidFill>
              <a:schemeClr val="dk1"/>
            </a:solidFill>
            <a:prstDash val="solid"/>
            <a:round/>
            <a:headEnd type="none" w="med" len="med"/>
            <a:tailEnd type="diamond" w="med" len="med"/>
          </a:ln>
        </p:spPr>
      </p:cxnSp>
      <p:cxnSp>
        <p:nvCxnSpPr>
          <p:cNvPr id="819" name="Google Shape;819;p67"/>
          <p:cNvCxnSpPr>
            <a:stCxn id="820" idx="3"/>
            <a:endCxn id="806" idx="1"/>
          </p:cNvCxnSpPr>
          <p:nvPr/>
        </p:nvCxnSpPr>
        <p:spPr>
          <a:xfrm rot="10800000" flipH="1">
            <a:off x="1797424" y="2088150"/>
            <a:ext cx="913800" cy="342600"/>
          </a:xfrm>
          <a:prstGeom prst="bentConnector3">
            <a:avLst>
              <a:gd name="adj1" fmla="val 81985"/>
            </a:avLst>
          </a:prstGeom>
          <a:noFill/>
          <a:ln w="9525" cap="flat" cmpd="sng">
            <a:solidFill>
              <a:schemeClr val="dk1"/>
            </a:solidFill>
            <a:prstDash val="solid"/>
            <a:round/>
            <a:headEnd type="none" w="med" len="med"/>
            <a:tailEnd type="diamond" w="med" len="med"/>
          </a:ln>
        </p:spPr>
      </p:cxnSp>
      <p:cxnSp>
        <p:nvCxnSpPr>
          <p:cNvPr id="821" name="Google Shape;821;p67"/>
          <p:cNvCxnSpPr>
            <a:stCxn id="811" idx="3"/>
            <a:endCxn id="812" idx="1"/>
          </p:cNvCxnSpPr>
          <p:nvPr/>
        </p:nvCxnSpPr>
        <p:spPr>
          <a:xfrm>
            <a:off x="6360698" y="1461565"/>
            <a:ext cx="343200" cy="626400"/>
          </a:xfrm>
          <a:prstGeom prst="bentConnector3">
            <a:avLst>
              <a:gd name="adj1" fmla="val 50012"/>
            </a:avLst>
          </a:prstGeom>
          <a:noFill/>
          <a:ln w="9525" cap="flat" cmpd="sng">
            <a:solidFill>
              <a:schemeClr val="dk1"/>
            </a:solidFill>
            <a:prstDash val="solid"/>
            <a:round/>
            <a:headEnd type="none" w="med" len="med"/>
            <a:tailEnd type="diamond" w="med" len="med"/>
          </a:ln>
        </p:spPr>
      </p:cxnSp>
      <p:cxnSp>
        <p:nvCxnSpPr>
          <p:cNvPr id="822" name="Google Shape;822;p67"/>
          <p:cNvCxnSpPr>
            <a:stCxn id="816" idx="3"/>
            <a:endCxn id="812" idx="1"/>
          </p:cNvCxnSpPr>
          <p:nvPr/>
        </p:nvCxnSpPr>
        <p:spPr>
          <a:xfrm rot="10800000" flipH="1">
            <a:off x="6362469" y="2087961"/>
            <a:ext cx="341400" cy="559500"/>
          </a:xfrm>
          <a:prstGeom prst="bentConnector3">
            <a:avLst>
              <a:gd name="adj1" fmla="val 50016"/>
            </a:avLst>
          </a:prstGeom>
          <a:noFill/>
          <a:ln w="9525" cap="flat" cmpd="sng">
            <a:solidFill>
              <a:schemeClr val="dk1"/>
            </a:solidFill>
            <a:prstDash val="solid"/>
            <a:round/>
            <a:headEnd type="none" w="med" len="med"/>
            <a:tailEnd type="diamond" w="med" len="med"/>
          </a:ln>
        </p:spPr>
      </p:cxnSp>
      <p:cxnSp>
        <p:nvCxnSpPr>
          <p:cNvPr id="823" name="Google Shape;823;p67"/>
          <p:cNvCxnSpPr>
            <a:stCxn id="810" idx="3"/>
            <a:endCxn id="817" idx="1"/>
          </p:cNvCxnSpPr>
          <p:nvPr/>
        </p:nvCxnSpPr>
        <p:spPr>
          <a:xfrm>
            <a:off x="4395509" y="3788048"/>
            <a:ext cx="284400" cy="600"/>
          </a:xfrm>
          <a:prstGeom prst="bentConnector3">
            <a:avLst>
              <a:gd name="adj1" fmla="val 50022"/>
            </a:avLst>
          </a:prstGeom>
          <a:noFill/>
          <a:ln w="9525" cap="flat" cmpd="sng">
            <a:solidFill>
              <a:schemeClr val="dk1"/>
            </a:solidFill>
            <a:prstDash val="solid"/>
            <a:round/>
            <a:headEnd type="none" w="med" len="med"/>
            <a:tailEnd type="diamond" w="med" len="med"/>
          </a:ln>
        </p:spPr>
      </p:cxnSp>
      <p:sp>
        <p:nvSpPr>
          <p:cNvPr id="820" name="Google Shape;820;p67"/>
          <p:cNvSpPr txBox="1">
            <a:spLocks noGrp="1"/>
          </p:cNvSpPr>
          <p:nvPr>
            <p:ph type="subTitle" idx="4294967295"/>
          </p:nvPr>
        </p:nvSpPr>
        <p:spPr>
          <a:xfrm>
            <a:off x="755824" y="2218950"/>
            <a:ext cx="1041600" cy="42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Earth</a:t>
            </a:r>
            <a:endParaRPr sz="2400">
              <a:latin typeface="Noto Serif Ethiopic"/>
              <a:ea typeface="Noto Serif Ethiopic"/>
              <a:cs typeface="Noto Serif Ethiopic"/>
              <a:sym typeface="Noto Serif Ethiopic"/>
            </a:endParaRPr>
          </a:p>
        </p:txBody>
      </p:sp>
      <p:sp>
        <p:nvSpPr>
          <p:cNvPr id="824" name="Google Shape;824;p67"/>
          <p:cNvSpPr txBox="1">
            <a:spLocks noGrp="1"/>
          </p:cNvSpPr>
          <p:nvPr>
            <p:ph type="subTitle" idx="4294967295"/>
          </p:nvPr>
        </p:nvSpPr>
        <p:spPr>
          <a:xfrm>
            <a:off x="755823" y="2642525"/>
            <a:ext cx="1684200" cy="500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Earth is the planet with life</a:t>
            </a:r>
            <a:endParaRPr/>
          </a:p>
        </p:txBody>
      </p:sp>
      <p:cxnSp>
        <p:nvCxnSpPr>
          <p:cNvPr id="825" name="Google Shape;825;p67"/>
          <p:cNvCxnSpPr>
            <a:stCxn id="820" idx="3"/>
            <a:endCxn id="810" idx="1"/>
          </p:cNvCxnSpPr>
          <p:nvPr/>
        </p:nvCxnSpPr>
        <p:spPr>
          <a:xfrm>
            <a:off x="1797424" y="2430750"/>
            <a:ext cx="913800" cy="1357200"/>
          </a:xfrm>
          <a:prstGeom prst="bentConnector3">
            <a:avLst>
              <a:gd name="adj1" fmla="val 81985"/>
            </a:avLst>
          </a:prstGeom>
          <a:noFill/>
          <a:ln w="9525" cap="flat" cmpd="sng">
            <a:solidFill>
              <a:schemeClr val="dk1"/>
            </a:solidFill>
            <a:prstDash val="solid"/>
            <a:round/>
            <a:headEnd type="none" w="med" len="med"/>
            <a:tailEnd type="diamond" w="med" len="med"/>
          </a:ln>
        </p:spPr>
      </p:cxnSp>
      <p:cxnSp>
        <p:nvCxnSpPr>
          <p:cNvPr id="826" name="Google Shape;826;p67"/>
          <p:cNvCxnSpPr>
            <a:stCxn id="806" idx="3"/>
            <a:endCxn id="816" idx="1"/>
          </p:cNvCxnSpPr>
          <p:nvPr/>
        </p:nvCxnSpPr>
        <p:spPr>
          <a:xfrm>
            <a:off x="4395509" y="2088019"/>
            <a:ext cx="282900" cy="559500"/>
          </a:xfrm>
          <a:prstGeom prst="bentConnector3">
            <a:avLst>
              <a:gd name="adj1" fmla="val 49975"/>
            </a:avLst>
          </a:prstGeom>
          <a:noFill/>
          <a:ln w="9525" cap="flat" cmpd="sng">
            <a:solidFill>
              <a:schemeClr val="dk1"/>
            </a:solidFill>
            <a:prstDash val="solid"/>
            <a:round/>
            <a:headEnd type="none" w="med" len="med"/>
            <a:tailEnd type="diamond" w="med" len="med"/>
          </a:ln>
        </p:spPr>
      </p:cxnSp>
      <p:grpSp>
        <p:nvGrpSpPr>
          <p:cNvPr id="827" name="Google Shape;827;p67"/>
          <p:cNvGrpSpPr/>
          <p:nvPr/>
        </p:nvGrpSpPr>
        <p:grpSpPr>
          <a:xfrm flipH="1">
            <a:off x="8617225" y="1292300"/>
            <a:ext cx="90900" cy="3705900"/>
            <a:chOff x="7952125" y="1292300"/>
            <a:chExt cx="90900" cy="3705900"/>
          </a:xfrm>
        </p:grpSpPr>
        <p:sp>
          <p:nvSpPr>
            <p:cNvPr id="828" name="Google Shape;828;p67"/>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29" name="Google Shape;829;p67"/>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33"/>
        <p:cNvGrpSpPr/>
        <p:nvPr/>
      </p:nvGrpSpPr>
      <p:grpSpPr>
        <a:xfrm>
          <a:off x="0" y="0"/>
          <a:ext cx="0" cy="0"/>
          <a:chOff x="0" y="0"/>
          <a:chExt cx="0" cy="0"/>
        </a:xfrm>
      </p:grpSpPr>
      <p:sp>
        <p:nvSpPr>
          <p:cNvPr id="834" name="Google Shape;834;p6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Tables represent your data</a:t>
            </a:r>
            <a:endParaRPr/>
          </a:p>
        </p:txBody>
      </p:sp>
      <p:graphicFrame>
        <p:nvGraphicFramePr>
          <p:cNvPr id="835" name="Google Shape;835;p68"/>
          <p:cNvGraphicFramePr/>
          <p:nvPr/>
        </p:nvGraphicFramePr>
        <p:xfrm>
          <a:off x="952500" y="1503675"/>
          <a:ext cx="7239000" cy="2880270"/>
        </p:xfrm>
        <a:graphic>
          <a:graphicData uri="http://schemas.openxmlformats.org/drawingml/2006/table">
            <a:tbl>
              <a:tblPr>
                <a:noFill/>
                <a:tableStyleId>{1FFBF228-6F98-4F8E-B3A5-E3E8A43EDDBD}</a:tableStyleId>
              </a:tblPr>
              <a:tblGrid>
                <a:gridCol w="1447800">
                  <a:extLst>
                    <a:ext uri="{9D8B030D-6E8A-4147-A177-3AD203B41FA5}">
                      <a16:colId xmlns:a16="http://schemas.microsoft.com/office/drawing/2014/main" val="20000"/>
                    </a:ext>
                  </a:extLst>
                </a:gridCol>
                <a:gridCol w="144780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1447800">
                  <a:extLst>
                    <a:ext uri="{9D8B030D-6E8A-4147-A177-3AD203B41FA5}">
                      <a16:colId xmlns:a16="http://schemas.microsoft.com/office/drawing/2014/main" val="20003"/>
                    </a:ext>
                  </a:extLst>
                </a:gridCol>
                <a:gridCol w="1447800">
                  <a:extLst>
                    <a:ext uri="{9D8B030D-6E8A-4147-A177-3AD203B41FA5}">
                      <a16:colId xmlns:a16="http://schemas.microsoft.com/office/drawing/2014/main" val="20004"/>
                    </a:ext>
                  </a:extLst>
                </a:gridCol>
              </a:tblGrid>
              <a:tr h="381000">
                <a:tc gridSpan="5">
                  <a:txBody>
                    <a:bodyPr/>
                    <a:lstStyle/>
                    <a:p>
                      <a:pPr marL="0" lvl="0" indent="0" algn="ctr" rtl="0">
                        <a:spcBef>
                          <a:spcPts val="0"/>
                        </a:spcBef>
                        <a:spcAft>
                          <a:spcPts val="0"/>
                        </a:spcAft>
                        <a:buNone/>
                      </a:pPr>
                      <a:r>
                        <a:rPr lang="en" sz="2400">
                          <a:solidFill>
                            <a:schemeClr val="accent1"/>
                          </a:solidFill>
                          <a:latin typeface="Noto Serif Ethiopic"/>
                          <a:ea typeface="Noto Serif Ethiopic"/>
                          <a:cs typeface="Noto Serif Ethiopic"/>
                          <a:sym typeface="Noto Serif Ethiopic"/>
                        </a:rPr>
                        <a:t>Solar System </a:t>
                      </a:r>
                      <a:endParaRPr sz="24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Earth</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Mars</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Jupiter</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Saturn</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Neptune</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81000">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Earth is the only planet known to harbor life</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Despite being red, Mars is actually a cold place</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Jupiter is the biggest planet in the Solar System</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Saturn has a high number of moons, like Jupiter</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Neptune is the farthest planet from the Sun</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81000">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10003"/>
                  </a:ext>
                </a:extLst>
              </a:tr>
              <a:tr h="381000">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Mars is cold</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Mercury is small</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Jupiter is big</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Earth has life</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Saturn has rings</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81000">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150</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250</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175</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300</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420</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39"/>
        <p:cNvGrpSpPr/>
        <p:nvPr/>
      </p:nvGrpSpPr>
      <p:grpSpPr>
        <a:xfrm>
          <a:off x="0" y="0"/>
          <a:ext cx="0" cy="0"/>
          <a:chOff x="0" y="0"/>
          <a:chExt cx="0" cy="0"/>
        </a:xfrm>
      </p:grpSpPr>
      <p:pic>
        <p:nvPicPr>
          <p:cNvPr id="840" name="Google Shape;840;p69" title="Gráfico">
            <a:hlinkClick r:id="rId3"/>
          </p:cNvPr>
          <p:cNvPicPr preferRelativeResize="0"/>
          <p:nvPr/>
        </p:nvPicPr>
        <p:blipFill>
          <a:blip r:embed="rId4">
            <a:alphaModFix/>
          </a:blip>
          <a:stretch>
            <a:fillRect/>
          </a:stretch>
        </p:blipFill>
        <p:spPr>
          <a:xfrm>
            <a:off x="3367150" y="1170125"/>
            <a:ext cx="4813551" cy="2756478"/>
          </a:xfrm>
          <a:prstGeom prst="rect">
            <a:avLst/>
          </a:prstGeom>
          <a:noFill/>
          <a:ln>
            <a:noFill/>
          </a:ln>
        </p:spPr>
      </p:pic>
      <p:sp>
        <p:nvSpPr>
          <p:cNvPr id="841" name="Google Shape;841;p6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You can use this graph</a:t>
            </a:r>
            <a:endParaRPr/>
          </a:p>
        </p:txBody>
      </p:sp>
      <p:sp>
        <p:nvSpPr>
          <p:cNvPr id="842" name="Google Shape;842;p69"/>
          <p:cNvSpPr txBox="1"/>
          <p:nvPr/>
        </p:nvSpPr>
        <p:spPr>
          <a:xfrm>
            <a:off x="981900" y="4079000"/>
            <a:ext cx="7180200" cy="30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chemeClr val="dk1"/>
                </a:solidFill>
                <a:latin typeface="Akatab"/>
                <a:ea typeface="Akatab"/>
                <a:cs typeface="Akatab"/>
                <a:sym typeface="Akatab"/>
              </a:rPr>
              <a:t>Follow the link in the graph to modify its data and then paste the new one here. </a:t>
            </a:r>
            <a:r>
              <a:rPr lang="en" sz="1000" b="1" u="sng">
                <a:solidFill>
                  <a:schemeClr val="dk1"/>
                </a:solidFill>
                <a:latin typeface="Akatab"/>
                <a:ea typeface="Akatab"/>
                <a:cs typeface="Akatab"/>
                <a:sym typeface="Akatab"/>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For more info, click here</a:t>
            </a:r>
            <a:endParaRPr sz="1000" b="1" u="sng">
              <a:solidFill>
                <a:schemeClr val="dk1"/>
              </a:solidFill>
              <a:latin typeface="Akatab"/>
              <a:ea typeface="Akatab"/>
              <a:cs typeface="Akatab"/>
              <a:sym typeface="Akatab"/>
            </a:endParaRPr>
          </a:p>
        </p:txBody>
      </p:sp>
      <p:sp>
        <p:nvSpPr>
          <p:cNvPr id="843" name="Google Shape;843;p69"/>
          <p:cNvSpPr txBox="1">
            <a:spLocks noGrp="1"/>
          </p:cNvSpPr>
          <p:nvPr>
            <p:ph type="subTitle" idx="4294967295"/>
          </p:nvPr>
        </p:nvSpPr>
        <p:spPr>
          <a:xfrm>
            <a:off x="1313950" y="1710000"/>
            <a:ext cx="1900800" cy="36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Jupiter is a gas giant</a:t>
            </a:r>
            <a:endParaRPr/>
          </a:p>
        </p:txBody>
      </p:sp>
      <p:sp>
        <p:nvSpPr>
          <p:cNvPr id="844" name="Google Shape;844;p69"/>
          <p:cNvSpPr txBox="1">
            <a:spLocks noGrp="1"/>
          </p:cNvSpPr>
          <p:nvPr>
            <p:ph type="subTitle" idx="4294967295"/>
          </p:nvPr>
        </p:nvSpPr>
        <p:spPr>
          <a:xfrm>
            <a:off x="1313955" y="3147600"/>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Mars</a:t>
            </a:r>
            <a:endParaRPr sz="2400">
              <a:latin typeface="Noto Serif Ethiopic"/>
              <a:ea typeface="Noto Serif Ethiopic"/>
              <a:cs typeface="Noto Serif Ethiopic"/>
              <a:sym typeface="Noto Serif Ethiopic"/>
            </a:endParaRPr>
          </a:p>
        </p:txBody>
      </p:sp>
      <p:sp>
        <p:nvSpPr>
          <p:cNvPr id="845" name="Google Shape;845;p69"/>
          <p:cNvSpPr txBox="1">
            <a:spLocks noGrp="1"/>
          </p:cNvSpPr>
          <p:nvPr>
            <p:ph type="subTitle" idx="4294967295"/>
          </p:nvPr>
        </p:nvSpPr>
        <p:spPr>
          <a:xfrm>
            <a:off x="1313950" y="3556200"/>
            <a:ext cx="1900800" cy="3621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a:t>Mars is a cold planet</a:t>
            </a:r>
            <a:endParaRPr/>
          </a:p>
        </p:txBody>
      </p:sp>
      <p:sp>
        <p:nvSpPr>
          <p:cNvPr id="846" name="Google Shape;846;p69"/>
          <p:cNvSpPr txBox="1">
            <a:spLocks noGrp="1"/>
          </p:cNvSpPr>
          <p:nvPr>
            <p:ph type="subTitle" idx="4294967295"/>
          </p:nvPr>
        </p:nvSpPr>
        <p:spPr>
          <a:xfrm>
            <a:off x="1313955" y="1301400"/>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Jupiter</a:t>
            </a:r>
            <a:endParaRPr sz="2400">
              <a:latin typeface="Noto Serif Ethiopic"/>
              <a:ea typeface="Noto Serif Ethiopic"/>
              <a:cs typeface="Noto Serif Ethiopic"/>
              <a:sym typeface="Noto Serif Ethiopic"/>
            </a:endParaRPr>
          </a:p>
        </p:txBody>
      </p:sp>
      <p:sp>
        <p:nvSpPr>
          <p:cNvPr id="847" name="Google Shape;847;p69"/>
          <p:cNvSpPr txBox="1">
            <a:spLocks noGrp="1"/>
          </p:cNvSpPr>
          <p:nvPr>
            <p:ph type="subTitle" idx="4294967295"/>
          </p:nvPr>
        </p:nvSpPr>
        <p:spPr>
          <a:xfrm>
            <a:off x="1313955" y="2224500"/>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Earth</a:t>
            </a:r>
            <a:endParaRPr sz="2400">
              <a:latin typeface="Noto Serif Ethiopic"/>
              <a:ea typeface="Noto Serif Ethiopic"/>
              <a:cs typeface="Noto Serif Ethiopic"/>
              <a:sym typeface="Noto Serif Ethiopic"/>
            </a:endParaRPr>
          </a:p>
        </p:txBody>
      </p:sp>
      <p:sp>
        <p:nvSpPr>
          <p:cNvPr id="848" name="Google Shape;848;p69"/>
          <p:cNvSpPr txBox="1">
            <a:spLocks noGrp="1"/>
          </p:cNvSpPr>
          <p:nvPr>
            <p:ph type="subTitle" idx="4294967295"/>
          </p:nvPr>
        </p:nvSpPr>
        <p:spPr>
          <a:xfrm>
            <a:off x="1313950" y="2633100"/>
            <a:ext cx="1900800" cy="36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We all live on the Earth</a:t>
            </a:r>
            <a:endParaRPr/>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sp>
        <p:nvSpPr>
          <p:cNvPr id="853" name="Google Shape;853;p7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Five important ideas</a:t>
            </a:r>
            <a:endParaRPr/>
          </a:p>
        </p:txBody>
      </p:sp>
      <p:sp>
        <p:nvSpPr>
          <p:cNvPr id="854" name="Google Shape;854;p70"/>
          <p:cNvSpPr txBox="1">
            <a:spLocks noGrp="1"/>
          </p:cNvSpPr>
          <p:nvPr>
            <p:ph type="subTitle" idx="6"/>
          </p:nvPr>
        </p:nvSpPr>
        <p:spPr>
          <a:xfrm>
            <a:off x="929642" y="1744525"/>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Mars</a:t>
            </a:r>
            <a:endParaRPr/>
          </a:p>
        </p:txBody>
      </p:sp>
      <p:sp>
        <p:nvSpPr>
          <p:cNvPr id="855" name="Google Shape;855;p70"/>
          <p:cNvSpPr txBox="1">
            <a:spLocks noGrp="1"/>
          </p:cNvSpPr>
          <p:nvPr>
            <p:ph type="subTitle" idx="4"/>
          </p:nvPr>
        </p:nvSpPr>
        <p:spPr>
          <a:xfrm>
            <a:off x="2203823" y="3346000"/>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a:t>
            </a:r>
            <a:endParaRPr/>
          </a:p>
        </p:txBody>
      </p:sp>
      <p:sp>
        <p:nvSpPr>
          <p:cNvPr id="856" name="Google Shape;856;p70"/>
          <p:cNvSpPr txBox="1">
            <a:spLocks noGrp="1"/>
          </p:cNvSpPr>
          <p:nvPr>
            <p:ph type="subTitle" idx="5"/>
          </p:nvPr>
        </p:nvSpPr>
        <p:spPr>
          <a:xfrm>
            <a:off x="4738304" y="3346000"/>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Saturn is composed of hydrogen and helium</a:t>
            </a:r>
            <a:endParaRPr/>
          </a:p>
        </p:txBody>
      </p:sp>
      <p:sp>
        <p:nvSpPr>
          <p:cNvPr id="857" name="Google Shape;857;p70"/>
          <p:cNvSpPr txBox="1">
            <a:spLocks noGrp="1"/>
          </p:cNvSpPr>
          <p:nvPr>
            <p:ph type="subTitle" idx="7"/>
          </p:nvPr>
        </p:nvSpPr>
        <p:spPr>
          <a:xfrm>
            <a:off x="3468750" y="1744525"/>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Neptune</a:t>
            </a:r>
            <a:endParaRPr/>
          </a:p>
        </p:txBody>
      </p:sp>
      <p:sp>
        <p:nvSpPr>
          <p:cNvPr id="858" name="Google Shape;858;p70"/>
          <p:cNvSpPr txBox="1">
            <a:spLocks noGrp="1"/>
          </p:cNvSpPr>
          <p:nvPr>
            <p:ph type="subTitle" idx="1"/>
          </p:nvPr>
        </p:nvSpPr>
        <p:spPr>
          <a:xfrm>
            <a:off x="934269" y="2229323"/>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very cold</a:t>
            </a:r>
            <a:endParaRPr/>
          </a:p>
        </p:txBody>
      </p:sp>
      <p:sp>
        <p:nvSpPr>
          <p:cNvPr id="859" name="Google Shape;859;p70"/>
          <p:cNvSpPr txBox="1">
            <a:spLocks noGrp="1"/>
          </p:cNvSpPr>
          <p:nvPr>
            <p:ph type="subTitle" idx="2"/>
          </p:nvPr>
        </p:nvSpPr>
        <p:spPr>
          <a:xfrm>
            <a:off x="3468750" y="2229323"/>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Neptune is the eighth planet from the Sun</a:t>
            </a:r>
            <a:endParaRPr/>
          </a:p>
        </p:txBody>
      </p:sp>
      <p:sp>
        <p:nvSpPr>
          <p:cNvPr id="860" name="Google Shape;860;p70"/>
          <p:cNvSpPr txBox="1">
            <a:spLocks noGrp="1"/>
          </p:cNvSpPr>
          <p:nvPr>
            <p:ph type="subTitle" idx="3"/>
          </p:nvPr>
        </p:nvSpPr>
        <p:spPr>
          <a:xfrm>
            <a:off x="6003231" y="2229323"/>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Jupiter is the biggest planet of them all</a:t>
            </a:r>
            <a:endParaRPr/>
          </a:p>
        </p:txBody>
      </p:sp>
      <p:sp>
        <p:nvSpPr>
          <p:cNvPr id="861" name="Google Shape;861;p70"/>
          <p:cNvSpPr txBox="1">
            <a:spLocks noGrp="1"/>
          </p:cNvSpPr>
          <p:nvPr>
            <p:ph type="subTitle" idx="8"/>
          </p:nvPr>
        </p:nvSpPr>
        <p:spPr>
          <a:xfrm>
            <a:off x="6007858" y="1744525"/>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Jupiter</a:t>
            </a:r>
            <a:endParaRPr/>
          </a:p>
        </p:txBody>
      </p:sp>
      <p:sp>
        <p:nvSpPr>
          <p:cNvPr id="862" name="Google Shape;862;p70"/>
          <p:cNvSpPr txBox="1">
            <a:spLocks noGrp="1"/>
          </p:cNvSpPr>
          <p:nvPr>
            <p:ph type="subTitle" idx="9"/>
          </p:nvPr>
        </p:nvSpPr>
        <p:spPr>
          <a:xfrm>
            <a:off x="2199196" y="2861200"/>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Mercury</a:t>
            </a:r>
            <a:endParaRPr/>
          </a:p>
        </p:txBody>
      </p:sp>
      <p:sp>
        <p:nvSpPr>
          <p:cNvPr id="863" name="Google Shape;863;p70"/>
          <p:cNvSpPr txBox="1">
            <a:spLocks noGrp="1"/>
          </p:cNvSpPr>
          <p:nvPr>
            <p:ph type="subTitle" idx="13"/>
          </p:nvPr>
        </p:nvSpPr>
        <p:spPr>
          <a:xfrm>
            <a:off x="4738304" y="2861200"/>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Saturn</a:t>
            </a:r>
            <a:endParaRPr/>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67"/>
        <p:cNvGrpSpPr/>
        <p:nvPr/>
      </p:nvGrpSpPr>
      <p:grpSpPr>
        <a:xfrm>
          <a:off x="0" y="0"/>
          <a:ext cx="0" cy="0"/>
          <a:chOff x="0" y="0"/>
          <a:chExt cx="0" cy="0"/>
        </a:xfrm>
      </p:grpSpPr>
      <p:sp>
        <p:nvSpPr>
          <p:cNvPr id="868" name="Google Shape;868;p7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Key milestones</a:t>
            </a:r>
            <a:endParaRPr/>
          </a:p>
        </p:txBody>
      </p:sp>
      <p:sp>
        <p:nvSpPr>
          <p:cNvPr id="869" name="Google Shape;869;p71"/>
          <p:cNvSpPr/>
          <p:nvPr/>
        </p:nvSpPr>
        <p:spPr>
          <a:xfrm>
            <a:off x="813688"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71"/>
          <p:cNvSpPr/>
          <p:nvPr/>
        </p:nvSpPr>
        <p:spPr>
          <a:xfrm>
            <a:off x="2066453"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71"/>
          <p:cNvSpPr/>
          <p:nvPr/>
        </p:nvSpPr>
        <p:spPr>
          <a:xfrm>
            <a:off x="3319218"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71"/>
          <p:cNvSpPr/>
          <p:nvPr/>
        </p:nvSpPr>
        <p:spPr>
          <a:xfrm>
            <a:off x="4571983"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71"/>
          <p:cNvSpPr/>
          <p:nvPr/>
        </p:nvSpPr>
        <p:spPr>
          <a:xfrm>
            <a:off x="5824748"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71"/>
          <p:cNvSpPr/>
          <p:nvPr/>
        </p:nvSpPr>
        <p:spPr>
          <a:xfrm>
            <a:off x="7077513"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75" name="Google Shape;875;p71"/>
          <p:cNvCxnSpPr>
            <a:stCxn id="869" idx="3"/>
            <a:endCxn id="870" idx="1"/>
          </p:cNvCxnSpPr>
          <p:nvPr/>
        </p:nvCxnSpPr>
        <p:spPr>
          <a:xfrm>
            <a:off x="929188"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76" name="Google Shape;876;p71"/>
          <p:cNvCxnSpPr>
            <a:stCxn id="870" idx="3"/>
            <a:endCxn id="871" idx="1"/>
          </p:cNvCxnSpPr>
          <p:nvPr/>
        </p:nvCxnSpPr>
        <p:spPr>
          <a:xfrm>
            <a:off x="2181953"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77" name="Google Shape;877;p71"/>
          <p:cNvCxnSpPr>
            <a:stCxn id="871" idx="3"/>
            <a:endCxn id="872" idx="1"/>
          </p:cNvCxnSpPr>
          <p:nvPr/>
        </p:nvCxnSpPr>
        <p:spPr>
          <a:xfrm>
            <a:off x="3434718"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78" name="Google Shape;878;p71"/>
          <p:cNvCxnSpPr>
            <a:stCxn id="872" idx="3"/>
            <a:endCxn id="873" idx="1"/>
          </p:cNvCxnSpPr>
          <p:nvPr/>
        </p:nvCxnSpPr>
        <p:spPr>
          <a:xfrm>
            <a:off x="4687483"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79" name="Google Shape;879;p71"/>
          <p:cNvCxnSpPr>
            <a:stCxn id="873" idx="3"/>
            <a:endCxn id="874" idx="1"/>
          </p:cNvCxnSpPr>
          <p:nvPr/>
        </p:nvCxnSpPr>
        <p:spPr>
          <a:xfrm>
            <a:off x="5940247"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80" name="Google Shape;880;p71"/>
          <p:cNvCxnSpPr>
            <a:stCxn id="874" idx="3"/>
          </p:cNvCxnSpPr>
          <p:nvPr/>
        </p:nvCxnSpPr>
        <p:spPr>
          <a:xfrm>
            <a:off x="7193013" y="2069575"/>
            <a:ext cx="1137300" cy="600"/>
          </a:xfrm>
          <a:prstGeom prst="bentConnector3">
            <a:avLst>
              <a:gd name="adj1" fmla="val 50000"/>
            </a:avLst>
          </a:prstGeom>
          <a:noFill/>
          <a:ln w="9525" cap="flat" cmpd="sng">
            <a:solidFill>
              <a:schemeClr val="dk1"/>
            </a:solidFill>
            <a:prstDash val="solid"/>
            <a:round/>
            <a:headEnd type="none" w="med" len="med"/>
            <a:tailEnd type="diamond" w="med" len="med"/>
          </a:ln>
        </p:spPr>
      </p:cxnSp>
      <p:sp>
        <p:nvSpPr>
          <p:cNvPr id="881" name="Google Shape;881;p71"/>
          <p:cNvSpPr txBox="1">
            <a:spLocks noGrp="1"/>
          </p:cNvSpPr>
          <p:nvPr>
            <p:ph type="subTitle" idx="4294967295"/>
          </p:nvPr>
        </p:nvSpPr>
        <p:spPr>
          <a:xfrm>
            <a:off x="5940238" y="266795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Neptune</a:t>
            </a:r>
            <a:endParaRPr sz="2400">
              <a:latin typeface="Noto Serif Ethiopic"/>
              <a:ea typeface="Noto Serif Ethiopic"/>
              <a:cs typeface="Noto Serif Ethiopic"/>
              <a:sym typeface="Noto Serif Ethiopic"/>
            </a:endParaRPr>
          </a:p>
        </p:txBody>
      </p:sp>
      <p:sp>
        <p:nvSpPr>
          <p:cNvPr id="882" name="Google Shape;882;p71"/>
          <p:cNvSpPr txBox="1">
            <a:spLocks noGrp="1"/>
          </p:cNvSpPr>
          <p:nvPr>
            <p:ph type="subTitle" idx="4294967295"/>
          </p:nvPr>
        </p:nvSpPr>
        <p:spPr>
          <a:xfrm>
            <a:off x="956300" y="266795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Mars</a:t>
            </a:r>
            <a:endParaRPr sz="2400">
              <a:latin typeface="Noto Serif Ethiopic"/>
              <a:ea typeface="Noto Serif Ethiopic"/>
              <a:cs typeface="Noto Serif Ethiopic"/>
              <a:sym typeface="Noto Serif Ethiopic"/>
            </a:endParaRPr>
          </a:p>
        </p:txBody>
      </p:sp>
      <p:sp>
        <p:nvSpPr>
          <p:cNvPr id="883" name="Google Shape;883;p71"/>
          <p:cNvSpPr txBox="1">
            <a:spLocks noGrp="1"/>
          </p:cNvSpPr>
          <p:nvPr>
            <p:ph type="subTitle" idx="4294967295"/>
          </p:nvPr>
        </p:nvSpPr>
        <p:spPr>
          <a:xfrm>
            <a:off x="956300" y="3152749"/>
            <a:ext cx="2336400" cy="86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cold place. It’s full of iron oxide dust, which gives the planet its reddish cast</a:t>
            </a:r>
            <a:endParaRPr/>
          </a:p>
        </p:txBody>
      </p:sp>
      <p:sp>
        <p:nvSpPr>
          <p:cNvPr id="884" name="Google Shape;884;p71"/>
          <p:cNvSpPr txBox="1">
            <a:spLocks noGrp="1"/>
          </p:cNvSpPr>
          <p:nvPr>
            <p:ph type="subTitle" idx="4294967295"/>
          </p:nvPr>
        </p:nvSpPr>
        <p:spPr>
          <a:xfrm>
            <a:off x="3434713" y="3152749"/>
            <a:ext cx="2336400" cy="86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 It’s terribly hot, even hotter than Mercury</a:t>
            </a:r>
            <a:endParaRPr/>
          </a:p>
        </p:txBody>
      </p:sp>
      <p:sp>
        <p:nvSpPr>
          <p:cNvPr id="885" name="Google Shape;885;p71"/>
          <p:cNvSpPr txBox="1">
            <a:spLocks noGrp="1"/>
          </p:cNvSpPr>
          <p:nvPr>
            <p:ph type="subTitle" idx="4294967295"/>
          </p:nvPr>
        </p:nvSpPr>
        <p:spPr>
          <a:xfrm>
            <a:off x="5940238" y="3152749"/>
            <a:ext cx="2336400" cy="86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 It’s also the fourth-largest planet by diameter in the Solar System </a:t>
            </a:r>
            <a:endParaRPr/>
          </a:p>
        </p:txBody>
      </p:sp>
      <p:sp>
        <p:nvSpPr>
          <p:cNvPr id="886" name="Google Shape;886;p71"/>
          <p:cNvSpPr txBox="1">
            <a:spLocks noGrp="1"/>
          </p:cNvSpPr>
          <p:nvPr>
            <p:ph type="subTitle" idx="4294967295"/>
          </p:nvPr>
        </p:nvSpPr>
        <p:spPr>
          <a:xfrm>
            <a:off x="3434713" y="266795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Venus</a:t>
            </a:r>
            <a:endParaRPr sz="2400">
              <a:latin typeface="Noto Serif Ethiopic"/>
              <a:ea typeface="Noto Serif Ethiopic"/>
              <a:cs typeface="Noto Serif Ethiopic"/>
              <a:sym typeface="Noto Serif Ethiopic"/>
            </a:endParaRPr>
          </a:p>
        </p:txBody>
      </p:sp>
      <p:sp>
        <p:nvSpPr>
          <p:cNvPr id="887" name="Google Shape;887;p71"/>
          <p:cNvSpPr txBox="1">
            <a:spLocks noGrp="1"/>
          </p:cNvSpPr>
          <p:nvPr>
            <p:ph type="subTitle" idx="4294967295"/>
          </p:nvPr>
        </p:nvSpPr>
        <p:spPr>
          <a:xfrm>
            <a:off x="929188"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Jan</a:t>
            </a:r>
            <a:endParaRPr sz="2400">
              <a:latin typeface="Noto Serif Ethiopic"/>
              <a:ea typeface="Noto Serif Ethiopic"/>
              <a:cs typeface="Noto Serif Ethiopic"/>
              <a:sym typeface="Noto Serif Ethiopic"/>
            </a:endParaRPr>
          </a:p>
        </p:txBody>
      </p:sp>
      <p:sp>
        <p:nvSpPr>
          <p:cNvPr id="888" name="Google Shape;888;p71"/>
          <p:cNvSpPr txBox="1">
            <a:spLocks noGrp="1"/>
          </p:cNvSpPr>
          <p:nvPr>
            <p:ph type="subTitle" idx="4294967295"/>
          </p:nvPr>
        </p:nvSpPr>
        <p:spPr>
          <a:xfrm>
            <a:off x="2181963"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Feb</a:t>
            </a:r>
            <a:endParaRPr sz="2400">
              <a:latin typeface="Noto Serif Ethiopic"/>
              <a:ea typeface="Noto Serif Ethiopic"/>
              <a:cs typeface="Noto Serif Ethiopic"/>
              <a:sym typeface="Noto Serif Ethiopic"/>
            </a:endParaRPr>
          </a:p>
        </p:txBody>
      </p:sp>
      <p:sp>
        <p:nvSpPr>
          <p:cNvPr id="889" name="Google Shape;889;p71"/>
          <p:cNvSpPr txBox="1">
            <a:spLocks noGrp="1"/>
          </p:cNvSpPr>
          <p:nvPr>
            <p:ph type="subTitle" idx="4294967295"/>
          </p:nvPr>
        </p:nvSpPr>
        <p:spPr>
          <a:xfrm>
            <a:off x="3434738"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Mar</a:t>
            </a:r>
            <a:endParaRPr sz="2400">
              <a:latin typeface="Noto Serif Ethiopic"/>
              <a:ea typeface="Noto Serif Ethiopic"/>
              <a:cs typeface="Noto Serif Ethiopic"/>
              <a:sym typeface="Noto Serif Ethiopic"/>
            </a:endParaRPr>
          </a:p>
        </p:txBody>
      </p:sp>
      <p:sp>
        <p:nvSpPr>
          <p:cNvPr id="890" name="Google Shape;890;p71"/>
          <p:cNvSpPr txBox="1">
            <a:spLocks noGrp="1"/>
          </p:cNvSpPr>
          <p:nvPr>
            <p:ph type="subTitle" idx="4294967295"/>
          </p:nvPr>
        </p:nvSpPr>
        <p:spPr>
          <a:xfrm>
            <a:off x="4687488"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Apr</a:t>
            </a:r>
            <a:endParaRPr sz="2400">
              <a:latin typeface="Noto Serif Ethiopic"/>
              <a:ea typeface="Noto Serif Ethiopic"/>
              <a:cs typeface="Noto Serif Ethiopic"/>
              <a:sym typeface="Noto Serif Ethiopic"/>
            </a:endParaRPr>
          </a:p>
        </p:txBody>
      </p:sp>
      <p:sp>
        <p:nvSpPr>
          <p:cNvPr id="891" name="Google Shape;891;p71"/>
          <p:cNvSpPr txBox="1">
            <a:spLocks noGrp="1"/>
          </p:cNvSpPr>
          <p:nvPr>
            <p:ph type="subTitle" idx="4294967295"/>
          </p:nvPr>
        </p:nvSpPr>
        <p:spPr>
          <a:xfrm>
            <a:off x="5940250"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May</a:t>
            </a:r>
            <a:endParaRPr sz="2400">
              <a:latin typeface="Noto Serif Ethiopic"/>
              <a:ea typeface="Noto Serif Ethiopic"/>
              <a:cs typeface="Noto Serif Ethiopic"/>
              <a:sym typeface="Noto Serif Ethiopic"/>
            </a:endParaRPr>
          </a:p>
        </p:txBody>
      </p:sp>
      <p:sp>
        <p:nvSpPr>
          <p:cNvPr id="892" name="Google Shape;892;p71"/>
          <p:cNvSpPr txBox="1">
            <a:spLocks noGrp="1"/>
          </p:cNvSpPr>
          <p:nvPr>
            <p:ph type="subTitle" idx="4294967295"/>
          </p:nvPr>
        </p:nvSpPr>
        <p:spPr>
          <a:xfrm>
            <a:off x="7193025"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Jun</a:t>
            </a:r>
            <a:endParaRPr sz="2400">
              <a:latin typeface="Noto Serif Ethiopic"/>
              <a:ea typeface="Noto Serif Ethiopic"/>
              <a:cs typeface="Noto Serif Ethiopic"/>
              <a:sym typeface="Noto Serif Ethiopic"/>
            </a:endParaRPr>
          </a:p>
        </p:txBody>
      </p:sp>
      <p:cxnSp>
        <p:nvCxnSpPr>
          <p:cNvPr id="893" name="Google Shape;893;p71"/>
          <p:cNvCxnSpPr>
            <a:stCxn id="869" idx="2"/>
          </p:cNvCxnSpPr>
          <p:nvPr/>
        </p:nvCxnSpPr>
        <p:spPr>
          <a:xfrm rot="-5400000" flipH="1">
            <a:off x="-150212" y="3247225"/>
            <a:ext cx="2043900" cy="600"/>
          </a:xfrm>
          <a:prstGeom prst="bentConnector3">
            <a:avLst>
              <a:gd name="adj1" fmla="val 50000"/>
            </a:avLst>
          </a:prstGeom>
          <a:noFill/>
          <a:ln w="9525" cap="flat" cmpd="sng">
            <a:solidFill>
              <a:schemeClr val="dk1"/>
            </a:solidFill>
            <a:prstDash val="solid"/>
            <a:round/>
            <a:headEnd type="none" w="med" len="med"/>
            <a:tailEnd type="diamond" w="med" len="med"/>
          </a:ln>
        </p:spPr>
      </p:cxnSp>
      <p:cxnSp>
        <p:nvCxnSpPr>
          <p:cNvPr id="894" name="Google Shape;894;p71"/>
          <p:cNvCxnSpPr>
            <a:stCxn id="871" idx="2"/>
          </p:cNvCxnSpPr>
          <p:nvPr/>
        </p:nvCxnSpPr>
        <p:spPr>
          <a:xfrm rot="-5400000" flipH="1">
            <a:off x="2355318" y="3247225"/>
            <a:ext cx="2043900" cy="600"/>
          </a:xfrm>
          <a:prstGeom prst="bentConnector3">
            <a:avLst>
              <a:gd name="adj1" fmla="val 50000"/>
            </a:avLst>
          </a:prstGeom>
          <a:noFill/>
          <a:ln w="9525" cap="flat" cmpd="sng">
            <a:solidFill>
              <a:schemeClr val="dk1"/>
            </a:solidFill>
            <a:prstDash val="solid"/>
            <a:round/>
            <a:headEnd type="none" w="med" len="med"/>
            <a:tailEnd type="diamond" w="med" len="med"/>
          </a:ln>
        </p:spPr>
      </p:cxnSp>
      <p:cxnSp>
        <p:nvCxnSpPr>
          <p:cNvPr id="895" name="Google Shape;895;p71"/>
          <p:cNvCxnSpPr>
            <a:stCxn id="873" idx="2"/>
          </p:cNvCxnSpPr>
          <p:nvPr/>
        </p:nvCxnSpPr>
        <p:spPr>
          <a:xfrm rot="-5400000" flipH="1">
            <a:off x="4860848" y="3247225"/>
            <a:ext cx="2043900" cy="600"/>
          </a:xfrm>
          <a:prstGeom prst="bentConnector3">
            <a:avLst>
              <a:gd name="adj1" fmla="val 50000"/>
            </a:avLst>
          </a:prstGeom>
          <a:noFill/>
          <a:ln w="9525" cap="flat" cmpd="sng">
            <a:solidFill>
              <a:schemeClr val="dk1"/>
            </a:solidFill>
            <a:prstDash val="solid"/>
            <a:round/>
            <a:headEnd type="none" w="med" len="med"/>
            <a:tailEnd type="diamond" w="med" len="med"/>
          </a:ln>
        </p:spPr>
      </p:cxn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99"/>
        <p:cNvGrpSpPr/>
        <p:nvPr/>
      </p:nvGrpSpPr>
      <p:grpSpPr>
        <a:xfrm>
          <a:off x="0" y="0"/>
          <a:ext cx="0" cy="0"/>
          <a:chOff x="0" y="0"/>
          <a:chExt cx="0" cy="0"/>
        </a:xfrm>
      </p:grpSpPr>
      <p:sp>
        <p:nvSpPr>
          <p:cNvPr id="900" name="Google Shape;900;p7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Three marketing plans</a:t>
            </a:r>
            <a:endParaRPr/>
          </a:p>
        </p:txBody>
      </p:sp>
      <p:sp>
        <p:nvSpPr>
          <p:cNvPr id="901" name="Google Shape;901;p72"/>
          <p:cNvSpPr txBox="1">
            <a:spLocks noGrp="1"/>
          </p:cNvSpPr>
          <p:nvPr>
            <p:ph type="subTitle" idx="1"/>
          </p:nvPr>
        </p:nvSpPr>
        <p:spPr>
          <a:xfrm>
            <a:off x="3037207" y="1417350"/>
            <a:ext cx="30696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Neptune</a:t>
            </a:r>
            <a:endParaRPr/>
          </a:p>
        </p:txBody>
      </p:sp>
      <p:sp>
        <p:nvSpPr>
          <p:cNvPr id="902" name="Google Shape;902;p72"/>
          <p:cNvSpPr txBox="1">
            <a:spLocks noGrp="1"/>
          </p:cNvSpPr>
          <p:nvPr>
            <p:ph type="subTitle" idx="2"/>
          </p:nvPr>
        </p:nvSpPr>
        <p:spPr>
          <a:xfrm>
            <a:off x="3037207" y="1902150"/>
            <a:ext cx="3069600" cy="72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 It’s also the fourth-largest planet by diameter in the Solar System </a:t>
            </a:r>
            <a:endParaRPr/>
          </a:p>
        </p:txBody>
      </p:sp>
      <p:sp>
        <p:nvSpPr>
          <p:cNvPr id="903" name="Google Shape;903;p72"/>
          <p:cNvSpPr txBox="1">
            <a:spLocks noGrp="1"/>
          </p:cNvSpPr>
          <p:nvPr>
            <p:ph type="subTitle" idx="3"/>
          </p:nvPr>
        </p:nvSpPr>
        <p:spPr>
          <a:xfrm>
            <a:off x="1176669" y="3296076"/>
            <a:ext cx="3069600" cy="72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Jupiter is a gas giant and the biggest planet in the Solar System. It’s the fourth-brightest object in the night sky</a:t>
            </a:r>
            <a:endParaRPr/>
          </a:p>
        </p:txBody>
      </p:sp>
      <p:sp>
        <p:nvSpPr>
          <p:cNvPr id="904" name="Google Shape;904;p72"/>
          <p:cNvSpPr txBox="1">
            <a:spLocks noGrp="1"/>
          </p:cNvSpPr>
          <p:nvPr>
            <p:ph type="subTitle" idx="4"/>
          </p:nvPr>
        </p:nvSpPr>
        <p:spPr>
          <a:xfrm>
            <a:off x="4897741" y="3296075"/>
            <a:ext cx="3069600" cy="72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cold place. It’s full of iron oxide dust, which gives the planet its reddish cast</a:t>
            </a:r>
            <a:endParaRPr/>
          </a:p>
        </p:txBody>
      </p:sp>
      <p:sp>
        <p:nvSpPr>
          <p:cNvPr id="905" name="Google Shape;905;p72"/>
          <p:cNvSpPr txBox="1">
            <a:spLocks noGrp="1"/>
          </p:cNvSpPr>
          <p:nvPr>
            <p:ph type="subTitle" idx="5"/>
          </p:nvPr>
        </p:nvSpPr>
        <p:spPr>
          <a:xfrm>
            <a:off x="1176659" y="2811275"/>
            <a:ext cx="30696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Jupiter</a:t>
            </a:r>
            <a:endParaRPr/>
          </a:p>
        </p:txBody>
      </p:sp>
      <p:sp>
        <p:nvSpPr>
          <p:cNvPr id="906" name="Google Shape;906;p72"/>
          <p:cNvSpPr txBox="1">
            <a:spLocks noGrp="1"/>
          </p:cNvSpPr>
          <p:nvPr>
            <p:ph type="subTitle" idx="6"/>
          </p:nvPr>
        </p:nvSpPr>
        <p:spPr>
          <a:xfrm>
            <a:off x="4897731" y="2811275"/>
            <a:ext cx="30696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910"/>
        <p:cNvGrpSpPr/>
        <p:nvPr/>
      </p:nvGrpSpPr>
      <p:grpSpPr>
        <a:xfrm>
          <a:off x="0" y="0"/>
          <a:ext cx="0" cy="0"/>
          <a:chOff x="0" y="0"/>
          <a:chExt cx="0" cy="0"/>
        </a:xfrm>
      </p:grpSpPr>
      <p:sp>
        <p:nvSpPr>
          <p:cNvPr id="911" name="Google Shape;911;p7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team</a:t>
            </a:r>
            <a:endParaRPr/>
          </a:p>
        </p:txBody>
      </p:sp>
      <p:sp>
        <p:nvSpPr>
          <p:cNvPr id="912" name="Google Shape;912;p73"/>
          <p:cNvSpPr txBox="1">
            <a:spLocks noGrp="1"/>
          </p:cNvSpPr>
          <p:nvPr>
            <p:ph type="subTitle" idx="1"/>
          </p:nvPr>
        </p:nvSpPr>
        <p:spPr>
          <a:xfrm>
            <a:off x="4572000" y="1598050"/>
            <a:ext cx="2505600" cy="494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Timmy Jimmy</a:t>
            </a:r>
            <a:endParaRPr/>
          </a:p>
        </p:txBody>
      </p:sp>
      <p:sp>
        <p:nvSpPr>
          <p:cNvPr id="913" name="Google Shape;913;p73"/>
          <p:cNvSpPr txBox="1">
            <a:spLocks noGrp="1"/>
          </p:cNvSpPr>
          <p:nvPr>
            <p:ph type="subTitle" idx="2"/>
          </p:nvPr>
        </p:nvSpPr>
        <p:spPr>
          <a:xfrm>
            <a:off x="2066400" y="2938825"/>
            <a:ext cx="2505600" cy="4941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Sofia Hill</a:t>
            </a:r>
            <a:endParaRPr/>
          </a:p>
        </p:txBody>
      </p:sp>
      <p:sp>
        <p:nvSpPr>
          <p:cNvPr id="914" name="Google Shape;914;p73"/>
          <p:cNvSpPr txBox="1">
            <a:spLocks noGrp="1"/>
          </p:cNvSpPr>
          <p:nvPr>
            <p:ph type="subTitle" idx="3"/>
          </p:nvPr>
        </p:nvSpPr>
        <p:spPr>
          <a:xfrm>
            <a:off x="4572000" y="2092150"/>
            <a:ext cx="2505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speak a bit about this person here</a:t>
            </a:r>
            <a:endParaRPr/>
          </a:p>
        </p:txBody>
      </p:sp>
      <p:sp>
        <p:nvSpPr>
          <p:cNvPr id="915" name="Google Shape;915;p73"/>
          <p:cNvSpPr txBox="1">
            <a:spLocks noGrp="1"/>
          </p:cNvSpPr>
          <p:nvPr>
            <p:ph type="subTitle" idx="4"/>
          </p:nvPr>
        </p:nvSpPr>
        <p:spPr>
          <a:xfrm>
            <a:off x="2066400" y="3432925"/>
            <a:ext cx="25056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You can speak a bit about this person here</a:t>
            </a:r>
            <a:endParaRPr/>
          </a:p>
        </p:txBody>
      </p:sp>
      <p:pic>
        <p:nvPicPr>
          <p:cNvPr id="916" name="Google Shape;916;p73"/>
          <p:cNvPicPr preferRelativeResize="0"/>
          <p:nvPr/>
        </p:nvPicPr>
        <p:blipFill rotWithShape="1">
          <a:blip r:embed="rId3">
            <a:alphaModFix/>
          </a:blip>
          <a:srcRect l="16309" t="3263" r="39349" b="52883"/>
          <a:stretch/>
        </p:blipFill>
        <p:spPr>
          <a:xfrm>
            <a:off x="4944000" y="2844475"/>
            <a:ext cx="1761603" cy="1161151"/>
          </a:xfrm>
          <a:prstGeom prst="rect">
            <a:avLst/>
          </a:prstGeom>
          <a:noFill/>
          <a:ln>
            <a:noFill/>
          </a:ln>
        </p:spPr>
      </p:pic>
      <p:pic>
        <p:nvPicPr>
          <p:cNvPr id="917" name="Google Shape;917;p73"/>
          <p:cNvPicPr preferRelativeResize="0"/>
          <p:nvPr/>
        </p:nvPicPr>
        <p:blipFill rotWithShape="1">
          <a:blip r:embed="rId4">
            <a:alphaModFix/>
          </a:blip>
          <a:srcRect t="9134" b="44456"/>
          <a:stretch/>
        </p:blipFill>
        <p:spPr>
          <a:xfrm>
            <a:off x="2438400" y="1503700"/>
            <a:ext cx="1761601" cy="1161149"/>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984"/>
        <p:cNvGrpSpPr/>
        <p:nvPr/>
      </p:nvGrpSpPr>
      <p:grpSpPr>
        <a:xfrm>
          <a:off x="0" y="0"/>
          <a:ext cx="0" cy="0"/>
          <a:chOff x="0" y="0"/>
          <a:chExt cx="0" cy="0"/>
        </a:xfrm>
      </p:grpSpPr>
      <p:sp>
        <p:nvSpPr>
          <p:cNvPr id="985" name="Google Shape;985;p7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Resources</a:t>
            </a:r>
            <a:endParaRPr/>
          </a:p>
        </p:txBody>
      </p:sp>
      <p:sp>
        <p:nvSpPr>
          <p:cNvPr id="986" name="Google Shape;986;p76"/>
          <p:cNvSpPr txBox="1">
            <a:spLocks noGrp="1"/>
          </p:cNvSpPr>
          <p:nvPr>
            <p:ph type="body" idx="1"/>
          </p:nvPr>
        </p:nvSpPr>
        <p:spPr>
          <a:xfrm>
            <a:off x="720000" y="1152475"/>
            <a:ext cx="7704000" cy="1911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Did you like the resources in this template? Get them for free at our other websites:</a:t>
            </a:r>
            <a:endParaRPr/>
          </a:p>
          <a:p>
            <a:pPr marL="0" lvl="0" indent="0" algn="l" rtl="0">
              <a:spcBef>
                <a:spcPts val="1000"/>
              </a:spcBef>
              <a:spcAft>
                <a:spcPts val="0"/>
              </a:spcAft>
              <a:buNone/>
            </a:pPr>
            <a:r>
              <a:rPr lang="en" b="1"/>
              <a:t>Photos</a:t>
            </a:r>
            <a:endParaRPr b="1"/>
          </a:p>
          <a:p>
            <a:pPr marL="457200" lvl="0" indent="-304800" algn="l" rtl="0">
              <a:spcBef>
                <a:spcPts val="0"/>
              </a:spcBef>
              <a:spcAft>
                <a:spcPts val="0"/>
              </a:spcAft>
              <a:buSzPts val="1200"/>
              <a:buChar char="●"/>
            </a:pPr>
            <a:r>
              <a:rPr lang="en" u="sng">
                <a:solidFill>
                  <a:schemeClr val="hlink"/>
                </a:solidFill>
                <a:hlinkClick r:id="rId3"/>
              </a:rPr>
              <a:t>B</a:t>
            </a:r>
            <a:r>
              <a:rPr lang="en" u="sng">
                <a:solidFill>
                  <a:schemeClr val="hlink"/>
                </a:solidFill>
                <a:hlinkClick r:id="rId3"/>
              </a:rPr>
              <a:t>usiness owner working on their strategy</a:t>
            </a:r>
            <a:endParaRPr/>
          </a:p>
          <a:p>
            <a:pPr marL="457200" lvl="0" indent="-304800" algn="l" rtl="0">
              <a:spcBef>
                <a:spcPts val="0"/>
              </a:spcBef>
              <a:spcAft>
                <a:spcPts val="0"/>
              </a:spcAft>
              <a:buSzPts val="1200"/>
              <a:buChar char="●"/>
            </a:pPr>
            <a:r>
              <a:rPr lang="en" u="sng">
                <a:solidFill>
                  <a:schemeClr val="hlink"/>
                </a:solidFill>
                <a:hlinkClick r:id="rId4"/>
              </a:rPr>
              <a:t>Top view people working with laptops</a:t>
            </a:r>
            <a:endParaRPr/>
          </a:p>
          <a:p>
            <a:pPr marL="457200" lvl="0" indent="-304800" algn="l" rtl="0">
              <a:spcBef>
                <a:spcPts val="0"/>
              </a:spcBef>
              <a:spcAft>
                <a:spcPts val="0"/>
              </a:spcAft>
              <a:buSzPts val="1200"/>
              <a:buChar char="●"/>
            </a:pPr>
            <a:r>
              <a:rPr lang="en" u="sng">
                <a:solidFill>
                  <a:schemeClr val="hlink"/>
                </a:solidFill>
                <a:hlinkClick r:id="rId5"/>
              </a:rPr>
              <a:t>Male and female colleagues standing by window and looking at business graphs</a:t>
            </a:r>
            <a:endParaRPr/>
          </a:p>
          <a:p>
            <a:pPr marL="457200" lvl="0" indent="-304800" algn="l" rtl="0">
              <a:spcBef>
                <a:spcPts val="0"/>
              </a:spcBef>
              <a:spcAft>
                <a:spcPts val="0"/>
              </a:spcAft>
              <a:buSzPts val="1200"/>
              <a:buChar char="●"/>
            </a:pPr>
            <a:r>
              <a:rPr lang="en" u="sng">
                <a:solidFill>
                  <a:schemeClr val="hlink"/>
                </a:solidFill>
                <a:hlinkClick r:id="rId6"/>
              </a:rPr>
              <a:t>Corporate employee posing at the office</a:t>
            </a:r>
            <a:endParaRPr/>
          </a:p>
          <a:p>
            <a:pPr marL="457200" lvl="0" indent="-304800" algn="l" rtl="0">
              <a:spcBef>
                <a:spcPts val="0"/>
              </a:spcBef>
              <a:spcAft>
                <a:spcPts val="0"/>
              </a:spcAft>
              <a:buSzPts val="1200"/>
              <a:buChar char="●"/>
            </a:pPr>
            <a:r>
              <a:rPr lang="en" u="sng">
                <a:solidFill>
                  <a:schemeClr val="hlink"/>
                </a:solidFill>
                <a:hlinkClick r:id="rId7"/>
              </a:rPr>
              <a:t>Smiley man holding project documents</a:t>
            </a:r>
            <a:endParaRPr/>
          </a:p>
        </p:txBody>
      </p:sp>
    </p:spTree>
  </p:cSld>
  <p:clrMapOvr>
    <a:masterClrMapping/>
  </p:clrMapOvr>
</p:sld>
</file>

<file path=ppt/theme/theme1.xml><?xml version="1.0" encoding="utf-8"?>
<a:theme xmlns:a="http://schemas.openxmlformats.org/drawingml/2006/main" name="Executive Summary of Marketing Plan Red Variant by Slidesgo">
  <a:themeElements>
    <a:clrScheme name="Simple Light">
      <a:dk1>
        <a:srgbClr val="962E44"/>
      </a:dk1>
      <a:lt1>
        <a:srgbClr val="FCFCFC"/>
      </a:lt1>
      <a:dk2>
        <a:srgbClr val="EEE8C6"/>
      </a:dk2>
      <a:lt2>
        <a:srgbClr val="C9B54C"/>
      </a:lt2>
      <a:accent1>
        <a:srgbClr val="7E2638"/>
      </a:accent1>
      <a:accent2>
        <a:srgbClr val="4D1722"/>
      </a:accent2>
      <a:accent3>
        <a:srgbClr val="FFFFFF"/>
      </a:accent3>
      <a:accent4>
        <a:srgbClr val="FFFFFF"/>
      </a:accent4>
      <a:accent5>
        <a:srgbClr val="FFFFFF"/>
      </a:accent5>
      <a:accent6>
        <a:srgbClr val="FFFFFF"/>
      </a:accent6>
      <a:hlink>
        <a:srgbClr val="962E44"/>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74</TotalTime>
  <Words>1619</Words>
  <Application>Microsoft Office PowerPoint</Application>
  <PresentationFormat>On-screen Show (16:9)</PresentationFormat>
  <Paragraphs>232</Paragraphs>
  <Slides>32</Slides>
  <Notes>32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Noto Serif Ethiopic</vt:lpstr>
      <vt:lpstr>Bebas Neue</vt:lpstr>
      <vt:lpstr>Akatab</vt:lpstr>
      <vt:lpstr>Arial</vt:lpstr>
      <vt:lpstr>Executive Summary of Marketing Plan Red Variant by Slidesgo</vt:lpstr>
      <vt:lpstr>AuditionSense A Modular Multi-modal AI System for Human Performance Analysis</vt:lpstr>
      <vt:lpstr>INTRODUCTION</vt:lpstr>
      <vt:lpstr>Related Work</vt:lpstr>
      <vt:lpstr>Problem Statement</vt:lpstr>
      <vt:lpstr>01</vt:lpstr>
      <vt:lpstr>System Overview</vt:lpstr>
      <vt:lpstr>Key Components</vt:lpstr>
      <vt:lpstr>Approach</vt:lpstr>
      <vt:lpstr>Dataset</vt:lpstr>
      <vt:lpstr>Experiments/Results</vt:lpstr>
      <vt:lpstr>Contributions</vt:lpstr>
      <vt:lpstr>Achievements</vt:lpstr>
      <vt:lpstr>Contents of this template</vt:lpstr>
      <vt:lpstr>Do you need longer text?</vt:lpstr>
      <vt:lpstr>Divide the content</vt:lpstr>
      <vt:lpstr>Here are three important ideas</vt:lpstr>
      <vt:lpstr>Divide the content in four ideas</vt:lpstr>
      <vt:lpstr>Reviewing concepts is a good idea</vt:lpstr>
      <vt:lpstr>—Someone Famous</vt:lpstr>
      <vt:lpstr>A picture is worth a thousand words</vt:lpstr>
      <vt:lpstr>Marketing plan</vt:lpstr>
      <vt:lpstr>Let’s use some percentages</vt:lpstr>
      <vt:lpstr>Executive summary</vt:lpstr>
      <vt:lpstr>A timeline always works well</vt:lpstr>
      <vt:lpstr>Infographics are visual</vt:lpstr>
      <vt:lpstr>Tables represent your data</vt:lpstr>
      <vt:lpstr>You can use this graph</vt:lpstr>
      <vt:lpstr>Five important ideas</vt:lpstr>
      <vt:lpstr>Key milestones</vt:lpstr>
      <vt:lpstr>Three marketing plans</vt:lpstr>
      <vt:lpstr>Our team</vt:lpstr>
      <vt:lpstr>Resources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AuditionSense Final Milestone</dc:title>
  <cp:lastModifiedBy>Mira William</cp:lastModifiedBy>
  <cp:revision>10</cp:revision>
  <dcterms:modified xsi:type="dcterms:W3CDTF">2026-05-13T02:04:14Z</dcterms:modified>
</cp:coreProperties>
</file>