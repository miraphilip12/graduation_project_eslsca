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fntdata" ContentType="application/x-fontdata"/>
  <Default Extension="wdp" ContentType="image/vnd.ms-photo"/>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85" r:id="rId1"/>
  </p:sldMasterIdLst>
  <p:notesMasterIdLst>
    <p:notesMasterId r:id="rId35"/>
  </p:notesMasterIdLst>
  <p:sldIdLst>
    <p:sldId id="256" r:id="rId2"/>
    <p:sldId id="262" r:id="rId3"/>
    <p:sldId id="260" r:id="rId4"/>
    <p:sldId id="298" r:id="rId5"/>
    <p:sldId id="263" r:id="rId6"/>
    <p:sldId id="258" r:id="rId7"/>
    <p:sldId id="268" r:id="rId8"/>
    <p:sldId id="272" r:id="rId9"/>
    <p:sldId id="293" r:id="rId10"/>
    <p:sldId id="294" r:id="rId11"/>
    <p:sldId id="295" r:id="rId12"/>
    <p:sldId id="296" r:id="rId13"/>
    <p:sldId id="297" r:id="rId14"/>
    <p:sldId id="257" r:id="rId15"/>
    <p:sldId id="261" r:id="rId16"/>
    <p:sldId id="264" r:id="rId17"/>
    <p:sldId id="265" r:id="rId18"/>
    <p:sldId id="266" r:id="rId19"/>
    <p:sldId id="267" r:id="rId20"/>
    <p:sldId id="270" r:id="rId21"/>
    <p:sldId id="271" r:id="rId22"/>
    <p:sldId id="273" r:id="rId23"/>
    <p:sldId id="276" r:id="rId24"/>
    <p:sldId id="277" r:id="rId25"/>
    <p:sldId id="281" r:id="rId26"/>
    <p:sldId id="283" r:id="rId27"/>
    <p:sldId id="284" r:id="rId28"/>
    <p:sldId id="285" r:id="rId29"/>
    <p:sldId id="286" r:id="rId30"/>
    <p:sldId id="287" r:id="rId31"/>
    <p:sldId id="288" r:id="rId32"/>
    <p:sldId id="289" r:id="rId33"/>
    <p:sldId id="292" r:id="rId34"/>
  </p:sldIdLst>
  <p:sldSz cx="9144000" cy="5143500" type="screen16x9"/>
  <p:notesSz cx="6858000" cy="9144000"/>
  <p:embeddedFontLst>
    <p:embeddedFont>
      <p:font typeface="Noto Serif Ethiopic" panose="020B0604020202020204" charset="0"/>
      <p:regular r:id="rId36"/>
      <p:bold r:id="rId37"/>
    </p:embeddedFont>
    <p:embeddedFont>
      <p:font typeface="Bebas Neue" panose="020B0604020202020204" charset="0"/>
      <p:regular r:id="rId38"/>
    </p:embeddedFont>
    <p:embeddedFont>
      <p:font typeface="Akatab" panose="020B0604020202020204" charset="0"/>
      <p:regular r:id="rId39"/>
      <p:bold r:id="rId40"/>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1FFBF228-6F98-4F8E-B3A5-E3E8A43EDDBD}">
  <a:tblStyle styleId="{1FFBF228-6F98-4F8E-B3A5-E3E8A43EDDBD}"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100" d="100"/>
          <a:sy n="100" d="100"/>
        </p:scale>
        <p:origin x="946" y="23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4.fntdata"/><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font" Target="fonts/font2.fntdata"/><Relationship Id="rId40" Type="http://schemas.openxmlformats.org/officeDocument/2006/relationships/font" Target="fonts/font5.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1.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43"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font" Target="fonts/font3.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4"/>
        <p:cNvGrpSpPr/>
        <p:nvPr/>
      </p:nvGrpSpPr>
      <p:grpSpPr>
        <a:xfrm>
          <a:off x="0" y="0"/>
          <a:ext cx="0" cy="0"/>
          <a:chOff x="0" y="0"/>
          <a:chExt cx="0" cy="0"/>
        </a:xfrm>
      </p:grpSpPr>
      <p:sp>
        <p:nvSpPr>
          <p:cNvPr id="375" name="Google Shape;375;g25a5b448001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76" name="Google Shape;376;g25a5b448001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7"/>
        <p:cNvGrpSpPr/>
        <p:nvPr/>
      </p:nvGrpSpPr>
      <p:grpSpPr>
        <a:xfrm>
          <a:off x="0" y="0"/>
          <a:ext cx="0" cy="0"/>
          <a:chOff x="0" y="0"/>
          <a:chExt cx="0" cy="0"/>
        </a:xfrm>
      </p:grpSpPr>
      <p:sp>
        <p:nvSpPr>
          <p:cNvPr id="448" name="Google Shape;448;g25a78353f55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9" name="Google Shape;449;g25a78353f55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7"/>
        <p:cNvGrpSpPr/>
        <p:nvPr/>
      </p:nvGrpSpPr>
      <p:grpSpPr>
        <a:xfrm>
          <a:off x="0" y="0"/>
          <a:ext cx="0" cy="0"/>
          <a:chOff x="0" y="0"/>
          <a:chExt cx="0" cy="0"/>
        </a:xfrm>
      </p:grpSpPr>
      <p:sp>
        <p:nvSpPr>
          <p:cNvPr id="428" name="Google Shape;428;g259dc3832df_0_1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9" name="Google Shape;429;g259dc3832df_0_1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0"/>
        <p:cNvGrpSpPr/>
        <p:nvPr/>
      </p:nvGrpSpPr>
      <p:grpSpPr>
        <a:xfrm>
          <a:off x="0" y="0"/>
          <a:ext cx="0" cy="0"/>
          <a:chOff x="0" y="0"/>
          <a:chExt cx="0" cy="0"/>
        </a:xfrm>
      </p:grpSpPr>
      <p:sp>
        <p:nvSpPr>
          <p:cNvPr id="611" name="Google Shape;611;g25a78353f55_0_2792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2" name="Google Shape;612;g25a78353f55_0_2792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6280304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4"/>
        <p:cNvGrpSpPr/>
        <p:nvPr/>
      </p:nvGrpSpPr>
      <p:grpSpPr>
        <a:xfrm>
          <a:off x="0" y="0"/>
          <a:ext cx="0" cy="0"/>
          <a:chOff x="0" y="0"/>
          <a:chExt cx="0" cy="0"/>
        </a:xfrm>
      </p:grpSpPr>
      <p:sp>
        <p:nvSpPr>
          <p:cNvPr id="455" name="Google Shape;455;g25a78353f55_0_279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6" name="Google Shape;456;g25a78353f55_0_279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5"/>
        <p:cNvGrpSpPr/>
        <p:nvPr/>
      </p:nvGrpSpPr>
      <p:grpSpPr>
        <a:xfrm>
          <a:off x="0" y="0"/>
          <a:ext cx="0" cy="0"/>
          <a:chOff x="0" y="0"/>
          <a:chExt cx="0" cy="0"/>
        </a:xfrm>
      </p:grpSpPr>
      <p:sp>
        <p:nvSpPr>
          <p:cNvPr id="396" name="Google Shape;396;g25a5b448001_0_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7" name="Google Shape;397;g25a5b448001_0_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7"/>
        <p:cNvGrpSpPr/>
        <p:nvPr/>
      </p:nvGrpSpPr>
      <p:grpSpPr>
        <a:xfrm>
          <a:off x="0" y="0"/>
          <a:ext cx="0" cy="0"/>
          <a:chOff x="0" y="0"/>
          <a:chExt cx="0" cy="0"/>
        </a:xfrm>
      </p:grpSpPr>
      <p:sp>
        <p:nvSpPr>
          <p:cNvPr id="518" name="Google Shape;518;g25a78353f55_0_2797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9" name="Google Shape;519;g25a78353f55_0_279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0"/>
        <p:cNvGrpSpPr/>
        <p:nvPr/>
      </p:nvGrpSpPr>
      <p:grpSpPr>
        <a:xfrm>
          <a:off x="0" y="0"/>
          <a:ext cx="0" cy="0"/>
          <a:chOff x="0" y="0"/>
          <a:chExt cx="0" cy="0"/>
        </a:xfrm>
      </p:grpSpPr>
      <p:sp>
        <p:nvSpPr>
          <p:cNvPr id="551" name="Google Shape;551;g25a78353f55_0_9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52" name="Google Shape;552;g25a78353f55_0_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7"/>
        <p:cNvGrpSpPr/>
        <p:nvPr/>
      </p:nvGrpSpPr>
      <p:grpSpPr>
        <a:xfrm>
          <a:off x="0" y="0"/>
          <a:ext cx="0" cy="0"/>
          <a:chOff x="0" y="0"/>
          <a:chExt cx="0" cy="0"/>
        </a:xfrm>
      </p:grpSpPr>
      <p:sp>
        <p:nvSpPr>
          <p:cNvPr id="428" name="Google Shape;428;g259dc3832df_0_1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9" name="Google Shape;429;g259dc3832df_0_1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70827554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4"/>
        <p:cNvGrpSpPr/>
        <p:nvPr/>
      </p:nvGrpSpPr>
      <p:grpSpPr>
        <a:xfrm>
          <a:off x="0" y="0"/>
          <a:ext cx="0" cy="0"/>
          <a:chOff x="0" y="0"/>
          <a:chExt cx="0" cy="0"/>
        </a:xfrm>
      </p:grpSpPr>
      <p:sp>
        <p:nvSpPr>
          <p:cNvPr id="455" name="Google Shape;455;g25a78353f55_0_279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6" name="Google Shape;456;g25a78353f55_0_279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54841494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7"/>
        <p:cNvGrpSpPr/>
        <p:nvPr/>
      </p:nvGrpSpPr>
      <p:grpSpPr>
        <a:xfrm>
          <a:off x="0" y="0"/>
          <a:ext cx="0" cy="0"/>
          <a:chOff x="0" y="0"/>
          <a:chExt cx="0" cy="0"/>
        </a:xfrm>
      </p:grpSpPr>
      <p:sp>
        <p:nvSpPr>
          <p:cNvPr id="518" name="Google Shape;518;g25a78353f55_0_2797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9" name="Google Shape;519;g25a78353f55_0_279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0894897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7"/>
        <p:cNvGrpSpPr/>
        <p:nvPr/>
      </p:nvGrpSpPr>
      <p:grpSpPr>
        <a:xfrm>
          <a:off x="0" y="0"/>
          <a:ext cx="0" cy="0"/>
          <a:chOff x="0" y="0"/>
          <a:chExt cx="0" cy="0"/>
        </a:xfrm>
      </p:grpSpPr>
      <p:sp>
        <p:nvSpPr>
          <p:cNvPr id="428" name="Google Shape;428;g259dc3832df_0_1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9" name="Google Shape;429;g259dc3832df_0_1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7538080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4"/>
        <p:cNvGrpSpPr/>
        <p:nvPr/>
      </p:nvGrpSpPr>
      <p:grpSpPr>
        <a:xfrm>
          <a:off x="0" y="0"/>
          <a:ext cx="0" cy="0"/>
          <a:chOff x="0" y="0"/>
          <a:chExt cx="0" cy="0"/>
        </a:xfrm>
      </p:grpSpPr>
      <p:sp>
        <p:nvSpPr>
          <p:cNvPr id="455" name="Google Shape;455;g25a78353f55_0_279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6" name="Google Shape;456;g25a78353f55_0_279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613071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6"/>
        <p:cNvGrpSpPr/>
        <p:nvPr/>
      </p:nvGrpSpPr>
      <p:grpSpPr>
        <a:xfrm>
          <a:off x="0" y="0"/>
          <a:ext cx="0" cy="0"/>
          <a:chOff x="0" y="0"/>
          <a:chExt cx="0" cy="0"/>
        </a:xfrm>
      </p:grpSpPr>
      <p:sp>
        <p:nvSpPr>
          <p:cNvPr id="387" name="Google Shape;387;g259dc3832df_0_1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8" name="Google Shape;388;g259dc3832df_0_1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0"/>
        <p:cNvGrpSpPr/>
        <p:nvPr/>
      </p:nvGrpSpPr>
      <p:grpSpPr>
        <a:xfrm>
          <a:off x="0" y="0"/>
          <a:ext cx="0" cy="0"/>
          <a:chOff x="0" y="0"/>
          <a:chExt cx="0" cy="0"/>
        </a:xfrm>
      </p:grpSpPr>
      <p:sp>
        <p:nvSpPr>
          <p:cNvPr id="441" name="Google Shape;441;g259dc3832df_0_1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2" name="Google Shape;442;g259dc3832df_0_1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7"/>
        <p:cNvGrpSpPr/>
        <p:nvPr/>
      </p:nvGrpSpPr>
      <p:grpSpPr>
        <a:xfrm>
          <a:off x="0" y="0"/>
          <a:ext cx="0" cy="0"/>
          <a:chOff x="0" y="0"/>
          <a:chExt cx="0" cy="0"/>
        </a:xfrm>
      </p:grpSpPr>
      <p:sp>
        <p:nvSpPr>
          <p:cNvPr id="468" name="Google Shape;468;g25a78353f55_0_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9" name="Google Shape;469;g25a78353f55_0_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6"/>
        <p:cNvGrpSpPr/>
        <p:nvPr/>
      </p:nvGrpSpPr>
      <p:grpSpPr>
        <a:xfrm>
          <a:off x="0" y="0"/>
          <a:ext cx="0" cy="0"/>
          <a:chOff x="0" y="0"/>
          <a:chExt cx="0" cy="0"/>
        </a:xfrm>
      </p:grpSpPr>
      <p:sp>
        <p:nvSpPr>
          <p:cNvPr id="477" name="Google Shape;477;g25a78353f55_0_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8" name="Google Shape;478;g25a78353f55_0_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7"/>
        <p:cNvGrpSpPr/>
        <p:nvPr/>
      </p:nvGrpSpPr>
      <p:grpSpPr>
        <a:xfrm>
          <a:off x="0" y="0"/>
          <a:ext cx="0" cy="0"/>
          <a:chOff x="0" y="0"/>
          <a:chExt cx="0" cy="0"/>
        </a:xfrm>
      </p:grpSpPr>
      <p:sp>
        <p:nvSpPr>
          <p:cNvPr id="488" name="Google Shape;488;g25a78353f55_0_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9" name="Google Shape;489;g25a78353f55_0_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0"/>
        <p:cNvGrpSpPr/>
        <p:nvPr/>
      </p:nvGrpSpPr>
      <p:grpSpPr>
        <a:xfrm>
          <a:off x="0" y="0"/>
          <a:ext cx="0" cy="0"/>
          <a:chOff x="0" y="0"/>
          <a:chExt cx="0" cy="0"/>
        </a:xfrm>
      </p:grpSpPr>
      <p:sp>
        <p:nvSpPr>
          <p:cNvPr id="501" name="Google Shape;501;g25a78353f55_0_4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2" name="Google Shape;502;g25a78353f55_0_4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5"/>
        <p:cNvGrpSpPr/>
        <p:nvPr/>
      </p:nvGrpSpPr>
      <p:grpSpPr>
        <a:xfrm>
          <a:off x="0" y="0"/>
          <a:ext cx="0" cy="0"/>
          <a:chOff x="0" y="0"/>
          <a:chExt cx="0" cy="0"/>
        </a:xfrm>
      </p:grpSpPr>
      <p:sp>
        <p:nvSpPr>
          <p:cNvPr id="536" name="Google Shape;536;g25a78353f55_0_7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7" name="Google Shape;537;g25a78353f55_0_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1"/>
        <p:cNvGrpSpPr/>
        <p:nvPr/>
      </p:nvGrpSpPr>
      <p:grpSpPr>
        <a:xfrm>
          <a:off x="0" y="0"/>
          <a:ext cx="0" cy="0"/>
          <a:chOff x="0" y="0"/>
          <a:chExt cx="0" cy="0"/>
        </a:xfrm>
      </p:grpSpPr>
      <p:sp>
        <p:nvSpPr>
          <p:cNvPr id="542" name="Google Shape;542;g25a78353f55_0_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43" name="Google Shape;543;g25a78353f55_0_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7"/>
        <p:cNvGrpSpPr/>
        <p:nvPr/>
      </p:nvGrpSpPr>
      <p:grpSpPr>
        <a:xfrm>
          <a:off x="0" y="0"/>
          <a:ext cx="0" cy="0"/>
          <a:chOff x="0" y="0"/>
          <a:chExt cx="0" cy="0"/>
        </a:xfrm>
      </p:grpSpPr>
      <p:sp>
        <p:nvSpPr>
          <p:cNvPr id="558" name="Google Shape;558;g25a78353f55_0_2788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59" name="Google Shape;559;g25a78353f55_0_278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0"/>
        <p:cNvGrpSpPr/>
        <p:nvPr/>
      </p:nvGrpSpPr>
      <p:grpSpPr>
        <a:xfrm>
          <a:off x="0" y="0"/>
          <a:ext cx="0" cy="0"/>
          <a:chOff x="0" y="0"/>
          <a:chExt cx="0" cy="0"/>
        </a:xfrm>
      </p:grpSpPr>
      <p:sp>
        <p:nvSpPr>
          <p:cNvPr id="591" name="Google Shape;591;g25a78353f55_0_1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92" name="Google Shape;592;g25a78353f55_0_1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0"/>
        <p:cNvGrpSpPr/>
        <p:nvPr/>
      </p:nvGrpSpPr>
      <p:grpSpPr>
        <a:xfrm>
          <a:off x="0" y="0"/>
          <a:ext cx="0" cy="0"/>
          <a:chOff x="0" y="0"/>
          <a:chExt cx="0" cy="0"/>
        </a:xfrm>
      </p:grpSpPr>
      <p:sp>
        <p:nvSpPr>
          <p:cNvPr id="611" name="Google Shape;611;g25a78353f55_0_2792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2" name="Google Shape;612;g25a78353f55_0_2792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0"/>
        <p:cNvGrpSpPr/>
        <p:nvPr/>
      </p:nvGrpSpPr>
      <p:grpSpPr>
        <a:xfrm>
          <a:off x="0" y="0"/>
          <a:ext cx="0" cy="0"/>
          <a:chOff x="0" y="0"/>
          <a:chExt cx="0" cy="0"/>
        </a:xfrm>
      </p:grpSpPr>
      <p:sp>
        <p:nvSpPr>
          <p:cNvPr id="651" name="Google Shape;651;g25a78353f55_0_277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2" name="Google Shape;652;g25a78353f55_0_277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1"/>
        <p:cNvGrpSpPr/>
        <p:nvPr/>
      </p:nvGrpSpPr>
      <p:grpSpPr>
        <a:xfrm>
          <a:off x="0" y="0"/>
          <a:ext cx="0" cy="0"/>
          <a:chOff x="0" y="0"/>
          <a:chExt cx="0" cy="0"/>
        </a:xfrm>
      </p:grpSpPr>
      <p:sp>
        <p:nvSpPr>
          <p:cNvPr id="802" name="Google Shape;802;g25a78353f55_0_2775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03" name="Google Shape;803;g25a78353f55_0_2775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0"/>
        <p:cNvGrpSpPr/>
        <p:nvPr/>
      </p:nvGrpSpPr>
      <p:grpSpPr>
        <a:xfrm>
          <a:off x="0" y="0"/>
          <a:ext cx="0" cy="0"/>
          <a:chOff x="0" y="0"/>
          <a:chExt cx="0" cy="0"/>
        </a:xfrm>
      </p:grpSpPr>
      <p:sp>
        <p:nvSpPr>
          <p:cNvPr id="831" name="Google Shape;831;g25a78353f55_0_2778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2" name="Google Shape;832;g25a78353f55_0_2778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6"/>
        <p:cNvGrpSpPr/>
        <p:nvPr/>
      </p:nvGrpSpPr>
      <p:grpSpPr>
        <a:xfrm>
          <a:off x="0" y="0"/>
          <a:ext cx="0" cy="0"/>
          <a:chOff x="0" y="0"/>
          <a:chExt cx="0" cy="0"/>
        </a:xfrm>
      </p:grpSpPr>
      <p:sp>
        <p:nvSpPr>
          <p:cNvPr id="837" name="Google Shape;837;g25a78353f55_0_2778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8" name="Google Shape;838;g25a78353f55_0_277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9"/>
        <p:cNvGrpSpPr/>
        <p:nvPr/>
      </p:nvGrpSpPr>
      <p:grpSpPr>
        <a:xfrm>
          <a:off x="0" y="0"/>
          <a:ext cx="0" cy="0"/>
          <a:chOff x="0" y="0"/>
          <a:chExt cx="0" cy="0"/>
        </a:xfrm>
      </p:grpSpPr>
      <p:sp>
        <p:nvSpPr>
          <p:cNvPr id="850" name="Google Shape;850;g25a78353f55_0_2779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51" name="Google Shape;851;g25a78353f55_0_277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4"/>
        <p:cNvGrpSpPr/>
        <p:nvPr/>
      </p:nvGrpSpPr>
      <p:grpSpPr>
        <a:xfrm>
          <a:off x="0" y="0"/>
          <a:ext cx="0" cy="0"/>
          <a:chOff x="0" y="0"/>
          <a:chExt cx="0" cy="0"/>
        </a:xfrm>
      </p:grpSpPr>
      <p:sp>
        <p:nvSpPr>
          <p:cNvPr id="865" name="Google Shape;865;g25a78353f55_0_2793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66" name="Google Shape;866;g25a78353f55_0_279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6"/>
        <p:cNvGrpSpPr/>
        <p:nvPr/>
      </p:nvGrpSpPr>
      <p:grpSpPr>
        <a:xfrm>
          <a:off x="0" y="0"/>
          <a:ext cx="0" cy="0"/>
          <a:chOff x="0" y="0"/>
          <a:chExt cx="0" cy="0"/>
        </a:xfrm>
      </p:grpSpPr>
      <p:sp>
        <p:nvSpPr>
          <p:cNvPr id="897" name="Google Shape;897;g25a78353f55_0_2796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98" name="Google Shape;898;g25a78353f55_0_2796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7"/>
        <p:cNvGrpSpPr/>
        <p:nvPr/>
      </p:nvGrpSpPr>
      <p:grpSpPr>
        <a:xfrm>
          <a:off x="0" y="0"/>
          <a:ext cx="0" cy="0"/>
          <a:chOff x="0" y="0"/>
          <a:chExt cx="0" cy="0"/>
        </a:xfrm>
      </p:grpSpPr>
      <p:sp>
        <p:nvSpPr>
          <p:cNvPr id="908" name="Google Shape;908;g25a78353f55_0_2785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09" name="Google Shape;909;g25a78353f55_0_2785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1"/>
        <p:cNvGrpSpPr/>
        <p:nvPr/>
      </p:nvGrpSpPr>
      <p:grpSpPr>
        <a:xfrm>
          <a:off x="0" y="0"/>
          <a:ext cx="0" cy="0"/>
          <a:chOff x="0" y="0"/>
          <a:chExt cx="0" cy="0"/>
        </a:xfrm>
      </p:grpSpPr>
      <p:sp>
        <p:nvSpPr>
          <p:cNvPr id="982" name="Google Shape;982;g25a78353f55_0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83" name="Google Shape;983;g25a78353f55_0_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
        <p:cNvGrpSpPr/>
        <p:nvPr/>
      </p:nvGrpSpPr>
      <p:grpSpPr>
        <a:xfrm>
          <a:off x="0" y="0"/>
          <a:ext cx="0" cy="0"/>
          <a:chOff x="0" y="0"/>
          <a:chExt cx="0" cy="0"/>
        </a:xfrm>
      </p:grpSpPr>
      <p:sp>
        <p:nvSpPr>
          <p:cNvPr id="9" name="Google Shape;9;p2"/>
          <p:cNvSpPr/>
          <p:nvPr/>
        </p:nvSpPr>
        <p:spPr>
          <a:xfrm>
            <a:off x="171450" y="145800"/>
            <a:ext cx="8801100" cy="4851900"/>
          </a:xfrm>
          <a:prstGeom prst="rect">
            <a:avLst/>
          </a:prstGeom>
          <a:solidFill>
            <a:schemeClr val="lt1"/>
          </a:solidFill>
          <a:ln>
            <a:noFill/>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Google Shape;10;p2"/>
          <p:cNvSpPr txBox="1">
            <a:spLocks noGrp="1"/>
          </p:cNvSpPr>
          <p:nvPr>
            <p:ph type="ctrTitle"/>
          </p:nvPr>
        </p:nvSpPr>
        <p:spPr>
          <a:xfrm>
            <a:off x="1251700" y="1050088"/>
            <a:ext cx="4890300" cy="1990200"/>
          </a:xfrm>
          <a:prstGeom prst="rect">
            <a:avLst/>
          </a:prstGeom>
        </p:spPr>
        <p:txBody>
          <a:bodyPr spcFirstLastPara="1" wrap="square" lIns="91425" tIns="91425" rIns="91425" bIns="91425" anchor="b" anchorCtr="0">
            <a:noAutofit/>
          </a:bodyPr>
          <a:lstStyle>
            <a:lvl1pPr lvl="0" algn="l" rtl="0">
              <a:lnSpc>
                <a:spcPct val="90000"/>
              </a:lnSpc>
              <a:spcBef>
                <a:spcPts val="0"/>
              </a:spcBef>
              <a:spcAft>
                <a:spcPts val="0"/>
              </a:spcAft>
              <a:buSzPts val="5200"/>
              <a:buNone/>
              <a:defRPr sz="4300"/>
            </a:lvl1pPr>
            <a:lvl2pPr lvl="1" algn="ctr" rtl="0">
              <a:spcBef>
                <a:spcPts val="0"/>
              </a:spcBef>
              <a:spcAft>
                <a:spcPts val="0"/>
              </a:spcAft>
              <a:buSzPts val="5200"/>
              <a:buNone/>
              <a:defRPr sz="5200"/>
            </a:lvl2pPr>
            <a:lvl3pPr lvl="2" algn="ctr" rtl="0">
              <a:spcBef>
                <a:spcPts val="0"/>
              </a:spcBef>
              <a:spcAft>
                <a:spcPts val="0"/>
              </a:spcAft>
              <a:buSzPts val="5200"/>
              <a:buNone/>
              <a:defRPr sz="5200"/>
            </a:lvl3pPr>
            <a:lvl4pPr lvl="3" algn="ctr" rtl="0">
              <a:spcBef>
                <a:spcPts val="0"/>
              </a:spcBef>
              <a:spcAft>
                <a:spcPts val="0"/>
              </a:spcAft>
              <a:buSzPts val="5200"/>
              <a:buNone/>
              <a:defRPr sz="5200"/>
            </a:lvl4pPr>
            <a:lvl5pPr lvl="4" algn="ctr" rtl="0">
              <a:spcBef>
                <a:spcPts val="0"/>
              </a:spcBef>
              <a:spcAft>
                <a:spcPts val="0"/>
              </a:spcAft>
              <a:buSzPts val="5200"/>
              <a:buNone/>
              <a:defRPr sz="5200"/>
            </a:lvl5pPr>
            <a:lvl6pPr lvl="5" algn="ctr" rtl="0">
              <a:spcBef>
                <a:spcPts val="0"/>
              </a:spcBef>
              <a:spcAft>
                <a:spcPts val="0"/>
              </a:spcAft>
              <a:buSzPts val="5200"/>
              <a:buNone/>
              <a:defRPr sz="5200"/>
            </a:lvl6pPr>
            <a:lvl7pPr lvl="6" algn="ctr" rtl="0">
              <a:spcBef>
                <a:spcPts val="0"/>
              </a:spcBef>
              <a:spcAft>
                <a:spcPts val="0"/>
              </a:spcAft>
              <a:buSzPts val="5200"/>
              <a:buNone/>
              <a:defRPr sz="5200"/>
            </a:lvl7pPr>
            <a:lvl8pPr lvl="7" algn="ctr" rtl="0">
              <a:spcBef>
                <a:spcPts val="0"/>
              </a:spcBef>
              <a:spcAft>
                <a:spcPts val="0"/>
              </a:spcAft>
              <a:buSzPts val="5200"/>
              <a:buNone/>
              <a:defRPr sz="5200"/>
            </a:lvl8pPr>
            <a:lvl9pPr lvl="8" algn="ctr" rtl="0">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1251700" y="3040063"/>
            <a:ext cx="4890300" cy="4095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sz="1400"/>
            </a:lvl1pPr>
            <a:lvl2pPr lvl="1" algn="ctr" rtl="0">
              <a:lnSpc>
                <a:spcPct val="100000"/>
              </a:lnSpc>
              <a:spcBef>
                <a:spcPts val="0"/>
              </a:spcBef>
              <a:spcAft>
                <a:spcPts val="0"/>
              </a:spcAft>
              <a:buSzPts val="1800"/>
              <a:buNone/>
              <a:defRPr sz="1800"/>
            </a:lvl2pPr>
            <a:lvl3pPr lvl="2" algn="ctr" rtl="0">
              <a:lnSpc>
                <a:spcPct val="100000"/>
              </a:lnSpc>
              <a:spcBef>
                <a:spcPts val="0"/>
              </a:spcBef>
              <a:spcAft>
                <a:spcPts val="0"/>
              </a:spcAft>
              <a:buSzPts val="1800"/>
              <a:buNone/>
              <a:defRPr sz="1800"/>
            </a:lvl3pPr>
            <a:lvl4pPr lvl="3" algn="ctr" rtl="0">
              <a:lnSpc>
                <a:spcPct val="100000"/>
              </a:lnSpc>
              <a:spcBef>
                <a:spcPts val="0"/>
              </a:spcBef>
              <a:spcAft>
                <a:spcPts val="0"/>
              </a:spcAft>
              <a:buSzPts val="1800"/>
              <a:buNone/>
              <a:defRPr sz="1800"/>
            </a:lvl4pPr>
            <a:lvl5pPr lvl="4" algn="ctr" rtl="0">
              <a:lnSpc>
                <a:spcPct val="100000"/>
              </a:lnSpc>
              <a:spcBef>
                <a:spcPts val="0"/>
              </a:spcBef>
              <a:spcAft>
                <a:spcPts val="0"/>
              </a:spcAft>
              <a:buSzPts val="1800"/>
              <a:buNone/>
              <a:defRPr sz="1800"/>
            </a:lvl5pPr>
            <a:lvl6pPr lvl="5" algn="ctr" rtl="0">
              <a:lnSpc>
                <a:spcPct val="100000"/>
              </a:lnSpc>
              <a:spcBef>
                <a:spcPts val="0"/>
              </a:spcBef>
              <a:spcAft>
                <a:spcPts val="0"/>
              </a:spcAft>
              <a:buSzPts val="1800"/>
              <a:buNone/>
              <a:defRPr sz="1800"/>
            </a:lvl6pPr>
            <a:lvl7pPr lvl="6" algn="ctr" rtl="0">
              <a:lnSpc>
                <a:spcPct val="100000"/>
              </a:lnSpc>
              <a:spcBef>
                <a:spcPts val="0"/>
              </a:spcBef>
              <a:spcAft>
                <a:spcPts val="0"/>
              </a:spcAft>
              <a:buSzPts val="1800"/>
              <a:buNone/>
              <a:defRPr sz="1800"/>
            </a:lvl7pPr>
            <a:lvl8pPr lvl="7" algn="ctr" rtl="0">
              <a:lnSpc>
                <a:spcPct val="100000"/>
              </a:lnSpc>
              <a:spcBef>
                <a:spcPts val="0"/>
              </a:spcBef>
              <a:spcAft>
                <a:spcPts val="0"/>
              </a:spcAft>
              <a:buSzPts val="1800"/>
              <a:buNone/>
              <a:defRPr sz="1800"/>
            </a:lvl8pPr>
            <a:lvl9pPr lvl="8" algn="ctr" rtl="0">
              <a:lnSpc>
                <a:spcPct val="100000"/>
              </a:lnSpc>
              <a:spcBef>
                <a:spcPts val="0"/>
              </a:spcBef>
              <a:spcAft>
                <a:spcPts val="0"/>
              </a:spcAft>
              <a:buSzPts val="1800"/>
              <a:buNone/>
              <a:defRPr sz="1800"/>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2"/>
        <p:cNvGrpSpPr/>
        <p:nvPr/>
      </p:nvGrpSpPr>
      <p:grpSpPr>
        <a:xfrm>
          <a:off x="0" y="0"/>
          <a:ext cx="0" cy="0"/>
          <a:chOff x="0" y="0"/>
          <a:chExt cx="0" cy="0"/>
        </a:xfrm>
      </p:grpSpPr>
      <p:sp>
        <p:nvSpPr>
          <p:cNvPr id="13" name="Google Shape;13;p3"/>
          <p:cNvSpPr/>
          <p:nvPr/>
        </p:nvSpPr>
        <p:spPr>
          <a:xfrm>
            <a:off x="171450" y="145800"/>
            <a:ext cx="8801100" cy="4851900"/>
          </a:xfrm>
          <a:prstGeom prst="rect">
            <a:avLst/>
          </a:prstGeom>
          <a:solidFill>
            <a:schemeClr val="accent2"/>
          </a:solidFill>
          <a:ln>
            <a:noFill/>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14;p3"/>
          <p:cNvSpPr txBox="1">
            <a:spLocks noGrp="1"/>
          </p:cNvSpPr>
          <p:nvPr>
            <p:ph type="title"/>
          </p:nvPr>
        </p:nvSpPr>
        <p:spPr>
          <a:xfrm>
            <a:off x="1393550" y="2502950"/>
            <a:ext cx="4360200" cy="1282500"/>
          </a:xfrm>
          <a:prstGeom prst="rect">
            <a:avLst/>
          </a:prstGeom>
        </p:spPr>
        <p:txBody>
          <a:bodyPr spcFirstLastPara="1" wrap="square" lIns="91425" tIns="91425" rIns="91425" bIns="91425" anchor="b" anchorCtr="0">
            <a:noAutofit/>
          </a:bodyPr>
          <a:lstStyle>
            <a:lvl1pPr lvl="0" algn="l" rtl="0">
              <a:spcBef>
                <a:spcPts val="0"/>
              </a:spcBef>
              <a:spcAft>
                <a:spcPts val="0"/>
              </a:spcAft>
              <a:buSzPts val="3600"/>
              <a:buNone/>
              <a:defRPr sz="3800">
                <a:solidFill>
                  <a:schemeClr val="lt1"/>
                </a:solidFill>
              </a:defRPr>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
        <p:nvSpPr>
          <p:cNvPr id="15" name="Google Shape;15;p3"/>
          <p:cNvSpPr txBox="1">
            <a:spLocks noGrp="1"/>
          </p:cNvSpPr>
          <p:nvPr>
            <p:ph type="title" idx="2" hasCustomPrompt="1"/>
          </p:nvPr>
        </p:nvSpPr>
        <p:spPr>
          <a:xfrm>
            <a:off x="1393550" y="1713902"/>
            <a:ext cx="1200000" cy="841800"/>
          </a:xfrm>
          <a:prstGeom prst="rect">
            <a:avLst/>
          </a:prstGeom>
        </p:spPr>
        <p:txBody>
          <a:bodyPr spcFirstLastPara="1" wrap="square" lIns="91425" tIns="91425" rIns="91425" bIns="91425" anchor="ctr" anchorCtr="0">
            <a:noAutofit/>
          </a:bodyPr>
          <a:lstStyle>
            <a:lvl1pPr lvl="0" algn="l" rtl="0">
              <a:spcBef>
                <a:spcPts val="0"/>
              </a:spcBef>
              <a:spcAft>
                <a:spcPts val="0"/>
              </a:spcAft>
              <a:buClr>
                <a:schemeClr val="lt2"/>
              </a:buClr>
              <a:buSzPts val="6000"/>
              <a:buNone/>
              <a:defRPr sz="6000">
                <a:solidFill>
                  <a:schemeClr val="dk2"/>
                </a:solidFill>
              </a:defRPr>
            </a:lvl1pPr>
            <a:lvl2pPr lvl="1" algn="ctr" rtl="0">
              <a:spcBef>
                <a:spcPts val="0"/>
              </a:spcBef>
              <a:spcAft>
                <a:spcPts val="0"/>
              </a:spcAft>
              <a:buSzPts val="6000"/>
              <a:buNone/>
              <a:defRPr sz="6000"/>
            </a:lvl2pPr>
            <a:lvl3pPr lvl="2" algn="ctr" rtl="0">
              <a:spcBef>
                <a:spcPts val="0"/>
              </a:spcBef>
              <a:spcAft>
                <a:spcPts val="0"/>
              </a:spcAft>
              <a:buSzPts val="6000"/>
              <a:buNone/>
              <a:defRPr sz="6000"/>
            </a:lvl3pPr>
            <a:lvl4pPr lvl="3" algn="ctr" rtl="0">
              <a:spcBef>
                <a:spcPts val="0"/>
              </a:spcBef>
              <a:spcAft>
                <a:spcPts val="0"/>
              </a:spcAft>
              <a:buSzPts val="6000"/>
              <a:buNone/>
              <a:defRPr sz="6000"/>
            </a:lvl4pPr>
            <a:lvl5pPr lvl="4" algn="ctr" rtl="0">
              <a:spcBef>
                <a:spcPts val="0"/>
              </a:spcBef>
              <a:spcAft>
                <a:spcPts val="0"/>
              </a:spcAft>
              <a:buSzPts val="6000"/>
              <a:buNone/>
              <a:defRPr sz="6000"/>
            </a:lvl5pPr>
            <a:lvl6pPr lvl="5" algn="ctr" rtl="0">
              <a:spcBef>
                <a:spcPts val="0"/>
              </a:spcBef>
              <a:spcAft>
                <a:spcPts val="0"/>
              </a:spcAft>
              <a:buSzPts val="6000"/>
              <a:buNone/>
              <a:defRPr sz="6000"/>
            </a:lvl6pPr>
            <a:lvl7pPr lvl="6" algn="ctr" rtl="0">
              <a:spcBef>
                <a:spcPts val="0"/>
              </a:spcBef>
              <a:spcAft>
                <a:spcPts val="0"/>
              </a:spcAft>
              <a:buSzPts val="6000"/>
              <a:buNone/>
              <a:defRPr sz="6000"/>
            </a:lvl7pPr>
            <a:lvl8pPr lvl="7" algn="ctr" rtl="0">
              <a:spcBef>
                <a:spcPts val="0"/>
              </a:spcBef>
              <a:spcAft>
                <a:spcPts val="0"/>
              </a:spcAft>
              <a:buSzPts val="6000"/>
              <a:buNone/>
              <a:defRPr sz="6000"/>
            </a:lvl8pPr>
            <a:lvl9pPr lvl="8" algn="ctr" rtl="0">
              <a:spcBef>
                <a:spcPts val="0"/>
              </a:spcBef>
              <a:spcAft>
                <a:spcPts val="0"/>
              </a:spcAft>
              <a:buSzPts val="6000"/>
              <a:buNone/>
              <a:defRPr sz="6000"/>
            </a:lvl9pPr>
          </a:lstStyle>
          <a:p>
            <a:r>
              <a:t>xx%</a:t>
            </a:r>
          </a:p>
        </p:txBody>
      </p:sp>
      <p:sp>
        <p:nvSpPr>
          <p:cNvPr id="16" name="Google Shape;16;p3"/>
          <p:cNvSpPr txBox="1">
            <a:spLocks noGrp="1"/>
          </p:cNvSpPr>
          <p:nvPr>
            <p:ph type="subTitle" idx="1"/>
          </p:nvPr>
        </p:nvSpPr>
        <p:spPr>
          <a:xfrm>
            <a:off x="1393550" y="3743512"/>
            <a:ext cx="4360200" cy="4038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sz="1400">
                <a:solidFill>
                  <a:schemeClr val="lt1"/>
                </a:solidFill>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7"/>
        <p:cNvGrpSpPr/>
        <p:nvPr/>
      </p:nvGrpSpPr>
      <p:grpSpPr>
        <a:xfrm>
          <a:off x="0" y="0"/>
          <a:ext cx="0" cy="0"/>
          <a:chOff x="0" y="0"/>
          <a:chExt cx="0" cy="0"/>
        </a:xfrm>
      </p:grpSpPr>
      <p:sp>
        <p:nvSpPr>
          <p:cNvPr id="18" name="Google Shape;18;p4"/>
          <p:cNvSpPr/>
          <p:nvPr/>
        </p:nvSpPr>
        <p:spPr>
          <a:xfrm>
            <a:off x="171450" y="145800"/>
            <a:ext cx="8801100" cy="4851900"/>
          </a:xfrm>
          <a:prstGeom prst="rect">
            <a:avLst/>
          </a:prstGeom>
          <a:solidFill>
            <a:schemeClr val="lt1"/>
          </a:solidFill>
          <a:ln>
            <a:noFill/>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19;p4"/>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
        <p:nvSpPr>
          <p:cNvPr id="20" name="Google Shape;20;p4"/>
          <p:cNvSpPr txBox="1">
            <a:spLocks noGrp="1"/>
          </p:cNvSpPr>
          <p:nvPr>
            <p:ph type="body" idx="1"/>
          </p:nvPr>
        </p:nvSpPr>
        <p:spPr>
          <a:xfrm>
            <a:off x="720000" y="1152475"/>
            <a:ext cx="7704000" cy="346800"/>
          </a:xfrm>
          <a:prstGeom prst="rect">
            <a:avLst/>
          </a:prstGeom>
        </p:spPr>
        <p:txBody>
          <a:bodyPr spcFirstLastPara="1" wrap="square" lIns="91425" tIns="91425" rIns="91425" bIns="91425" anchor="t" anchorCtr="0">
            <a:noAutofit/>
          </a:bodyPr>
          <a:lstStyle>
            <a:lvl1pPr marL="457200" lvl="0" indent="-317500" algn="ctr" rtl="0">
              <a:lnSpc>
                <a:spcPct val="115000"/>
              </a:lnSpc>
              <a:spcBef>
                <a:spcPts val="0"/>
              </a:spcBef>
              <a:spcAft>
                <a:spcPts val="0"/>
              </a:spcAft>
              <a:buSzPts val="1400"/>
              <a:buChar char="●"/>
              <a:defRPr/>
            </a:lvl1pPr>
            <a:lvl2pPr marL="914400" lvl="1" indent="-304800" rtl="0">
              <a:lnSpc>
                <a:spcPct val="115000"/>
              </a:lnSpc>
              <a:spcBef>
                <a:spcPts val="0"/>
              </a:spcBef>
              <a:spcAft>
                <a:spcPts val="0"/>
              </a:spcAft>
              <a:buSzPts val="1200"/>
              <a:buChar char="○"/>
              <a:defRPr/>
            </a:lvl2pPr>
            <a:lvl3pPr marL="1371600" lvl="2" indent="-304800" rtl="0">
              <a:lnSpc>
                <a:spcPct val="115000"/>
              </a:lnSpc>
              <a:spcBef>
                <a:spcPts val="0"/>
              </a:spcBef>
              <a:spcAft>
                <a:spcPts val="0"/>
              </a:spcAft>
              <a:buSzPts val="1200"/>
              <a:buChar char="■"/>
              <a:defRPr/>
            </a:lvl3pPr>
            <a:lvl4pPr marL="1828800" lvl="3" indent="-304800" rtl="0">
              <a:lnSpc>
                <a:spcPct val="115000"/>
              </a:lnSpc>
              <a:spcBef>
                <a:spcPts val="0"/>
              </a:spcBef>
              <a:spcAft>
                <a:spcPts val="0"/>
              </a:spcAft>
              <a:buSzPts val="1200"/>
              <a:buChar char="●"/>
              <a:defRPr/>
            </a:lvl4pPr>
            <a:lvl5pPr marL="2286000" lvl="4" indent="-304800" rtl="0">
              <a:lnSpc>
                <a:spcPct val="115000"/>
              </a:lnSpc>
              <a:spcBef>
                <a:spcPts val="0"/>
              </a:spcBef>
              <a:spcAft>
                <a:spcPts val="0"/>
              </a:spcAft>
              <a:buSzPts val="1200"/>
              <a:buChar char="○"/>
              <a:defRPr/>
            </a:lvl5pPr>
            <a:lvl6pPr marL="2743200" lvl="5" indent="-304800" rtl="0">
              <a:lnSpc>
                <a:spcPct val="115000"/>
              </a:lnSpc>
              <a:spcBef>
                <a:spcPts val="0"/>
              </a:spcBef>
              <a:spcAft>
                <a:spcPts val="0"/>
              </a:spcAft>
              <a:buSzPts val="1200"/>
              <a:buChar char="■"/>
              <a:defRPr/>
            </a:lvl6pPr>
            <a:lvl7pPr marL="3200400" lvl="6" indent="-304800" rtl="0">
              <a:lnSpc>
                <a:spcPct val="115000"/>
              </a:lnSpc>
              <a:spcBef>
                <a:spcPts val="0"/>
              </a:spcBef>
              <a:spcAft>
                <a:spcPts val="0"/>
              </a:spcAft>
              <a:buSzPts val="1200"/>
              <a:buChar char="●"/>
              <a:defRPr/>
            </a:lvl7pPr>
            <a:lvl8pPr marL="3657600" lvl="7" indent="-304800" rtl="0">
              <a:lnSpc>
                <a:spcPct val="115000"/>
              </a:lnSpc>
              <a:spcBef>
                <a:spcPts val="0"/>
              </a:spcBef>
              <a:spcAft>
                <a:spcPts val="0"/>
              </a:spcAft>
              <a:buSzPts val="1200"/>
              <a:buChar char="○"/>
              <a:defRPr/>
            </a:lvl8pPr>
            <a:lvl9pPr marL="4114800" lvl="8" indent="-304800" rtl="0">
              <a:lnSpc>
                <a:spcPct val="115000"/>
              </a:lnSpc>
              <a:spcBef>
                <a:spcPts val="0"/>
              </a:spcBef>
              <a:spcAft>
                <a:spcPts val="0"/>
              </a:spcAft>
              <a:buSzPts val="1200"/>
              <a:buChar char="■"/>
              <a:defRPr/>
            </a:lvl9pPr>
          </a:lstStyle>
          <a:p>
            <a:endParaRPr/>
          </a:p>
        </p:txBody>
      </p:sp>
      <p:grpSp>
        <p:nvGrpSpPr>
          <p:cNvPr id="21" name="Google Shape;21;p4"/>
          <p:cNvGrpSpPr/>
          <p:nvPr/>
        </p:nvGrpSpPr>
        <p:grpSpPr>
          <a:xfrm flipH="1">
            <a:off x="435875" y="1292300"/>
            <a:ext cx="90900" cy="3705900"/>
            <a:chOff x="7952125" y="1292300"/>
            <a:chExt cx="90900" cy="3705900"/>
          </a:xfrm>
        </p:grpSpPr>
        <p:sp>
          <p:nvSpPr>
            <p:cNvPr id="22" name="Google Shape;22;p4"/>
            <p:cNvSpPr/>
            <p:nvPr/>
          </p:nvSpPr>
          <p:spPr>
            <a:xfrm rot="5400000">
              <a:off x="7744975" y="149945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3" name="Google Shape;23;p4"/>
            <p:cNvCxnSpPr/>
            <p:nvPr/>
          </p:nvCxnSpPr>
          <p:spPr>
            <a:xfrm>
              <a:off x="8043025" y="1292300"/>
              <a:ext cx="0" cy="3705900"/>
            </a:xfrm>
            <a:prstGeom prst="straightConnector1">
              <a:avLst/>
            </a:prstGeom>
            <a:noFill/>
            <a:ln w="9525" cap="flat" cmpd="sng">
              <a:solidFill>
                <a:schemeClr val="dk1"/>
              </a:solidFill>
              <a:prstDash val="solid"/>
              <a:round/>
              <a:headEnd type="none" w="med" len="med"/>
              <a:tailEnd type="none" w="med" len="med"/>
            </a:ln>
          </p:spPr>
        </p:cxnSp>
      </p:grpSp>
      <p:grpSp>
        <p:nvGrpSpPr>
          <p:cNvPr id="24" name="Google Shape;24;p4"/>
          <p:cNvGrpSpPr/>
          <p:nvPr/>
        </p:nvGrpSpPr>
        <p:grpSpPr>
          <a:xfrm rot="10800000">
            <a:off x="8617225" y="97275"/>
            <a:ext cx="90900" cy="3705900"/>
            <a:chOff x="7952125" y="1292300"/>
            <a:chExt cx="90900" cy="3705900"/>
          </a:xfrm>
        </p:grpSpPr>
        <p:sp>
          <p:nvSpPr>
            <p:cNvPr id="25" name="Google Shape;25;p4"/>
            <p:cNvSpPr/>
            <p:nvPr/>
          </p:nvSpPr>
          <p:spPr>
            <a:xfrm rot="5400000">
              <a:off x="7744975" y="149945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6" name="Google Shape;26;p4"/>
            <p:cNvCxnSpPr/>
            <p:nvPr/>
          </p:nvCxnSpPr>
          <p:spPr>
            <a:xfrm>
              <a:off x="8043025" y="1292300"/>
              <a:ext cx="0" cy="3705900"/>
            </a:xfrm>
            <a:prstGeom prst="straightConnector1">
              <a:avLst/>
            </a:prstGeom>
            <a:noFill/>
            <a:ln w="9525" cap="flat" cmpd="sng">
              <a:solidFill>
                <a:schemeClr val="dk1"/>
              </a:solidFill>
              <a:prstDash val="solid"/>
              <a:round/>
              <a:headEnd type="none" w="med" len="med"/>
              <a:tailEnd type="none" w="med" len="med"/>
            </a:ln>
          </p:spPr>
        </p:cxnSp>
      </p:gr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7"/>
        <p:cNvGrpSpPr/>
        <p:nvPr/>
      </p:nvGrpSpPr>
      <p:grpSpPr>
        <a:xfrm>
          <a:off x="0" y="0"/>
          <a:ext cx="0" cy="0"/>
          <a:chOff x="0" y="0"/>
          <a:chExt cx="0" cy="0"/>
        </a:xfrm>
      </p:grpSpPr>
      <p:sp>
        <p:nvSpPr>
          <p:cNvPr id="28" name="Google Shape;28;p5"/>
          <p:cNvSpPr/>
          <p:nvPr/>
        </p:nvSpPr>
        <p:spPr>
          <a:xfrm>
            <a:off x="171450" y="145800"/>
            <a:ext cx="8801100" cy="4851900"/>
          </a:xfrm>
          <a:prstGeom prst="rect">
            <a:avLst/>
          </a:prstGeom>
          <a:solidFill>
            <a:schemeClr val="lt1"/>
          </a:solidFill>
          <a:ln>
            <a:noFill/>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29;p5"/>
          <p:cNvSpPr txBox="1">
            <a:spLocks noGrp="1"/>
          </p:cNvSpPr>
          <p:nvPr>
            <p:ph type="subTitle" idx="1"/>
          </p:nvPr>
        </p:nvSpPr>
        <p:spPr>
          <a:xfrm>
            <a:off x="1938000" y="1571850"/>
            <a:ext cx="5268000" cy="12330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30" name="Google Shape;30;p5"/>
          <p:cNvSpPr txBox="1">
            <a:spLocks noGrp="1"/>
          </p:cNvSpPr>
          <p:nvPr>
            <p:ph type="subTitle" idx="2"/>
          </p:nvPr>
        </p:nvSpPr>
        <p:spPr>
          <a:xfrm>
            <a:off x="1938000" y="3033474"/>
            <a:ext cx="5268000" cy="12330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31" name="Google Shape;31;p5"/>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grpSp>
        <p:nvGrpSpPr>
          <p:cNvPr id="32" name="Google Shape;32;p5"/>
          <p:cNvGrpSpPr/>
          <p:nvPr/>
        </p:nvGrpSpPr>
        <p:grpSpPr>
          <a:xfrm>
            <a:off x="165700" y="1292300"/>
            <a:ext cx="8349200" cy="3705900"/>
            <a:chOff x="165700" y="1292300"/>
            <a:chExt cx="8349200" cy="3705900"/>
          </a:xfrm>
        </p:grpSpPr>
        <p:grpSp>
          <p:nvGrpSpPr>
            <p:cNvPr id="33" name="Google Shape;33;p5"/>
            <p:cNvGrpSpPr/>
            <p:nvPr/>
          </p:nvGrpSpPr>
          <p:grpSpPr>
            <a:xfrm rot="10800000">
              <a:off x="165700" y="4608500"/>
              <a:ext cx="7941000" cy="90900"/>
              <a:chOff x="1239825" y="571500"/>
              <a:chExt cx="7941000" cy="90900"/>
            </a:xfrm>
          </p:grpSpPr>
          <p:cxnSp>
            <p:nvCxnSpPr>
              <p:cNvPr id="34" name="Google Shape;34;p5"/>
              <p:cNvCxnSpPr/>
              <p:nvPr/>
            </p:nvCxnSpPr>
            <p:spPr>
              <a:xfrm>
                <a:off x="1239825" y="571500"/>
                <a:ext cx="7941000" cy="0"/>
              </a:xfrm>
              <a:prstGeom prst="straightConnector1">
                <a:avLst/>
              </a:prstGeom>
              <a:noFill/>
              <a:ln w="9525" cap="flat" cmpd="sng">
                <a:solidFill>
                  <a:schemeClr val="dk1"/>
                </a:solidFill>
                <a:prstDash val="solid"/>
                <a:round/>
                <a:headEnd type="none" w="med" len="med"/>
                <a:tailEnd type="none" w="med" len="med"/>
              </a:ln>
            </p:spPr>
          </p:cxnSp>
          <p:sp>
            <p:nvSpPr>
              <p:cNvPr id="35" name="Google Shape;35;p5"/>
              <p:cNvSpPr/>
              <p:nvPr/>
            </p:nvSpPr>
            <p:spPr>
              <a:xfrm>
                <a:off x="1239825" y="57150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 name="Google Shape;36;p5"/>
            <p:cNvGrpSpPr/>
            <p:nvPr/>
          </p:nvGrpSpPr>
          <p:grpSpPr>
            <a:xfrm flipH="1">
              <a:off x="8424000" y="1292300"/>
              <a:ext cx="90900" cy="3705900"/>
              <a:chOff x="7952125" y="1292300"/>
              <a:chExt cx="90900" cy="3705900"/>
            </a:xfrm>
          </p:grpSpPr>
          <p:sp>
            <p:nvSpPr>
              <p:cNvPr id="37" name="Google Shape;37;p5"/>
              <p:cNvSpPr/>
              <p:nvPr/>
            </p:nvSpPr>
            <p:spPr>
              <a:xfrm rot="5400000">
                <a:off x="7744975" y="149945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38" name="Google Shape;38;p5"/>
              <p:cNvCxnSpPr/>
              <p:nvPr/>
            </p:nvCxnSpPr>
            <p:spPr>
              <a:xfrm>
                <a:off x="8043025" y="1292300"/>
                <a:ext cx="0" cy="3705900"/>
              </a:xfrm>
              <a:prstGeom prst="straightConnector1">
                <a:avLst/>
              </a:prstGeom>
              <a:noFill/>
              <a:ln w="9525" cap="flat" cmpd="sng">
                <a:solidFill>
                  <a:schemeClr val="dk1"/>
                </a:solidFill>
                <a:prstDash val="solid"/>
                <a:round/>
                <a:headEnd type="none" w="med" len="med"/>
                <a:tailEnd type="none" w="med" len="med"/>
              </a:ln>
            </p:spPr>
          </p:cxnSp>
        </p:grpSp>
      </p:gr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9"/>
        <p:cNvGrpSpPr/>
        <p:nvPr/>
      </p:nvGrpSpPr>
      <p:grpSpPr>
        <a:xfrm>
          <a:off x="0" y="0"/>
          <a:ext cx="0" cy="0"/>
          <a:chOff x="0" y="0"/>
          <a:chExt cx="0" cy="0"/>
        </a:xfrm>
      </p:grpSpPr>
      <p:sp>
        <p:nvSpPr>
          <p:cNvPr id="40" name="Google Shape;40;p6"/>
          <p:cNvSpPr/>
          <p:nvPr/>
        </p:nvSpPr>
        <p:spPr>
          <a:xfrm>
            <a:off x="171450" y="145800"/>
            <a:ext cx="8801100" cy="4851900"/>
          </a:xfrm>
          <a:prstGeom prst="rect">
            <a:avLst/>
          </a:prstGeom>
          <a:solidFill>
            <a:schemeClr val="lt1"/>
          </a:solidFill>
          <a:ln>
            <a:noFill/>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41;p6"/>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lvl1pPr>
            <a:lvl2pPr lvl="1" rtl="0">
              <a:spcBef>
                <a:spcPts val="0"/>
              </a:spcBef>
              <a:spcAft>
                <a:spcPts val="0"/>
              </a:spcAft>
              <a:buSzPts val="3500"/>
              <a:buFont typeface="Noto Serif Ethiopic"/>
              <a:buNone/>
              <a:defRPr>
                <a:latin typeface="Noto Serif Ethiopic"/>
                <a:ea typeface="Noto Serif Ethiopic"/>
                <a:cs typeface="Noto Serif Ethiopic"/>
                <a:sym typeface="Noto Serif Ethiopic"/>
              </a:defRPr>
            </a:lvl2pPr>
            <a:lvl3pPr lvl="2" rtl="0">
              <a:spcBef>
                <a:spcPts val="0"/>
              </a:spcBef>
              <a:spcAft>
                <a:spcPts val="0"/>
              </a:spcAft>
              <a:buSzPts val="3500"/>
              <a:buFont typeface="Noto Serif Ethiopic"/>
              <a:buNone/>
              <a:defRPr>
                <a:latin typeface="Noto Serif Ethiopic"/>
                <a:ea typeface="Noto Serif Ethiopic"/>
                <a:cs typeface="Noto Serif Ethiopic"/>
                <a:sym typeface="Noto Serif Ethiopic"/>
              </a:defRPr>
            </a:lvl3pPr>
            <a:lvl4pPr lvl="3" rtl="0">
              <a:spcBef>
                <a:spcPts val="0"/>
              </a:spcBef>
              <a:spcAft>
                <a:spcPts val="0"/>
              </a:spcAft>
              <a:buSzPts val="3500"/>
              <a:buFont typeface="Noto Serif Ethiopic"/>
              <a:buNone/>
              <a:defRPr>
                <a:latin typeface="Noto Serif Ethiopic"/>
                <a:ea typeface="Noto Serif Ethiopic"/>
                <a:cs typeface="Noto Serif Ethiopic"/>
                <a:sym typeface="Noto Serif Ethiopic"/>
              </a:defRPr>
            </a:lvl4pPr>
            <a:lvl5pPr lvl="4" rtl="0">
              <a:spcBef>
                <a:spcPts val="0"/>
              </a:spcBef>
              <a:spcAft>
                <a:spcPts val="0"/>
              </a:spcAft>
              <a:buSzPts val="3500"/>
              <a:buFont typeface="Noto Serif Ethiopic"/>
              <a:buNone/>
              <a:defRPr>
                <a:latin typeface="Noto Serif Ethiopic"/>
                <a:ea typeface="Noto Serif Ethiopic"/>
                <a:cs typeface="Noto Serif Ethiopic"/>
                <a:sym typeface="Noto Serif Ethiopic"/>
              </a:defRPr>
            </a:lvl5pPr>
            <a:lvl6pPr lvl="5" rtl="0">
              <a:spcBef>
                <a:spcPts val="0"/>
              </a:spcBef>
              <a:spcAft>
                <a:spcPts val="0"/>
              </a:spcAft>
              <a:buSzPts val="3500"/>
              <a:buFont typeface="Noto Serif Ethiopic"/>
              <a:buNone/>
              <a:defRPr>
                <a:latin typeface="Noto Serif Ethiopic"/>
                <a:ea typeface="Noto Serif Ethiopic"/>
                <a:cs typeface="Noto Serif Ethiopic"/>
                <a:sym typeface="Noto Serif Ethiopic"/>
              </a:defRPr>
            </a:lvl6pPr>
            <a:lvl7pPr lvl="6" rtl="0">
              <a:spcBef>
                <a:spcPts val="0"/>
              </a:spcBef>
              <a:spcAft>
                <a:spcPts val="0"/>
              </a:spcAft>
              <a:buSzPts val="3500"/>
              <a:buFont typeface="Noto Serif Ethiopic"/>
              <a:buNone/>
              <a:defRPr>
                <a:latin typeface="Noto Serif Ethiopic"/>
                <a:ea typeface="Noto Serif Ethiopic"/>
                <a:cs typeface="Noto Serif Ethiopic"/>
                <a:sym typeface="Noto Serif Ethiopic"/>
              </a:defRPr>
            </a:lvl7pPr>
            <a:lvl8pPr lvl="7" rtl="0">
              <a:spcBef>
                <a:spcPts val="0"/>
              </a:spcBef>
              <a:spcAft>
                <a:spcPts val="0"/>
              </a:spcAft>
              <a:buSzPts val="3500"/>
              <a:buFont typeface="Noto Serif Ethiopic"/>
              <a:buNone/>
              <a:defRPr>
                <a:latin typeface="Noto Serif Ethiopic"/>
                <a:ea typeface="Noto Serif Ethiopic"/>
                <a:cs typeface="Noto Serif Ethiopic"/>
                <a:sym typeface="Noto Serif Ethiopic"/>
              </a:defRPr>
            </a:lvl8pPr>
            <a:lvl9pPr lvl="8" rtl="0">
              <a:spcBef>
                <a:spcPts val="0"/>
              </a:spcBef>
              <a:spcAft>
                <a:spcPts val="0"/>
              </a:spcAft>
              <a:buSzPts val="3500"/>
              <a:buFont typeface="Noto Serif Ethiopic"/>
              <a:buNone/>
              <a:defRPr>
                <a:latin typeface="Noto Serif Ethiopic"/>
                <a:ea typeface="Noto Serif Ethiopic"/>
                <a:cs typeface="Noto Serif Ethiopic"/>
                <a:sym typeface="Noto Serif Ethiopic"/>
              </a:defRPr>
            </a:lvl9pPr>
          </a:lstStyle>
          <a:p>
            <a:endParaRPr/>
          </a:p>
        </p:txBody>
      </p:sp>
      <p:grpSp>
        <p:nvGrpSpPr>
          <p:cNvPr id="42" name="Google Shape;42;p6"/>
          <p:cNvGrpSpPr/>
          <p:nvPr/>
        </p:nvGrpSpPr>
        <p:grpSpPr>
          <a:xfrm>
            <a:off x="435875" y="97275"/>
            <a:ext cx="8272250" cy="4900925"/>
            <a:chOff x="435875" y="97275"/>
            <a:chExt cx="8272250" cy="4900925"/>
          </a:xfrm>
        </p:grpSpPr>
        <p:grpSp>
          <p:nvGrpSpPr>
            <p:cNvPr id="43" name="Google Shape;43;p6"/>
            <p:cNvGrpSpPr/>
            <p:nvPr/>
          </p:nvGrpSpPr>
          <p:grpSpPr>
            <a:xfrm flipH="1">
              <a:off x="435875" y="1292300"/>
              <a:ext cx="90900" cy="3705900"/>
              <a:chOff x="7952125" y="1292300"/>
              <a:chExt cx="90900" cy="3705900"/>
            </a:xfrm>
          </p:grpSpPr>
          <p:sp>
            <p:nvSpPr>
              <p:cNvPr id="44" name="Google Shape;44;p6"/>
              <p:cNvSpPr/>
              <p:nvPr/>
            </p:nvSpPr>
            <p:spPr>
              <a:xfrm rot="5400000">
                <a:off x="7744975" y="149945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5" name="Google Shape;45;p6"/>
              <p:cNvCxnSpPr/>
              <p:nvPr/>
            </p:nvCxnSpPr>
            <p:spPr>
              <a:xfrm>
                <a:off x="8043025" y="1292300"/>
                <a:ext cx="0" cy="3705900"/>
              </a:xfrm>
              <a:prstGeom prst="straightConnector1">
                <a:avLst/>
              </a:prstGeom>
              <a:noFill/>
              <a:ln w="9525" cap="flat" cmpd="sng">
                <a:solidFill>
                  <a:schemeClr val="dk1"/>
                </a:solidFill>
                <a:prstDash val="solid"/>
                <a:round/>
                <a:headEnd type="none" w="med" len="med"/>
                <a:tailEnd type="none" w="med" len="med"/>
              </a:ln>
            </p:spPr>
          </p:cxnSp>
        </p:grpSp>
        <p:grpSp>
          <p:nvGrpSpPr>
            <p:cNvPr id="46" name="Google Shape;46;p6"/>
            <p:cNvGrpSpPr/>
            <p:nvPr/>
          </p:nvGrpSpPr>
          <p:grpSpPr>
            <a:xfrm rot="10800000">
              <a:off x="8617225" y="97275"/>
              <a:ext cx="90900" cy="3705900"/>
              <a:chOff x="7952125" y="1292300"/>
              <a:chExt cx="90900" cy="3705900"/>
            </a:xfrm>
          </p:grpSpPr>
          <p:sp>
            <p:nvSpPr>
              <p:cNvPr id="47" name="Google Shape;47;p6"/>
              <p:cNvSpPr/>
              <p:nvPr/>
            </p:nvSpPr>
            <p:spPr>
              <a:xfrm rot="5400000">
                <a:off x="7744975" y="149945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8" name="Google Shape;48;p6"/>
              <p:cNvCxnSpPr/>
              <p:nvPr/>
            </p:nvCxnSpPr>
            <p:spPr>
              <a:xfrm>
                <a:off x="8043025" y="1292300"/>
                <a:ext cx="0" cy="3705900"/>
              </a:xfrm>
              <a:prstGeom prst="straightConnector1">
                <a:avLst/>
              </a:prstGeom>
              <a:noFill/>
              <a:ln w="9525" cap="flat" cmpd="sng">
                <a:solidFill>
                  <a:schemeClr val="dk1"/>
                </a:solidFill>
                <a:prstDash val="solid"/>
                <a:round/>
                <a:headEnd type="none" w="med" len="med"/>
                <a:tailEnd type="none" w="med" len="med"/>
              </a:ln>
            </p:spPr>
          </p:cxnSp>
        </p:grpSp>
      </p:gr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49"/>
        <p:cNvGrpSpPr/>
        <p:nvPr/>
      </p:nvGrpSpPr>
      <p:grpSpPr>
        <a:xfrm>
          <a:off x="0" y="0"/>
          <a:ext cx="0" cy="0"/>
          <a:chOff x="0" y="0"/>
          <a:chExt cx="0" cy="0"/>
        </a:xfrm>
      </p:grpSpPr>
      <p:sp>
        <p:nvSpPr>
          <p:cNvPr id="50" name="Google Shape;50;p7"/>
          <p:cNvSpPr/>
          <p:nvPr/>
        </p:nvSpPr>
        <p:spPr>
          <a:xfrm>
            <a:off x="171450" y="145800"/>
            <a:ext cx="8801100" cy="4851900"/>
          </a:xfrm>
          <a:prstGeom prst="rect">
            <a:avLst/>
          </a:prstGeom>
          <a:solidFill>
            <a:schemeClr val="lt1"/>
          </a:solidFill>
          <a:ln>
            <a:noFill/>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51;p7"/>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
        <p:nvSpPr>
          <p:cNvPr id="52" name="Google Shape;52;p7"/>
          <p:cNvSpPr txBox="1">
            <a:spLocks noGrp="1"/>
          </p:cNvSpPr>
          <p:nvPr>
            <p:ph type="body" idx="1"/>
          </p:nvPr>
        </p:nvSpPr>
        <p:spPr>
          <a:xfrm>
            <a:off x="720000" y="1152475"/>
            <a:ext cx="7704000" cy="1911300"/>
          </a:xfrm>
          <a:prstGeom prst="rect">
            <a:avLst/>
          </a:prstGeom>
        </p:spPr>
        <p:txBody>
          <a:bodyPr spcFirstLastPara="1" wrap="square" lIns="91425" tIns="91425" rIns="91425" bIns="91425" anchor="t" anchorCtr="0">
            <a:noAutofit/>
          </a:bodyPr>
          <a:lstStyle>
            <a:lvl1pPr marL="457200" lvl="0" indent="-317500" rtl="0">
              <a:lnSpc>
                <a:spcPct val="115000"/>
              </a:lnSpc>
              <a:spcBef>
                <a:spcPts val="0"/>
              </a:spcBef>
              <a:spcAft>
                <a:spcPts val="0"/>
              </a:spcAft>
              <a:buSzPts val="1400"/>
              <a:buChar char="●"/>
              <a:defRPr/>
            </a:lvl1pPr>
            <a:lvl2pPr marL="914400" lvl="1" indent="-304800" rtl="0">
              <a:lnSpc>
                <a:spcPct val="115000"/>
              </a:lnSpc>
              <a:spcBef>
                <a:spcPts val="0"/>
              </a:spcBef>
              <a:spcAft>
                <a:spcPts val="0"/>
              </a:spcAft>
              <a:buSzPts val="1200"/>
              <a:buChar char="○"/>
              <a:defRPr/>
            </a:lvl2pPr>
            <a:lvl3pPr marL="1371600" lvl="2" indent="-304800" rtl="0">
              <a:lnSpc>
                <a:spcPct val="115000"/>
              </a:lnSpc>
              <a:spcBef>
                <a:spcPts val="0"/>
              </a:spcBef>
              <a:spcAft>
                <a:spcPts val="0"/>
              </a:spcAft>
              <a:buSzPts val="1200"/>
              <a:buChar char="■"/>
              <a:defRPr/>
            </a:lvl3pPr>
            <a:lvl4pPr marL="1828800" lvl="3" indent="-304800" rtl="0">
              <a:lnSpc>
                <a:spcPct val="115000"/>
              </a:lnSpc>
              <a:spcBef>
                <a:spcPts val="0"/>
              </a:spcBef>
              <a:spcAft>
                <a:spcPts val="0"/>
              </a:spcAft>
              <a:buSzPts val="1200"/>
              <a:buChar char="●"/>
              <a:defRPr/>
            </a:lvl4pPr>
            <a:lvl5pPr marL="2286000" lvl="4" indent="-304800" rtl="0">
              <a:lnSpc>
                <a:spcPct val="115000"/>
              </a:lnSpc>
              <a:spcBef>
                <a:spcPts val="0"/>
              </a:spcBef>
              <a:spcAft>
                <a:spcPts val="0"/>
              </a:spcAft>
              <a:buSzPts val="1200"/>
              <a:buChar char="○"/>
              <a:defRPr/>
            </a:lvl5pPr>
            <a:lvl6pPr marL="2743200" lvl="5" indent="-304800" rtl="0">
              <a:lnSpc>
                <a:spcPct val="115000"/>
              </a:lnSpc>
              <a:spcBef>
                <a:spcPts val="0"/>
              </a:spcBef>
              <a:spcAft>
                <a:spcPts val="0"/>
              </a:spcAft>
              <a:buSzPts val="1200"/>
              <a:buChar char="■"/>
              <a:defRPr/>
            </a:lvl6pPr>
            <a:lvl7pPr marL="3200400" lvl="6" indent="-304800" rtl="0">
              <a:lnSpc>
                <a:spcPct val="115000"/>
              </a:lnSpc>
              <a:spcBef>
                <a:spcPts val="0"/>
              </a:spcBef>
              <a:spcAft>
                <a:spcPts val="0"/>
              </a:spcAft>
              <a:buSzPts val="1200"/>
              <a:buChar char="●"/>
              <a:defRPr/>
            </a:lvl7pPr>
            <a:lvl8pPr marL="3657600" lvl="7" indent="-304800" rtl="0">
              <a:lnSpc>
                <a:spcPct val="115000"/>
              </a:lnSpc>
              <a:spcBef>
                <a:spcPts val="0"/>
              </a:spcBef>
              <a:spcAft>
                <a:spcPts val="0"/>
              </a:spcAft>
              <a:buSzPts val="1200"/>
              <a:buChar char="○"/>
              <a:defRPr/>
            </a:lvl8pPr>
            <a:lvl9pPr marL="4114800" lvl="8" indent="-304800" rtl="0">
              <a:lnSpc>
                <a:spcPct val="115000"/>
              </a:lnSpc>
              <a:spcBef>
                <a:spcPts val="0"/>
              </a:spcBef>
              <a:spcAft>
                <a:spcPts val="0"/>
              </a:spcAft>
              <a:buSzPts val="1200"/>
              <a:buChar char="■"/>
              <a:defRPr/>
            </a:lvl9pPr>
          </a:lstStyle>
          <a:p>
            <a:endParaRPr/>
          </a:p>
        </p:txBody>
      </p:sp>
      <p:grpSp>
        <p:nvGrpSpPr>
          <p:cNvPr id="53" name="Google Shape;53;p7"/>
          <p:cNvGrpSpPr/>
          <p:nvPr/>
        </p:nvGrpSpPr>
        <p:grpSpPr>
          <a:xfrm rot="10800000" flipH="1">
            <a:off x="2502023" y="4741850"/>
            <a:ext cx="6506400" cy="90900"/>
            <a:chOff x="1239825" y="571500"/>
            <a:chExt cx="6506400" cy="90900"/>
          </a:xfrm>
        </p:grpSpPr>
        <p:cxnSp>
          <p:nvCxnSpPr>
            <p:cNvPr id="54" name="Google Shape;54;p7"/>
            <p:cNvCxnSpPr/>
            <p:nvPr/>
          </p:nvCxnSpPr>
          <p:spPr>
            <a:xfrm>
              <a:off x="1239825" y="571500"/>
              <a:ext cx="6506400" cy="0"/>
            </a:xfrm>
            <a:prstGeom prst="straightConnector1">
              <a:avLst/>
            </a:prstGeom>
            <a:noFill/>
            <a:ln w="9525" cap="flat" cmpd="sng">
              <a:solidFill>
                <a:schemeClr val="dk1"/>
              </a:solidFill>
              <a:prstDash val="solid"/>
              <a:round/>
              <a:headEnd type="none" w="med" len="med"/>
              <a:tailEnd type="none" w="med" len="med"/>
            </a:ln>
          </p:spPr>
        </p:cxnSp>
        <p:sp>
          <p:nvSpPr>
            <p:cNvPr id="55" name="Google Shape;55;p7"/>
            <p:cNvSpPr/>
            <p:nvPr/>
          </p:nvSpPr>
          <p:spPr>
            <a:xfrm>
              <a:off x="1239825" y="57150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69"/>
        <p:cNvGrpSpPr/>
        <p:nvPr/>
      </p:nvGrpSpPr>
      <p:grpSpPr>
        <a:xfrm>
          <a:off x="0" y="0"/>
          <a:ext cx="0" cy="0"/>
          <a:chOff x="0" y="0"/>
          <a:chExt cx="0" cy="0"/>
        </a:xfrm>
      </p:grpSpPr>
      <p:sp>
        <p:nvSpPr>
          <p:cNvPr id="70" name="Google Shape;70;p10"/>
          <p:cNvSpPr>
            <a:spLocks noGrp="1"/>
          </p:cNvSpPr>
          <p:nvPr>
            <p:ph type="pic" idx="2"/>
          </p:nvPr>
        </p:nvSpPr>
        <p:spPr>
          <a:xfrm>
            <a:off x="-11825" y="-11825"/>
            <a:ext cx="9155700" cy="5155200"/>
          </a:xfrm>
          <a:prstGeom prst="rect">
            <a:avLst/>
          </a:prstGeom>
          <a:noFill/>
          <a:ln>
            <a:noFill/>
          </a:ln>
        </p:spPr>
      </p:sp>
      <p:sp>
        <p:nvSpPr>
          <p:cNvPr id="71" name="Google Shape;71;p10"/>
          <p:cNvSpPr txBox="1">
            <a:spLocks noGrp="1"/>
          </p:cNvSpPr>
          <p:nvPr>
            <p:ph type="title"/>
          </p:nvPr>
        </p:nvSpPr>
        <p:spPr>
          <a:xfrm>
            <a:off x="1522200" y="3961375"/>
            <a:ext cx="6099600" cy="572700"/>
          </a:xfrm>
          <a:prstGeom prst="rect">
            <a:avLst/>
          </a:prstGeom>
          <a:solidFill>
            <a:schemeClr val="lt1"/>
          </a:solidFill>
        </p:spPr>
        <p:txBody>
          <a:bodyPr spcFirstLastPara="1" wrap="square" lIns="91425" tIns="91425" rIns="91425" bIns="91425" anchor="ctr" anchorCtr="0">
            <a:noAutofit/>
          </a:bodyPr>
          <a:lstStyle>
            <a:lvl1pPr lvl="0" algn="ctr" rtl="0">
              <a:spcBef>
                <a:spcPts val="0"/>
              </a:spcBef>
              <a:spcAft>
                <a:spcPts val="0"/>
              </a:spcAft>
              <a:buSzPts val="3500"/>
              <a:buNone/>
              <a:defRPr sz="2400"/>
            </a:lvl1pPr>
            <a:lvl2pPr lvl="1" algn="ctr" rtl="0">
              <a:spcBef>
                <a:spcPts val="0"/>
              </a:spcBef>
              <a:spcAft>
                <a:spcPts val="0"/>
              </a:spcAft>
              <a:buSzPts val="3500"/>
              <a:buNone/>
              <a:defRPr/>
            </a:lvl2pPr>
            <a:lvl3pPr lvl="2" algn="ctr" rtl="0">
              <a:spcBef>
                <a:spcPts val="0"/>
              </a:spcBef>
              <a:spcAft>
                <a:spcPts val="0"/>
              </a:spcAft>
              <a:buSzPts val="3500"/>
              <a:buNone/>
              <a:defRPr/>
            </a:lvl3pPr>
            <a:lvl4pPr lvl="3" algn="ctr" rtl="0">
              <a:spcBef>
                <a:spcPts val="0"/>
              </a:spcBef>
              <a:spcAft>
                <a:spcPts val="0"/>
              </a:spcAft>
              <a:buSzPts val="3500"/>
              <a:buNone/>
              <a:defRPr/>
            </a:lvl4pPr>
            <a:lvl5pPr lvl="4" algn="ctr" rtl="0">
              <a:spcBef>
                <a:spcPts val="0"/>
              </a:spcBef>
              <a:spcAft>
                <a:spcPts val="0"/>
              </a:spcAft>
              <a:buSzPts val="3500"/>
              <a:buNone/>
              <a:defRPr/>
            </a:lvl5pPr>
            <a:lvl6pPr lvl="5" algn="ctr" rtl="0">
              <a:spcBef>
                <a:spcPts val="0"/>
              </a:spcBef>
              <a:spcAft>
                <a:spcPts val="0"/>
              </a:spcAft>
              <a:buSzPts val="3500"/>
              <a:buNone/>
              <a:defRPr/>
            </a:lvl6pPr>
            <a:lvl7pPr lvl="6" algn="ctr" rtl="0">
              <a:spcBef>
                <a:spcPts val="0"/>
              </a:spcBef>
              <a:spcAft>
                <a:spcPts val="0"/>
              </a:spcAft>
              <a:buSzPts val="3500"/>
              <a:buNone/>
              <a:defRPr/>
            </a:lvl7pPr>
            <a:lvl8pPr lvl="7" algn="ctr" rtl="0">
              <a:spcBef>
                <a:spcPts val="0"/>
              </a:spcBef>
              <a:spcAft>
                <a:spcPts val="0"/>
              </a:spcAft>
              <a:buSzPts val="3500"/>
              <a:buNone/>
              <a:defRPr/>
            </a:lvl8pPr>
            <a:lvl9pPr lvl="8" algn="ctr" rtl="0">
              <a:spcBef>
                <a:spcPts val="0"/>
              </a:spcBef>
              <a:spcAft>
                <a:spcPts val="0"/>
              </a:spcAft>
              <a:buSzPts val="3500"/>
              <a:buNone/>
              <a:defRPr/>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Blank" type="blank">
  <p:cSld name="BLANK">
    <p:bg>
      <p:bgPr>
        <a:solidFill>
          <a:schemeClr val="accent3"/>
        </a:solidFill>
        <a:effectLst/>
      </p:bgPr>
    </p:bg>
    <p:spTree>
      <p:nvGrpSpPr>
        <p:cNvPr id="1" name="Shape 82"/>
        <p:cNvGrpSpPr/>
        <p:nvPr/>
      </p:nvGrpSpPr>
      <p:grpSpPr>
        <a:xfrm>
          <a:off x="0" y="0"/>
          <a:ext cx="0" cy="0"/>
          <a:chOff x="0" y="0"/>
          <a:chExt cx="0" cy="0"/>
        </a:xfrm>
      </p:grpSpPr>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able of contents">
  <p:cSld name="BLANK_1">
    <p:spTree>
      <p:nvGrpSpPr>
        <p:cNvPr id="1" name="Shape 83"/>
        <p:cNvGrpSpPr/>
        <p:nvPr/>
      </p:nvGrpSpPr>
      <p:grpSpPr>
        <a:xfrm>
          <a:off x="0" y="0"/>
          <a:ext cx="0" cy="0"/>
          <a:chOff x="0" y="0"/>
          <a:chExt cx="0" cy="0"/>
        </a:xfrm>
      </p:grpSpPr>
      <p:sp>
        <p:nvSpPr>
          <p:cNvPr id="84" name="Google Shape;84;p13"/>
          <p:cNvSpPr/>
          <p:nvPr/>
        </p:nvSpPr>
        <p:spPr>
          <a:xfrm>
            <a:off x="171450" y="145800"/>
            <a:ext cx="8801100" cy="4851900"/>
          </a:xfrm>
          <a:prstGeom prst="rect">
            <a:avLst/>
          </a:prstGeom>
          <a:solidFill>
            <a:schemeClr val="lt1"/>
          </a:solidFill>
          <a:ln>
            <a:noFill/>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 name="Google Shape;85;p13"/>
          <p:cNvSpPr txBox="1">
            <a:spLocks noGrp="1"/>
          </p:cNvSpPr>
          <p:nvPr>
            <p:ph type="title" hasCustomPrompt="1"/>
          </p:nvPr>
        </p:nvSpPr>
        <p:spPr>
          <a:xfrm>
            <a:off x="1245650" y="1073400"/>
            <a:ext cx="1275300" cy="593400"/>
          </a:xfrm>
          <a:prstGeom prst="rect">
            <a:avLst/>
          </a:prstGeom>
        </p:spPr>
        <p:txBody>
          <a:bodyPr spcFirstLastPara="1" wrap="square" lIns="91425" tIns="91425" rIns="91425" bIns="91425" anchor="ctr" anchorCtr="0">
            <a:noAutofit/>
          </a:bodyPr>
          <a:lstStyle>
            <a:lvl1pPr lvl="0" rtl="0">
              <a:spcBef>
                <a:spcPts val="0"/>
              </a:spcBef>
              <a:spcAft>
                <a:spcPts val="0"/>
              </a:spcAft>
              <a:buSzPts val="3000"/>
              <a:buNone/>
              <a:defRPr sz="3000">
                <a:solidFill>
                  <a:schemeClr val="accent1"/>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86" name="Google Shape;86;p13"/>
          <p:cNvSpPr txBox="1">
            <a:spLocks noGrp="1"/>
          </p:cNvSpPr>
          <p:nvPr>
            <p:ph type="subTitle" idx="1"/>
          </p:nvPr>
        </p:nvSpPr>
        <p:spPr>
          <a:xfrm>
            <a:off x="720000" y="2211355"/>
            <a:ext cx="2336400" cy="572700"/>
          </a:xfrm>
          <a:prstGeom prst="rect">
            <a:avLst/>
          </a:prstGeom>
          <a:ln>
            <a:noFill/>
          </a:ln>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rtl="0">
              <a:lnSpc>
                <a:spcPct val="100000"/>
              </a:lnSpc>
              <a:spcBef>
                <a:spcPts val="0"/>
              </a:spcBef>
              <a:spcAft>
                <a:spcPts val="0"/>
              </a:spcAft>
              <a:buSzPts val="1200"/>
              <a:buNone/>
              <a:defRPr/>
            </a:lvl2pPr>
            <a:lvl3pPr lvl="2" rtl="0">
              <a:lnSpc>
                <a:spcPct val="100000"/>
              </a:lnSpc>
              <a:spcBef>
                <a:spcPts val="0"/>
              </a:spcBef>
              <a:spcAft>
                <a:spcPts val="0"/>
              </a:spcAft>
              <a:buSzPts val="1200"/>
              <a:buNone/>
              <a:defRPr/>
            </a:lvl3pPr>
            <a:lvl4pPr lvl="3" rtl="0">
              <a:lnSpc>
                <a:spcPct val="100000"/>
              </a:lnSpc>
              <a:spcBef>
                <a:spcPts val="0"/>
              </a:spcBef>
              <a:spcAft>
                <a:spcPts val="0"/>
              </a:spcAft>
              <a:buSzPts val="1200"/>
              <a:buNone/>
              <a:defRPr/>
            </a:lvl4pPr>
            <a:lvl5pPr lvl="4" rtl="0">
              <a:lnSpc>
                <a:spcPct val="100000"/>
              </a:lnSpc>
              <a:spcBef>
                <a:spcPts val="0"/>
              </a:spcBef>
              <a:spcAft>
                <a:spcPts val="0"/>
              </a:spcAft>
              <a:buSzPts val="1200"/>
              <a:buNone/>
              <a:defRPr/>
            </a:lvl5pPr>
            <a:lvl6pPr lvl="5" rtl="0">
              <a:lnSpc>
                <a:spcPct val="100000"/>
              </a:lnSpc>
              <a:spcBef>
                <a:spcPts val="0"/>
              </a:spcBef>
              <a:spcAft>
                <a:spcPts val="0"/>
              </a:spcAft>
              <a:buSzPts val="1200"/>
              <a:buNone/>
              <a:defRPr/>
            </a:lvl6pPr>
            <a:lvl7pPr lvl="6" rtl="0">
              <a:lnSpc>
                <a:spcPct val="100000"/>
              </a:lnSpc>
              <a:spcBef>
                <a:spcPts val="0"/>
              </a:spcBef>
              <a:spcAft>
                <a:spcPts val="0"/>
              </a:spcAft>
              <a:buSzPts val="1200"/>
              <a:buNone/>
              <a:defRPr/>
            </a:lvl7pPr>
            <a:lvl8pPr lvl="7" rtl="0">
              <a:lnSpc>
                <a:spcPct val="100000"/>
              </a:lnSpc>
              <a:spcBef>
                <a:spcPts val="0"/>
              </a:spcBef>
              <a:spcAft>
                <a:spcPts val="0"/>
              </a:spcAft>
              <a:buSzPts val="1200"/>
              <a:buNone/>
              <a:defRPr/>
            </a:lvl8pPr>
            <a:lvl9pPr lvl="8" rtl="0">
              <a:lnSpc>
                <a:spcPct val="100000"/>
              </a:lnSpc>
              <a:spcBef>
                <a:spcPts val="0"/>
              </a:spcBef>
              <a:spcAft>
                <a:spcPts val="0"/>
              </a:spcAft>
              <a:buSzPts val="1200"/>
              <a:buNone/>
              <a:defRPr/>
            </a:lvl9pPr>
          </a:lstStyle>
          <a:p>
            <a:endParaRPr/>
          </a:p>
        </p:txBody>
      </p:sp>
      <p:sp>
        <p:nvSpPr>
          <p:cNvPr id="87" name="Google Shape;87;p13"/>
          <p:cNvSpPr txBox="1">
            <a:spLocks noGrp="1"/>
          </p:cNvSpPr>
          <p:nvPr>
            <p:ph type="title" idx="2" hasCustomPrompt="1"/>
          </p:nvPr>
        </p:nvSpPr>
        <p:spPr>
          <a:xfrm>
            <a:off x="3931900" y="1073400"/>
            <a:ext cx="1275300" cy="593400"/>
          </a:xfrm>
          <a:prstGeom prst="rect">
            <a:avLst/>
          </a:prstGeom>
        </p:spPr>
        <p:txBody>
          <a:bodyPr spcFirstLastPara="1" wrap="square" lIns="91425" tIns="91425" rIns="91425" bIns="91425" anchor="ctr" anchorCtr="0">
            <a:noAutofit/>
          </a:bodyPr>
          <a:lstStyle>
            <a:lvl1pPr lvl="0" rtl="0">
              <a:spcBef>
                <a:spcPts val="0"/>
              </a:spcBef>
              <a:spcAft>
                <a:spcPts val="0"/>
              </a:spcAft>
              <a:buSzPts val="3000"/>
              <a:buNone/>
              <a:defRPr sz="3000">
                <a:solidFill>
                  <a:schemeClr val="accent1"/>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88" name="Google Shape;88;p13"/>
          <p:cNvSpPr txBox="1">
            <a:spLocks noGrp="1"/>
          </p:cNvSpPr>
          <p:nvPr>
            <p:ph type="subTitle" idx="3"/>
          </p:nvPr>
        </p:nvSpPr>
        <p:spPr>
          <a:xfrm>
            <a:off x="3403800" y="2211355"/>
            <a:ext cx="2336400" cy="572700"/>
          </a:xfrm>
          <a:prstGeom prst="rect">
            <a:avLst/>
          </a:prstGeom>
          <a:ln>
            <a:noFill/>
          </a:ln>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rtl="0">
              <a:lnSpc>
                <a:spcPct val="100000"/>
              </a:lnSpc>
              <a:spcBef>
                <a:spcPts val="0"/>
              </a:spcBef>
              <a:spcAft>
                <a:spcPts val="0"/>
              </a:spcAft>
              <a:buSzPts val="1200"/>
              <a:buNone/>
              <a:defRPr/>
            </a:lvl2pPr>
            <a:lvl3pPr lvl="2" rtl="0">
              <a:lnSpc>
                <a:spcPct val="100000"/>
              </a:lnSpc>
              <a:spcBef>
                <a:spcPts val="0"/>
              </a:spcBef>
              <a:spcAft>
                <a:spcPts val="0"/>
              </a:spcAft>
              <a:buSzPts val="1200"/>
              <a:buNone/>
              <a:defRPr/>
            </a:lvl3pPr>
            <a:lvl4pPr lvl="3" rtl="0">
              <a:lnSpc>
                <a:spcPct val="100000"/>
              </a:lnSpc>
              <a:spcBef>
                <a:spcPts val="0"/>
              </a:spcBef>
              <a:spcAft>
                <a:spcPts val="0"/>
              </a:spcAft>
              <a:buSzPts val="1200"/>
              <a:buNone/>
              <a:defRPr/>
            </a:lvl4pPr>
            <a:lvl5pPr lvl="4" rtl="0">
              <a:lnSpc>
                <a:spcPct val="100000"/>
              </a:lnSpc>
              <a:spcBef>
                <a:spcPts val="0"/>
              </a:spcBef>
              <a:spcAft>
                <a:spcPts val="0"/>
              </a:spcAft>
              <a:buSzPts val="1200"/>
              <a:buNone/>
              <a:defRPr/>
            </a:lvl5pPr>
            <a:lvl6pPr lvl="5" rtl="0">
              <a:lnSpc>
                <a:spcPct val="100000"/>
              </a:lnSpc>
              <a:spcBef>
                <a:spcPts val="0"/>
              </a:spcBef>
              <a:spcAft>
                <a:spcPts val="0"/>
              </a:spcAft>
              <a:buSzPts val="1200"/>
              <a:buNone/>
              <a:defRPr/>
            </a:lvl6pPr>
            <a:lvl7pPr lvl="6" rtl="0">
              <a:lnSpc>
                <a:spcPct val="100000"/>
              </a:lnSpc>
              <a:spcBef>
                <a:spcPts val="0"/>
              </a:spcBef>
              <a:spcAft>
                <a:spcPts val="0"/>
              </a:spcAft>
              <a:buSzPts val="1200"/>
              <a:buNone/>
              <a:defRPr/>
            </a:lvl7pPr>
            <a:lvl8pPr lvl="7" rtl="0">
              <a:lnSpc>
                <a:spcPct val="100000"/>
              </a:lnSpc>
              <a:spcBef>
                <a:spcPts val="0"/>
              </a:spcBef>
              <a:spcAft>
                <a:spcPts val="0"/>
              </a:spcAft>
              <a:buSzPts val="1200"/>
              <a:buNone/>
              <a:defRPr/>
            </a:lvl8pPr>
            <a:lvl9pPr lvl="8" rtl="0">
              <a:lnSpc>
                <a:spcPct val="100000"/>
              </a:lnSpc>
              <a:spcBef>
                <a:spcPts val="0"/>
              </a:spcBef>
              <a:spcAft>
                <a:spcPts val="0"/>
              </a:spcAft>
              <a:buSzPts val="1200"/>
              <a:buNone/>
              <a:defRPr/>
            </a:lvl9pPr>
          </a:lstStyle>
          <a:p>
            <a:endParaRPr/>
          </a:p>
        </p:txBody>
      </p:sp>
      <p:sp>
        <p:nvSpPr>
          <p:cNvPr id="89" name="Google Shape;89;p13"/>
          <p:cNvSpPr txBox="1">
            <a:spLocks noGrp="1"/>
          </p:cNvSpPr>
          <p:nvPr>
            <p:ph type="title" idx="4" hasCustomPrompt="1"/>
          </p:nvPr>
        </p:nvSpPr>
        <p:spPr>
          <a:xfrm>
            <a:off x="6623050" y="1073400"/>
            <a:ext cx="1275300" cy="593400"/>
          </a:xfrm>
          <a:prstGeom prst="rect">
            <a:avLst/>
          </a:prstGeom>
        </p:spPr>
        <p:txBody>
          <a:bodyPr spcFirstLastPara="1" wrap="square" lIns="91425" tIns="91425" rIns="91425" bIns="91425" anchor="ctr" anchorCtr="0">
            <a:noAutofit/>
          </a:bodyPr>
          <a:lstStyle>
            <a:lvl1pPr lvl="0" rtl="0">
              <a:spcBef>
                <a:spcPts val="0"/>
              </a:spcBef>
              <a:spcAft>
                <a:spcPts val="0"/>
              </a:spcAft>
              <a:buSzPts val="3000"/>
              <a:buNone/>
              <a:defRPr sz="3000">
                <a:solidFill>
                  <a:schemeClr val="accent1"/>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90" name="Google Shape;90;p13"/>
          <p:cNvSpPr txBox="1">
            <a:spLocks noGrp="1"/>
          </p:cNvSpPr>
          <p:nvPr>
            <p:ph type="subTitle" idx="5"/>
          </p:nvPr>
        </p:nvSpPr>
        <p:spPr>
          <a:xfrm>
            <a:off x="6087600" y="2211355"/>
            <a:ext cx="2336400" cy="572700"/>
          </a:xfrm>
          <a:prstGeom prst="rect">
            <a:avLst/>
          </a:prstGeom>
          <a:ln>
            <a:noFill/>
          </a:ln>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rtl="0">
              <a:lnSpc>
                <a:spcPct val="100000"/>
              </a:lnSpc>
              <a:spcBef>
                <a:spcPts val="0"/>
              </a:spcBef>
              <a:spcAft>
                <a:spcPts val="0"/>
              </a:spcAft>
              <a:buSzPts val="1200"/>
              <a:buNone/>
              <a:defRPr/>
            </a:lvl2pPr>
            <a:lvl3pPr lvl="2" rtl="0">
              <a:lnSpc>
                <a:spcPct val="100000"/>
              </a:lnSpc>
              <a:spcBef>
                <a:spcPts val="0"/>
              </a:spcBef>
              <a:spcAft>
                <a:spcPts val="0"/>
              </a:spcAft>
              <a:buSzPts val="1200"/>
              <a:buNone/>
              <a:defRPr/>
            </a:lvl3pPr>
            <a:lvl4pPr lvl="3" rtl="0">
              <a:lnSpc>
                <a:spcPct val="100000"/>
              </a:lnSpc>
              <a:spcBef>
                <a:spcPts val="0"/>
              </a:spcBef>
              <a:spcAft>
                <a:spcPts val="0"/>
              </a:spcAft>
              <a:buSzPts val="1200"/>
              <a:buNone/>
              <a:defRPr/>
            </a:lvl4pPr>
            <a:lvl5pPr lvl="4" rtl="0">
              <a:lnSpc>
                <a:spcPct val="100000"/>
              </a:lnSpc>
              <a:spcBef>
                <a:spcPts val="0"/>
              </a:spcBef>
              <a:spcAft>
                <a:spcPts val="0"/>
              </a:spcAft>
              <a:buSzPts val="1200"/>
              <a:buNone/>
              <a:defRPr/>
            </a:lvl5pPr>
            <a:lvl6pPr lvl="5" rtl="0">
              <a:lnSpc>
                <a:spcPct val="100000"/>
              </a:lnSpc>
              <a:spcBef>
                <a:spcPts val="0"/>
              </a:spcBef>
              <a:spcAft>
                <a:spcPts val="0"/>
              </a:spcAft>
              <a:buSzPts val="1200"/>
              <a:buNone/>
              <a:defRPr/>
            </a:lvl6pPr>
            <a:lvl7pPr lvl="6" rtl="0">
              <a:lnSpc>
                <a:spcPct val="100000"/>
              </a:lnSpc>
              <a:spcBef>
                <a:spcPts val="0"/>
              </a:spcBef>
              <a:spcAft>
                <a:spcPts val="0"/>
              </a:spcAft>
              <a:buSzPts val="1200"/>
              <a:buNone/>
              <a:defRPr/>
            </a:lvl7pPr>
            <a:lvl8pPr lvl="7" rtl="0">
              <a:lnSpc>
                <a:spcPct val="100000"/>
              </a:lnSpc>
              <a:spcBef>
                <a:spcPts val="0"/>
              </a:spcBef>
              <a:spcAft>
                <a:spcPts val="0"/>
              </a:spcAft>
              <a:buSzPts val="1200"/>
              <a:buNone/>
              <a:defRPr/>
            </a:lvl8pPr>
            <a:lvl9pPr lvl="8" rtl="0">
              <a:lnSpc>
                <a:spcPct val="100000"/>
              </a:lnSpc>
              <a:spcBef>
                <a:spcPts val="0"/>
              </a:spcBef>
              <a:spcAft>
                <a:spcPts val="0"/>
              </a:spcAft>
              <a:buSzPts val="1200"/>
              <a:buNone/>
              <a:defRPr/>
            </a:lvl9pPr>
          </a:lstStyle>
          <a:p>
            <a:endParaRPr/>
          </a:p>
        </p:txBody>
      </p:sp>
      <p:sp>
        <p:nvSpPr>
          <p:cNvPr id="91" name="Google Shape;91;p13"/>
          <p:cNvSpPr txBox="1">
            <a:spLocks noGrp="1"/>
          </p:cNvSpPr>
          <p:nvPr>
            <p:ph type="title" idx="6" hasCustomPrompt="1"/>
          </p:nvPr>
        </p:nvSpPr>
        <p:spPr>
          <a:xfrm>
            <a:off x="2590000" y="2824525"/>
            <a:ext cx="1275300" cy="593400"/>
          </a:xfrm>
          <a:prstGeom prst="rect">
            <a:avLst/>
          </a:prstGeom>
        </p:spPr>
        <p:txBody>
          <a:bodyPr spcFirstLastPara="1" wrap="square" lIns="91425" tIns="91425" rIns="91425" bIns="91425" anchor="ctr" anchorCtr="0">
            <a:noAutofit/>
          </a:bodyPr>
          <a:lstStyle>
            <a:lvl1pPr lvl="0" rtl="0">
              <a:spcBef>
                <a:spcPts val="0"/>
              </a:spcBef>
              <a:spcAft>
                <a:spcPts val="0"/>
              </a:spcAft>
              <a:buSzPts val="3000"/>
              <a:buNone/>
              <a:defRPr sz="3000">
                <a:solidFill>
                  <a:schemeClr val="accent1"/>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92" name="Google Shape;92;p13"/>
          <p:cNvSpPr txBox="1">
            <a:spLocks noGrp="1"/>
          </p:cNvSpPr>
          <p:nvPr>
            <p:ph type="subTitle" idx="7"/>
          </p:nvPr>
        </p:nvSpPr>
        <p:spPr>
          <a:xfrm>
            <a:off x="2064350" y="3970706"/>
            <a:ext cx="2336400" cy="572700"/>
          </a:xfrm>
          <a:prstGeom prst="rect">
            <a:avLst/>
          </a:prstGeom>
          <a:ln>
            <a:noFill/>
          </a:ln>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rtl="0">
              <a:lnSpc>
                <a:spcPct val="100000"/>
              </a:lnSpc>
              <a:spcBef>
                <a:spcPts val="0"/>
              </a:spcBef>
              <a:spcAft>
                <a:spcPts val="0"/>
              </a:spcAft>
              <a:buSzPts val="1200"/>
              <a:buNone/>
              <a:defRPr/>
            </a:lvl2pPr>
            <a:lvl3pPr lvl="2" rtl="0">
              <a:lnSpc>
                <a:spcPct val="100000"/>
              </a:lnSpc>
              <a:spcBef>
                <a:spcPts val="0"/>
              </a:spcBef>
              <a:spcAft>
                <a:spcPts val="0"/>
              </a:spcAft>
              <a:buSzPts val="1200"/>
              <a:buNone/>
              <a:defRPr/>
            </a:lvl3pPr>
            <a:lvl4pPr lvl="3" rtl="0">
              <a:lnSpc>
                <a:spcPct val="100000"/>
              </a:lnSpc>
              <a:spcBef>
                <a:spcPts val="0"/>
              </a:spcBef>
              <a:spcAft>
                <a:spcPts val="0"/>
              </a:spcAft>
              <a:buSzPts val="1200"/>
              <a:buNone/>
              <a:defRPr/>
            </a:lvl4pPr>
            <a:lvl5pPr lvl="4" rtl="0">
              <a:lnSpc>
                <a:spcPct val="100000"/>
              </a:lnSpc>
              <a:spcBef>
                <a:spcPts val="0"/>
              </a:spcBef>
              <a:spcAft>
                <a:spcPts val="0"/>
              </a:spcAft>
              <a:buSzPts val="1200"/>
              <a:buNone/>
              <a:defRPr/>
            </a:lvl5pPr>
            <a:lvl6pPr lvl="5" rtl="0">
              <a:lnSpc>
                <a:spcPct val="100000"/>
              </a:lnSpc>
              <a:spcBef>
                <a:spcPts val="0"/>
              </a:spcBef>
              <a:spcAft>
                <a:spcPts val="0"/>
              </a:spcAft>
              <a:buSzPts val="1200"/>
              <a:buNone/>
              <a:defRPr/>
            </a:lvl6pPr>
            <a:lvl7pPr lvl="6" rtl="0">
              <a:lnSpc>
                <a:spcPct val="100000"/>
              </a:lnSpc>
              <a:spcBef>
                <a:spcPts val="0"/>
              </a:spcBef>
              <a:spcAft>
                <a:spcPts val="0"/>
              </a:spcAft>
              <a:buSzPts val="1200"/>
              <a:buNone/>
              <a:defRPr/>
            </a:lvl7pPr>
            <a:lvl8pPr lvl="7" rtl="0">
              <a:lnSpc>
                <a:spcPct val="100000"/>
              </a:lnSpc>
              <a:spcBef>
                <a:spcPts val="0"/>
              </a:spcBef>
              <a:spcAft>
                <a:spcPts val="0"/>
              </a:spcAft>
              <a:buSzPts val="1200"/>
              <a:buNone/>
              <a:defRPr/>
            </a:lvl8pPr>
            <a:lvl9pPr lvl="8" rtl="0">
              <a:lnSpc>
                <a:spcPct val="100000"/>
              </a:lnSpc>
              <a:spcBef>
                <a:spcPts val="0"/>
              </a:spcBef>
              <a:spcAft>
                <a:spcPts val="0"/>
              </a:spcAft>
              <a:buSzPts val="1200"/>
              <a:buNone/>
              <a:defRPr/>
            </a:lvl9pPr>
          </a:lstStyle>
          <a:p>
            <a:endParaRPr/>
          </a:p>
        </p:txBody>
      </p:sp>
      <p:sp>
        <p:nvSpPr>
          <p:cNvPr id="93" name="Google Shape;93;p13"/>
          <p:cNvSpPr txBox="1">
            <a:spLocks noGrp="1"/>
          </p:cNvSpPr>
          <p:nvPr>
            <p:ph type="title" idx="8" hasCustomPrompt="1"/>
          </p:nvPr>
        </p:nvSpPr>
        <p:spPr>
          <a:xfrm>
            <a:off x="5276250" y="2824525"/>
            <a:ext cx="1275300" cy="593400"/>
          </a:xfrm>
          <a:prstGeom prst="rect">
            <a:avLst/>
          </a:prstGeom>
        </p:spPr>
        <p:txBody>
          <a:bodyPr spcFirstLastPara="1" wrap="square" lIns="91425" tIns="91425" rIns="91425" bIns="91425" anchor="ctr" anchorCtr="0">
            <a:noAutofit/>
          </a:bodyPr>
          <a:lstStyle>
            <a:lvl1pPr lvl="0" rtl="0">
              <a:spcBef>
                <a:spcPts val="0"/>
              </a:spcBef>
              <a:spcAft>
                <a:spcPts val="0"/>
              </a:spcAft>
              <a:buSzPts val="3000"/>
              <a:buNone/>
              <a:defRPr sz="3000">
                <a:solidFill>
                  <a:schemeClr val="accent1"/>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94" name="Google Shape;94;p13"/>
          <p:cNvSpPr txBox="1">
            <a:spLocks noGrp="1"/>
          </p:cNvSpPr>
          <p:nvPr>
            <p:ph type="subTitle" idx="9"/>
          </p:nvPr>
        </p:nvSpPr>
        <p:spPr>
          <a:xfrm>
            <a:off x="4748150" y="3970706"/>
            <a:ext cx="2336400" cy="572700"/>
          </a:xfrm>
          <a:prstGeom prst="rect">
            <a:avLst/>
          </a:prstGeom>
          <a:ln>
            <a:noFill/>
          </a:ln>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rtl="0">
              <a:lnSpc>
                <a:spcPct val="100000"/>
              </a:lnSpc>
              <a:spcBef>
                <a:spcPts val="0"/>
              </a:spcBef>
              <a:spcAft>
                <a:spcPts val="0"/>
              </a:spcAft>
              <a:buSzPts val="1200"/>
              <a:buNone/>
              <a:defRPr/>
            </a:lvl2pPr>
            <a:lvl3pPr lvl="2" rtl="0">
              <a:lnSpc>
                <a:spcPct val="100000"/>
              </a:lnSpc>
              <a:spcBef>
                <a:spcPts val="0"/>
              </a:spcBef>
              <a:spcAft>
                <a:spcPts val="0"/>
              </a:spcAft>
              <a:buSzPts val="1200"/>
              <a:buNone/>
              <a:defRPr/>
            </a:lvl3pPr>
            <a:lvl4pPr lvl="3" rtl="0">
              <a:lnSpc>
                <a:spcPct val="100000"/>
              </a:lnSpc>
              <a:spcBef>
                <a:spcPts val="0"/>
              </a:spcBef>
              <a:spcAft>
                <a:spcPts val="0"/>
              </a:spcAft>
              <a:buSzPts val="1200"/>
              <a:buNone/>
              <a:defRPr/>
            </a:lvl4pPr>
            <a:lvl5pPr lvl="4" rtl="0">
              <a:lnSpc>
                <a:spcPct val="100000"/>
              </a:lnSpc>
              <a:spcBef>
                <a:spcPts val="0"/>
              </a:spcBef>
              <a:spcAft>
                <a:spcPts val="0"/>
              </a:spcAft>
              <a:buSzPts val="1200"/>
              <a:buNone/>
              <a:defRPr/>
            </a:lvl5pPr>
            <a:lvl6pPr lvl="5" rtl="0">
              <a:lnSpc>
                <a:spcPct val="100000"/>
              </a:lnSpc>
              <a:spcBef>
                <a:spcPts val="0"/>
              </a:spcBef>
              <a:spcAft>
                <a:spcPts val="0"/>
              </a:spcAft>
              <a:buSzPts val="1200"/>
              <a:buNone/>
              <a:defRPr/>
            </a:lvl6pPr>
            <a:lvl7pPr lvl="6" rtl="0">
              <a:lnSpc>
                <a:spcPct val="100000"/>
              </a:lnSpc>
              <a:spcBef>
                <a:spcPts val="0"/>
              </a:spcBef>
              <a:spcAft>
                <a:spcPts val="0"/>
              </a:spcAft>
              <a:buSzPts val="1200"/>
              <a:buNone/>
              <a:defRPr/>
            </a:lvl7pPr>
            <a:lvl8pPr lvl="7" rtl="0">
              <a:lnSpc>
                <a:spcPct val="100000"/>
              </a:lnSpc>
              <a:spcBef>
                <a:spcPts val="0"/>
              </a:spcBef>
              <a:spcAft>
                <a:spcPts val="0"/>
              </a:spcAft>
              <a:buSzPts val="1200"/>
              <a:buNone/>
              <a:defRPr/>
            </a:lvl8pPr>
            <a:lvl9pPr lvl="8" rtl="0">
              <a:lnSpc>
                <a:spcPct val="100000"/>
              </a:lnSpc>
              <a:spcBef>
                <a:spcPts val="0"/>
              </a:spcBef>
              <a:spcAft>
                <a:spcPts val="0"/>
              </a:spcAft>
              <a:buSzPts val="1200"/>
              <a:buNone/>
              <a:defRPr/>
            </a:lvl9pPr>
          </a:lstStyle>
          <a:p>
            <a:endParaRPr/>
          </a:p>
        </p:txBody>
      </p:sp>
      <p:sp>
        <p:nvSpPr>
          <p:cNvPr id="95" name="Google Shape;95;p13"/>
          <p:cNvSpPr txBox="1">
            <a:spLocks noGrp="1"/>
          </p:cNvSpPr>
          <p:nvPr>
            <p:ph type="title" idx="13"/>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
        <p:nvSpPr>
          <p:cNvPr id="96" name="Google Shape;96;p13"/>
          <p:cNvSpPr txBox="1">
            <a:spLocks noGrp="1"/>
          </p:cNvSpPr>
          <p:nvPr>
            <p:ph type="subTitle" idx="14"/>
          </p:nvPr>
        </p:nvSpPr>
        <p:spPr>
          <a:xfrm>
            <a:off x="715100" y="1590600"/>
            <a:ext cx="2336400" cy="717900"/>
          </a:xfrm>
          <a:prstGeom prst="rect">
            <a:avLst/>
          </a:prstGeom>
          <a:ln>
            <a:noFill/>
          </a:ln>
        </p:spPr>
        <p:txBody>
          <a:bodyPr spcFirstLastPara="1" wrap="square" lIns="91425" tIns="91425" rIns="91425" bIns="91425" anchor="b" anchorCtr="0">
            <a:noAutofit/>
          </a:bodyPr>
          <a:lstStyle>
            <a:lvl1pPr lvl="0" algn="ctr" rtl="0">
              <a:lnSpc>
                <a:spcPct val="100000"/>
              </a:lnSpc>
              <a:spcBef>
                <a:spcPts val="0"/>
              </a:spcBef>
              <a:spcAft>
                <a:spcPts val="0"/>
              </a:spcAft>
              <a:buClr>
                <a:schemeClr val="dk1"/>
              </a:buClr>
              <a:buSzPts val="2400"/>
              <a:buFont typeface="Noto Serif Ethiopic"/>
              <a:buNone/>
              <a:defRPr sz="2000">
                <a:solidFill>
                  <a:schemeClr val="dk1"/>
                </a:solidFill>
                <a:latin typeface="Noto Serif Ethiopic"/>
                <a:ea typeface="Noto Serif Ethiopic"/>
                <a:cs typeface="Noto Serif Ethiopic"/>
                <a:sym typeface="Noto Serif Ethiopic"/>
              </a:defRPr>
            </a:lvl1pPr>
            <a:lvl2pPr lvl="1"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sp>
        <p:nvSpPr>
          <p:cNvPr id="97" name="Google Shape;97;p13"/>
          <p:cNvSpPr txBox="1">
            <a:spLocks noGrp="1"/>
          </p:cNvSpPr>
          <p:nvPr>
            <p:ph type="subTitle" idx="15"/>
          </p:nvPr>
        </p:nvSpPr>
        <p:spPr>
          <a:xfrm>
            <a:off x="3403800" y="1590600"/>
            <a:ext cx="2336400" cy="717900"/>
          </a:xfrm>
          <a:prstGeom prst="rect">
            <a:avLst/>
          </a:prstGeom>
          <a:ln>
            <a:noFill/>
          </a:ln>
        </p:spPr>
        <p:txBody>
          <a:bodyPr spcFirstLastPara="1" wrap="square" lIns="91425" tIns="91425" rIns="91425" bIns="91425" anchor="b" anchorCtr="0">
            <a:noAutofit/>
          </a:bodyPr>
          <a:lstStyle>
            <a:lvl1pPr lvl="0" algn="ctr" rtl="0">
              <a:lnSpc>
                <a:spcPct val="100000"/>
              </a:lnSpc>
              <a:spcBef>
                <a:spcPts val="0"/>
              </a:spcBef>
              <a:spcAft>
                <a:spcPts val="0"/>
              </a:spcAft>
              <a:buClr>
                <a:schemeClr val="dk1"/>
              </a:buClr>
              <a:buSzPts val="2400"/>
              <a:buFont typeface="Noto Serif Ethiopic"/>
              <a:buNone/>
              <a:defRPr sz="2000">
                <a:solidFill>
                  <a:schemeClr val="dk1"/>
                </a:solidFill>
                <a:latin typeface="Noto Serif Ethiopic"/>
                <a:ea typeface="Noto Serif Ethiopic"/>
                <a:cs typeface="Noto Serif Ethiopic"/>
                <a:sym typeface="Noto Serif Ethiopic"/>
              </a:defRPr>
            </a:lvl1pPr>
            <a:lvl2pPr lvl="1"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sp>
        <p:nvSpPr>
          <p:cNvPr id="98" name="Google Shape;98;p13"/>
          <p:cNvSpPr txBox="1">
            <a:spLocks noGrp="1"/>
          </p:cNvSpPr>
          <p:nvPr>
            <p:ph type="subTitle" idx="16"/>
          </p:nvPr>
        </p:nvSpPr>
        <p:spPr>
          <a:xfrm>
            <a:off x="6092500" y="1590600"/>
            <a:ext cx="2336400" cy="717900"/>
          </a:xfrm>
          <a:prstGeom prst="rect">
            <a:avLst/>
          </a:prstGeom>
          <a:ln>
            <a:noFill/>
          </a:ln>
        </p:spPr>
        <p:txBody>
          <a:bodyPr spcFirstLastPara="1" wrap="square" lIns="91425" tIns="91425" rIns="91425" bIns="91425" anchor="b" anchorCtr="0">
            <a:noAutofit/>
          </a:bodyPr>
          <a:lstStyle>
            <a:lvl1pPr lvl="0" algn="ctr" rtl="0">
              <a:lnSpc>
                <a:spcPct val="100000"/>
              </a:lnSpc>
              <a:spcBef>
                <a:spcPts val="0"/>
              </a:spcBef>
              <a:spcAft>
                <a:spcPts val="0"/>
              </a:spcAft>
              <a:buClr>
                <a:schemeClr val="dk1"/>
              </a:buClr>
              <a:buSzPts val="2400"/>
              <a:buFont typeface="Noto Serif Ethiopic"/>
              <a:buNone/>
              <a:defRPr sz="2000">
                <a:solidFill>
                  <a:schemeClr val="dk1"/>
                </a:solidFill>
                <a:latin typeface="Noto Serif Ethiopic"/>
                <a:ea typeface="Noto Serif Ethiopic"/>
                <a:cs typeface="Noto Serif Ethiopic"/>
                <a:sym typeface="Noto Serif Ethiopic"/>
              </a:defRPr>
            </a:lvl1pPr>
            <a:lvl2pPr lvl="1"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sp>
        <p:nvSpPr>
          <p:cNvPr id="99" name="Google Shape;99;p13"/>
          <p:cNvSpPr txBox="1">
            <a:spLocks noGrp="1"/>
          </p:cNvSpPr>
          <p:nvPr>
            <p:ph type="subTitle" idx="17"/>
          </p:nvPr>
        </p:nvSpPr>
        <p:spPr>
          <a:xfrm>
            <a:off x="2059450" y="3350000"/>
            <a:ext cx="2336400" cy="717900"/>
          </a:xfrm>
          <a:prstGeom prst="rect">
            <a:avLst/>
          </a:prstGeom>
          <a:ln>
            <a:noFill/>
          </a:ln>
        </p:spPr>
        <p:txBody>
          <a:bodyPr spcFirstLastPara="1" wrap="square" lIns="91425" tIns="91425" rIns="91425" bIns="91425" anchor="b" anchorCtr="0">
            <a:noAutofit/>
          </a:bodyPr>
          <a:lstStyle>
            <a:lvl1pPr lvl="0" algn="ctr" rtl="0">
              <a:lnSpc>
                <a:spcPct val="100000"/>
              </a:lnSpc>
              <a:spcBef>
                <a:spcPts val="0"/>
              </a:spcBef>
              <a:spcAft>
                <a:spcPts val="0"/>
              </a:spcAft>
              <a:buClr>
                <a:schemeClr val="dk1"/>
              </a:buClr>
              <a:buSzPts val="2400"/>
              <a:buFont typeface="Noto Serif Ethiopic"/>
              <a:buNone/>
              <a:defRPr sz="2000">
                <a:solidFill>
                  <a:schemeClr val="dk1"/>
                </a:solidFill>
                <a:latin typeface="Noto Serif Ethiopic"/>
                <a:ea typeface="Noto Serif Ethiopic"/>
                <a:cs typeface="Noto Serif Ethiopic"/>
                <a:sym typeface="Noto Serif Ethiopic"/>
              </a:defRPr>
            </a:lvl1pPr>
            <a:lvl2pPr lvl="1"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sp>
        <p:nvSpPr>
          <p:cNvPr id="100" name="Google Shape;100;p13"/>
          <p:cNvSpPr txBox="1">
            <a:spLocks noGrp="1"/>
          </p:cNvSpPr>
          <p:nvPr>
            <p:ph type="subTitle" idx="18"/>
          </p:nvPr>
        </p:nvSpPr>
        <p:spPr>
          <a:xfrm>
            <a:off x="4748150" y="3350000"/>
            <a:ext cx="2336400" cy="717900"/>
          </a:xfrm>
          <a:prstGeom prst="rect">
            <a:avLst/>
          </a:prstGeom>
          <a:ln>
            <a:noFill/>
          </a:ln>
        </p:spPr>
        <p:txBody>
          <a:bodyPr spcFirstLastPara="1" wrap="square" lIns="91425" tIns="91425" rIns="91425" bIns="91425" anchor="b" anchorCtr="0">
            <a:noAutofit/>
          </a:bodyPr>
          <a:lstStyle>
            <a:lvl1pPr lvl="0" algn="ctr" rtl="0">
              <a:lnSpc>
                <a:spcPct val="100000"/>
              </a:lnSpc>
              <a:spcBef>
                <a:spcPts val="0"/>
              </a:spcBef>
              <a:spcAft>
                <a:spcPts val="0"/>
              </a:spcAft>
              <a:buClr>
                <a:schemeClr val="dk1"/>
              </a:buClr>
              <a:buSzPts val="2400"/>
              <a:buFont typeface="Noto Serif Ethiopic"/>
              <a:buNone/>
              <a:defRPr sz="2000">
                <a:solidFill>
                  <a:schemeClr val="dk1"/>
                </a:solidFill>
                <a:latin typeface="Noto Serif Ethiopic"/>
                <a:ea typeface="Noto Serif Ethiopic"/>
                <a:cs typeface="Noto Serif Ethiopic"/>
                <a:sym typeface="Noto Serif Ethiopic"/>
              </a:defRPr>
            </a:lvl1pPr>
            <a:lvl2pPr lvl="1"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grpSp>
        <p:nvGrpSpPr>
          <p:cNvPr id="101" name="Google Shape;101;p13"/>
          <p:cNvGrpSpPr/>
          <p:nvPr/>
        </p:nvGrpSpPr>
        <p:grpSpPr>
          <a:xfrm rot="10800000">
            <a:off x="165548" y="4741850"/>
            <a:ext cx="6506400" cy="90900"/>
            <a:chOff x="1239825" y="571500"/>
            <a:chExt cx="6506400" cy="90900"/>
          </a:xfrm>
        </p:grpSpPr>
        <p:cxnSp>
          <p:nvCxnSpPr>
            <p:cNvPr id="102" name="Google Shape;102;p13"/>
            <p:cNvCxnSpPr/>
            <p:nvPr/>
          </p:nvCxnSpPr>
          <p:spPr>
            <a:xfrm>
              <a:off x="1239825" y="571500"/>
              <a:ext cx="6506400" cy="0"/>
            </a:xfrm>
            <a:prstGeom prst="straightConnector1">
              <a:avLst/>
            </a:prstGeom>
            <a:noFill/>
            <a:ln w="9525" cap="flat" cmpd="sng">
              <a:solidFill>
                <a:schemeClr val="dk1"/>
              </a:solidFill>
              <a:prstDash val="solid"/>
              <a:round/>
              <a:headEnd type="none" w="med" len="med"/>
              <a:tailEnd type="none" w="med" len="med"/>
            </a:ln>
          </p:spPr>
        </p:cxnSp>
        <p:sp>
          <p:nvSpPr>
            <p:cNvPr id="103" name="Google Shape;103;p13"/>
            <p:cNvSpPr/>
            <p:nvPr/>
          </p:nvSpPr>
          <p:spPr>
            <a:xfrm>
              <a:off x="1239825" y="57150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Quote">
  <p:cSld name="BLANK_1_1">
    <p:spTree>
      <p:nvGrpSpPr>
        <p:cNvPr id="1" name="Shape 104"/>
        <p:cNvGrpSpPr/>
        <p:nvPr/>
      </p:nvGrpSpPr>
      <p:grpSpPr>
        <a:xfrm>
          <a:off x="0" y="0"/>
          <a:ext cx="0" cy="0"/>
          <a:chOff x="0" y="0"/>
          <a:chExt cx="0" cy="0"/>
        </a:xfrm>
      </p:grpSpPr>
      <p:sp>
        <p:nvSpPr>
          <p:cNvPr id="105" name="Google Shape;105;p14"/>
          <p:cNvSpPr/>
          <p:nvPr/>
        </p:nvSpPr>
        <p:spPr>
          <a:xfrm>
            <a:off x="171450" y="145800"/>
            <a:ext cx="8801100" cy="4851900"/>
          </a:xfrm>
          <a:prstGeom prst="rect">
            <a:avLst/>
          </a:prstGeom>
          <a:solidFill>
            <a:schemeClr val="lt1"/>
          </a:solidFill>
          <a:ln>
            <a:noFill/>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 name="Google Shape;106;p14"/>
          <p:cNvSpPr txBox="1">
            <a:spLocks noGrp="1"/>
          </p:cNvSpPr>
          <p:nvPr>
            <p:ph type="title"/>
          </p:nvPr>
        </p:nvSpPr>
        <p:spPr>
          <a:xfrm>
            <a:off x="1717938" y="3040950"/>
            <a:ext cx="5708100" cy="531900"/>
          </a:xfrm>
          <a:prstGeom prst="rect">
            <a:avLst/>
          </a:prstGeom>
        </p:spPr>
        <p:txBody>
          <a:bodyPr spcFirstLastPara="1" wrap="square" lIns="91425" tIns="91425" rIns="91425" bIns="91425" anchor="t" anchorCtr="0">
            <a:noAutofit/>
          </a:bodyPr>
          <a:lstStyle>
            <a:lvl1pPr lvl="0" algn="l" rtl="0">
              <a:spcBef>
                <a:spcPts val="0"/>
              </a:spcBef>
              <a:spcAft>
                <a:spcPts val="0"/>
              </a:spcAft>
              <a:buSzPts val="2200"/>
              <a:buNone/>
              <a:defRPr sz="2400"/>
            </a:lvl1pPr>
            <a:lvl2pPr lvl="1" algn="ctr" rtl="0">
              <a:spcBef>
                <a:spcPts val="0"/>
              </a:spcBef>
              <a:spcAft>
                <a:spcPts val="0"/>
              </a:spcAft>
              <a:buSzPts val="3000"/>
              <a:buNone/>
              <a:defRPr sz="3000"/>
            </a:lvl2pPr>
            <a:lvl3pPr lvl="2" algn="ctr" rtl="0">
              <a:spcBef>
                <a:spcPts val="0"/>
              </a:spcBef>
              <a:spcAft>
                <a:spcPts val="0"/>
              </a:spcAft>
              <a:buSzPts val="3000"/>
              <a:buNone/>
              <a:defRPr sz="3000"/>
            </a:lvl3pPr>
            <a:lvl4pPr lvl="3" algn="ctr" rtl="0">
              <a:spcBef>
                <a:spcPts val="0"/>
              </a:spcBef>
              <a:spcAft>
                <a:spcPts val="0"/>
              </a:spcAft>
              <a:buSzPts val="3000"/>
              <a:buNone/>
              <a:defRPr sz="3000"/>
            </a:lvl4pPr>
            <a:lvl5pPr lvl="4" algn="ctr" rtl="0">
              <a:spcBef>
                <a:spcPts val="0"/>
              </a:spcBef>
              <a:spcAft>
                <a:spcPts val="0"/>
              </a:spcAft>
              <a:buSzPts val="3000"/>
              <a:buNone/>
              <a:defRPr sz="3000"/>
            </a:lvl5pPr>
            <a:lvl6pPr lvl="5" algn="ctr" rtl="0">
              <a:spcBef>
                <a:spcPts val="0"/>
              </a:spcBef>
              <a:spcAft>
                <a:spcPts val="0"/>
              </a:spcAft>
              <a:buSzPts val="3000"/>
              <a:buNone/>
              <a:defRPr sz="3000"/>
            </a:lvl6pPr>
            <a:lvl7pPr lvl="6" algn="ctr" rtl="0">
              <a:spcBef>
                <a:spcPts val="0"/>
              </a:spcBef>
              <a:spcAft>
                <a:spcPts val="0"/>
              </a:spcAft>
              <a:buSzPts val="3000"/>
              <a:buNone/>
              <a:defRPr sz="3000"/>
            </a:lvl7pPr>
            <a:lvl8pPr lvl="7" algn="ctr" rtl="0">
              <a:spcBef>
                <a:spcPts val="0"/>
              </a:spcBef>
              <a:spcAft>
                <a:spcPts val="0"/>
              </a:spcAft>
              <a:buSzPts val="3000"/>
              <a:buNone/>
              <a:defRPr sz="3000"/>
            </a:lvl8pPr>
            <a:lvl9pPr lvl="8" algn="ctr" rtl="0">
              <a:spcBef>
                <a:spcPts val="0"/>
              </a:spcBef>
              <a:spcAft>
                <a:spcPts val="0"/>
              </a:spcAft>
              <a:buSzPts val="3000"/>
              <a:buNone/>
              <a:defRPr sz="3000"/>
            </a:lvl9pPr>
          </a:lstStyle>
          <a:p>
            <a:endParaRPr/>
          </a:p>
        </p:txBody>
      </p:sp>
      <p:sp>
        <p:nvSpPr>
          <p:cNvPr id="107" name="Google Shape;107;p14"/>
          <p:cNvSpPr txBox="1">
            <a:spLocks noGrp="1"/>
          </p:cNvSpPr>
          <p:nvPr>
            <p:ph type="subTitle" idx="1"/>
          </p:nvPr>
        </p:nvSpPr>
        <p:spPr>
          <a:xfrm>
            <a:off x="1717960" y="1570650"/>
            <a:ext cx="5708100" cy="14703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500"/>
              <a:buNone/>
              <a:defRPr sz="2400"/>
            </a:lvl1pPr>
            <a:lvl2pPr lvl="1" algn="ctr" rtl="0">
              <a:lnSpc>
                <a:spcPct val="100000"/>
              </a:lnSpc>
              <a:spcBef>
                <a:spcPts val="0"/>
              </a:spcBef>
              <a:spcAft>
                <a:spcPts val="0"/>
              </a:spcAft>
              <a:buSzPts val="2500"/>
              <a:buNone/>
              <a:defRPr sz="2500"/>
            </a:lvl2pPr>
            <a:lvl3pPr lvl="2" algn="ctr" rtl="0">
              <a:lnSpc>
                <a:spcPct val="100000"/>
              </a:lnSpc>
              <a:spcBef>
                <a:spcPts val="0"/>
              </a:spcBef>
              <a:spcAft>
                <a:spcPts val="0"/>
              </a:spcAft>
              <a:buSzPts val="2500"/>
              <a:buNone/>
              <a:defRPr sz="2500"/>
            </a:lvl3pPr>
            <a:lvl4pPr lvl="3" algn="ctr" rtl="0">
              <a:lnSpc>
                <a:spcPct val="100000"/>
              </a:lnSpc>
              <a:spcBef>
                <a:spcPts val="0"/>
              </a:spcBef>
              <a:spcAft>
                <a:spcPts val="0"/>
              </a:spcAft>
              <a:buSzPts val="2500"/>
              <a:buNone/>
              <a:defRPr sz="2500"/>
            </a:lvl4pPr>
            <a:lvl5pPr lvl="4" algn="ctr" rtl="0">
              <a:lnSpc>
                <a:spcPct val="100000"/>
              </a:lnSpc>
              <a:spcBef>
                <a:spcPts val="0"/>
              </a:spcBef>
              <a:spcAft>
                <a:spcPts val="0"/>
              </a:spcAft>
              <a:buSzPts val="2500"/>
              <a:buNone/>
              <a:defRPr sz="2500"/>
            </a:lvl5pPr>
            <a:lvl6pPr lvl="5" algn="ctr" rtl="0">
              <a:lnSpc>
                <a:spcPct val="100000"/>
              </a:lnSpc>
              <a:spcBef>
                <a:spcPts val="0"/>
              </a:spcBef>
              <a:spcAft>
                <a:spcPts val="0"/>
              </a:spcAft>
              <a:buSzPts val="2500"/>
              <a:buNone/>
              <a:defRPr sz="2500"/>
            </a:lvl6pPr>
            <a:lvl7pPr lvl="6" algn="ctr" rtl="0">
              <a:lnSpc>
                <a:spcPct val="100000"/>
              </a:lnSpc>
              <a:spcBef>
                <a:spcPts val="0"/>
              </a:spcBef>
              <a:spcAft>
                <a:spcPts val="0"/>
              </a:spcAft>
              <a:buSzPts val="2500"/>
              <a:buNone/>
              <a:defRPr sz="2500"/>
            </a:lvl7pPr>
            <a:lvl8pPr lvl="7" algn="ctr" rtl="0">
              <a:lnSpc>
                <a:spcPct val="100000"/>
              </a:lnSpc>
              <a:spcBef>
                <a:spcPts val="0"/>
              </a:spcBef>
              <a:spcAft>
                <a:spcPts val="0"/>
              </a:spcAft>
              <a:buSzPts val="2500"/>
              <a:buNone/>
              <a:defRPr sz="2500"/>
            </a:lvl8pPr>
            <a:lvl9pPr lvl="8" algn="ctr" rtl="0">
              <a:lnSpc>
                <a:spcPct val="100000"/>
              </a:lnSpc>
              <a:spcBef>
                <a:spcPts val="0"/>
              </a:spcBef>
              <a:spcAft>
                <a:spcPts val="0"/>
              </a:spcAft>
              <a:buSzPts val="2500"/>
              <a:buNone/>
              <a:defRPr sz="2500"/>
            </a:lvl9pPr>
          </a:lstStyle>
          <a:p>
            <a:endParaRPr/>
          </a:p>
        </p:txBody>
      </p:sp>
      <p:grpSp>
        <p:nvGrpSpPr>
          <p:cNvPr id="108" name="Google Shape;108;p14"/>
          <p:cNvGrpSpPr/>
          <p:nvPr/>
        </p:nvGrpSpPr>
        <p:grpSpPr>
          <a:xfrm>
            <a:off x="435875" y="97275"/>
            <a:ext cx="8272250" cy="4900925"/>
            <a:chOff x="435875" y="97275"/>
            <a:chExt cx="8272250" cy="4900925"/>
          </a:xfrm>
        </p:grpSpPr>
        <p:grpSp>
          <p:nvGrpSpPr>
            <p:cNvPr id="109" name="Google Shape;109;p14"/>
            <p:cNvGrpSpPr/>
            <p:nvPr/>
          </p:nvGrpSpPr>
          <p:grpSpPr>
            <a:xfrm rot="10800000">
              <a:off x="435875" y="97275"/>
              <a:ext cx="90900" cy="3705900"/>
              <a:chOff x="7952125" y="1292300"/>
              <a:chExt cx="90900" cy="3705900"/>
            </a:xfrm>
          </p:grpSpPr>
          <p:sp>
            <p:nvSpPr>
              <p:cNvPr id="110" name="Google Shape;110;p14"/>
              <p:cNvSpPr/>
              <p:nvPr/>
            </p:nvSpPr>
            <p:spPr>
              <a:xfrm rot="5400000">
                <a:off x="7744975" y="149945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11" name="Google Shape;111;p14"/>
              <p:cNvCxnSpPr/>
              <p:nvPr/>
            </p:nvCxnSpPr>
            <p:spPr>
              <a:xfrm>
                <a:off x="8043025" y="1292300"/>
                <a:ext cx="0" cy="3705900"/>
              </a:xfrm>
              <a:prstGeom prst="straightConnector1">
                <a:avLst/>
              </a:prstGeom>
              <a:noFill/>
              <a:ln w="9525" cap="flat" cmpd="sng">
                <a:solidFill>
                  <a:schemeClr val="dk1"/>
                </a:solidFill>
                <a:prstDash val="solid"/>
                <a:round/>
                <a:headEnd type="none" w="med" len="med"/>
                <a:tailEnd type="none" w="med" len="med"/>
              </a:ln>
            </p:spPr>
          </p:cxnSp>
        </p:grpSp>
        <p:grpSp>
          <p:nvGrpSpPr>
            <p:cNvPr id="112" name="Google Shape;112;p14"/>
            <p:cNvGrpSpPr/>
            <p:nvPr/>
          </p:nvGrpSpPr>
          <p:grpSpPr>
            <a:xfrm flipH="1">
              <a:off x="8617225" y="1292300"/>
              <a:ext cx="90900" cy="3705900"/>
              <a:chOff x="7952125" y="1292300"/>
              <a:chExt cx="90900" cy="3705900"/>
            </a:xfrm>
          </p:grpSpPr>
          <p:sp>
            <p:nvSpPr>
              <p:cNvPr id="113" name="Google Shape;113;p14"/>
              <p:cNvSpPr/>
              <p:nvPr/>
            </p:nvSpPr>
            <p:spPr>
              <a:xfrm rot="5400000">
                <a:off x="7744975" y="149945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14" name="Google Shape;114;p14"/>
              <p:cNvCxnSpPr/>
              <p:nvPr/>
            </p:nvCxnSpPr>
            <p:spPr>
              <a:xfrm>
                <a:off x="8043025" y="1292300"/>
                <a:ext cx="0" cy="3705900"/>
              </a:xfrm>
              <a:prstGeom prst="straightConnector1">
                <a:avLst/>
              </a:prstGeom>
              <a:noFill/>
              <a:ln w="9525" cap="flat" cmpd="sng">
                <a:solidFill>
                  <a:schemeClr val="dk1"/>
                </a:solidFill>
                <a:prstDash val="solid"/>
                <a:round/>
                <a:headEnd type="none" w="med" len="med"/>
                <a:tailEnd type="none" w="med" len="med"/>
              </a:ln>
            </p:spPr>
          </p:cxnSp>
        </p:grpSp>
      </p:gr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Section header 1">
  <p:cSld name="SECTION_HEADER_1">
    <p:spTree>
      <p:nvGrpSpPr>
        <p:cNvPr id="1" name="Shape 115"/>
        <p:cNvGrpSpPr/>
        <p:nvPr/>
      </p:nvGrpSpPr>
      <p:grpSpPr>
        <a:xfrm>
          <a:off x="0" y="0"/>
          <a:ext cx="0" cy="0"/>
          <a:chOff x="0" y="0"/>
          <a:chExt cx="0" cy="0"/>
        </a:xfrm>
      </p:grpSpPr>
      <p:sp>
        <p:nvSpPr>
          <p:cNvPr id="116" name="Google Shape;116;p15"/>
          <p:cNvSpPr/>
          <p:nvPr/>
        </p:nvSpPr>
        <p:spPr>
          <a:xfrm>
            <a:off x="171450" y="145800"/>
            <a:ext cx="8801100" cy="4851900"/>
          </a:xfrm>
          <a:prstGeom prst="rect">
            <a:avLst/>
          </a:prstGeom>
          <a:solidFill>
            <a:schemeClr val="accent2"/>
          </a:solidFill>
          <a:ln>
            <a:noFill/>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 name="Google Shape;117;p15"/>
          <p:cNvSpPr txBox="1">
            <a:spLocks noGrp="1"/>
          </p:cNvSpPr>
          <p:nvPr>
            <p:ph type="title"/>
          </p:nvPr>
        </p:nvSpPr>
        <p:spPr>
          <a:xfrm>
            <a:off x="2352125" y="2350750"/>
            <a:ext cx="3555300" cy="1367700"/>
          </a:xfrm>
          <a:prstGeom prst="rect">
            <a:avLst/>
          </a:prstGeom>
        </p:spPr>
        <p:txBody>
          <a:bodyPr spcFirstLastPara="1" wrap="square" lIns="91425" tIns="91425" rIns="91425" bIns="91425" anchor="b" anchorCtr="0">
            <a:noAutofit/>
          </a:bodyPr>
          <a:lstStyle>
            <a:lvl1pPr lvl="0" algn="l" rtl="0">
              <a:spcBef>
                <a:spcPts val="0"/>
              </a:spcBef>
              <a:spcAft>
                <a:spcPts val="0"/>
              </a:spcAft>
              <a:buSzPts val="3600"/>
              <a:buNone/>
              <a:defRPr sz="3800">
                <a:solidFill>
                  <a:schemeClr val="lt1"/>
                </a:solidFill>
              </a:defRPr>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
        <p:nvSpPr>
          <p:cNvPr id="118" name="Google Shape;118;p15"/>
          <p:cNvSpPr txBox="1">
            <a:spLocks noGrp="1"/>
          </p:cNvSpPr>
          <p:nvPr>
            <p:ph type="title" idx="2" hasCustomPrompt="1"/>
          </p:nvPr>
        </p:nvSpPr>
        <p:spPr>
          <a:xfrm>
            <a:off x="1152125" y="2350752"/>
            <a:ext cx="1200000" cy="841800"/>
          </a:xfrm>
          <a:prstGeom prst="rect">
            <a:avLst/>
          </a:prstGeom>
        </p:spPr>
        <p:txBody>
          <a:bodyPr spcFirstLastPara="1" wrap="square" lIns="91425" tIns="91425" rIns="91425" bIns="91425" anchor="ctr" anchorCtr="0">
            <a:noAutofit/>
          </a:bodyPr>
          <a:lstStyle>
            <a:lvl1pPr lvl="0" algn="l" rtl="0">
              <a:spcBef>
                <a:spcPts val="0"/>
              </a:spcBef>
              <a:spcAft>
                <a:spcPts val="0"/>
              </a:spcAft>
              <a:buClr>
                <a:schemeClr val="lt2"/>
              </a:buClr>
              <a:buSzPts val="6000"/>
              <a:buNone/>
              <a:defRPr sz="6000">
                <a:solidFill>
                  <a:schemeClr val="dk2"/>
                </a:solidFill>
              </a:defRPr>
            </a:lvl1pPr>
            <a:lvl2pPr lvl="1" algn="ctr" rtl="0">
              <a:spcBef>
                <a:spcPts val="0"/>
              </a:spcBef>
              <a:spcAft>
                <a:spcPts val="0"/>
              </a:spcAft>
              <a:buSzPts val="6000"/>
              <a:buNone/>
              <a:defRPr sz="6000"/>
            </a:lvl2pPr>
            <a:lvl3pPr lvl="2" algn="ctr" rtl="0">
              <a:spcBef>
                <a:spcPts val="0"/>
              </a:spcBef>
              <a:spcAft>
                <a:spcPts val="0"/>
              </a:spcAft>
              <a:buSzPts val="6000"/>
              <a:buNone/>
              <a:defRPr sz="6000"/>
            </a:lvl3pPr>
            <a:lvl4pPr lvl="3" algn="ctr" rtl="0">
              <a:spcBef>
                <a:spcPts val="0"/>
              </a:spcBef>
              <a:spcAft>
                <a:spcPts val="0"/>
              </a:spcAft>
              <a:buSzPts val="6000"/>
              <a:buNone/>
              <a:defRPr sz="6000"/>
            </a:lvl4pPr>
            <a:lvl5pPr lvl="4" algn="ctr" rtl="0">
              <a:spcBef>
                <a:spcPts val="0"/>
              </a:spcBef>
              <a:spcAft>
                <a:spcPts val="0"/>
              </a:spcAft>
              <a:buSzPts val="6000"/>
              <a:buNone/>
              <a:defRPr sz="6000"/>
            </a:lvl5pPr>
            <a:lvl6pPr lvl="5" algn="ctr" rtl="0">
              <a:spcBef>
                <a:spcPts val="0"/>
              </a:spcBef>
              <a:spcAft>
                <a:spcPts val="0"/>
              </a:spcAft>
              <a:buSzPts val="6000"/>
              <a:buNone/>
              <a:defRPr sz="6000"/>
            </a:lvl6pPr>
            <a:lvl7pPr lvl="6" algn="ctr" rtl="0">
              <a:spcBef>
                <a:spcPts val="0"/>
              </a:spcBef>
              <a:spcAft>
                <a:spcPts val="0"/>
              </a:spcAft>
              <a:buSzPts val="6000"/>
              <a:buNone/>
              <a:defRPr sz="6000"/>
            </a:lvl7pPr>
            <a:lvl8pPr lvl="7" algn="ctr" rtl="0">
              <a:spcBef>
                <a:spcPts val="0"/>
              </a:spcBef>
              <a:spcAft>
                <a:spcPts val="0"/>
              </a:spcAft>
              <a:buSzPts val="6000"/>
              <a:buNone/>
              <a:defRPr sz="6000"/>
            </a:lvl8pPr>
            <a:lvl9pPr lvl="8" algn="ctr" rtl="0">
              <a:spcBef>
                <a:spcPts val="0"/>
              </a:spcBef>
              <a:spcAft>
                <a:spcPts val="0"/>
              </a:spcAft>
              <a:buSzPts val="6000"/>
              <a:buNone/>
              <a:defRPr sz="6000"/>
            </a:lvl9pPr>
          </a:lstStyle>
          <a:p>
            <a:r>
              <a:t>xx%</a:t>
            </a:r>
          </a:p>
        </p:txBody>
      </p:sp>
      <p:sp>
        <p:nvSpPr>
          <p:cNvPr id="119" name="Google Shape;119;p15"/>
          <p:cNvSpPr txBox="1">
            <a:spLocks noGrp="1"/>
          </p:cNvSpPr>
          <p:nvPr>
            <p:ph type="subTitle" idx="1"/>
          </p:nvPr>
        </p:nvSpPr>
        <p:spPr>
          <a:xfrm>
            <a:off x="2352125" y="3718300"/>
            <a:ext cx="3555300" cy="4038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sz="1400">
                <a:solidFill>
                  <a:schemeClr val="lt1"/>
                </a:solidFill>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Section header 2">
  <p:cSld name="SECTION_HEADER_1_1">
    <p:spTree>
      <p:nvGrpSpPr>
        <p:cNvPr id="1" name="Shape 120"/>
        <p:cNvGrpSpPr/>
        <p:nvPr/>
      </p:nvGrpSpPr>
      <p:grpSpPr>
        <a:xfrm>
          <a:off x="0" y="0"/>
          <a:ext cx="0" cy="0"/>
          <a:chOff x="0" y="0"/>
          <a:chExt cx="0" cy="0"/>
        </a:xfrm>
      </p:grpSpPr>
      <p:sp>
        <p:nvSpPr>
          <p:cNvPr id="121" name="Google Shape;121;p16"/>
          <p:cNvSpPr/>
          <p:nvPr/>
        </p:nvSpPr>
        <p:spPr>
          <a:xfrm>
            <a:off x="171450" y="145800"/>
            <a:ext cx="8801100" cy="4851900"/>
          </a:xfrm>
          <a:prstGeom prst="rect">
            <a:avLst/>
          </a:prstGeom>
          <a:solidFill>
            <a:schemeClr val="accent2"/>
          </a:solidFill>
          <a:ln>
            <a:noFill/>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 name="Google Shape;122;p16"/>
          <p:cNvSpPr txBox="1">
            <a:spLocks noGrp="1"/>
          </p:cNvSpPr>
          <p:nvPr>
            <p:ph type="title"/>
          </p:nvPr>
        </p:nvSpPr>
        <p:spPr>
          <a:xfrm>
            <a:off x="3854900" y="2450375"/>
            <a:ext cx="3733800" cy="1405200"/>
          </a:xfrm>
          <a:prstGeom prst="rect">
            <a:avLst/>
          </a:prstGeom>
        </p:spPr>
        <p:txBody>
          <a:bodyPr spcFirstLastPara="1" wrap="square" lIns="91425" tIns="91425" rIns="91425" bIns="91425" anchor="b" anchorCtr="0">
            <a:noAutofit/>
          </a:bodyPr>
          <a:lstStyle>
            <a:lvl1pPr lvl="0" rtl="0">
              <a:spcBef>
                <a:spcPts val="0"/>
              </a:spcBef>
              <a:spcAft>
                <a:spcPts val="0"/>
              </a:spcAft>
              <a:buSzPts val="3600"/>
              <a:buNone/>
              <a:defRPr sz="3800">
                <a:solidFill>
                  <a:schemeClr val="lt1"/>
                </a:solidFill>
              </a:defRPr>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
        <p:nvSpPr>
          <p:cNvPr id="123" name="Google Shape;123;p16"/>
          <p:cNvSpPr txBox="1">
            <a:spLocks noGrp="1"/>
          </p:cNvSpPr>
          <p:nvPr>
            <p:ph type="title" idx="2" hasCustomPrompt="1"/>
          </p:nvPr>
        </p:nvSpPr>
        <p:spPr>
          <a:xfrm>
            <a:off x="5121800" y="1643052"/>
            <a:ext cx="1200000" cy="841800"/>
          </a:xfrm>
          <a:prstGeom prst="rect">
            <a:avLst/>
          </a:prstGeom>
        </p:spPr>
        <p:txBody>
          <a:bodyPr spcFirstLastPara="1" wrap="square" lIns="91425" tIns="91425" rIns="91425" bIns="91425" anchor="ctr" anchorCtr="0">
            <a:noAutofit/>
          </a:bodyPr>
          <a:lstStyle>
            <a:lvl1pPr lvl="0" rtl="0">
              <a:spcBef>
                <a:spcPts val="0"/>
              </a:spcBef>
              <a:spcAft>
                <a:spcPts val="0"/>
              </a:spcAft>
              <a:buClr>
                <a:schemeClr val="lt2"/>
              </a:buClr>
              <a:buSzPts val="6000"/>
              <a:buNone/>
              <a:defRPr sz="6000">
                <a:solidFill>
                  <a:schemeClr val="dk2"/>
                </a:solidFill>
              </a:defRPr>
            </a:lvl1pPr>
            <a:lvl2pPr lvl="1" algn="ctr" rtl="0">
              <a:spcBef>
                <a:spcPts val="0"/>
              </a:spcBef>
              <a:spcAft>
                <a:spcPts val="0"/>
              </a:spcAft>
              <a:buSzPts val="6000"/>
              <a:buNone/>
              <a:defRPr sz="6000"/>
            </a:lvl2pPr>
            <a:lvl3pPr lvl="2" algn="ctr" rtl="0">
              <a:spcBef>
                <a:spcPts val="0"/>
              </a:spcBef>
              <a:spcAft>
                <a:spcPts val="0"/>
              </a:spcAft>
              <a:buSzPts val="6000"/>
              <a:buNone/>
              <a:defRPr sz="6000"/>
            </a:lvl3pPr>
            <a:lvl4pPr lvl="3" algn="ctr" rtl="0">
              <a:spcBef>
                <a:spcPts val="0"/>
              </a:spcBef>
              <a:spcAft>
                <a:spcPts val="0"/>
              </a:spcAft>
              <a:buSzPts val="6000"/>
              <a:buNone/>
              <a:defRPr sz="6000"/>
            </a:lvl4pPr>
            <a:lvl5pPr lvl="4" algn="ctr" rtl="0">
              <a:spcBef>
                <a:spcPts val="0"/>
              </a:spcBef>
              <a:spcAft>
                <a:spcPts val="0"/>
              </a:spcAft>
              <a:buSzPts val="6000"/>
              <a:buNone/>
              <a:defRPr sz="6000"/>
            </a:lvl5pPr>
            <a:lvl6pPr lvl="5" algn="ctr" rtl="0">
              <a:spcBef>
                <a:spcPts val="0"/>
              </a:spcBef>
              <a:spcAft>
                <a:spcPts val="0"/>
              </a:spcAft>
              <a:buSzPts val="6000"/>
              <a:buNone/>
              <a:defRPr sz="6000"/>
            </a:lvl6pPr>
            <a:lvl7pPr lvl="6" algn="ctr" rtl="0">
              <a:spcBef>
                <a:spcPts val="0"/>
              </a:spcBef>
              <a:spcAft>
                <a:spcPts val="0"/>
              </a:spcAft>
              <a:buSzPts val="6000"/>
              <a:buNone/>
              <a:defRPr sz="6000"/>
            </a:lvl7pPr>
            <a:lvl8pPr lvl="7" algn="ctr" rtl="0">
              <a:spcBef>
                <a:spcPts val="0"/>
              </a:spcBef>
              <a:spcAft>
                <a:spcPts val="0"/>
              </a:spcAft>
              <a:buSzPts val="6000"/>
              <a:buNone/>
              <a:defRPr sz="6000"/>
            </a:lvl8pPr>
            <a:lvl9pPr lvl="8" algn="ctr" rtl="0">
              <a:spcBef>
                <a:spcPts val="0"/>
              </a:spcBef>
              <a:spcAft>
                <a:spcPts val="0"/>
              </a:spcAft>
              <a:buSzPts val="6000"/>
              <a:buNone/>
              <a:defRPr sz="6000"/>
            </a:lvl9pPr>
          </a:lstStyle>
          <a:p>
            <a:r>
              <a:t>xx%</a:t>
            </a:r>
          </a:p>
        </p:txBody>
      </p:sp>
      <p:sp>
        <p:nvSpPr>
          <p:cNvPr id="124" name="Google Shape;124;p16"/>
          <p:cNvSpPr txBox="1">
            <a:spLocks noGrp="1"/>
          </p:cNvSpPr>
          <p:nvPr>
            <p:ph type="subTitle" idx="1"/>
          </p:nvPr>
        </p:nvSpPr>
        <p:spPr>
          <a:xfrm>
            <a:off x="3854900" y="3855551"/>
            <a:ext cx="3733800" cy="403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200"/>
              <a:buNone/>
              <a:defRPr sz="1400">
                <a:solidFill>
                  <a:schemeClr val="lt1"/>
                </a:solidFill>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only 1">
  <p:cSld name="TITLE_ONLY_1">
    <p:spTree>
      <p:nvGrpSpPr>
        <p:cNvPr id="1" name="Shape 125"/>
        <p:cNvGrpSpPr/>
        <p:nvPr/>
      </p:nvGrpSpPr>
      <p:grpSpPr>
        <a:xfrm>
          <a:off x="0" y="0"/>
          <a:ext cx="0" cy="0"/>
          <a:chOff x="0" y="0"/>
          <a:chExt cx="0" cy="0"/>
        </a:xfrm>
      </p:grpSpPr>
      <p:sp>
        <p:nvSpPr>
          <p:cNvPr id="126" name="Google Shape;126;p17"/>
          <p:cNvSpPr/>
          <p:nvPr/>
        </p:nvSpPr>
        <p:spPr>
          <a:xfrm>
            <a:off x="171450" y="145800"/>
            <a:ext cx="8801100" cy="4851900"/>
          </a:xfrm>
          <a:prstGeom prst="rect">
            <a:avLst/>
          </a:prstGeom>
          <a:solidFill>
            <a:schemeClr val="lt1"/>
          </a:solidFill>
          <a:ln>
            <a:noFill/>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 name="Google Shape;127;p17"/>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grpSp>
        <p:nvGrpSpPr>
          <p:cNvPr id="128" name="Google Shape;128;p17"/>
          <p:cNvGrpSpPr/>
          <p:nvPr/>
        </p:nvGrpSpPr>
        <p:grpSpPr>
          <a:xfrm rot="10800000">
            <a:off x="165700" y="4608500"/>
            <a:ext cx="7941000" cy="90900"/>
            <a:chOff x="1239825" y="571500"/>
            <a:chExt cx="7941000" cy="90900"/>
          </a:xfrm>
        </p:grpSpPr>
        <p:cxnSp>
          <p:nvCxnSpPr>
            <p:cNvPr id="129" name="Google Shape;129;p17"/>
            <p:cNvCxnSpPr/>
            <p:nvPr/>
          </p:nvCxnSpPr>
          <p:spPr>
            <a:xfrm>
              <a:off x="1239825" y="571500"/>
              <a:ext cx="7941000" cy="0"/>
            </a:xfrm>
            <a:prstGeom prst="straightConnector1">
              <a:avLst/>
            </a:prstGeom>
            <a:noFill/>
            <a:ln w="9525" cap="flat" cmpd="sng">
              <a:solidFill>
                <a:schemeClr val="dk1"/>
              </a:solidFill>
              <a:prstDash val="solid"/>
              <a:round/>
              <a:headEnd type="none" w="med" len="med"/>
              <a:tailEnd type="none" w="med" len="med"/>
            </a:ln>
          </p:spPr>
        </p:cxnSp>
        <p:sp>
          <p:nvSpPr>
            <p:cNvPr id="130" name="Google Shape;130;p17"/>
            <p:cNvSpPr/>
            <p:nvPr/>
          </p:nvSpPr>
          <p:spPr>
            <a:xfrm>
              <a:off x="1239825" y="57150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only 2">
  <p:cSld name="TITLE_ONLY_1_1">
    <p:spTree>
      <p:nvGrpSpPr>
        <p:cNvPr id="1" name="Shape 131"/>
        <p:cNvGrpSpPr/>
        <p:nvPr/>
      </p:nvGrpSpPr>
      <p:grpSpPr>
        <a:xfrm>
          <a:off x="0" y="0"/>
          <a:ext cx="0" cy="0"/>
          <a:chOff x="0" y="0"/>
          <a:chExt cx="0" cy="0"/>
        </a:xfrm>
      </p:grpSpPr>
      <p:sp>
        <p:nvSpPr>
          <p:cNvPr id="132" name="Google Shape;132;p18"/>
          <p:cNvSpPr/>
          <p:nvPr/>
        </p:nvSpPr>
        <p:spPr>
          <a:xfrm>
            <a:off x="171450" y="145800"/>
            <a:ext cx="8801100" cy="4851900"/>
          </a:xfrm>
          <a:prstGeom prst="rect">
            <a:avLst/>
          </a:prstGeom>
          <a:solidFill>
            <a:schemeClr val="lt1"/>
          </a:solidFill>
          <a:ln>
            <a:noFill/>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 name="Google Shape;133;p18"/>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grpSp>
        <p:nvGrpSpPr>
          <p:cNvPr id="134" name="Google Shape;134;p18"/>
          <p:cNvGrpSpPr/>
          <p:nvPr/>
        </p:nvGrpSpPr>
        <p:grpSpPr>
          <a:xfrm flipH="1">
            <a:off x="8617225" y="1292300"/>
            <a:ext cx="90900" cy="3705900"/>
            <a:chOff x="7952125" y="1292300"/>
            <a:chExt cx="90900" cy="3705900"/>
          </a:xfrm>
        </p:grpSpPr>
        <p:sp>
          <p:nvSpPr>
            <p:cNvPr id="135" name="Google Shape;135;p18"/>
            <p:cNvSpPr/>
            <p:nvPr/>
          </p:nvSpPr>
          <p:spPr>
            <a:xfrm rot="5400000">
              <a:off x="7744975" y="149945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36" name="Google Shape;136;p18"/>
            <p:cNvCxnSpPr/>
            <p:nvPr/>
          </p:nvCxnSpPr>
          <p:spPr>
            <a:xfrm>
              <a:off x="8043025" y="1292300"/>
              <a:ext cx="0" cy="3705900"/>
            </a:xfrm>
            <a:prstGeom prst="straightConnector1">
              <a:avLst/>
            </a:prstGeom>
            <a:noFill/>
            <a:ln w="9525" cap="flat" cmpd="sng">
              <a:solidFill>
                <a:schemeClr val="dk1"/>
              </a:solidFill>
              <a:prstDash val="solid"/>
              <a:round/>
              <a:headEnd type="none" w="med" len="med"/>
              <a:tailEnd type="none" w="med" len="med"/>
            </a:ln>
          </p:spPr>
        </p:cxnSp>
      </p:gr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text">
  <p:cSld name="CUSTOM">
    <p:spTree>
      <p:nvGrpSpPr>
        <p:cNvPr id="1" name="Shape 137"/>
        <p:cNvGrpSpPr/>
        <p:nvPr/>
      </p:nvGrpSpPr>
      <p:grpSpPr>
        <a:xfrm>
          <a:off x="0" y="0"/>
          <a:ext cx="0" cy="0"/>
          <a:chOff x="0" y="0"/>
          <a:chExt cx="0" cy="0"/>
        </a:xfrm>
      </p:grpSpPr>
      <p:sp>
        <p:nvSpPr>
          <p:cNvPr id="138" name="Google Shape;138;p19"/>
          <p:cNvSpPr/>
          <p:nvPr/>
        </p:nvSpPr>
        <p:spPr>
          <a:xfrm>
            <a:off x="171450" y="145800"/>
            <a:ext cx="8801100" cy="4851900"/>
          </a:xfrm>
          <a:prstGeom prst="rect">
            <a:avLst/>
          </a:prstGeom>
          <a:solidFill>
            <a:schemeClr val="lt1"/>
          </a:solidFill>
          <a:ln>
            <a:noFill/>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 name="Google Shape;139;p19"/>
          <p:cNvSpPr txBox="1">
            <a:spLocks noGrp="1"/>
          </p:cNvSpPr>
          <p:nvPr>
            <p:ph type="subTitle" idx="1"/>
          </p:nvPr>
        </p:nvSpPr>
        <p:spPr>
          <a:xfrm>
            <a:off x="1068813" y="2004274"/>
            <a:ext cx="3615600" cy="16740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Char char="●"/>
              <a:defRPr/>
            </a:lvl1pPr>
            <a:lvl2pPr lvl="1" algn="ctr" rtl="0">
              <a:lnSpc>
                <a:spcPct val="100000"/>
              </a:lnSpc>
              <a:spcBef>
                <a:spcPts val="0"/>
              </a:spcBef>
              <a:spcAft>
                <a:spcPts val="0"/>
              </a:spcAft>
              <a:buSzPts val="1200"/>
              <a:buChar char="○"/>
              <a:defRPr/>
            </a:lvl2pPr>
            <a:lvl3pPr lvl="2" algn="ctr" rtl="0">
              <a:lnSpc>
                <a:spcPct val="100000"/>
              </a:lnSpc>
              <a:spcBef>
                <a:spcPts val="0"/>
              </a:spcBef>
              <a:spcAft>
                <a:spcPts val="0"/>
              </a:spcAft>
              <a:buSzPts val="1200"/>
              <a:buChar char="■"/>
              <a:defRPr/>
            </a:lvl3pPr>
            <a:lvl4pPr lvl="3" algn="ctr" rtl="0">
              <a:lnSpc>
                <a:spcPct val="100000"/>
              </a:lnSpc>
              <a:spcBef>
                <a:spcPts val="0"/>
              </a:spcBef>
              <a:spcAft>
                <a:spcPts val="0"/>
              </a:spcAft>
              <a:buSzPts val="1200"/>
              <a:buChar char="●"/>
              <a:defRPr/>
            </a:lvl4pPr>
            <a:lvl5pPr lvl="4" algn="ctr" rtl="0">
              <a:lnSpc>
                <a:spcPct val="100000"/>
              </a:lnSpc>
              <a:spcBef>
                <a:spcPts val="0"/>
              </a:spcBef>
              <a:spcAft>
                <a:spcPts val="0"/>
              </a:spcAft>
              <a:buSzPts val="1200"/>
              <a:buChar char="○"/>
              <a:defRPr/>
            </a:lvl5pPr>
            <a:lvl6pPr lvl="5" algn="ctr" rtl="0">
              <a:lnSpc>
                <a:spcPct val="100000"/>
              </a:lnSpc>
              <a:spcBef>
                <a:spcPts val="0"/>
              </a:spcBef>
              <a:spcAft>
                <a:spcPts val="0"/>
              </a:spcAft>
              <a:buSzPts val="1200"/>
              <a:buChar char="■"/>
              <a:defRPr/>
            </a:lvl6pPr>
            <a:lvl7pPr lvl="6" algn="ctr" rtl="0">
              <a:lnSpc>
                <a:spcPct val="100000"/>
              </a:lnSpc>
              <a:spcBef>
                <a:spcPts val="0"/>
              </a:spcBef>
              <a:spcAft>
                <a:spcPts val="0"/>
              </a:spcAft>
              <a:buSzPts val="1200"/>
              <a:buChar char="●"/>
              <a:defRPr/>
            </a:lvl7pPr>
            <a:lvl8pPr lvl="7" algn="ctr" rtl="0">
              <a:lnSpc>
                <a:spcPct val="100000"/>
              </a:lnSpc>
              <a:spcBef>
                <a:spcPts val="0"/>
              </a:spcBef>
              <a:spcAft>
                <a:spcPts val="0"/>
              </a:spcAft>
              <a:buSzPts val="1200"/>
              <a:buChar char="○"/>
              <a:defRPr/>
            </a:lvl8pPr>
            <a:lvl9pPr lvl="8" algn="ctr" rtl="0">
              <a:lnSpc>
                <a:spcPct val="100000"/>
              </a:lnSpc>
              <a:spcBef>
                <a:spcPts val="0"/>
              </a:spcBef>
              <a:spcAft>
                <a:spcPts val="0"/>
              </a:spcAft>
              <a:buSzPts val="1200"/>
              <a:buChar char="■"/>
              <a:defRPr/>
            </a:lvl9pPr>
          </a:lstStyle>
          <a:p>
            <a:endParaRPr/>
          </a:p>
        </p:txBody>
      </p:sp>
      <p:sp>
        <p:nvSpPr>
          <p:cNvPr id="140" name="Google Shape;140;p19"/>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grpSp>
        <p:nvGrpSpPr>
          <p:cNvPr id="141" name="Google Shape;141;p19"/>
          <p:cNvGrpSpPr/>
          <p:nvPr/>
        </p:nvGrpSpPr>
        <p:grpSpPr>
          <a:xfrm rot="10800000">
            <a:off x="165548" y="4741850"/>
            <a:ext cx="6506400" cy="90900"/>
            <a:chOff x="1239825" y="571500"/>
            <a:chExt cx="6506400" cy="90900"/>
          </a:xfrm>
        </p:grpSpPr>
        <p:cxnSp>
          <p:nvCxnSpPr>
            <p:cNvPr id="142" name="Google Shape;142;p19"/>
            <p:cNvCxnSpPr/>
            <p:nvPr/>
          </p:nvCxnSpPr>
          <p:spPr>
            <a:xfrm>
              <a:off x="1239825" y="571500"/>
              <a:ext cx="6506400" cy="0"/>
            </a:xfrm>
            <a:prstGeom prst="straightConnector1">
              <a:avLst/>
            </a:prstGeom>
            <a:noFill/>
            <a:ln w="9525" cap="flat" cmpd="sng">
              <a:solidFill>
                <a:schemeClr val="dk1"/>
              </a:solidFill>
              <a:prstDash val="solid"/>
              <a:round/>
              <a:headEnd type="none" w="med" len="med"/>
              <a:tailEnd type="none" w="med" len="med"/>
            </a:ln>
          </p:spPr>
        </p:cxnSp>
        <p:sp>
          <p:nvSpPr>
            <p:cNvPr id="143" name="Google Shape;143;p19"/>
            <p:cNvSpPr/>
            <p:nvPr/>
          </p:nvSpPr>
          <p:spPr>
            <a:xfrm>
              <a:off x="1239825" y="57150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 name="Google Shape;144;p19"/>
          <p:cNvGrpSpPr/>
          <p:nvPr/>
        </p:nvGrpSpPr>
        <p:grpSpPr>
          <a:xfrm rot="10800000" flipH="1">
            <a:off x="402371" y="298450"/>
            <a:ext cx="8394600" cy="90900"/>
            <a:chOff x="1239825" y="571500"/>
            <a:chExt cx="8394600" cy="90900"/>
          </a:xfrm>
        </p:grpSpPr>
        <p:cxnSp>
          <p:nvCxnSpPr>
            <p:cNvPr id="145" name="Google Shape;145;p19"/>
            <p:cNvCxnSpPr/>
            <p:nvPr/>
          </p:nvCxnSpPr>
          <p:spPr>
            <a:xfrm>
              <a:off x="1239825" y="571500"/>
              <a:ext cx="8394600" cy="0"/>
            </a:xfrm>
            <a:prstGeom prst="straightConnector1">
              <a:avLst/>
            </a:prstGeom>
            <a:noFill/>
            <a:ln w="9525" cap="flat" cmpd="sng">
              <a:solidFill>
                <a:schemeClr val="dk1"/>
              </a:solidFill>
              <a:prstDash val="solid"/>
              <a:round/>
              <a:headEnd type="none" w="med" len="med"/>
              <a:tailEnd type="none" w="med" len="med"/>
            </a:ln>
          </p:spPr>
        </p:cxnSp>
        <p:sp>
          <p:nvSpPr>
            <p:cNvPr id="146" name="Google Shape;146;p19"/>
            <p:cNvSpPr/>
            <p:nvPr/>
          </p:nvSpPr>
          <p:spPr>
            <a:xfrm>
              <a:off x="1239825" y="57150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7" name="Google Shape;147;p19"/>
          <p:cNvSpPr>
            <a:spLocks noGrp="1"/>
          </p:cNvSpPr>
          <p:nvPr>
            <p:ph type="pic" idx="2"/>
          </p:nvPr>
        </p:nvSpPr>
        <p:spPr>
          <a:xfrm>
            <a:off x="4789588" y="1603025"/>
            <a:ext cx="3285600" cy="2476500"/>
          </a:xfrm>
          <a:prstGeom prst="rect">
            <a:avLst/>
          </a:prstGeom>
          <a:noFill/>
          <a:ln>
            <a:noFill/>
          </a:ln>
        </p:spPr>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and text 1">
  <p:cSld name="CUSTOM_1">
    <p:spTree>
      <p:nvGrpSpPr>
        <p:cNvPr id="1" name="Shape 148"/>
        <p:cNvGrpSpPr/>
        <p:nvPr/>
      </p:nvGrpSpPr>
      <p:grpSpPr>
        <a:xfrm>
          <a:off x="0" y="0"/>
          <a:ext cx="0" cy="0"/>
          <a:chOff x="0" y="0"/>
          <a:chExt cx="0" cy="0"/>
        </a:xfrm>
      </p:grpSpPr>
      <p:sp>
        <p:nvSpPr>
          <p:cNvPr id="149" name="Google Shape;149;p20"/>
          <p:cNvSpPr/>
          <p:nvPr/>
        </p:nvSpPr>
        <p:spPr>
          <a:xfrm>
            <a:off x="171450" y="145800"/>
            <a:ext cx="8801100" cy="4851900"/>
          </a:xfrm>
          <a:prstGeom prst="rect">
            <a:avLst/>
          </a:prstGeom>
          <a:solidFill>
            <a:schemeClr val="lt1"/>
          </a:solidFill>
          <a:ln>
            <a:noFill/>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 name="Google Shape;150;p20"/>
          <p:cNvSpPr txBox="1">
            <a:spLocks noGrp="1"/>
          </p:cNvSpPr>
          <p:nvPr>
            <p:ph type="subTitle" idx="1"/>
          </p:nvPr>
        </p:nvSpPr>
        <p:spPr>
          <a:xfrm>
            <a:off x="4507381" y="3382988"/>
            <a:ext cx="3615600" cy="7050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Char char="●"/>
              <a:defRPr/>
            </a:lvl1pPr>
            <a:lvl2pPr lvl="1" algn="ctr" rtl="0">
              <a:lnSpc>
                <a:spcPct val="100000"/>
              </a:lnSpc>
              <a:spcBef>
                <a:spcPts val="0"/>
              </a:spcBef>
              <a:spcAft>
                <a:spcPts val="0"/>
              </a:spcAft>
              <a:buSzPts val="1200"/>
              <a:buChar char="○"/>
              <a:defRPr/>
            </a:lvl2pPr>
            <a:lvl3pPr lvl="2" algn="ctr" rtl="0">
              <a:lnSpc>
                <a:spcPct val="100000"/>
              </a:lnSpc>
              <a:spcBef>
                <a:spcPts val="0"/>
              </a:spcBef>
              <a:spcAft>
                <a:spcPts val="0"/>
              </a:spcAft>
              <a:buSzPts val="1200"/>
              <a:buChar char="■"/>
              <a:defRPr/>
            </a:lvl3pPr>
            <a:lvl4pPr lvl="3" algn="ctr" rtl="0">
              <a:lnSpc>
                <a:spcPct val="100000"/>
              </a:lnSpc>
              <a:spcBef>
                <a:spcPts val="0"/>
              </a:spcBef>
              <a:spcAft>
                <a:spcPts val="0"/>
              </a:spcAft>
              <a:buSzPts val="1200"/>
              <a:buChar char="●"/>
              <a:defRPr/>
            </a:lvl4pPr>
            <a:lvl5pPr lvl="4" algn="ctr" rtl="0">
              <a:lnSpc>
                <a:spcPct val="100000"/>
              </a:lnSpc>
              <a:spcBef>
                <a:spcPts val="0"/>
              </a:spcBef>
              <a:spcAft>
                <a:spcPts val="0"/>
              </a:spcAft>
              <a:buSzPts val="1200"/>
              <a:buChar char="○"/>
              <a:defRPr/>
            </a:lvl5pPr>
            <a:lvl6pPr lvl="5" algn="ctr" rtl="0">
              <a:lnSpc>
                <a:spcPct val="100000"/>
              </a:lnSpc>
              <a:spcBef>
                <a:spcPts val="0"/>
              </a:spcBef>
              <a:spcAft>
                <a:spcPts val="0"/>
              </a:spcAft>
              <a:buSzPts val="1200"/>
              <a:buChar char="■"/>
              <a:defRPr/>
            </a:lvl6pPr>
            <a:lvl7pPr lvl="6" algn="ctr" rtl="0">
              <a:lnSpc>
                <a:spcPct val="100000"/>
              </a:lnSpc>
              <a:spcBef>
                <a:spcPts val="0"/>
              </a:spcBef>
              <a:spcAft>
                <a:spcPts val="0"/>
              </a:spcAft>
              <a:buSzPts val="1200"/>
              <a:buChar char="●"/>
              <a:defRPr/>
            </a:lvl7pPr>
            <a:lvl8pPr lvl="7" algn="ctr" rtl="0">
              <a:lnSpc>
                <a:spcPct val="100000"/>
              </a:lnSpc>
              <a:spcBef>
                <a:spcPts val="0"/>
              </a:spcBef>
              <a:spcAft>
                <a:spcPts val="0"/>
              </a:spcAft>
              <a:buSzPts val="1200"/>
              <a:buChar char="○"/>
              <a:defRPr/>
            </a:lvl8pPr>
            <a:lvl9pPr lvl="8" algn="ctr" rtl="0">
              <a:lnSpc>
                <a:spcPct val="100000"/>
              </a:lnSpc>
              <a:spcBef>
                <a:spcPts val="0"/>
              </a:spcBef>
              <a:spcAft>
                <a:spcPts val="0"/>
              </a:spcAft>
              <a:buSzPts val="1200"/>
              <a:buChar char="■"/>
              <a:defRPr/>
            </a:lvl9pPr>
          </a:lstStyle>
          <a:p>
            <a:endParaRPr/>
          </a:p>
        </p:txBody>
      </p:sp>
      <p:sp>
        <p:nvSpPr>
          <p:cNvPr id="151" name="Google Shape;151;p20"/>
          <p:cNvSpPr txBox="1">
            <a:spLocks noGrp="1"/>
          </p:cNvSpPr>
          <p:nvPr>
            <p:ph type="title"/>
          </p:nvPr>
        </p:nvSpPr>
        <p:spPr>
          <a:xfrm>
            <a:off x="4507456" y="1055513"/>
            <a:ext cx="3615600" cy="2327400"/>
          </a:xfrm>
          <a:prstGeom prst="rect">
            <a:avLst/>
          </a:prstGeom>
        </p:spPr>
        <p:txBody>
          <a:bodyPr spcFirstLastPara="1" wrap="square" lIns="91425" tIns="91425" rIns="91425" bIns="91425" anchor="b" anchorCtr="0">
            <a:noAutofit/>
          </a:bodyPr>
          <a:lstStyle>
            <a:lvl1pPr lvl="0" algn="l"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
        <p:nvSpPr>
          <p:cNvPr id="152" name="Google Shape;152;p20"/>
          <p:cNvSpPr>
            <a:spLocks noGrp="1"/>
          </p:cNvSpPr>
          <p:nvPr>
            <p:ph type="pic" idx="2"/>
          </p:nvPr>
        </p:nvSpPr>
        <p:spPr>
          <a:xfrm>
            <a:off x="1020944" y="1333499"/>
            <a:ext cx="3285600" cy="2476500"/>
          </a:xfrm>
          <a:prstGeom prst="rect">
            <a:avLst/>
          </a:prstGeom>
          <a:noFill/>
          <a:ln>
            <a:noFill/>
          </a:ln>
        </p:spPr>
      </p:sp>
      <p:grpSp>
        <p:nvGrpSpPr>
          <p:cNvPr id="153" name="Google Shape;153;p20"/>
          <p:cNvGrpSpPr/>
          <p:nvPr/>
        </p:nvGrpSpPr>
        <p:grpSpPr>
          <a:xfrm>
            <a:off x="435875" y="97275"/>
            <a:ext cx="90900" cy="3705900"/>
            <a:chOff x="435875" y="97275"/>
            <a:chExt cx="90900" cy="3705900"/>
          </a:xfrm>
        </p:grpSpPr>
        <p:cxnSp>
          <p:nvCxnSpPr>
            <p:cNvPr id="154" name="Google Shape;154;p20"/>
            <p:cNvCxnSpPr/>
            <p:nvPr/>
          </p:nvCxnSpPr>
          <p:spPr>
            <a:xfrm rot="10800000">
              <a:off x="435875" y="97275"/>
              <a:ext cx="0" cy="3705900"/>
            </a:xfrm>
            <a:prstGeom prst="straightConnector1">
              <a:avLst/>
            </a:prstGeom>
            <a:noFill/>
            <a:ln w="9525" cap="flat" cmpd="sng">
              <a:solidFill>
                <a:schemeClr val="dk1"/>
              </a:solidFill>
              <a:prstDash val="solid"/>
              <a:round/>
              <a:headEnd type="none" w="med" len="med"/>
              <a:tailEnd type="none" w="med" len="med"/>
            </a:ln>
          </p:spPr>
        </p:cxnSp>
        <p:sp>
          <p:nvSpPr>
            <p:cNvPr id="155" name="Google Shape;155;p20"/>
            <p:cNvSpPr/>
            <p:nvPr/>
          </p:nvSpPr>
          <p:spPr>
            <a:xfrm rot="-5400000">
              <a:off x="228725" y="3505125"/>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and two columns 1">
  <p:cSld name="TITLE_AND_TWO_COLUMNS_1">
    <p:spTree>
      <p:nvGrpSpPr>
        <p:cNvPr id="1" name="Shape 196"/>
        <p:cNvGrpSpPr/>
        <p:nvPr/>
      </p:nvGrpSpPr>
      <p:grpSpPr>
        <a:xfrm>
          <a:off x="0" y="0"/>
          <a:ext cx="0" cy="0"/>
          <a:chOff x="0" y="0"/>
          <a:chExt cx="0" cy="0"/>
        </a:xfrm>
      </p:grpSpPr>
      <p:sp>
        <p:nvSpPr>
          <p:cNvPr id="197" name="Google Shape;197;p25"/>
          <p:cNvSpPr/>
          <p:nvPr/>
        </p:nvSpPr>
        <p:spPr>
          <a:xfrm>
            <a:off x="171450" y="145800"/>
            <a:ext cx="8801100" cy="4851900"/>
          </a:xfrm>
          <a:prstGeom prst="rect">
            <a:avLst/>
          </a:prstGeom>
          <a:solidFill>
            <a:schemeClr val="lt1"/>
          </a:solidFill>
          <a:ln>
            <a:noFill/>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 name="Google Shape;198;p25"/>
          <p:cNvSpPr txBox="1">
            <a:spLocks noGrp="1"/>
          </p:cNvSpPr>
          <p:nvPr>
            <p:ph type="subTitle" idx="1"/>
          </p:nvPr>
        </p:nvSpPr>
        <p:spPr>
          <a:xfrm>
            <a:off x="948188" y="2303125"/>
            <a:ext cx="3211200" cy="476100"/>
          </a:xfrm>
          <a:prstGeom prst="rect">
            <a:avLst/>
          </a:prstGeom>
        </p:spPr>
        <p:txBody>
          <a:bodyPr spcFirstLastPara="1" wrap="square" lIns="91425" tIns="91425" rIns="91425" bIns="91425" anchor="b" anchorCtr="0">
            <a:noAutofit/>
          </a:bodyPr>
          <a:lstStyle>
            <a:lvl1pPr lvl="0" algn="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1pPr>
            <a:lvl2pPr lvl="1"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sp>
        <p:nvSpPr>
          <p:cNvPr id="199" name="Google Shape;199;p25"/>
          <p:cNvSpPr txBox="1">
            <a:spLocks noGrp="1"/>
          </p:cNvSpPr>
          <p:nvPr>
            <p:ph type="subTitle" idx="2"/>
          </p:nvPr>
        </p:nvSpPr>
        <p:spPr>
          <a:xfrm>
            <a:off x="4984609" y="2303125"/>
            <a:ext cx="3211200" cy="4761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1pPr>
            <a:lvl2pPr lvl="1"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sp>
        <p:nvSpPr>
          <p:cNvPr id="200" name="Google Shape;200;p25"/>
          <p:cNvSpPr txBox="1">
            <a:spLocks noGrp="1"/>
          </p:cNvSpPr>
          <p:nvPr>
            <p:ph type="subTitle" idx="3"/>
          </p:nvPr>
        </p:nvSpPr>
        <p:spPr>
          <a:xfrm>
            <a:off x="948188" y="2779225"/>
            <a:ext cx="3211200" cy="7134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01" name="Google Shape;201;p25"/>
          <p:cNvSpPr txBox="1">
            <a:spLocks noGrp="1"/>
          </p:cNvSpPr>
          <p:nvPr>
            <p:ph type="subTitle" idx="4"/>
          </p:nvPr>
        </p:nvSpPr>
        <p:spPr>
          <a:xfrm>
            <a:off x="4984609" y="2779225"/>
            <a:ext cx="3211200" cy="7134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02" name="Google Shape;202;p25"/>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grpSp>
        <p:nvGrpSpPr>
          <p:cNvPr id="203" name="Google Shape;203;p25"/>
          <p:cNvGrpSpPr/>
          <p:nvPr/>
        </p:nvGrpSpPr>
        <p:grpSpPr>
          <a:xfrm rot="10800000">
            <a:off x="165548" y="4741850"/>
            <a:ext cx="6506400" cy="90900"/>
            <a:chOff x="1239825" y="571500"/>
            <a:chExt cx="6506400" cy="90900"/>
          </a:xfrm>
        </p:grpSpPr>
        <p:cxnSp>
          <p:nvCxnSpPr>
            <p:cNvPr id="204" name="Google Shape;204;p25"/>
            <p:cNvCxnSpPr/>
            <p:nvPr/>
          </p:nvCxnSpPr>
          <p:spPr>
            <a:xfrm>
              <a:off x="1239825" y="571500"/>
              <a:ext cx="6506400" cy="0"/>
            </a:xfrm>
            <a:prstGeom prst="straightConnector1">
              <a:avLst/>
            </a:prstGeom>
            <a:noFill/>
            <a:ln w="9525" cap="flat" cmpd="sng">
              <a:solidFill>
                <a:schemeClr val="dk1"/>
              </a:solidFill>
              <a:prstDash val="solid"/>
              <a:round/>
              <a:headEnd type="none" w="med" len="med"/>
              <a:tailEnd type="none" w="med" len="med"/>
            </a:ln>
          </p:spPr>
        </p:cxnSp>
        <p:sp>
          <p:nvSpPr>
            <p:cNvPr id="205" name="Google Shape;205;p25"/>
            <p:cNvSpPr/>
            <p:nvPr/>
          </p:nvSpPr>
          <p:spPr>
            <a:xfrm>
              <a:off x="1239825" y="57150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6" name="Google Shape;206;p25"/>
          <p:cNvGrpSpPr/>
          <p:nvPr/>
        </p:nvGrpSpPr>
        <p:grpSpPr>
          <a:xfrm rot="10800000" flipH="1">
            <a:off x="456371" y="298450"/>
            <a:ext cx="8307000" cy="90900"/>
            <a:chOff x="1239825" y="571500"/>
            <a:chExt cx="8307000" cy="90900"/>
          </a:xfrm>
        </p:grpSpPr>
        <p:cxnSp>
          <p:nvCxnSpPr>
            <p:cNvPr id="207" name="Google Shape;207;p25"/>
            <p:cNvCxnSpPr/>
            <p:nvPr/>
          </p:nvCxnSpPr>
          <p:spPr>
            <a:xfrm>
              <a:off x="1239825" y="571500"/>
              <a:ext cx="8307000" cy="0"/>
            </a:xfrm>
            <a:prstGeom prst="straightConnector1">
              <a:avLst/>
            </a:prstGeom>
            <a:noFill/>
            <a:ln w="9525" cap="flat" cmpd="sng">
              <a:solidFill>
                <a:schemeClr val="dk1"/>
              </a:solidFill>
              <a:prstDash val="solid"/>
              <a:round/>
              <a:headEnd type="none" w="med" len="med"/>
              <a:tailEnd type="none" w="med" len="med"/>
            </a:ln>
          </p:spPr>
        </p:cxnSp>
        <p:sp>
          <p:nvSpPr>
            <p:cNvPr id="208" name="Google Shape;208;p25"/>
            <p:cNvSpPr/>
            <p:nvPr/>
          </p:nvSpPr>
          <p:spPr>
            <a:xfrm>
              <a:off x="1239825" y="57150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and two columns 2">
  <p:cSld name="TITLE_AND_TWO_COLUMNS_1_1">
    <p:spTree>
      <p:nvGrpSpPr>
        <p:cNvPr id="1" name="Shape 209"/>
        <p:cNvGrpSpPr/>
        <p:nvPr/>
      </p:nvGrpSpPr>
      <p:grpSpPr>
        <a:xfrm>
          <a:off x="0" y="0"/>
          <a:ext cx="0" cy="0"/>
          <a:chOff x="0" y="0"/>
          <a:chExt cx="0" cy="0"/>
        </a:xfrm>
      </p:grpSpPr>
      <p:sp>
        <p:nvSpPr>
          <p:cNvPr id="210" name="Google Shape;210;p26"/>
          <p:cNvSpPr/>
          <p:nvPr/>
        </p:nvSpPr>
        <p:spPr>
          <a:xfrm>
            <a:off x="171450" y="145800"/>
            <a:ext cx="8801100" cy="4851900"/>
          </a:xfrm>
          <a:prstGeom prst="rect">
            <a:avLst/>
          </a:prstGeom>
          <a:solidFill>
            <a:schemeClr val="lt1"/>
          </a:solidFill>
          <a:ln>
            <a:noFill/>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 name="Google Shape;211;p26"/>
          <p:cNvSpPr txBox="1">
            <a:spLocks noGrp="1"/>
          </p:cNvSpPr>
          <p:nvPr>
            <p:ph type="subTitle" idx="1"/>
          </p:nvPr>
        </p:nvSpPr>
        <p:spPr>
          <a:xfrm>
            <a:off x="4572000" y="1598050"/>
            <a:ext cx="2505600" cy="4941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1pPr>
            <a:lvl2pPr lvl="1"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sp>
        <p:nvSpPr>
          <p:cNvPr id="212" name="Google Shape;212;p26"/>
          <p:cNvSpPr txBox="1">
            <a:spLocks noGrp="1"/>
          </p:cNvSpPr>
          <p:nvPr>
            <p:ph type="subTitle" idx="2"/>
          </p:nvPr>
        </p:nvSpPr>
        <p:spPr>
          <a:xfrm>
            <a:off x="2066400" y="2938825"/>
            <a:ext cx="2505600" cy="494100"/>
          </a:xfrm>
          <a:prstGeom prst="rect">
            <a:avLst/>
          </a:prstGeom>
        </p:spPr>
        <p:txBody>
          <a:bodyPr spcFirstLastPara="1" wrap="square" lIns="91425" tIns="91425" rIns="91425" bIns="91425" anchor="b" anchorCtr="0">
            <a:noAutofit/>
          </a:bodyPr>
          <a:lstStyle>
            <a:lvl1pPr lvl="0" algn="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1pPr>
            <a:lvl2pPr lvl="1"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sp>
        <p:nvSpPr>
          <p:cNvPr id="213" name="Google Shape;213;p26"/>
          <p:cNvSpPr txBox="1">
            <a:spLocks noGrp="1"/>
          </p:cNvSpPr>
          <p:nvPr>
            <p:ph type="subTitle" idx="3"/>
          </p:nvPr>
        </p:nvSpPr>
        <p:spPr>
          <a:xfrm>
            <a:off x="4572000" y="2092150"/>
            <a:ext cx="2505600" cy="5727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14" name="Google Shape;214;p26"/>
          <p:cNvSpPr txBox="1">
            <a:spLocks noGrp="1"/>
          </p:cNvSpPr>
          <p:nvPr>
            <p:ph type="subTitle" idx="4"/>
          </p:nvPr>
        </p:nvSpPr>
        <p:spPr>
          <a:xfrm>
            <a:off x="2066400" y="3432925"/>
            <a:ext cx="2505600" cy="5727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15" name="Google Shape;215;p26"/>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grpSp>
        <p:nvGrpSpPr>
          <p:cNvPr id="216" name="Google Shape;216;p26"/>
          <p:cNvGrpSpPr/>
          <p:nvPr/>
        </p:nvGrpSpPr>
        <p:grpSpPr>
          <a:xfrm rot="10800000">
            <a:off x="165548" y="4741850"/>
            <a:ext cx="6506400" cy="90900"/>
            <a:chOff x="1239825" y="571500"/>
            <a:chExt cx="6506400" cy="90900"/>
          </a:xfrm>
        </p:grpSpPr>
        <p:cxnSp>
          <p:nvCxnSpPr>
            <p:cNvPr id="217" name="Google Shape;217;p26"/>
            <p:cNvCxnSpPr/>
            <p:nvPr/>
          </p:nvCxnSpPr>
          <p:spPr>
            <a:xfrm>
              <a:off x="1239825" y="571500"/>
              <a:ext cx="6506400" cy="0"/>
            </a:xfrm>
            <a:prstGeom prst="straightConnector1">
              <a:avLst/>
            </a:prstGeom>
            <a:noFill/>
            <a:ln w="9525" cap="flat" cmpd="sng">
              <a:solidFill>
                <a:schemeClr val="dk1"/>
              </a:solidFill>
              <a:prstDash val="solid"/>
              <a:round/>
              <a:headEnd type="none" w="med" len="med"/>
              <a:tailEnd type="none" w="med" len="med"/>
            </a:ln>
          </p:spPr>
        </p:cxnSp>
        <p:sp>
          <p:nvSpPr>
            <p:cNvPr id="218" name="Google Shape;218;p26"/>
            <p:cNvSpPr/>
            <p:nvPr/>
          </p:nvSpPr>
          <p:spPr>
            <a:xfrm>
              <a:off x="1239825" y="57150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9" name="Google Shape;219;p26"/>
          <p:cNvGrpSpPr/>
          <p:nvPr/>
        </p:nvGrpSpPr>
        <p:grpSpPr>
          <a:xfrm rot="10800000" flipH="1">
            <a:off x="2467871" y="298450"/>
            <a:ext cx="6506400" cy="90900"/>
            <a:chOff x="1239825" y="571500"/>
            <a:chExt cx="6506400" cy="90900"/>
          </a:xfrm>
        </p:grpSpPr>
        <p:cxnSp>
          <p:nvCxnSpPr>
            <p:cNvPr id="220" name="Google Shape;220;p26"/>
            <p:cNvCxnSpPr/>
            <p:nvPr/>
          </p:nvCxnSpPr>
          <p:spPr>
            <a:xfrm>
              <a:off x="1239825" y="571500"/>
              <a:ext cx="6506400" cy="0"/>
            </a:xfrm>
            <a:prstGeom prst="straightConnector1">
              <a:avLst/>
            </a:prstGeom>
            <a:noFill/>
            <a:ln w="9525" cap="flat" cmpd="sng">
              <a:solidFill>
                <a:schemeClr val="dk1"/>
              </a:solidFill>
              <a:prstDash val="solid"/>
              <a:round/>
              <a:headEnd type="none" w="med" len="med"/>
              <a:tailEnd type="none" w="med" len="med"/>
            </a:ln>
          </p:spPr>
        </p:cxnSp>
        <p:sp>
          <p:nvSpPr>
            <p:cNvPr id="221" name="Google Shape;221;p26"/>
            <p:cNvSpPr/>
            <p:nvPr/>
          </p:nvSpPr>
          <p:spPr>
            <a:xfrm>
              <a:off x="1239825" y="57150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and three columns">
  <p:cSld name="BLANK_1_1_1_2">
    <p:spTree>
      <p:nvGrpSpPr>
        <p:cNvPr id="1" name="Shape 222"/>
        <p:cNvGrpSpPr/>
        <p:nvPr/>
      </p:nvGrpSpPr>
      <p:grpSpPr>
        <a:xfrm>
          <a:off x="0" y="0"/>
          <a:ext cx="0" cy="0"/>
          <a:chOff x="0" y="0"/>
          <a:chExt cx="0" cy="0"/>
        </a:xfrm>
      </p:grpSpPr>
      <p:sp>
        <p:nvSpPr>
          <p:cNvPr id="223" name="Google Shape;223;p27"/>
          <p:cNvSpPr/>
          <p:nvPr/>
        </p:nvSpPr>
        <p:spPr>
          <a:xfrm>
            <a:off x="171450" y="145800"/>
            <a:ext cx="8801100" cy="4851900"/>
          </a:xfrm>
          <a:prstGeom prst="rect">
            <a:avLst/>
          </a:prstGeom>
          <a:solidFill>
            <a:schemeClr val="lt1"/>
          </a:solidFill>
          <a:ln>
            <a:noFill/>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27"/>
          <p:cNvSpPr txBox="1">
            <a:spLocks noGrp="1"/>
          </p:cNvSpPr>
          <p:nvPr>
            <p:ph type="subTitle" idx="1"/>
          </p:nvPr>
        </p:nvSpPr>
        <p:spPr>
          <a:xfrm>
            <a:off x="720000" y="2515000"/>
            <a:ext cx="2336400" cy="484800"/>
          </a:xfrm>
          <a:prstGeom prst="rect">
            <a:avLst/>
          </a:prstGeom>
          <a:ln>
            <a:noFill/>
          </a:ln>
        </p:spPr>
        <p:txBody>
          <a:bodyPr spcFirstLastPara="1" wrap="square" lIns="91425" tIns="91425" rIns="91425" bIns="91425" anchor="b" anchorCtr="0">
            <a:noAutofit/>
          </a:bodyPr>
          <a:lstStyle>
            <a:lvl1pPr lvl="0" algn="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1pPr>
            <a:lvl2pPr lvl="1"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sp>
        <p:nvSpPr>
          <p:cNvPr id="225" name="Google Shape;225;p27"/>
          <p:cNvSpPr txBox="1">
            <a:spLocks noGrp="1"/>
          </p:cNvSpPr>
          <p:nvPr>
            <p:ph type="subTitle" idx="2"/>
          </p:nvPr>
        </p:nvSpPr>
        <p:spPr>
          <a:xfrm>
            <a:off x="720000" y="2999805"/>
            <a:ext cx="2336400" cy="6795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26" name="Google Shape;226;p27"/>
          <p:cNvSpPr txBox="1">
            <a:spLocks noGrp="1"/>
          </p:cNvSpPr>
          <p:nvPr>
            <p:ph type="subTitle" idx="3"/>
          </p:nvPr>
        </p:nvSpPr>
        <p:spPr>
          <a:xfrm>
            <a:off x="3403800" y="2320305"/>
            <a:ext cx="2336400" cy="6795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27" name="Google Shape;227;p27"/>
          <p:cNvSpPr txBox="1">
            <a:spLocks noGrp="1"/>
          </p:cNvSpPr>
          <p:nvPr>
            <p:ph type="subTitle" idx="4"/>
          </p:nvPr>
        </p:nvSpPr>
        <p:spPr>
          <a:xfrm>
            <a:off x="6087600" y="2999805"/>
            <a:ext cx="2336400" cy="6795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28" name="Google Shape;228;p27"/>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
        <p:nvSpPr>
          <p:cNvPr id="229" name="Google Shape;229;p27"/>
          <p:cNvSpPr txBox="1">
            <a:spLocks noGrp="1"/>
          </p:cNvSpPr>
          <p:nvPr>
            <p:ph type="subTitle" idx="5"/>
          </p:nvPr>
        </p:nvSpPr>
        <p:spPr>
          <a:xfrm>
            <a:off x="3403800" y="1835500"/>
            <a:ext cx="2336400" cy="484800"/>
          </a:xfrm>
          <a:prstGeom prst="rect">
            <a:avLst/>
          </a:prstGeom>
          <a:ln>
            <a:noFill/>
          </a:ln>
        </p:spPr>
        <p:txBody>
          <a:bodyPr spcFirstLastPara="1" wrap="square" lIns="91425" tIns="91425" rIns="91425" bIns="91425" anchor="b" anchorCtr="0">
            <a:noAutofit/>
          </a:bodyPr>
          <a:lstStyle>
            <a:lvl1pPr lvl="0"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1pPr>
            <a:lvl2pPr lvl="1"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sp>
        <p:nvSpPr>
          <p:cNvPr id="230" name="Google Shape;230;p27"/>
          <p:cNvSpPr txBox="1">
            <a:spLocks noGrp="1"/>
          </p:cNvSpPr>
          <p:nvPr>
            <p:ph type="subTitle" idx="6"/>
          </p:nvPr>
        </p:nvSpPr>
        <p:spPr>
          <a:xfrm>
            <a:off x="6087600" y="2515000"/>
            <a:ext cx="2336400" cy="484800"/>
          </a:xfrm>
          <a:prstGeom prst="rect">
            <a:avLst/>
          </a:prstGeom>
          <a:ln>
            <a:noFill/>
          </a:ln>
        </p:spPr>
        <p:txBody>
          <a:bodyPr spcFirstLastPara="1" wrap="square" lIns="91425" tIns="91425" rIns="91425" bIns="91425" anchor="b" anchorCtr="0">
            <a:noAutofit/>
          </a:bodyPr>
          <a:lstStyle>
            <a:lvl1pPr lvl="0"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1pPr>
            <a:lvl2pPr lvl="1"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grpSp>
        <p:nvGrpSpPr>
          <p:cNvPr id="231" name="Google Shape;231;p27"/>
          <p:cNvGrpSpPr/>
          <p:nvPr/>
        </p:nvGrpSpPr>
        <p:grpSpPr>
          <a:xfrm>
            <a:off x="435875" y="97275"/>
            <a:ext cx="8272250" cy="4900925"/>
            <a:chOff x="435875" y="97275"/>
            <a:chExt cx="8272250" cy="4900925"/>
          </a:xfrm>
        </p:grpSpPr>
        <p:grpSp>
          <p:nvGrpSpPr>
            <p:cNvPr id="232" name="Google Shape;232;p27"/>
            <p:cNvGrpSpPr/>
            <p:nvPr/>
          </p:nvGrpSpPr>
          <p:grpSpPr>
            <a:xfrm flipH="1">
              <a:off x="435875" y="1292300"/>
              <a:ext cx="90900" cy="3705900"/>
              <a:chOff x="7952125" y="1292300"/>
              <a:chExt cx="90900" cy="3705900"/>
            </a:xfrm>
          </p:grpSpPr>
          <p:sp>
            <p:nvSpPr>
              <p:cNvPr id="233" name="Google Shape;233;p27"/>
              <p:cNvSpPr/>
              <p:nvPr/>
            </p:nvSpPr>
            <p:spPr>
              <a:xfrm rot="5400000">
                <a:off x="7744975" y="149945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34" name="Google Shape;234;p27"/>
              <p:cNvCxnSpPr/>
              <p:nvPr/>
            </p:nvCxnSpPr>
            <p:spPr>
              <a:xfrm>
                <a:off x="8043025" y="1292300"/>
                <a:ext cx="0" cy="3705900"/>
              </a:xfrm>
              <a:prstGeom prst="straightConnector1">
                <a:avLst/>
              </a:prstGeom>
              <a:noFill/>
              <a:ln w="9525" cap="flat" cmpd="sng">
                <a:solidFill>
                  <a:schemeClr val="dk1"/>
                </a:solidFill>
                <a:prstDash val="solid"/>
                <a:round/>
                <a:headEnd type="none" w="med" len="med"/>
                <a:tailEnd type="none" w="med" len="med"/>
              </a:ln>
            </p:spPr>
          </p:cxnSp>
        </p:grpSp>
        <p:grpSp>
          <p:nvGrpSpPr>
            <p:cNvPr id="235" name="Google Shape;235;p27"/>
            <p:cNvGrpSpPr/>
            <p:nvPr/>
          </p:nvGrpSpPr>
          <p:grpSpPr>
            <a:xfrm rot="10800000">
              <a:off x="8617225" y="97275"/>
              <a:ext cx="90900" cy="3705900"/>
              <a:chOff x="7952125" y="1292300"/>
              <a:chExt cx="90900" cy="3705900"/>
            </a:xfrm>
          </p:grpSpPr>
          <p:sp>
            <p:nvSpPr>
              <p:cNvPr id="236" name="Google Shape;236;p27"/>
              <p:cNvSpPr/>
              <p:nvPr/>
            </p:nvSpPr>
            <p:spPr>
              <a:xfrm rot="5400000">
                <a:off x="7744975" y="149945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37" name="Google Shape;237;p27"/>
              <p:cNvCxnSpPr/>
              <p:nvPr/>
            </p:nvCxnSpPr>
            <p:spPr>
              <a:xfrm>
                <a:off x="8043025" y="1292300"/>
                <a:ext cx="0" cy="3705900"/>
              </a:xfrm>
              <a:prstGeom prst="straightConnector1">
                <a:avLst/>
              </a:prstGeom>
              <a:noFill/>
              <a:ln w="9525" cap="flat" cmpd="sng">
                <a:solidFill>
                  <a:schemeClr val="dk1"/>
                </a:solidFill>
                <a:prstDash val="solid"/>
                <a:round/>
                <a:headEnd type="none" w="med" len="med"/>
                <a:tailEnd type="none" w="med" len="med"/>
              </a:ln>
            </p:spPr>
          </p:cxnSp>
        </p:grpSp>
      </p:gr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and three columns 1">
  <p:cSld name="BLANK_1_1_1_2_1">
    <p:spTree>
      <p:nvGrpSpPr>
        <p:cNvPr id="1" name="Shape 238"/>
        <p:cNvGrpSpPr/>
        <p:nvPr/>
      </p:nvGrpSpPr>
      <p:grpSpPr>
        <a:xfrm>
          <a:off x="0" y="0"/>
          <a:ext cx="0" cy="0"/>
          <a:chOff x="0" y="0"/>
          <a:chExt cx="0" cy="0"/>
        </a:xfrm>
      </p:grpSpPr>
      <p:sp>
        <p:nvSpPr>
          <p:cNvPr id="239" name="Google Shape;239;p28"/>
          <p:cNvSpPr/>
          <p:nvPr/>
        </p:nvSpPr>
        <p:spPr>
          <a:xfrm>
            <a:off x="171450" y="145800"/>
            <a:ext cx="8801100" cy="4851900"/>
          </a:xfrm>
          <a:prstGeom prst="rect">
            <a:avLst/>
          </a:prstGeom>
          <a:solidFill>
            <a:schemeClr val="lt1"/>
          </a:solidFill>
          <a:ln>
            <a:noFill/>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 name="Google Shape;240;p28"/>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
        <p:nvSpPr>
          <p:cNvPr id="241" name="Google Shape;241;p28"/>
          <p:cNvSpPr txBox="1">
            <a:spLocks noGrp="1"/>
          </p:cNvSpPr>
          <p:nvPr>
            <p:ph type="subTitle" idx="1"/>
          </p:nvPr>
        </p:nvSpPr>
        <p:spPr>
          <a:xfrm>
            <a:off x="3037207" y="1417350"/>
            <a:ext cx="3069600" cy="484800"/>
          </a:xfrm>
          <a:prstGeom prst="rect">
            <a:avLst/>
          </a:prstGeom>
          <a:ln>
            <a:noFill/>
          </a:ln>
        </p:spPr>
        <p:txBody>
          <a:bodyPr spcFirstLastPara="1" wrap="square" lIns="91425" tIns="91425" rIns="91425" bIns="91425" anchor="b" anchorCtr="0">
            <a:noAutofit/>
          </a:bodyPr>
          <a:lstStyle>
            <a:lvl1pPr lvl="0"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1pPr>
            <a:lvl2pPr lvl="1"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sp>
        <p:nvSpPr>
          <p:cNvPr id="242" name="Google Shape;242;p28"/>
          <p:cNvSpPr txBox="1">
            <a:spLocks noGrp="1"/>
          </p:cNvSpPr>
          <p:nvPr>
            <p:ph type="subTitle" idx="2"/>
          </p:nvPr>
        </p:nvSpPr>
        <p:spPr>
          <a:xfrm>
            <a:off x="3037207" y="1902150"/>
            <a:ext cx="3069600" cy="7263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43" name="Google Shape;243;p28"/>
          <p:cNvSpPr txBox="1">
            <a:spLocks noGrp="1"/>
          </p:cNvSpPr>
          <p:nvPr>
            <p:ph type="subTitle" idx="3"/>
          </p:nvPr>
        </p:nvSpPr>
        <p:spPr>
          <a:xfrm>
            <a:off x="1176669" y="3296076"/>
            <a:ext cx="3069600" cy="7263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44" name="Google Shape;244;p28"/>
          <p:cNvSpPr txBox="1">
            <a:spLocks noGrp="1"/>
          </p:cNvSpPr>
          <p:nvPr>
            <p:ph type="subTitle" idx="4"/>
          </p:nvPr>
        </p:nvSpPr>
        <p:spPr>
          <a:xfrm>
            <a:off x="4897741" y="3296075"/>
            <a:ext cx="3069600" cy="7263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45" name="Google Shape;245;p28"/>
          <p:cNvSpPr txBox="1">
            <a:spLocks noGrp="1"/>
          </p:cNvSpPr>
          <p:nvPr>
            <p:ph type="subTitle" idx="5"/>
          </p:nvPr>
        </p:nvSpPr>
        <p:spPr>
          <a:xfrm>
            <a:off x="1176659" y="2811275"/>
            <a:ext cx="3069600" cy="484800"/>
          </a:xfrm>
          <a:prstGeom prst="rect">
            <a:avLst/>
          </a:prstGeom>
          <a:ln>
            <a:noFill/>
          </a:ln>
        </p:spPr>
        <p:txBody>
          <a:bodyPr spcFirstLastPara="1" wrap="square" lIns="91425" tIns="91425" rIns="91425" bIns="91425" anchor="b" anchorCtr="0">
            <a:noAutofit/>
          </a:bodyPr>
          <a:lstStyle>
            <a:lvl1pPr lvl="0"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1pPr>
            <a:lvl2pPr lvl="1"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sp>
        <p:nvSpPr>
          <p:cNvPr id="246" name="Google Shape;246;p28"/>
          <p:cNvSpPr txBox="1">
            <a:spLocks noGrp="1"/>
          </p:cNvSpPr>
          <p:nvPr>
            <p:ph type="subTitle" idx="6"/>
          </p:nvPr>
        </p:nvSpPr>
        <p:spPr>
          <a:xfrm>
            <a:off x="4897731" y="2811275"/>
            <a:ext cx="3069600" cy="484800"/>
          </a:xfrm>
          <a:prstGeom prst="rect">
            <a:avLst/>
          </a:prstGeom>
          <a:ln>
            <a:noFill/>
          </a:ln>
        </p:spPr>
        <p:txBody>
          <a:bodyPr spcFirstLastPara="1" wrap="square" lIns="91425" tIns="91425" rIns="91425" bIns="91425" anchor="b" anchorCtr="0">
            <a:noAutofit/>
          </a:bodyPr>
          <a:lstStyle>
            <a:lvl1pPr lvl="0"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1pPr>
            <a:lvl2pPr lvl="1"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grpSp>
        <p:nvGrpSpPr>
          <p:cNvPr id="247" name="Google Shape;247;p28"/>
          <p:cNvGrpSpPr/>
          <p:nvPr/>
        </p:nvGrpSpPr>
        <p:grpSpPr>
          <a:xfrm>
            <a:off x="165700" y="1308400"/>
            <a:ext cx="8349200" cy="3705900"/>
            <a:chOff x="165700" y="1308400"/>
            <a:chExt cx="8349200" cy="3705900"/>
          </a:xfrm>
        </p:grpSpPr>
        <p:grpSp>
          <p:nvGrpSpPr>
            <p:cNvPr id="248" name="Google Shape;248;p28"/>
            <p:cNvGrpSpPr/>
            <p:nvPr/>
          </p:nvGrpSpPr>
          <p:grpSpPr>
            <a:xfrm rot="10800000">
              <a:off x="165700" y="4608500"/>
              <a:ext cx="7941000" cy="90900"/>
              <a:chOff x="1239825" y="571500"/>
              <a:chExt cx="7941000" cy="90900"/>
            </a:xfrm>
          </p:grpSpPr>
          <p:cxnSp>
            <p:nvCxnSpPr>
              <p:cNvPr id="249" name="Google Shape;249;p28"/>
              <p:cNvCxnSpPr/>
              <p:nvPr/>
            </p:nvCxnSpPr>
            <p:spPr>
              <a:xfrm>
                <a:off x="1239825" y="571500"/>
                <a:ext cx="7941000" cy="0"/>
              </a:xfrm>
              <a:prstGeom prst="straightConnector1">
                <a:avLst/>
              </a:prstGeom>
              <a:noFill/>
              <a:ln w="9525" cap="flat" cmpd="sng">
                <a:solidFill>
                  <a:schemeClr val="dk1"/>
                </a:solidFill>
                <a:prstDash val="solid"/>
                <a:round/>
                <a:headEnd type="none" w="med" len="med"/>
                <a:tailEnd type="none" w="med" len="med"/>
              </a:ln>
            </p:spPr>
          </p:cxnSp>
          <p:sp>
            <p:nvSpPr>
              <p:cNvPr id="250" name="Google Shape;250;p28"/>
              <p:cNvSpPr/>
              <p:nvPr/>
            </p:nvSpPr>
            <p:spPr>
              <a:xfrm>
                <a:off x="1239825" y="57150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1" name="Google Shape;251;p28"/>
            <p:cNvGrpSpPr/>
            <p:nvPr/>
          </p:nvGrpSpPr>
          <p:grpSpPr>
            <a:xfrm flipH="1">
              <a:off x="8424000" y="1308400"/>
              <a:ext cx="90900" cy="3705900"/>
              <a:chOff x="7952125" y="1292300"/>
              <a:chExt cx="90900" cy="3705900"/>
            </a:xfrm>
          </p:grpSpPr>
          <p:sp>
            <p:nvSpPr>
              <p:cNvPr id="252" name="Google Shape;252;p28"/>
              <p:cNvSpPr/>
              <p:nvPr/>
            </p:nvSpPr>
            <p:spPr>
              <a:xfrm rot="5400000">
                <a:off x="7744975" y="149945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53" name="Google Shape;253;p28"/>
              <p:cNvCxnSpPr/>
              <p:nvPr/>
            </p:nvCxnSpPr>
            <p:spPr>
              <a:xfrm>
                <a:off x="8043025" y="1292300"/>
                <a:ext cx="0" cy="3705900"/>
              </a:xfrm>
              <a:prstGeom prst="straightConnector1">
                <a:avLst/>
              </a:prstGeom>
              <a:noFill/>
              <a:ln w="9525" cap="flat" cmpd="sng">
                <a:solidFill>
                  <a:schemeClr val="dk1"/>
                </a:solidFill>
                <a:prstDash val="solid"/>
                <a:round/>
                <a:headEnd type="none" w="med" len="med"/>
                <a:tailEnd type="none" w="med" len="med"/>
              </a:ln>
            </p:spPr>
          </p:cxnSp>
        </p:grpSp>
      </p:gr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and four columns">
  <p:cSld name="BLANK_1_1_1_1">
    <p:spTree>
      <p:nvGrpSpPr>
        <p:cNvPr id="1" name="Shape 254"/>
        <p:cNvGrpSpPr/>
        <p:nvPr/>
      </p:nvGrpSpPr>
      <p:grpSpPr>
        <a:xfrm>
          <a:off x="0" y="0"/>
          <a:ext cx="0" cy="0"/>
          <a:chOff x="0" y="0"/>
          <a:chExt cx="0" cy="0"/>
        </a:xfrm>
      </p:grpSpPr>
      <p:sp>
        <p:nvSpPr>
          <p:cNvPr id="255" name="Google Shape;255;p29"/>
          <p:cNvSpPr/>
          <p:nvPr/>
        </p:nvSpPr>
        <p:spPr>
          <a:xfrm>
            <a:off x="171450" y="145800"/>
            <a:ext cx="8801100" cy="4851900"/>
          </a:xfrm>
          <a:prstGeom prst="rect">
            <a:avLst/>
          </a:prstGeom>
          <a:solidFill>
            <a:schemeClr val="lt1"/>
          </a:solidFill>
          <a:ln>
            <a:noFill/>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 name="Google Shape;256;p29"/>
          <p:cNvSpPr txBox="1">
            <a:spLocks noGrp="1"/>
          </p:cNvSpPr>
          <p:nvPr>
            <p:ph type="subTitle" idx="1"/>
          </p:nvPr>
        </p:nvSpPr>
        <p:spPr>
          <a:xfrm>
            <a:off x="2347929" y="1532925"/>
            <a:ext cx="1888800" cy="484800"/>
          </a:xfrm>
          <a:prstGeom prst="rect">
            <a:avLst/>
          </a:prstGeom>
          <a:ln>
            <a:noFill/>
          </a:ln>
        </p:spPr>
        <p:txBody>
          <a:bodyPr spcFirstLastPara="1" wrap="square" lIns="91425" tIns="91425" rIns="91425" bIns="91425" anchor="b" anchorCtr="0">
            <a:noAutofit/>
          </a:bodyPr>
          <a:lstStyle>
            <a:lvl1pPr lvl="0" algn="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1pPr>
            <a:lvl2pPr lvl="1"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sp>
        <p:nvSpPr>
          <p:cNvPr id="257" name="Google Shape;257;p29"/>
          <p:cNvSpPr txBox="1">
            <a:spLocks noGrp="1"/>
          </p:cNvSpPr>
          <p:nvPr>
            <p:ph type="subTitle" idx="2"/>
          </p:nvPr>
        </p:nvSpPr>
        <p:spPr>
          <a:xfrm>
            <a:off x="2347912" y="2017725"/>
            <a:ext cx="1888800" cy="572700"/>
          </a:xfrm>
          <a:prstGeom prst="rect">
            <a:avLst/>
          </a:prstGeom>
          <a:ln>
            <a:noFill/>
          </a:ln>
        </p:spPr>
        <p:txBody>
          <a:bodyPr spcFirstLastPara="1" wrap="square" lIns="91425" tIns="91425" rIns="91425" bIns="91425" anchor="t" anchorCtr="0">
            <a:noAutofit/>
          </a:bodyPr>
          <a:lstStyle>
            <a:lvl1pPr lvl="0" algn="r"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58" name="Google Shape;258;p29"/>
          <p:cNvSpPr txBox="1">
            <a:spLocks noGrp="1"/>
          </p:cNvSpPr>
          <p:nvPr>
            <p:ph type="subTitle" idx="3"/>
          </p:nvPr>
        </p:nvSpPr>
        <p:spPr>
          <a:xfrm>
            <a:off x="4907276" y="2017725"/>
            <a:ext cx="1888800" cy="572700"/>
          </a:xfrm>
          <a:prstGeom prst="rect">
            <a:avLst/>
          </a:prstGeom>
          <a:ln>
            <a:noFill/>
          </a:ln>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59" name="Google Shape;259;p29"/>
          <p:cNvSpPr txBox="1">
            <a:spLocks noGrp="1"/>
          </p:cNvSpPr>
          <p:nvPr>
            <p:ph type="subTitle" idx="4"/>
          </p:nvPr>
        </p:nvSpPr>
        <p:spPr>
          <a:xfrm>
            <a:off x="2347921" y="3407650"/>
            <a:ext cx="1888800" cy="572700"/>
          </a:xfrm>
          <a:prstGeom prst="rect">
            <a:avLst/>
          </a:prstGeom>
          <a:ln>
            <a:noFill/>
          </a:ln>
        </p:spPr>
        <p:txBody>
          <a:bodyPr spcFirstLastPara="1" wrap="square" lIns="91425" tIns="91425" rIns="91425" bIns="91425" anchor="t" anchorCtr="0">
            <a:noAutofit/>
          </a:bodyPr>
          <a:lstStyle>
            <a:lvl1pPr lvl="0" algn="r"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60" name="Google Shape;260;p29"/>
          <p:cNvSpPr txBox="1">
            <a:spLocks noGrp="1"/>
          </p:cNvSpPr>
          <p:nvPr>
            <p:ph type="subTitle" idx="5"/>
          </p:nvPr>
        </p:nvSpPr>
        <p:spPr>
          <a:xfrm>
            <a:off x="4907284" y="3407650"/>
            <a:ext cx="1888800" cy="572700"/>
          </a:xfrm>
          <a:prstGeom prst="rect">
            <a:avLst/>
          </a:prstGeom>
          <a:ln>
            <a:noFill/>
          </a:ln>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61" name="Google Shape;261;p29"/>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
        <p:nvSpPr>
          <p:cNvPr id="262" name="Google Shape;262;p29"/>
          <p:cNvSpPr txBox="1">
            <a:spLocks noGrp="1"/>
          </p:cNvSpPr>
          <p:nvPr>
            <p:ph type="subTitle" idx="6"/>
          </p:nvPr>
        </p:nvSpPr>
        <p:spPr>
          <a:xfrm>
            <a:off x="2347929" y="2922850"/>
            <a:ext cx="1888800" cy="484800"/>
          </a:xfrm>
          <a:prstGeom prst="rect">
            <a:avLst/>
          </a:prstGeom>
          <a:ln>
            <a:noFill/>
          </a:ln>
        </p:spPr>
        <p:txBody>
          <a:bodyPr spcFirstLastPara="1" wrap="square" lIns="91425" tIns="91425" rIns="91425" bIns="91425" anchor="b" anchorCtr="0">
            <a:noAutofit/>
          </a:bodyPr>
          <a:lstStyle>
            <a:lvl1pPr lvl="0" algn="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1pPr>
            <a:lvl2pPr lvl="1"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sp>
        <p:nvSpPr>
          <p:cNvPr id="263" name="Google Shape;263;p29"/>
          <p:cNvSpPr txBox="1">
            <a:spLocks noGrp="1"/>
          </p:cNvSpPr>
          <p:nvPr>
            <p:ph type="subTitle" idx="7"/>
          </p:nvPr>
        </p:nvSpPr>
        <p:spPr>
          <a:xfrm>
            <a:off x="4907291" y="1532925"/>
            <a:ext cx="1888800" cy="484800"/>
          </a:xfrm>
          <a:prstGeom prst="rect">
            <a:avLst/>
          </a:prstGeom>
          <a:ln>
            <a:noFill/>
          </a:ln>
        </p:spPr>
        <p:txBody>
          <a:bodyPr spcFirstLastPara="1" wrap="square" lIns="91425" tIns="91425" rIns="91425" bIns="91425" anchor="b" anchorCtr="0">
            <a:noAutofit/>
          </a:bodyPr>
          <a:lstStyle>
            <a:lvl1pPr lvl="0"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1pPr>
            <a:lvl2pPr lvl="1"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sp>
        <p:nvSpPr>
          <p:cNvPr id="264" name="Google Shape;264;p29"/>
          <p:cNvSpPr txBox="1">
            <a:spLocks noGrp="1"/>
          </p:cNvSpPr>
          <p:nvPr>
            <p:ph type="subTitle" idx="8"/>
          </p:nvPr>
        </p:nvSpPr>
        <p:spPr>
          <a:xfrm>
            <a:off x="4907291" y="2922850"/>
            <a:ext cx="1888800" cy="484800"/>
          </a:xfrm>
          <a:prstGeom prst="rect">
            <a:avLst/>
          </a:prstGeom>
          <a:ln>
            <a:noFill/>
          </a:ln>
        </p:spPr>
        <p:txBody>
          <a:bodyPr spcFirstLastPara="1" wrap="square" lIns="91425" tIns="91425" rIns="91425" bIns="91425" anchor="b" anchorCtr="0">
            <a:noAutofit/>
          </a:bodyPr>
          <a:lstStyle>
            <a:lvl1pPr lvl="0"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1pPr>
            <a:lvl2pPr lvl="1"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grpSp>
        <p:nvGrpSpPr>
          <p:cNvPr id="265" name="Google Shape;265;p29"/>
          <p:cNvGrpSpPr/>
          <p:nvPr/>
        </p:nvGrpSpPr>
        <p:grpSpPr>
          <a:xfrm>
            <a:off x="629100" y="1292300"/>
            <a:ext cx="8343450" cy="3705900"/>
            <a:chOff x="629100" y="1292300"/>
            <a:chExt cx="8343450" cy="3705900"/>
          </a:xfrm>
        </p:grpSpPr>
        <p:grpSp>
          <p:nvGrpSpPr>
            <p:cNvPr id="266" name="Google Shape;266;p29"/>
            <p:cNvGrpSpPr/>
            <p:nvPr/>
          </p:nvGrpSpPr>
          <p:grpSpPr>
            <a:xfrm rot="10800000" flipH="1">
              <a:off x="1031550" y="4608500"/>
              <a:ext cx="7941000" cy="90900"/>
              <a:chOff x="1239825" y="571500"/>
              <a:chExt cx="7941000" cy="90900"/>
            </a:xfrm>
          </p:grpSpPr>
          <p:cxnSp>
            <p:nvCxnSpPr>
              <p:cNvPr id="267" name="Google Shape;267;p29"/>
              <p:cNvCxnSpPr/>
              <p:nvPr/>
            </p:nvCxnSpPr>
            <p:spPr>
              <a:xfrm>
                <a:off x="1239825" y="571500"/>
                <a:ext cx="7941000" cy="0"/>
              </a:xfrm>
              <a:prstGeom prst="straightConnector1">
                <a:avLst/>
              </a:prstGeom>
              <a:noFill/>
              <a:ln w="9525" cap="flat" cmpd="sng">
                <a:solidFill>
                  <a:schemeClr val="dk1"/>
                </a:solidFill>
                <a:prstDash val="solid"/>
                <a:round/>
                <a:headEnd type="none" w="med" len="med"/>
                <a:tailEnd type="none" w="med" len="med"/>
              </a:ln>
            </p:spPr>
          </p:cxnSp>
          <p:sp>
            <p:nvSpPr>
              <p:cNvPr id="268" name="Google Shape;268;p29"/>
              <p:cNvSpPr/>
              <p:nvPr/>
            </p:nvSpPr>
            <p:spPr>
              <a:xfrm>
                <a:off x="1239825" y="57150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9" name="Google Shape;269;p29"/>
            <p:cNvGrpSpPr/>
            <p:nvPr/>
          </p:nvGrpSpPr>
          <p:grpSpPr>
            <a:xfrm flipH="1">
              <a:off x="629100" y="1292300"/>
              <a:ext cx="90900" cy="3705900"/>
              <a:chOff x="7952125" y="1292300"/>
              <a:chExt cx="90900" cy="3705900"/>
            </a:xfrm>
          </p:grpSpPr>
          <p:sp>
            <p:nvSpPr>
              <p:cNvPr id="270" name="Google Shape;270;p29"/>
              <p:cNvSpPr/>
              <p:nvPr/>
            </p:nvSpPr>
            <p:spPr>
              <a:xfrm rot="5400000">
                <a:off x="7744975" y="149945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71" name="Google Shape;271;p29"/>
              <p:cNvCxnSpPr/>
              <p:nvPr/>
            </p:nvCxnSpPr>
            <p:spPr>
              <a:xfrm>
                <a:off x="8043025" y="1292300"/>
                <a:ext cx="0" cy="3705900"/>
              </a:xfrm>
              <a:prstGeom prst="straightConnector1">
                <a:avLst/>
              </a:prstGeom>
              <a:noFill/>
              <a:ln w="9525" cap="flat" cmpd="sng">
                <a:solidFill>
                  <a:schemeClr val="dk1"/>
                </a:solidFill>
                <a:prstDash val="solid"/>
                <a:round/>
                <a:headEnd type="none" w="med" len="med"/>
                <a:tailEnd type="none" w="med" len="med"/>
              </a:ln>
            </p:spPr>
          </p:cxnSp>
        </p:grpSp>
      </p:gr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itle and five columns">
  <p:cSld name="BLANK_1_1_1_1_1_2">
    <p:spTree>
      <p:nvGrpSpPr>
        <p:cNvPr id="1" name="Shape 272"/>
        <p:cNvGrpSpPr/>
        <p:nvPr/>
      </p:nvGrpSpPr>
      <p:grpSpPr>
        <a:xfrm>
          <a:off x="0" y="0"/>
          <a:ext cx="0" cy="0"/>
          <a:chOff x="0" y="0"/>
          <a:chExt cx="0" cy="0"/>
        </a:xfrm>
      </p:grpSpPr>
      <p:sp>
        <p:nvSpPr>
          <p:cNvPr id="273" name="Google Shape;273;p30"/>
          <p:cNvSpPr/>
          <p:nvPr/>
        </p:nvSpPr>
        <p:spPr>
          <a:xfrm>
            <a:off x="171450" y="145800"/>
            <a:ext cx="8801100" cy="4851900"/>
          </a:xfrm>
          <a:prstGeom prst="rect">
            <a:avLst/>
          </a:prstGeom>
          <a:solidFill>
            <a:schemeClr val="lt1"/>
          </a:solidFill>
          <a:ln>
            <a:noFill/>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 name="Google Shape;274;p30"/>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
        <p:nvSpPr>
          <p:cNvPr id="275" name="Google Shape;275;p30"/>
          <p:cNvSpPr txBox="1">
            <a:spLocks noGrp="1"/>
          </p:cNvSpPr>
          <p:nvPr>
            <p:ph type="subTitle" idx="1"/>
          </p:nvPr>
        </p:nvSpPr>
        <p:spPr>
          <a:xfrm>
            <a:off x="934269" y="2229323"/>
            <a:ext cx="2206500" cy="572700"/>
          </a:xfrm>
          <a:prstGeom prst="rect">
            <a:avLst/>
          </a:prstGeom>
          <a:ln>
            <a:noFill/>
          </a:ln>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76" name="Google Shape;276;p30"/>
          <p:cNvSpPr txBox="1">
            <a:spLocks noGrp="1"/>
          </p:cNvSpPr>
          <p:nvPr>
            <p:ph type="subTitle" idx="2"/>
          </p:nvPr>
        </p:nvSpPr>
        <p:spPr>
          <a:xfrm>
            <a:off x="3468750" y="2229323"/>
            <a:ext cx="2206500" cy="572700"/>
          </a:xfrm>
          <a:prstGeom prst="rect">
            <a:avLst/>
          </a:prstGeom>
          <a:ln>
            <a:noFill/>
          </a:ln>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77" name="Google Shape;277;p30"/>
          <p:cNvSpPr txBox="1">
            <a:spLocks noGrp="1"/>
          </p:cNvSpPr>
          <p:nvPr>
            <p:ph type="subTitle" idx="3"/>
          </p:nvPr>
        </p:nvSpPr>
        <p:spPr>
          <a:xfrm>
            <a:off x="6003231" y="2229323"/>
            <a:ext cx="2206500" cy="572700"/>
          </a:xfrm>
          <a:prstGeom prst="rect">
            <a:avLst/>
          </a:prstGeom>
          <a:ln>
            <a:noFill/>
          </a:ln>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78" name="Google Shape;278;p30"/>
          <p:cNvSpPr txBox="1">
            <a:spLocks noGrp="1"/>
          </p:cNvSpPr>
          <p:nvPr>
            <p:ph type="subTitle" idx="4"/>
          </p:nvPr>
        </p:nvSpPr>
        <p:spPr>
          <a:xfrm>
            <a:off x="2203823" y="3346000"/>
            <a:ext cx="2206500" cy="572700"/>
          </a:xfrm>
          <a:prstGeom prst="rect">
            <a:avLst/>
          </a:prstGeom>
          <a:ln>
            <a:noFill/>
          </a:ln>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79" name="Google Shape;279;p30"/>
          <p:cNvSpPr txBox="1">
            <a:spLocks noGrp="1"/>
          </p:cNvSpPr>
          <p:nvPr>
            <p:ph type="subTitle" idx="5"/>
          </p:nvPr>
        </p:nvSpPr>
        <p:spPr>
          <a:xfrm>
            <a:off x="4738304" y="3346000"/>
            <a:ext cx="2206500" cy="572700"/>
          </a:xfrm>
          <a:prstGeom prst="rect">
            <a:avLst/>
          </a:prstGeom>
          <a:ln>
            <a:noFill/>
          </a:ln>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80" name="Google Shape;280;p30"/>
          <p:cNvSpPr txBox="1">
            <a:spLocks noGrp="1"/>
          </p:cNvSpPr>
          <p:nvPr>
            <p:ph type="subTitle" idx="6"/>
          </p:nvPr>
        </p:nvSpPr>
        <p:spPr>
          <a:xfrm>
            <a:off x="929642" y="1744525"/>
            <a:ext cx="2206500" cy="484800"/>
          </a:xfrm>
          <a:prstGeom prst="rect">
            <a:avLst/>
          </a:prstGeom>
          <a:ln>
            <a:noFill/>
          </a:ln>
        </p:spPr>
        <p:txBody>
          <a:bodyPr spcFirstLastPara="1" wrap="square" lIns="91425" tIns="91425" rIns="91425" bIns="91425" anchor="b" anchorCtr="0">
            <a:noAutofit/>
          </a:bodyPr>
          <a:lstStyle>
            <a:lvl1pPr lvl="0"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1pPr>
            <a:lvl2pPr lvl="1"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sp>
        <p:nvSpPr>
          <p:cNvPr id="281" name="Google Shape;281;p30"/>
          <p:cNvSpPr txBox="1">
            <a:spLocks noGrp="1"/>
          </p:cNvSpPr>
          <p:nvPr>
            <p:ph type="subTitle" idx="7"/>
          </p:nvPr>
        </p:nvSpPr>
        <p:spPr>
          <a:xfrm>
            <a:off x="3468750" y="1744525"/>
            <a:ext cx="2206500" cy="484800"/>
          </a:xfrm>
          <a:prstGeom prst="rect">
            <a:avLst/>
          </a:prstGeom>
          <a:ln>
            <a:noFill/>
          </a:ln>
        </p:spPr>
        <p:txBody>
          <a:bodyPr spcFirstLastPara="1" wrap="square" lIns="91425" tIns="91425" rIns="91425" bIns="91425" anchor="b" anchorCtr="0">
            <a:noAutofit/>
          </a:bodyPr>
          <a:lstStyle>
            <a:lvl1pPr lvl="0"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1pPr>
            <a:lvl2pPr lvl="1"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sp>
        <p:nvSpPr>
          <p:cNvPr id="282" name="Google Shape;282;p30"/>
          <p:cNvSpPr txBox="1">
            <a:spLocks noGrp="1"/>
          </p:cNvSpPr>
          <p:nvPr>
            <p:ph type="subTitle" idx="8"/>
          </p:nvPr>
        </p:nvSpPr>
        <p:spPr>
          <a:xfrm>
            <a:off x="6007858" y="1744525"/>
            <a:ext cx="2206500" cy="484800"/>
          </a:xfrm>
          <a:prstGeom prst="rect">
            <a:avLst/>
          </a:prstGeom>
          <a:ln>
            <a:noFill/>
          </a:ln>
        </p:spPr>
        <p:txBody>
          <a:bodyPr spcFirstLastPara="1" wrap="square" lIns="91425" tIns="91425" rIns="91425" bIns="91425" anchor="b" anchorCtr="0">
            <a:noAutofit/>
          </a:bodyPr>
          <a:lstStyle>
            <a:lvl1pPr lvl="0"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1pPr>
            <a:lvl2pPr lvl="1"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sp>
        <p:nvSpPr>
          <p:cNvPr id="283" name="Google Shape;283;p30"/>
          <p:cNvSpPr txBox="1">
            <a:spLocks noGrp="1"/>
          </p:cNvSpPr>
          <p:nvPr>
            <p:ph type="subTitle" idx="9"/>
          </p:nvPr>
        </p:nvSpPr>
        <p:spPr>
          <a:xfrm>
            <a:off x="2199196" y="2861200"/>
            <a:ext cx="2206500" cy="484800"/>
          </a:xfrm>
          <a:prstGeom prst="rect">
            <a:avLst/>
          </a:prstGeom>
          <a:ln>
            <a:noFill/>
          </a:ln>
        </p:spPr>
        <p:txBody>
          <a:bodyPr spcFirstLastPara="1" wrap="square" lIns="91425" tIns="91425" rIns="91425" bIns="91425" anchor="b" anchorCtr="0">
            <a:noAutofit/>
          </a:bodyPr>
          <a:lstStyle>
            <a:lvl1pPr lvl="0"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1pPr>
            <a:lvl2pPr lvl="1"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sp>
        <p:nvSpPr>
          <p:cNvPr id="284" name="Google Shape;284;p30"/>
          <p:cNvSpPr txBox="1">
            <a:spLocks noGrp="1"/>
          </p:cNvSpPr>
          <p:nvPr>
            <p:ph type="subTitle" idx="13"/>
          </p:nvPr>
        </p:nvSpPr>
        <p:spPr>
          <a:xfrm>
            <a:off x="4738304" y="2861200"/>
            <a:ext cx="2206500" cy="484800"/>
          </a:xfrm>
          <a:prstGeom prst="rect">
            <a:avLst/>
          </a:prstGeom>
          <a:ln>
            <a:noFill/>
          </a:ln>
        </p:spPr>
        <p:txBody>
          <a:bodyPr spcFirstLastPara="1" wrap="square" lIns="91425" tIns="91425" rIns="91425" bIns="91425" anchor="b" anchorCtr="0">
            <a:noAutofit/>
          </a:bodyPr>
          <a:lstStyle>
            <a:lvl1pPr lvl="0"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1pPr>
            <a:lvl2pPr lvl="1"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grpSp>
        <p:nvGrpSpPr>
          <p:cNvPr id="285" name="Google Shape;285;p30"/>
          <p:cNvGrpSpPr/>
          <p:nvPr/>
        </p:nvGrpSpPr>
        <p:grpSpPr>
          <a:xfrm rot="10800000" flipH="1">
            <a:off x="4045950" y="4608500"/>
            <a:ext cx="4926600" cy="90900"/>
            <a:chOff x="1239825" y="571500"/>
            <a:chExt cx="4926600" cy="90900"/>
          </a:xfrm>
        </p:grpSpPr>
        <p:cxnSp>
          <p:nvCxnSpPr>
            <p:cNvPr id="286" name="Google Shape;286;p30"/>
            <p:cNvCxnSpPr/>
            <p:nvPr/>
          </p:nvCxnSpPr>
          <p:spPr>
            <a:xfrm>
              <a:off x="1239825" y="571500"/>
              <a:ext cx="4926600" cy="0"/>
            </a:xfrm>
            <a:prstGeom prst="straightConnector1">
              <a:avLst/>
            </a:prstGeom>
            <a:noFill/>
            <a:ln w="9525" cap="flat" cmpd="sng">
              <a:solidFill>
                <a:schemeClr val="dk1"/>
              </a:solidFill>
              <a:prstDash val="solid"/>
              <a:round/>
              <a:headEnd type="none" w="med" len="med"/>
              <a:tailEnd type="none" w="med" len="med"/>
            </a:ln>
          </p:spPr>
        </p:cxnSp>
        <p:sp>
          <p:nvSpPr>
            <p:cNvPr id="287" name="Google Shape;287;p30"/>
            <p:cNvSpPr/>
            <p:nvPr/>
          </p:nvSpPr>
          <p:spPr>
            <a:xfrm>
              <a:off x="1239825" y="57150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six columns">
  <p:cSld name="BLANK_1_1_1_1_1">
    <p:spTree>
      <p:nvGrpSpPr>
        <p:cNvPr id="1" name="Shape 288"/>
        <p:cNvGrpSpPr/>
        <p:nvPr/>
      </p:nvGrpSpPr>
      <p:grpSpPr>
        <a:xfrm>
          <a:off x="0" y="0"/>
          <a:ext cx="0" cy="0"/>
          <a:chOff x="0" y="0"/>
          <a:chExt cx="0" cy="0"/>
        </a:xfrm>
      </p:grpSpPr>
      <p:sp>
        <p:nvSpPr>
          <p:cNvPr id="289" name="Google Shape;289;p31"/>
          <p:cNvSpPr/>
          <p:nvPr/>
        </p:nvSpPr>
        <p:spPr>
          <a:xfrm>
            <a:off x="171450" y="145800"/>
            <a:ext cx="8801100" cy="4851900"/>
          </a:xfrm>
          <a:prstGeom prst="rect">
            <a:avLst/>
          </a:prstGeom>
          <a:solidFill>
            <a:schemeClr val="lt1"/>
          </a:solidFill>
          <a:ln>
            <a:noFill/>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 name="Google Shape;290;p31"/>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
        <p:nvSpPr>
          <p:cNvPr id="291" name="Google Shape;291;p31"/>
          <p:cNvSpPr txBox="1">
            <a:spLocks noGrp="1"/>
          </p:cNvSpPr>
          <p:nvPr>
            <p:ph type="subTitle" idx="1"/>
          </p:nvPr>
        </p:nvSpPr>
        <p:spPr>
          <a:xfrm>
            <a:off x="1438125" y="2291499"/>
            <a:ext cx="1900800" cy="572700"/>
          </a:xfrm>
          <a:prstGeom prst="rect">
            <a:avLst/>
          </a:prstGeom>
          <a:ln>
            <a:noFill/>
          </a:ln>
        </p:spPr>
        <p:txBody>
          <a:bodyPr spcFirstLastPara="1" wrap="square" lIns="91425" tIns="91425" rIns="91425" bIns="91425" anchor="t" anchorCtr="0">
            <a:noAutofit/>
          </a:bodyPr>
          <a:lstStyle>
            <a:lvl1pPr lvl="0" algn="r"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92" name="Google Shape;292;p31"/>
          <p:cNvSpPr txBox="1">
            <a:spLocks noGrp="1"/>
          </p:cNvSpPr>
          <p:nvPr>
            <p:ph type="subTitle" idx="2"/>
          </p:nvPr>
        </p:nvSpPr>
        <p:spPr>
          <a:xfrm>
            <a:off x="3621606" y="2291499"/>
            <a:ext cx="1900800" cy="572700"/>
          </a:xfrm>
          <a:prstGeom prst="rect">
            <a:avLst/>
          </a:prstGeom>
          <a:ln>
            <a:noFill/>
          </a:ln>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93" name="Google Shape;293;p31"/>
          <p:cNvSpPr txBox="1">
            <a:spLocks noGrp="1"/>
          </p:cNvSpPr>
          <p:nvPr>
            <p:ph type="subTitle" idx="3"/>
          </p:nvPr>
        </p:nvSpPr>
        <p:spPr>
          <a:xfrm>
            <a:off x="5805086" y="2291499"/>
            <a:ext cx="1900800" cy="572700"/>
          </a:xfrm>
          <a:prstGeom prst="rect">
            <a:avLst/>
          </a:prstGeom>
          <a:ln>
            <a:noFill/>
          </a:ln>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94" name="Google Shape;294;p31"/>
          <p:cNvSpPr txBox="1">
            <a:spLocks noGrp="1"/>
          </p:cNvSpPr>
          <p:nvPr>
            <p:ph type="subTitle" idx="4"/>
          </p:nvPr>
        </p:nvSpPr>
        <p:spPr>
          <a:xfrm>
            <a:off x="1438125" y="3560575"/>
            <a:ext cx="1900800" cy="572700"/>
          </a:xfrm>
          <a:prstGeom prst="rect">
            <a:avLst/>
          </a:prstGeom>
          <a:ln>
            <a:noFill/>
          </a:ln>
        </p:spPr>
        <p:txBody>
          <a:bodyPr spcFirstLastPara="1" wrap="square" lIns="91425" tIns="91425" rIns="91425" bIns="91425" anchor="t" anchorCtr="0">
            <a:noAutofit/>
          </a:bodyPr>
          <a:lstStyle>
            <a:lvl1pPr lvl="0" algn="r"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95" name="Google Shape;295;p31"/>
          <p:cNvSpPr txBox="1">
            <a:spLocks noGrp="1"/>
          </p:cNvSpPr>
          <p:nvPr>
            <p:ph type="subTitle" idx="5"/>
          </p:nvPr>
        </p:nvSpPr>
        <p:spPr>
          <a:xfrm>
            <a:off x="3621606" y="3560575"/>
            <a:ext cx="1900800" cy="572700"/>
          </a:xfrm>
          <a:prstGeom prst="rect">
            <a:avLst/>
          </a:prstGeom>
          <a:ln>
            <a:noFill/>
          </a:ln>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96" name="Google Shape;296;p31"/>
          <p:cNvSpPr txBox="1">
            <a:spLocks noGrp="1"/>
          </p:cNvSpPr>
          <p:nvPr>
            <p:ph type="subTitle" idx="6"/>
          </p:nvPr>
        </p:nvSpPr>
        <p:spPr>
          <a:xfrm>
            <a:off x="5805086" y="3560575"/>
            <a:ext cx="1900800" cy="572700"/>
          </a:xfrm>
          <a:prstGeom prst="rect">
            <a:avLst/>
          </a:prstGeom>
          <a:ln>
            <a:noFill/>
          </a:ln>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97" name="Google Shape;297;p31"/>
          <p:cNvSpPr txBox="1">
            <a:spLocks noGrp="1"/>
          </p:cNvSpPr>
          <p:nvPr>
            <p:ph type="subTitle" idx="7"/>
          </p:nvPr>
        </p:nvSpPr>
        <p:spPr>
          <a:xfrm>
            <a:off x="1434138" y="1806700"/>
            <a:ext cx="1900800" cy="484800"/>
          </a:xfrm>
          <a:prstGeom prst="rect">
            <a:avLst/>
          </a:prstGeom>
          <a:ln>
            <a:noFill/>
          </a:ln>
        </p:spPr>
        <p:txBody>
          <a:bodyPr spcFirstLastPara="1" wrap="square" lIns="91425" tIns="91425" rIns="91425" bIns="91425" anchor="b" anchorCtr="0">
            <a:noAutofit/>
          </a:bodyPr>
          <a:lstStyle>
            <a:lvl1pPr lvl="0" algn="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1pPr>
            <a:lvl2pPr lvl="1"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sp>
        <p:nvSpPr>
          <p:cNvPr id="298" name="Google Shape;298;p31"/>
          <p:cNvSpPr txBox="1">
            <a:spLocks noGrp="1"/>
          </p:cNvSpPr>
          <p:nvPr>
            <p:ph type="subTitle" idx="8"/>
          </p:nvPr>
        </p:nvSpPr>
        <p:spPr>
          <a:xfrm>
            <a:off x="3621606" y="1806700"/>
            <a:ext cx="1900800" cy="484800"/>
          </a:xfrm>
          <a:prstGeom prst="rect">
            <a:avLst/>
          </a:prstGeom>
          <a:ln>
            <a:noFill/>
          </a:ln>
        </p:spPr>
        <p:txBody>
          <a:bodyPr spcFirstLastPara="1" wrap="square" lIns="91425" tIns="91425" rIns="91425" bIns="91425" anchor="b" anchorCtr="0">
            <a:noAutofit/>
          </a:bodyPr>
          <a:lstStyle>
            <a:lvl1pPr lvl="0"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1pPr>
            <a:lvl2pPr lvl="1"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sp>
        <p:nvSpPr>
          <p:cNvPr id="299" name="Google Shape;299;p31"/>
          <p:cNvSpPr txBox="1">
            <a:spLocks noGrp="1"/>
          </p:cNvSpPr>
          <p:nvPr>
            <p:ph type="subTitle" idx="9"/>
          </p:nvPr>
        </p:nvSpPr>
        <p:spPr>
          <a:xfrm>
            <a:off x="5809073" y="1806700"/>
            <a:ext cx="1900800" cy="484800"/>
          </a:xfrm>
          <a:prstGeom prst="rect">
            <a:avLst/>
          </a:prstGeom>
          <a:ln>
            <a:noFill/>
          </a:ln>
        </p:spPr>
        <p:txBody>
          <a:bodyPr spcFirstLastPara="1" wrap="square" lIns="91425" tIns="91425" rIns="91425" bIns="91425" anchor="b" anchorCtr="0">
            <a:noAutofit/>
          </a:bodyPr>
          <a:lstStyle>
            <a:lvl1pPr lvl="0"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1pPr>
            <a:lvl2pPr lvl="1"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sp>
        <p:nvSpPr>
          <p:cNvPr id="300" name="Google Shape;300;p31"/>
          <p:cNvSpPr txBox="1">
            <a:spLocks noGrp="1"/>
          </p:cNvSpPr>
          <p:nvPr>
            <p:ph type="subTitle" idx="13"/>
          </p:nvPr>
        </p:nvSpPr>
        <p:spPr>
          <a:xfrm>
            <a:off x="1434138" y="3075775"/>
            <a:ext cx="1900800" cy="484800"/>
          </a:xfrm>
          <a:prstGeom prst="rect">
            <a:avLst/>
          </a:prstGeom>
          <a:ln>
            <a:noFill/>
          </a:ln>
        </p:spPr>
        <p:txBody>
          <a:bodyPr spcFirstLastPara="1" wrap="square" lIns="91425" tIns="91425" rIns="91425" bIns="91425" anchor="b" anchorCtr="0">
            <a:noAutofit/>
          </a:bodyPr>
          <a:lstStyle>
            <a:lvl1pPr lvl="0" algn="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1pPr>
            <a:lvl2pPr lvl="1"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sp>
        <p:nvSpPr>
          <p:cNvPr id="301" name="Google Shape;301;p31"/>
          <p:cNvSpPr txBox="1">
            <a:spLocks noGrp="1"/>
          </p:cNvSpPr>
          <p:nvPr>
            <p:ph type="subTitle" idx="14"/>
          </p:nvPr>
        </p:nvSpPr>
        <p:spPr>
          <a:xfrm>
            <a:off x="3621606" y="3075775"/>
            <a:ext cx="1900800" cy="484800"/>
          </a:xfrm>
          <a:prstGeom prst="rect">
            <a:avLst/>
          </a:prstGeom>
          <a:ln>
            <a:noFill/>
          </a:ln>
        </p:spPr>
        <p:txBody>
          <a:bodyPr spcFirstLastPara="1" wrap="square" lIns="91425" tIns="91425" rIns="91425" bIns="91425" anchor="b" anchorCtr="0">
            <a:noAutofit/>
          </a:bodyPr>
          <a:lstStyle>
            <a:lvl1pPr lvl="0"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1pPr>
            <a:lvl2pPr lvl="1"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sp>
        <p:nvSpPr>
          <p:cNvPr id="302" name="Google Shape;302;p31"/>
          <p:cNvSpPr txBox="1">
            <a:spLocks noGrp="1"/>
          </p:cNvSpPr>
          <p:nvPr>
            <p:ph type="subTitle" idx="15"/>
          </p:nvPr>
        </p:nvSpPr>
        <p:spPr>
          <a:xfrm>
            <a:off x="5809073" y="3075775"/>
            <a:ext cx="1900800" cy="484800"/>
          </a:xfrm>
          <a:prstGeom prst="rect">
            <a:avLst/>
          </a:prstGeom>
          <a:ln>
            <a:noFill/>
          </a:ln>
        </p:spPr>
        <p:txBody>
          <a:bodyPr spcFirstLastPara="1" wrap="square" lIns="91425" tIns="91425" rIns="91425" bIns="91425" anchor="b" anchorCtr="0">
            <a:noAutofit/>
          </a:bodyPr>
          <a:lstStyle>
            <a:lvl1pPr lvl="0"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1pPr>
            <a:lvl2pPr lvl="1"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grpSp>
        <p:nvGrpSpPr>
          <p:cNvPr id="303" name="Google Shape;303;p31"/>
          <p:cNvGrpSpPr/>
          <p:nvPr/>
        </p:nvGrpSpPr>
        <p:grpSpPr>
          <a:xfrm>
            <a:off x="435875" y="97275"/>
            <a:ext cx="8272250" cy="4900925"/>
            <a:chOff x="435875" y="97275"/>
            <a:chExt cx="8272250" cy="4900925"/>
          </a:xfrm>
        </p:grpSpPr>
        <p:grpSp>
          <p:nvGrpSpPr>
            <p:cNvPr id="304" name="Google Shape;304;p31"/>
            <p:cNvGrpSpPr/>
            <p:nvPr/>
          </p:nvGrpSpPr>
          <p:grpSpPr>
            <a:xfrm flipH="1">
              <a:off x="435875" y="1292300"/>
              <a:ext cx="90900" cy="3705900"/>
              <a:chOff x="7952125" y="1292300"/>
              <a:chExt cx="90900" cy="3705900"/>
            </a:xfrm>
          </p:grpSpPr>
          <p:sp>
            <p:nvSpPr>
              <p:cNvPr id="305" name="Google Shape;305;p31"/>
              <p:cNvSpPr/>
              <p:nvPr/>
            </p:nvSpPr>
            <p:spPr>
              <a:xfrm rot="5400000">
                <a:off x="7744975" y="149945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306" name="Google Shape;306;p31"/>
              <p:cNvCxnSpPr/>
              <p:nvPr/>
            </p:nvCxnSpPr>
            <p:spPr>
              <a:xfrm>
                <a:off x="8043025" y="1292300"/>
                <a:ext cx="0" cy="3705900"/>
              </a:xfrm>
              <a:prstGeom prst="straightConnector1">
                <a:avLst/>
              </a:prstGeom>
              <a:noFill/>
              <a:ln w="9525" cap="flat" cmpd="sng">
                <a:solidFill>
                  <a:schemeClr val="dk1"/>
                </a:solidFill>
                <a:prstDash val="solid"/>
                <a:round/>
                <a:headEnd type="none" w="med" len="med"/>
                <a:tailEnd type="none" w="med" len="med"/>
              </a:ln>
            </p:spPr>
          </p:cxnSp>
        </p:grpSp>
        <p:grpSp>
          <p:nvGrpSpPr>
            <p:cNvPr id="307" name="Google Shape;307;p31"/>
            <p:cNvGrpSpPr/>
            <p:nvPr/>
          </p:nvGrpSpPr>
          <p:grpSpPr>
            <a:xfrm rot="10800000">
              <a:off x="8617225" y="97275"/>
              <a:ext cx="90900" cy="3705900"/>
              <a:chOff x="7952125" y="1292300"/>
              <a:chExt cx="90900" cy="3705900"/>
            </a:xfrm>
          </p:grpSpPr>
          <p:sp>
            <p:nvSpPr>
              <p:cNvPr id="308" name="Google Shape;308;p31"/>
              <p:cNvSpPr/>
              <p:nvPr/>
            </p:nvSpPr>
            <p:spPr>
              <a:xfrm rot="5400000">
                <a:off x="7744975" y="149945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309" name="Google Shape;309;p31"/>
              <p:cNvCxnSpPr/>
              <p:nvPr/>
            </p:nvCxnSpPr>
            <p:spPr>
              <a:xfrm>
                <a:off x="8043025" y="1292300"/>
                <a:ext cx="0" cy="3705900"/>
              </a:xfrm>
              <a:prstGeom prst="straightConnector1">
                <a:avLst/>
              </a:prstGeom>
              <a:noFill/>
              <a:ln w="9525" cap="flat" cmpd="sng">
                <a:solidFill>
                  <a:schemeClr val="dk1"/>
                </a:solidFill>
                <a:prstDash val="solid"/>
                <a:round/>
                <a:headEnd type="none" w="med" len="med"/>
                <a:tailEnd type="none" w="med" len="med"/>
              </a:ln>
            </p:spPr>
          </p:cxnSp>
        </p:grpSp>
      </p:gr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Numbers and text 1">
  <p:cSld name="BLANK_1_1_1_2_1_1">
    <p:spTree>
      <p:nvGrpSpPr>
        <p:cNvPr id="1" name="Shape 325"/>
        <p:cNvGrpSpPr/>
        <p:nvPr/>
      </p:nvGrpSpPr>
      <p:grpSpPr>
        <a:xfrm>
          <a:off x="0" y="0"/>
          <a:ext cx="0" cy="0"/>
          <a:chOff x="0" y="0"/>
          <a:chExt cx="0" cy="0"/>
        </a:xfrm>
      </p:grpSpPr>
      <p:sp>
        <p:nvSpPr>
          <p:cNvPr id="326" name="Google Shape;326;p33"/>
          <p:cNvSpPr/>
          <p:nvPr/>
        </p:nvSpPr>
        <p:spPr>
          <a:xfrm>
            <a:off x="171450" y="145800"/>
            <a:ext cx="8801100" cy="4851900"/>
          </a:xfrm>
          <a:prstGeom prst="rect">
            <a:avLst/>
          </a:prstGeom>
          <a:solidFill>
            <a:schemeClr val="lt1"/>
          </a:solidFill>
          <a:ln>
            <a:noFill/>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 name="Google Shape;327;p33"/>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
        <p:nvSpPr>
          <p:cNvPr id="328" name="Google Shape;328;p33"/>
          <p:cNvSpPr txBox="1">
            <a:spLocks noGrp="1"/>
          </p:cNvSpPr>
          <p:nvPr>
            <p:ph type="subTitle" idx="1"/>
          </p:nvPr>
        </p:nvSpPr>
        <p:spPr>
          <a:xfrm>
            <a:off x="720000" y="2482875"/>
            <a:ext cx="2336400" cy="484800"/>
          </a:xfrm>
          <a:prstGeom prst="rect">
            <a:avLst/>
          </a:prstGeom>
          <a:ln>
            <a:noFill/>
          </a:ln>
        </p:spPr>
        <p:txBody>
          <a:bodyPr spcFirstLastPara="1" wrap="square" lIns="91425" tIns="91425" rIns="91425" bIns="91425" anchor="b" anchorCtr="0">
            <a:noAutofit/>
          </a:bodyPr>
          <a:lstStyle>
            <a:lvl1pPr lvl="0"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1pPr>
            <a:lvl2pPr lvl="1"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sp>
        <p:nvSpPr>
          <p:cNvPr id="329" name="Google Shape;329;p33"/>
          <p:cNvSpPr txBox="1">
            <a:spLocks noGrp="1"/>
          </p:cNvSpPr>
          <p:nvPr>
            <p:ph type="subTitle" idx="2"/>
          </p:nvPr>
        </p:nvSpPr>
        <p:spPr>
          <a:xfrm>
            <a:off x="720000" y="2967679"/>
            <a:ext cx="2336400" cy="6795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330" name="Google Shape;330;p33"/>
          <p:cNvSpPr txBox="1">
            <a:spLocks noGrp="1"/>
          </p:cNvSpPr>
          <p:nvPr>
            <p:ph type="subTitle" idx="3"/>
          </p:nvPr>
        </p:nvSpPr>
        <p:spPr>
          <a:xfrm>
            <a:off x="3403800" y="2967679"/>
            <a:ext cx="2336400" cy="6795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331" name="Google Shape;331;p33"/>
          <p:cNvSpPr txBox="1">
            <a:spLocks noGrp="1"/>
          </p:cNvSpPr>
          <p:nvPr>
            <p:ph type="subTitle" idx="4"/>
          </p:nvPr>
        </p:nvSpPr>
        <p:spPr>
          <a:xfrm>
            <a:off x="6087600" y="2967679"/>
            <a:ext cx="2336400" cy="6795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332" name="Google Shape;332;p33"/>
          <p:cNvSpPr txBox="1">
            <a:spLocks noGrp="1"/>
          </p:cNvSpPr>
          <p:nvPr>
            <p:ph type="subTitle" idx="5"/>
          </p:nvPr>
        </p:nvSpPr>
        <p:spPr>
          <a:xfrm>
            <a:off x="3403800" y="2482875"/>
            <a:ext cx="2336400" cy="484800"/>
          </a:xfrm>
          <a:prstGeom prst="rect">
            <a:avLst/>
          </a:prstGeom>
          <a:ln>
            <a:noFill/>
          </a:ln>
        </p:spPr>
        <p:txBody>
          <a:bodyPr spcFirstLastPara="1" wrap="square" lIns="91425" tIns="91425" rIns="91425" bIns="91425" anchor="b" anchorCtr="0">
            <a:noAutofit/>
          </a:bodyPr>
          <a:lstStyle>
            <a:lvl1pPr lvl="0"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1pPr>
            <a:lvl2pPr lvl="1"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sp>
        <p:nvSpPr>
          <p:cNvPr id="333" name="Google Shape;333;p33"/>
          <p:cNvSpPr txBox="1">
            <a:spLocks noGrp="1"/>
          </p:cNvSpPr>
          <p:nvPr>
            <p:ph type="subTitle" idx="6"/>
          </p:nvPr>
        </p:nvSpPr>
        <p:spPr>
          <a:xfrm>
            <a:off x="6087600" y="2482875"/>
            <a:ext cx="2336400" cy="484800"/>
          </a:xfrm>
          <a:prstGeom prst="rect">
            <a:avLst/>
          </a:prstGeom>
          <a:ln>
            <a:noFill/>
          </a:ln>
        </p:spPr>
        <p:txBody>
          <a:bodyPr spcFirstLastPara="1" wrap="square" lIns="91425" tIns="91425" rIns="91425" bIns="91425" anchor="b" anchorCtr="0">
            <a:noAutofit/>
          </a:bodyPr>
          <a:lstStyle>
            <a:lvl1pPr lvl="0"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1pPr>
            <a:lvl2pPr lvl="1"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sp>
        <p:nvSpPr>
          <p:cNvPr id="334" name="Google Shape;334;p33"/>
          <p:cNvSpPr txBox="1">
            <a:spLocks noGrp="1"/>
          </p:cNvSpPr>
          <p:nvPr>
            <p:ph type="title" idx="7" hasCustomPrompt="1"/>
          </p:nvPr>
        </p:nvSpPr>
        <p:spPr>
          <a:xfrm>
            <a:off x="1250550" y="3647175"/>
            <a:ext cx="1275300" cy="593400"/>
          </a:xfrm>
          <a:prstGeom prst="rect">
            <a:avLst/>
          </a:prstGeom>
        </p:spPr>
        <p:txBody>
          <a:bodyPr spcFirstLastPara="1" wrap="square" lIns="91425" tIns="91425" rIns="91425" bIns="91425" anchor="ctr" anchorCtr="0">
            <a:noAutofit/>
          </a:bodyPr>
          <a:lstStyle>
            <a:lvl1pPr lvl="0" rtl="0">
              <a:spcBef>
                <a:spcPts val="0"/>
              </a:spcBef>
              <a:spcAft>
                <a:spcPts val="0"/>
              </a:spcAft>
              <a:buSzPts val="3000"/>
              <a:buNone/>
              <a:defRPr sz="3000">
                <a:solidFill>
                  <a:schemeClr val="accent1"/>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335" name="Google Shape;335;p33"/>
          <p:cNvSpPr txBox="1">
            <a:spLocks noGrp="1"/>
          </p:cNvSpPr>
          <p:nvPr>
            <p:ph type="title" idx="8" hasCustomPrompt="1"/>
          </p:nvPr>
        </p:nvSpPr>
        <p:spPr>
          <a:xfrm>
            <a:off x="3934350" y="3647175"/>
            <a:ext cx="1275300" cy="593400"/>
          </a:xfrm>
          <a:prstGeom prst="rect">
            <a:avLst/>
          </a:prstGeom>
        </p:spPr>
        <p:txBody>
          <a:bodyPr spcFirstLastPara="1" wrap="square" lIns="91425" tIns="91425" rIns="91425" bIns="91425" anchor="ctr" anchorCtr="0">
            <a:noAutofit/>
          </a:bodyPr>
          <a:lstStyle>
            <a:lvl1pPr lvl="0" rtl="0">
              <a:spcBef>
                <a:spcPts val="0"/>
              </a:spcBef>
              <a:spcAft>
                <a:spcPts val="0"/>
              </a:spcAft>
              <a:buSzPts val="3000"/>
              <a:buNone/>
              <a:defRPr sz="3000">
                <a:solidFill>
                  <a:schemeClr val="accent1"/>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336" name="Google Shape;336;p33"/>
          <p:cNvSpPr txBox="1">
            <a:spLocks noGrp="1"/>
          </p:cNvSpPr>
          <p:nvPr>
            <p:ph type="title" idx="9" hasCustomPrompt="1"/>
          </p:nvPr>
        </p:nvSpPr>
        <p:spPr>
          <a:xfrm>
            <a:off x="6618150" y="3647175"/>
            <a:ext cx="1275300" cy="593400"/>
          </a:xfrm>
          <a:prstGeom prst="rect">
            <a:avLst/>
          </a:prstGeom>
        </p:spPr>
        <p:txBody>
          <a:bodyPr spcFirstLastPara="1" wrap="square" lIns="91425" tIns="91425" rIns="91425" bIns="91425" anchor="ctr" anchorCtr="0">
            <a:noAutofit/>
          </a:bodyPr>
          <a:lstStyle>
            <a:lvl1pPr lvl="0" rtl="0">
              <a:spcBef>
                <a:spcPts val="0"/>
              </a:spcBef>
              <a:spcAft>
                <a:spcPts val="0"/>
              </a:spcAft>
              <a:buSzPts val="3000"/>
              <a:buNone/>
              <a:defRPr sz="3000">
                <a:solidFill>
                  <a:schemeClr val="accent1"/>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grpSp>
        <p:nvGrpSpPr>
          <p:cNvPr id="337" name="Google Shape;337;p33"/>
          <p:cNvGrpSpPr/>
          <p:nvPr/>
        </p:nvGrpSpPr>
        <p:grpSpPr>
          <a:xfrm>
            <a:off x="181160" y="4688623"/>
            <a:ext cx="8385900" cy="90900"/>
            <a:chOff x="160950" y="480600"/>
            <a:chExt cx="8385900" cy="90900"/>
          </a:xfrm>
        </p:grpSpPr>
        <p:cxnSp>
          <p:nvCxnSpPr>
            <p:cNvPr id="338" name="Google Shape;338;p33"/>
            <p:cNvCxnSpPr/>
            <p:nvPr/>
          </p:nvCxnSpPr>
          <p:spPr>
            <a:xfrm>
              <a:off x="160950" y="571500"/>
              <a:ext cx="8385900" cy="0"/>
            </a:xfrm>
            <a:prstGeom prst="straightConnector1">
              <a:avLst/>
            </a:prstGeom>
            <a:noFill/>
            <a:ln w="9525" cap="flat" cmpd="sng">
              <a:solidFill>
                <a:schemeClr val="dk1"/>
              </a:solidFill>
              <a:prstDash val="solid"/>
              <a:round/>
              <a:headEnd type="none" w="med" len="med"/>
              <a:tailEnd type="none" w="med" len="med"/>
            </a:ln>
          </p:spPr>
        </p:cxnSp>
        <p:sp>
          <p:nvSpPr>
            <p:cNvPr id="339" name="Google Shape;339;p33"/>
            <p:cNvSpPr/>
            <p:nvPr/>
          </p:nvSpPr>
          <p:spPr>
            <a:xfrm>
              <a:off x="8041650" y="48060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Background">
  <p:cSld name="BLANK_1_1_1_1_1_1_1">
    <p:spTree>
      <p:nvGrpSpPr>
        <p:cNvPr id="1" name="Shape 352"/>
        <p:cNvGrpSpPr/>
        <p:nvPr/>
      </p:nvGrpSpPr>
      <p:grpSpPr>
        <a:xfrm>
          <a:off x="0" y="0"/>
          <a:ext cx="0" cy="0"/>
          <a:chOff x="0" y="0"/>
          <a:chExt cx="0" cy="0"/>
        </a:xfrm>
      </p:grpSpPr>
      <p:sp>
        <p:nvSpPr>
          <p:cNvPr id="353" name="Google Shape;353;p35"/>
          <p:cNvSpPr/>
          <p:nvPr/>
        </p:nvSpPr>
        <p:spPr>
          <a:xfrm>
            <a:off x="171450" y="145800"/>
            <a:ext cx="8801100" cy="4851900"/>
          </a:xfrm>
          <a:prstGeom prst="rect">
            <a:avLst/>
          </a:prstGeom>
          <a:solidFill>
            <a:schemeClr val="lt1"/>
          </a:solidFill>
          <a:ln>
            <a:noFill/>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54" name="Google Shape;354;p35"/>
          <p:cNvGrpSpPr/>
          <p:nvPr/>
        </p:nvGrpSpPr>
        <p:grpSpPr>
          <a:xfrm rot="5400000">
            <a:off x="-1374375" y="3095450"/>
            <a:ext cx="3697200" cy="90900"/>
            <a:chOff x="1239825" y="571500"/>
            <a:chExt cx="3697200" cy="90900"/>
          </a:xfrm>
        </p:grpSpPr>
        <p:cxnSp>
          <p:nvCxnSpPr>
            <p:cNvPr id="355" name="Google Shape;355;p35"/>
            <p:cNvCxnSpPr/>
            <p:nvPr/>
          </p:nvCxnSpPr>
          <p:spPr>
            <a:xfrm rot="10800000">
              <a:off x="3088425" y="-1277100"/>
              <a:ext cx="0" cy="3697200"/>
            </a:xfrm>
            <a:prstGeom prst="straightConnector1">
              <a:avLst/>
            </a:prstGeom>
            <a:noFill/>
            <a:ln w="9525" cap="flat" cmpd="sng">
              <a:solidFill>
                <a:schemeClr val="dk1"/>
              </a:solidFill>
              <a:prstDash val="solid"/>
              <a:round/>
              <a:headEnd type="none" w="med" len="med"/>
              <a:tailEnd type="none" w="med" len="med"/>
            </a:ln>
          </p:spPr>
        </p:cxnSp>
        <p:sp>
          <p:nvSpPr>
            <p:cNvPr id="356" name="Google Shape;356;p35"/>
            <p:cNvSpPr/>
            <p:nvPr/>
          </p:nvSpPr>
          <p:spPr>
            <a:xfrm>
              <a:off x="1239825" y="57150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7" name="Google Shape;357;p35"/>
          <p:cNvGrpSpPr/>
          <p:nvPr/>
        </p:nvGrpSpPr>
        <p:grpSpPr>
          <a:xfrm rot="-5400000">
            <a:off x="6802600" y="1948950"/>
            <a:ext cx="3697200" cy="90900"/>
            <a:chOff x="1239825" y="571500"/>
            <a:chExt cx="3697200" cy="90900"/>
          </a:xfrm>
        </p:grpSpPr>
        <p:cxnSp>
          <p:nvCxnSpPr>
            <p:cNvPr id="358" name="Google Shape;358;p35"/>
            <p:cNvCxnSpPr/>
            <p:nvPr/>
          </p:nvCxnSpPr>
          <p:spPr>
            <a:xfrm rot="10800000">
              <a:off x="3088425" y="-1277100"/>
              <a:ext cx="0" cy="3697200"/>
            </a:xfrm>
            <a:prstGeom prst="straightConnector1">
              <a:avLst/>
            </a:prstGeom>
            <a:noFill/>
            <a:ln w="9525" cap="flat" cmpd="sng">
              <a:solidFill>
                <a:schemeClr val="dk1"/>
              </a:solidFill>
              <a:prstDash val="solid"/>
              <a:round/>
              <a:headEnd type="none" w="med" len="med"/>
              <a:tailEnd type="none" w="med" len="med"/>
            </a:ln>
          </p:spPr>
        </p:cxnSp>
        <p:sp>
          <p:nvSpPr>
            <p:cNvPr id="359" name="Google Shape;359;p35"/>
            <p:cNvSpPr/>
            <p:nvPr/>
          </p:nvSpPr>
          <p:spPr>
            <a:xfrm>
              <a:off x="1239825" y="57150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Background 1">
  <p:cSld name="BLANK_1_1_1_1_1_1_1_1">
    <p:spTree>
      <p:nvGrpSpPr>
        <p:cNvPr id="1" name="Shape 360"/>
        <p:cNvGrpSpPr/>
        <p:nvPr/>
      </p:nvGrpSpPr>
      <p:grpSpPr>
        <a:xfrm>
          <a:off x="0" y="0"/>
          <a:ext cx="0" cy="0"/>
          <a:chOff x="0" y="0"/>
          <a:chExt cx="0" cy="0"/>
        </a:xfrm>
      </p:grpSpPr>
      <p:sp>
        <p:nvSpPr>
          <p:cNvPr id="361" name="Google Shape;361;p36"/>
          <p:cNvSpPr/>
          <p:nvPr/>
        </p:nvSpPr>
        <p:spPr>
          <a:xfrm>
            <a:off x="171450" y="145800"/>
            <a:ext cx="8801100" cy="4851900"/>
          </a:xfrm>
          <a:prstGeom prst="rect">
            <a:avLst/>
          </a:prstGeom>
          <a:solidFill>
            <a:schemeClr val="lt1"/>
          </a:solidFill>
          <a:ln>
            <a:noFill/>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62" name="Google Shape;362;p36"/>
          <p:cNvGrpSpPr/>
          <p:nvPr/>
        </p:nvGrpSpPr>
        <p:grpSpPr>
          <a:xfrm rot="10800000">
            <a:off x="165548" y="4741850"/>
            <a:ext cx="6506400" cy="90900"/>
            <a:chOff x="1239825" y="571500"/>
            <a:chExt cx="6506400" cy="90900"/>
          </a:xfrm>
        </p:grpSpPr>
        <p:cxnSp>
          <p:nvCxnSpPr>
            <p:cNvPr id="363" name="Google Shape;363;p36"/>
            <p:cNvCxnSpPr/>
            <p:nvPr/>
          </p:nvCxnSpPr>
          <p:spPr>
            <a:xfrm>
              <a:off x="1239825" y="571500"/>
              <a:ext cx="6506400" cy="0"/>
            </a:xfrm>
            <a:prstGeom prst="straightConnector1">
              <a:avLst/>
            </a:prstGeom>
            <a:noFill/>
            <a:ln w="9525" cap="flat" cmpd="sng">
              <a:solidFill>
                <a:schemeClr val="dk1"/>
              </a:solidFill>
              <a:prstDash val="solid"/>
              <a:round/>
              <a:headEnd type="none" w="med" len="med"/>
              <a:tailEnd type="none" w="med" len="med"/>
            </a:ln>
          </p:spPr>
        </p:cxnSp>
        <p:sp>
          <p:nvSpPr>
            <p:cNvPr id="364" name="Google Shape;364;p36"/>
            <p:cNvSpPr/>
            <p:nvPr/>
          </p:nvSpPr>
          <p:spPr>
            <a:xfrm>
              <a:off x="1239825" y="57150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5" name="Google Shape;365;p36"/>
          <p:cNvGrpSpPr/>
          <p:nvPr/>
        </p:nvGrpSpPr>
        <p:grpSpPr>
          <a:xfrm rot="10800000" flipH="1">
            <a:off x="2467871" y="298450"/>
            <a:ext cx="6506400" cy="90900"/>
            <a:chOff x="1239825" y="571500"/>
            <a:chExt cx="6506400" cy="90900"/>
          </a:xfrm>
        </p:grpSpPr>
        <p:cxnSp>
          <p:nvCxnSpPr>
            <p:cNvPr id="366" name="Google Shape;366;p36"/>
            <p:cNvCxnSpPr/>
            <p:nvPr/>
          </p:nvCxnSpPr>
          <p:spPr>
            <a:xfrm>
              <a:off x="1239825" y="571500"/>
              <a:ext cx="6506400" cy="0"/>
            </a:xfrm>
            <a:prstGeom prst="straightConnector1">
              <a:avLst/>
            </a:prstGeom>
            <a:noFill/>
            <a:ln w="9525" cap="flat" cmpd="sng">
              <a:solidFill>
                <a:schemeClr val="dk1"/>
              </a:solidFill>
              <a:prstDash val="solid"/>
              <a:round/>
              <a:headEnd type="none" w="med" len="med"/>
              <a:tailEnd type="none" w="med" len="med"/>
            </a:ln>
          </p:spPr>
        </p:cxnSp>
        <p:sp>
          <p:nvSpPr>
            <p:cNvPr id="367" name="Google Shape;367;p36"/>
            <p:cNvSpPr/>
            <p:nvPr/>
          </p:nvSpPr>
          <p:spPr>
            <a:xfrm>
              <a:off x="1239825" y="57150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dk2"/>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Clr>
                <a:schemeClr val="dk1"/>
              </a:buClr>
              <a:buSzPts val="3500"/>
              <a:buFont typeface="Noto Serif Ethiopic"/>
              <a:buNone/>
              <a:defRPr sz="3500">
                <a:solidFill>
                  <a:schemeClr val="dk1"/>
                </a:solidFill>
                <a:latin typeface="Noto Serif Ethiopic"/>
                <a:ea typeface="Noto Serif Ethiopic"/>
                <a:cs typeface="Noto Serif Ethiopic"/>
                <a:sym typeface="Noto Serif Ethiopic"/>
              </a:defRPr>
            </a:lvl1pPr>
            <a:lvl2pPr lvl="1"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2pPr>
            <a:lvl3pPr lvl="2"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3pPr>
            <a:lvl4pPr lvl="3"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4pPr>
            <a:lvl5pPr lvl="4"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5pPr>
            <a:lvl6pPr lvl="5"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6pPr>
            <a:lvl7pPr lvl="6"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7pPr>
            <a:lvl8pPr lvl="7"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8pPr>
            <a:lvl9pPr lvl="8"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04800" rtl="0">
              <a:lnSpc>
                <a:spcPct val="100000"/>
              </a:lnSpc>
              <a:spcBef>
                <a:spcPts val="0"/>
              </a:spcBef>
              <a:spcAft>
                <a:spcPts val="0"/>
              </a:spcAft>
              <a:buClr>
                <a:schemeClr val="dk1"/>
              </a:buClr>
              <a:buSzPts val="1200"/>
              <a:buFont typeface="Akatab"/>
              <a:buChar char="●"/>
              <a:defRPr sz="1200">
                <a:solidFill>
                  <a:schemeClr val="dk1"/>
                </a:solidFill>
                <a:latin typeface="Akatab"/>
                <a:ea typeface="Akatab"/>
                <a:cs typeface="Akatab"/>
                <a:sym typeface="Akatab"/>
              </a:defRPr>
            </a:lvl1pPr>
            <a:lvl2pPr marL="914400" lvl="1" indent="-304800" rtl="0">
              <a:lnSpc>
                <a:spcPct val="100000"/>
              </a:lnSpc>
              <a:spcBef>
                <a:spcPts val="1600"/>
              </a:spcBef>
              <a:spcAft>
                <a:spcPts val="0"/>
              </a:spcAft>
              <a:buClr>
                <a:schemeClr val="dk1"/>
              </a:buClr>
              <a:buSzPts val="1200"/>
              <a:buFont typeface="Akatab"/>
              <a:buChar char="○"/>
              <a:defRPr sz="1200">
                <a:solidFill>
                  <a:schemeClr val="dk1"/>
                </a:solidFill>
                <a:latin typeface="Akatab"/>
                <a:ea typeface="Akatab"/>
                <a:cs typeface="Akatab"/>
                <a:sym typeface="Akatab"/>
              </a:defRPr>
            </a:lvl2pPr>
            <a:lvl3pPr marL="1371600" lvl="2" indent="-304800" rtl="0">
              <a:lnSpc>
                <a:spcPct val="100000"/>
              </a:lnSpc>
              <a:spcBef>
                <a:spcPts val="1600"/>
              </a:spcBef>
              <a:spcAft>
                <a:spcPts val="0"/>
              </a:spcAft>
              <a:buClr>
                <a:schemeClr val="dk1"/>
              </a:buClr>
              <a:buSzPts val="1200"/>
              <a:buFont typeface="Akatab"/>
              <a:buChar char="■"/>
              <a:defRPr sz="1200">
                <a:solidFill>
                  <a:schemeClr val="dk1"/>
                </a:solidFill>
                <a:latin typeface="Akatab"/>
                <a:ea typeface="Akatab"/>
                <a:cs typeface="Akatab"/>
                <a:sym typeface="Akatab"/>
              </a:defRPr>
            </a:lvl3pPr>
            <a:lvl4pPr marL="1828800" lvl="3" indent="-304800" rtl="0">
              <a:lnSpc>
                <a:spcPct val="100000"/>
              </a:lnSpc>
              <a:spcBef>
                <a:spcPts val="1600"/>
              </a:spcBef>
              <a:spcAft>
                <a:spcPts val="0"/>
              </a:spcAft>
              <a:buClr>
                <a:schemeClr val="dk1"/>
              </a:buClr>
              <a:buSzPts val="1200"/>
              <a:buFont typeface="Akatab"/>
              <a:buChar char="●"/>
              <a:defRPr sz="1200">
                <a:solidFill>
                  <a:schemeClr val="dk1"/>
                </a:solidFill>
                <a:latin typeface="Akatab"/>
                <a:ea typeface="Akatab"/>
                <a:cs typeface="Akatab"/>
                <a:sym typeface="Akatab"/>
              </a:defRPr>
            </a:lvl4pPr>
            <a:lvl5pPr marL="2286000" lvl="4" indent="-304800" rtl="0">
              <a:lnSpc>
                <a:spcPct val="100000"/>
              </a:lnSpc>
              <a:spcBef>
                <a:spcPts val="1600"/>
              </a:spcBef>
              <a:spcAft>
                <a:spcPts val="0"/>
              </a:spcAft>
              <a:buClr>
                <a:schemeClr val="dk1"/>
              </a:buClr>
              <a:buSzPts val="1200"/>
              <a:buFont typeface="Akatab"/>
              <a:buChar char="○"/>
              <a:defRPr sz="1200">
                <a:solidFill>
                  <a:schemeClr val="dk1"/>
                </a:solidFill>
                <a:latin typeface="Akatab"/>
                <a:ea typeface="Akatab"/>
                <a:cs typeface="Akatab"/>
                <a:sym typeface="Akatab"/>
              </a:defRPr>
            </a:lvl5pPr>
            <a:lvl6pPr marL="2743200" lvl="5" indent="-304800" rtl="0">
              <a:lnSpc>
                <a:spcPct val="100000"/>
              </a:lnSpc>
              <a:spcBef>
                <a:spcPts val="1600"/>
              </a:spcBef>
              <a:spcAft>
                <a:spcPts val="0"/>
              </a:spcAft>
              <a:buClr>
                <a:schemeClr val="dk1"/>
              </a:buClr>
              <a:buSzPts val="1200"/>
              <a:buFont typeface="Akatab"/>
              <a:buChar char="■"/>
              <a:defRPr sz="1200">
                <a:solidFill>
                  <a:schemeClr val="dk1"/>
                </a:solidFill>
                <a:latin typeface="Akatab"/>
                <a:ea typeface="Akatab"/>
                <a:cs typeface="Akatab"/>
                <a:sym typeface="Akatab"/>
              </a:defRPr>
            </a:lvl6pPr>
            <a:lvl7pPr marL="3200400" lvl="6" indent="-304800" rtl="0">
              <a:lnSpc>
                <a:spcPct val="100000"/>
              </a:lnSpc>
              <a:spcBef>
                <a:spcPts val="1600"/>
              </a:spcBef>
              <a:spcAft>
                <a:spcPts val="0"/>
              </a:spcAft>
              <a:buClr>
                <a:schemeClr val="dk1"/>
              </a:buClr>
              <a:buSzPts val="1200"/>
              <a:buFont typeface="Akatab"/>
              <a:buChar char="●"/>
              <a:defRPr sz="1200">
                <a:solidFill>
                  <a:schemeClr val="dk1"/>
                </a:solidFill>
                <a:latin typeface="Akatab"/>
                <a:ea typeface="Akatab"/>
                <a:cs typeface="Akatab"/>
                <a:sym typeface="Akatab"/>
              </a:defRPr>
            </a:lvl7pPr>
            <a:lvl8pPr marL="3657600" lvl="7" indent="-304800" rtl="0">
              <a:lnSpc>
                <a:spcPct val="100000"/>
              </a:lnSpc>
              <a:spcBef>
                <a:spcPts val="1600"/>
              </a:spcBef>
              <a:spcAft>
                <a:spcPts val="0"/>
              </a:spcAft>
              <a:buClr>
                <a:schemeClr val="dk1"/>
              </a:buClr>
              <a:buSzPts val="1200"/>
              <a:buFont typeface="Akatab"/>
              <a:buChar char="○"/>
              <a:defRPr sz="1200">
                <a:solidFill>
                  <a:schemeClr val="dk1"/>
                </a:solidFill>
                <a:latin typeface="Akatab"/>
                <a:ea typeface="Akatab"/>
                <a:cs typeface="Akatab"/>
                <a:sym typeface="Akatab"/>
              </a:defRPr>
            </a:lvl8pPr>
            <a:lvl9pPr marL="4114800" lvl="8" indent="-304800" rtl="0">
              <a:lnSpc>
                <a:spcPct val="100000"/>
              </a:lnSpc>
              <a:spcBef>
                <a:spcPts val="1600"/>
              </a:spcBef>
              <a:spcAft>
                <a:spcPts val="1600"/>
              </a:spcAft>
              <a:buClr>
                <a:schemeClr val="dk1"/>
              </a:buClr>
              <a:buSzPts val="1200"/>
              <a:buFont typeface="Akatab"/>
              <a:buChar char="■"/>
              <a:defRPr sz="1200">
                <a:solidFill>
                  <a:schemeClr val="dk1"/>
                </a:solidFill>
                <a:latin typeface="Akatab"/>
                <a:ea typeface="Akatab"/>
                <a:cs typeface="Akatab"/>
                <a:sym typeface="Akatab"/>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6" r:id="rId7"/>
    <p:sldLayoutId id="2147483658" r:id="rId8"/>
    <p:sldLayoutId id="2147483659" r:id="rId9"/>
    <p:sldLayoutId id="2147483660" r:id="rId10"/>
    <p:sldLayoutId id="2147483661" r:id="rId11"/>
    <p:sldLayoutId id="2147483662" r:id="rId12"/>
    <p:sldLayoutId id="2147483663" r:id="rId13"/>
    <p:sldLayoutId id="2147483664" r:id="rId14"/>
    <p:sldLayoutId id="2147483665" r:id="rId15"/>
    <p:sldLayoutId id="2147483666" r:id="rId16"/>
    <p:sldLayoutId id="2147483671" r:id="rId17"/>
    <p:sldLayoutId id="2147483672" r:id="rId18"/>
    <p:sldLayoutId id="2147483673" r:id="rId19"/>
    <p:sldLayoutId id="2147483674" r:id="rId20"/>
    <p:sldLayoutId id="2147483675" r:id="rId21"/>
    <p:sldLayoutId id="2147483676" r:id="rId22"/>
    <p:sldLayoutId id="2147483677" r:id="rId23"/>
    <p:sldLayoutId id="2147483679" r:id="rId24"/>
    <p:sldLayoutId id="2147483681" r:id="rId25"/>
    <p:sldLayoutId id="2147483682" r:id="rId26"/>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5.xml"/><Relationship Id="rId4" Type="http://schemas.microsoft.com/office/2007/relationships/hdphoto" Target="../media/hdphoto1.wdp"/></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1.xml"/></Relationships>
</file>

<file path=ppt/slides/_rels/slide6.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6.xml"/><Relationship Id="rId1" Type="http://schemas.openxmlformats.org/officeDocument/2006/relationships/slideLayout" Target="../slideLayouts/slideLayout9.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16.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1.xml"/></Relationships>
</file>

<file path=ppt/slides/_rels/slide14.xml.rels><?xml version="1.0" encoding="UTF-8" standalone="yes"?>
<Relationships xmlns="http://schemas.openxmlformats.org/package/2006/relationships"><Relationship Id="rId8" Type="http://schemas.openxmlformats.org/officeDocument/2006/relationships/hyperlink" Target="http://bit.ly/30B07Gq" TargetMode="External"/><Relationship Id="rId13" Type="http://schemas.openxmlformats.org/officeDocument/2006/relationships/hyperlink" Target="https://wepik.com/?utm_source=slidesgo_template&amp;utm_medium=referral-link&amp;utm_campaign=promo-slide&amp;utm_term=slidesgo&amp;utm_content=wepik" TargetMode="External"/><Relationship Id="rId3" Type="http://schemas.openxmlformats.org/officeDocument/2006/relationships/slide" Target="slide11.xml"/><Relationship Id="rId7" Type="http://schemas.openxmlformats.org/officeDocument/2006/relationships/hyperlink" Target="https://bit.ly/3A1uf1Q" TargetMode="External"/><Relationship Id="rId12" Type="http://schemas.openxmlformats.org/officeDocument/2006/relationships/hyperlink" Target="https://storyset.com/?utm_source=slidesgo_template&amp;utm_medium=referral-link&amp;utm_campaign=promo-slide&amp;utm_term=slidesgo&amp;utm_content=storyset" TargetMode="External"/><Relationship Id="rId2" Type="http://schemas.openxmlformats.org/officeDocument/2006/relationships/notesSlide" Target="../notesSlides/notesSlide14.xml"/><Relationship Id="rId1" Type="http://schemas.openxmlformats.org/officeDocument/2006/relationships/slideLayout" Target="../slideLayouts/slideLayout3.xml"/><Relationship Id="rId6" Type="http://schemas.openxmlformats.org/officeDocument/2006/relationships/hyperlink" Target="https://slidesgo.com/slidesgo-school/presentation-tips/how-to-edit-the-master-slides-in-our-templates?utm_source=slidesgo_template&amp;utm_medium=referral-link&amp;utm_campaign=how-to-edit-the-master-slides-in-our-templates&amp;utm_term=slidesgo-school&amp;utm_content=how-to-edit-the-master-slides-in-our-templates" TargetMode="External"/><Relationship Id="rId11" Type="http://schemas.openxmlformats.org/officeDocument/2006/relationships/hyperlink" Target="https://www.flaticon.com/?utm_source=slidesgo_template&amp;utm_medium=referral-link&amp;utm_campaign=promo-slide&amp;utm_term=slidesgo&amp;utm_content=flaticon" TargetMode="External"/><Relationship Id="rId5" Type="http://schemas.openxmlformats.org/officeDocument/2006/relationships/slide" Target="slide13.xml"/><Relationship Id="rId10" Type="http://schemas.openxmlformats.org/officeDocument/2006/relationships/hyperlink" Target="https://www.freepik.com/?utm_source=slidesgo_template&amp;utm_medium=referral-link&amp;utm_campaign=promo-slide&amp;utm_term=slidesgo&amp;utm_content=freepik" TargetMode="External"/><Relationship Id="rId4" Type="http://schemas.openxmlformats.org/officeDocument/2006/relationships/slide" Target="slide33.xml"/><Relationship Id="rId9" Type="http://schemas.openxmlformats.org/officeDocument/2006/relationships/hyperlink" Target="http://bit.ly/33VAFh3" TargetMode="External"/><Relationship Id="rId14" Type="http://schemas.openxmlformats.org/officeDocument/2006/relationships/hyperlink" Target="https://www.videvo.net/?utm_source=slidesgo_template&amp;utm_medium=referral-link&amp;utm_campaign=sg_resources&amp;utm_content=videvo" TargetMode="Externa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9.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0.xml"/></Relationships>
</file>

<file path=ppt/slides/_rels/slide21.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4.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4.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4.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3" Type="http://schemas.openxmlformats.org/officeDocument/2006/relationships/hyperlink" Target="https://docs.google.com/spreadsheets/d/12DK4TVSU4guZFyx4uRAR7-ey164dlWf-wGLkI8wSojQ/copy" TargetMode="External"/><Relationship Id="rId2" Type="http://schemas.openxmlformats.org/officeDocument/2006/relationships/notesSlide" Target="../notesSlides/notesSlide28.xml"/><Relationship Id="rId1" Type="http://schemas.openxmlformats.org/officeDocument/2006/relationships/slideLayout" Target="../slideLayouts/slideLayout13.xml"/><Relationship Id="rId5" Type="http://schemas.openxmlformats.org/officeDocument/2006/relationships/hyperlink" Target="https://slidesgo.com/slidesgo-school/presentation-tips/how-to-modify-a-graph-in-our-templates?utm_source=slidesgo_template&amp;utm_medium=referral-link&amp;utm_campaign=how-to-modify-a-graph-in-our-templates&amp;utm_term=slidesgo-school&amp;utm_content=how-to-modify-a-graph-in-our-templates" TargetMode="External"/><Relationship Id="rId4" Type="http://schemas.openxmlformats.org/officeDocument/2006/relationships/image" Target="../media/image6.png"/></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0.xml"/></Relationships>
</file>

<file path=ppt/slides/_rels/slide32.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32.xml"/><Relationship Id="rId1" Type="http://schemas.openxmlformats.org/officeDocument/2006/relationships/slideLayout" Target="../slideLayouts/slideLayout18.xml"/><Relationship Id="rId4" Type="http://schemas.openxmlformats.org/officeDocument/2006/relationships/image" Target="../media/image8.jpg"/></Relationships>
</file>

<file path=ppt/slides/_rels/slide33.xml.rels><?xml version="1.0" encoding="UTF-8" standalone="yes"?>
<Relationships xmlns="http://schemas.openxmlformats.org/package/2006/relationships"><Relationship Id="rId3" Type="http://schemas.openxmlformats.org/officeDocument/2006/relationships/hyperlink" Target="https://www.freepik.com/free-photo/business-owner-working-their-strategy_21796226.htm/?utm_source=slidesgo_template&amp;utm_medium=referral-link&amp;utm_campaign=sg_resources&amp;utm_content=freepik" TargetMode="External"/><Relationship Id="rId7" Type="http://schemas.openxmlformats.org/officeDocument/2006/relationships/hyperlink" Target="https://www.freepik.com/free-photo/smiley-man-holding-project-documents_11043370.htm/?utm_source=slidesgo_template&amp;utm_medium=referral-link&amp;utm_campaign=sg_resources&amp;utm_content=freepik" TargetMode="External"/><Relationship Id="rId2" Type="http://schemas.openxmlformats.org/officeDocument/2006/relationships/notesSlide" Target="../notesSlides/notesSlide33.xml"/><Relationship Id="rId1" Type="http://schemas.openxmlformats.org/officeDocument/2006/relationships/slideLayout" Target="../slideLayouts/slideLayout6.xml"/><Relationship Id="rId6" Type="http://schemas.openxmlformats.org/officeDocument/2006/relationships/hyperlink" Target="https://www.freepik.com/free-photo/corporate-employee-posing-office_11762370.htm/?utm_source=slidesgo_template&amp;utm_medium=referral-link&amp;utm_campaign=sg_resources&amp;utm_content=freepik" TargetMode="External"/><Relationship Id="rId5" Type="http://schemas.openxmlformats.org/officeDocument/2006/relationships/hyperlink" Target="https://www.freepik.com/free-photo/male-female-colleagues-standing-by-window-looking-business-graphs-it_5839000.htm/?utm_source=slidesgo_template&amp;utm_medium=referral-link&amp;utm_campaign=sg_resources&amp;utm_content=freepik" TargetMode="External"/><Relationship Id="rId4" Type="http://schemas.openxmlformats.org/officeDocument/2006/relationships/hyperlink" Target="https://www.freepik.com/free-photo/top-view-people-working-with-laptops_32987896.htm/?utm_source=slidesgo_template&amp;utm_medium=referral-link&amp;utm_campaign=sg_resources&amp;utm_content=freepik"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377"/>
        <p:cNvGrpSpPr/>
        <p:nvPr/>
      </p:nvGrpSpPr>
      <p:grpSpPr>
        <a:xfrm>
          <a:off x="0" y="0"/>
          <a:ext cx="0" cy="0"/>
          <a:chOff x="0" y="0"/>
          <a:chExt cx="0" cy="0"/>
        </a:xfrm>
      </p:grpSpPr>
      <p:sp>
        <p:nvSpPr>
          <p:cNvPr id="378" name="Google Shape;378;p40"/>
          <p:cNvSpPr txBox="1">
            <a:spLocks noGrp="1"/>
          </p:cNvSpPr>
          <p:nvPr>
            <p:ph type="ctrTitle"/>
          </p:nvPr>
        </p:nvSpPr>
        <p:spPr>
          <a:xfrm>
            <a:off x="597150" y="1211173"/>
            <a:ext cx="5509318" cy="1990200"/>
          </a:xfrm>
          <a:prstGeom prst="rect">
            <a:avLst/>
          </a:prstGeom>
        </p:spPr>
        <p:txBody>
          <a:bodyPr spcFirstLastPara="1" wrap="square" lIns="91425" tIns="91425" rIns="91425" bIns="91425" anchor="b" anchorCtr="0">
            <a:noAutofit/>
          </a:bodyPr>
          <a:lstStyle/>
          <a:p>
            <a:pPr lvl="0"/>
            <a:r>
              <a:rPr lang="en" sz="5400" dirty="0" smtClean="0"/>
              <a:t>AuditionSense</a:t>
            </a:r>
            <a:br>
              <a:rPr lang="en" sz="5400" dirty="0" smtClean="0"/>
            </a:br>
            <a:r>
              <a:rPr lang="en-US" sz="2000" dirty="0"/>
              <a:t>A Modular Multi-modal AI System</a:t>
            </a:r>
            <a:br>
              <a:rPr lang="en-US" sz="2000" dirty="0"/>
            </a:br>
            <a:r>
              <a:rPr lang="en-US" sz="2000" dirty="0"/>
              <a:t>for Human Performance Analysis</a:t>
            </a:r>
            <a:endParaRPr sz="2000" dirty="0"/>
          </a:p>
        </p:txBody>
      </p:sp>
      <p:sp>
        <p:nvSpPr>
          <p:cNvPr id="379" name="Google Shape;379;p40"/>
          <p:cNvSpPr txBox="1">
            <a:spLocks noGrp="1"/>
          </p:cNvSpPr>
          <p:nvPr>
            <p:ph type="subTitle" idx="1"/>
          </p:nvPr>
        </p:nvSpPr>
        <p:spPr>
          <a:xfrm>
            <a:off x="597150" y="3201373"/>
            <a:ext cx="4890300" cy="1344901"/>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smtClean="0">
                <a:latin typeface="Akatab"/>
                <a:ea typeface="Akatab"/>
                <a:cs typeface="Akatab"/>
                <a:sym typeface="Akatab"/>
              </a:rPr>
              <a:t>Prepared by:</a:t>
            </a:r>
            <a:br>
              <a:rPr lang="en" dirty="0" smtClean="0">
                <a:latin typeface="Akatab"/>
                <a:ea typeface="Akatab"/>
                <a:cs typeface="Akatab"/>
                <a:sym typeface="Akatab"/>
              </a:rPr>
            </a:br>
            <a:r>
              <a:rPr lang="en" dirty="0" smtClean="0">
                <a:latin typeface="Akatab"/>
                <a:ea typeface="Akatab"/>
                <a:cs typeface="Akatab"/>
                <a:sym typeface="Akatab"/>
              </a:rPr>
              <a:t>Mehraeel Philip, Fatma Milad, Sama Gehad,</a:t>
            </a:r>
          </a:p>
          <a:p>
            <a:pPr marL="0" lvl="0" indent="0" algn="l" rtl="0">
              <a:spcBef>
                <a:spcPts val="0"/>
              </a:spcBef>
              <a:spcAft>
                <a:spcPts val="0"/>
              </a:spcAft>
              <a:buNone/>
            </a:pPr>
            <a:r>
              <a:rPr lang="en" dirty="0" smtClean="0"/>
              <a:t>Marwan Ahmed and Mo’men Mohie</a:t>
            </a:r>
            <a:endParaRPr dirty="0">
              <a:latin typeface="Akatab"/>
              <a:ea typeface="Akatab"/>
              <a:cs typeface="Akatab"/>
              <a:sym typeface="Akatab"/>
            </a:endParaRPr>
          </a:p>
        </p:txBody>
      </p:sp>
      <p:grpSp>
        <p:nvGrpSpPr>
          <p:cNvPr id="380" name="Google Shape;380;p40"/>
          <p:cNvGrpSpPr/>
          <p:nvPr/>
        </p:nvGrpSpPr>
        <p:grpSpPr>
          <a:xfrm rot="10800000">
            <a:off x="597150" y="4546275"/>
            <a:ext cx="8385900" cy="90900"/>
            <a:chOff x="160950" y="480600"/>
            <a:chExt cx="8385900" cy="90900"/>
          </a:xfrm>
        </p:grpSpPr>
        <p:cxnSp>
          <p:nvCxnSpPr>
            <p:cNvPr id="381" name="Google Shape;381;p40"/>
            <p:cNvCxnSpPr/>
            <p:nvPr/>
          </p:nvCxnSpPr>
          <p:spPr>
            <a:xfrm>
              <a:off x="160950" y="571500"/>
              <a:ext cx="8385900" cy="0"/>
            </a:xfrm>
            <a:prstGeom prst="straightConnector1">
              <a:avLst/>
            </a:prstGeom>
            <a:noFill/>
            <a:ln w="9525" cap="flat" cmpd="sng">
              <a:solidFill>
                <a:schemeClr val="dk1"/>
              </a:solidFill>
              <a:prstDash val="solid"/>
              <a:round/>
              <a:headEnd type="none" w="med" len="med"/>
              <a:tailEnd type="none" w="med" len="med"/>
            </a:ln>
          </p:spPr>
        </p:cxnSp>
        <p:sp>
          <p:nvSpPr>
            <p:cNvPr id="382" name="Google Shape;382;p40"/>
            <p:cNvSpPr/>
            <p:nvPr/>
          </p:nvSpPr>
          <p:spPr>
            <a:xfrm>
              <a:off x="8041650" y="48060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3" name="Google Shape;383;p40"/>
          <p:cNvGrpSpPr/>
          <p:nvPr/>
        </p:nvGrpSpPr>
        <p:grpSpPr>
          <a:xfrm>
            <a:off x="6061018" y="1211173"/>
            <a:ext cx="90900" cy="3705900"/>
            <a:chOff x="7952125" y="1292300"/>
            <a:chExt cx="90900" cy="3705900"/>
          </a:xfrm>
        </p:grpSpPr>
        <p:sp>
          <p:nvSpPr>
            <p:cNvPr id="384" name="Google Shape;384;p40"/>
            <p:cNvSpPr/>
            <p:nvPr/>
          </p:nvSpPr>
          <p:spPr>
            <a:xfrm rot="5400000">
              <a:off x="7744975" y="149945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385" name="Google Shape;385;p40"/>
            <p:cNvCxnSpPr/>
            <p:nvPr/>
          </p:nvCxnSpPr>
          <p:spPr>
            <a:xfrm>
              <a:off x="8043025" y="1292300"/>
              <a:ext cx="0" cy="3705900"/>
            </a:xfrm>
            <a:prstGeom prst="straightConnector1">
              <a:avLst/>
            </a:prstGeom>
            <a:noFill/>
            <a:ln w="9525" cap="flat" cmpd="sng">
              <a:solidFill>
                <a:schemeClr val="dk1"/>
              </a:solidFill>
              <a:prstDash val="solid"/>
              <a:round/>
              <a:headEnd type="none" w="med" len="med"/>
              <a:tailEnd type="none" w="med" len="med"/>
            </a:ln>
          </p:spPr>
        </p:cxnSp>
      </p:gr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160174" y="152400"/>
            <a:ext cx="3903508" cy="4846320"/>
          </a:xfrm>
          <a:prstGeom prst="rect">
            <a:avLst/>
          </a:prstGeom>
        </p:spPr>
      </p:pic>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450"/>
        <p:cNvGrpSpPr/>
        <p:nvPr/>
      </p:nvGrpSpPr>
      <p:grpSpPr>
        <a:xfrm>
          <a:off x="0" y="0"/>
          <a:ext cx="0" cy="0"/>
          <a:chOff x="0" y="0"/>
          <a:chExt cx="0" cy="0"/>
        </a:xfrm>
      </p:grpSpPr>
      <p:sp>
        <p:nvSpPr>
          <p:cNvPr id="451" name="Google Shape;451;p46"/>
          <p:cNvSpPr txBox="1">
            <a:spLocks noGrp="1"/>
          </p:cNvSpPr>
          <p:nvPr>
            <p:ph type="subTitle" idx="1"/>
          </p:nvPr>
        </p:nvSpPr>
        <p:spPr>
          <a:xfrm>
            <a:off x="416561" y="1262950"/>
            <a:ext cx="4856479" cy="3298890"/>
          </a:xfrm>
          <a:prstGeom prst="rect">
            <a:avLst/>
          </a:prstGeom>
        </p:spPr>
        <p:txBody>
          <a:bodyPr spcFirstLastPara="1" wrap="square" lIns="91425" tIns="91425" rIns="91425" bIns="91425" anchor="t" anchorCtr="0">
            <a:noAutofit/>
          </a:bodyPr>
          <a:lstStyle/>
          <a:p>
            <a:pPr marL="0" lvl="0" indent="0">
              <a:lnSpc>
                <a:spcPct val="150000"/>
              </a:lnSpc>
              <a:buNone/>
            </a:pPr>
            <a:r>
              <a:rPr lang="en-US" dirty="0"/>
              <a:t>The purpose of this project is to evaluate actor performances based on body language, facial expression, gesturing, eye movement and emotion using computer vision and behavioral analysis methods. The modular web-based system will process audition clips by identifying the multimodal features from the face, voice and posture; then transferring that information into automated evaluations that produce an interactive report for filmmakers and casting directors. The overall goal is to eliminate individual judges' subjective biases that exist in the traditional audition process so as to provide a more accurate, consistent, and reliable evaluation of a performers talent and ability to act.</a:t>
            </a:r>
            <a:endParaRPr dirty="0"/>
          </a:p>
        </p:txBody>
      </p:sp>
      <p:sp>
        <p:nvSpPr>
          <p:cNvPr id="452" name="Google Shape;452;p46"/>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smtClean="0"/>
              <a:t>INTRODUCTION</a:t>
            </a:r>
            <a:endParaRPr dirty="0"/>
          </a:p>
        </p:txBody>
      </p:sp>
      <p:pic>
        <p:nvPicPr>
          <p:cNvPr id="6" name="Picture 5"/>
          <p:cNvPicPr>
            <a:picLocks noChangeAspect="1"/>
          </p:cNvPicPr>
          <p:nvPr/>
        </p:nvPicPr>
        <p:blipFill rotWithShape="1">
          <a:blip r:embed="rId3">
            <a:extLst>
              <a:ext uri="{BEBA8EAE-BF5A-486C-A8C5-ECC9F3942E4B}">
                <a14:imgProps xmlns:a14="http://schemas.microsoft.com/office/drawing/2010/main">
                  <a14:imgLayer r:embed="rId4">
                    <a14:imgEffect>
                      <a14:saturation sat="200000"/>
                    </a14:imgEffect>
                  </a14:imgLayer>
                </a14:imgProps>
              </a:ext>
              <a:ext uri="{28A0092B-C50C-407E-A947-70E740481C1C}">
                <a14:useLocalDpi xmlns:a14="http://schemas.microsoft.com/office/drawing/2010/main" val="0"/>
              </a:ext>
            </a:extLst>
          </a:blip>
          <a:srcRect r="11860"/>
          <a:stretch/>
        </p:blipFill>
        <p:spPr>
          <a:xfrm>
            <a:off x="5679440" y="1262950"/>
            <a:ext cx="3098800" cy="3515744"/>
          </a:xfrm>
          <a:prstGeom prst="rect">
            <a:avLst/>
          </a:prstGeom>
        </p:spPr>
      </p:pic>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430"/>
        <p:cNvGrpSpPr/>
        <p:nvPr/>
      </p:nvGrpSpPr>
      <p:grpSpPr>
        <a:xfrm>
          <a:off x="0" y="0"/>
          <a:ext cx="0" cy="0"/>
          <a:chOff x="0" y="0"/>
          <a:chExt cx="0" cy="0"/>
        </a:xfrm>
      </p:grpSpPr>
      <p:sp>
        <p:nvSpPr>
          <p:cNvPr id="431" name="Google Shape;431;p44"/>
          <p:cNvSpPr txBox="1">
            <a:spLocks noGrp="1"/>
          </p:cNvSpPr>
          <p:nvPr>
            <p:ph type="title"/>
          </p:nvPr>
        </p:nvSpPr>
        <p:spPr>
          <a:xfrm>
            <a:off x="1393550" y="2502950"/>
            <a:ext cx="4723232" cy="12825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5400" dirty="0" smtClean="0"/>
              <a:t>Related Work</a:t>
            </a:r>
            <a:endParaRPr sz="5400" dirty="0"/>
          </a:p>
        </p:txBody>
      </p:sp>
      <p:sp>
        <p:nvSpPr>
          <p:cNvPr id="433" name="Google Shape;433;p44"/>
          <p:cNvSpPr txBox="1">
            <a:spLocks noGrp="1"/>
          </p:cNvSpPr>
          <p:nvPr>
            <p:ph type="title" idx="2"/>
          </p:nvPr>
        </p:nvSpPr>
        <p:spPr>
          <a:xfrm>
            <a:off x="1393550" y="1713902"/>
            <a:ext cx="1200000" cy="841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01</a:t>
            </a:r>
            <a:endParaRPr/>
          </a:p>
        </p:txBody>
      </p:sp>
      <p:grpSp>
        <p:nvGrpSpPr>
          <p:cNvPr id="434" name="Google Shape;434;p44"/>
          <p:cNvGrpSpPr/>
          <p:nvPr/>
        </p:nvGrpSpPr>
        <p:grpSpPr>
          <a:xfrm flipH="1">
            <a:off x="576156" y="508623"/>
            <a:ext cx="8385900" cy="90900"/>
            <a:chOff x="160950" y="480600"/>
            <a:chExt cx="8385900" cy="90900"/>
          </a:xfrm>
        </p:grpSpPr>
        <p:cxnSp>
          <p:nvCxnSpPr>
            <p:cNvPr id="435" name="Google Shape;435;p44"/>
            <p:cNvCxnSpPr/>
            <p:nvPr/>
          </p:nvCxnSpPr>
          <p:spPr>
            <a:xfrm>
              <a:off x="160950" y="571500"/>
              <a:ext cx="8385900" cy="0"/>
            </a:xfrm>
            <a:prstGeom prst="straightConnector1">
              <a:avLst/>
            </a:prstGeom>
            <a:noFill/>
            <a:ln w="9525" cap="flat" cmpd="sng">
              <a:solidFill>
                <a:schemeClr val="lt1"/>
              </a:solidFill>
              <a:prstDash val="solid"/>
              <a:round/>
              <a:headEnd type="none" w="med" len="med"/>
              <a:tailEnd type="none" w="med" len="med"/>
            </a:ln>
          </p:spPr>
        </p:cxnSp>
        <p:sp>
          <p:nvSpPr>
            <p:cNvPr id="436" name="Google Shape;436;p44"/>
            <p:cNvSpPr/>
            <p:nvPr/>
          </p:nvSpPr>
          <p:spPr>
            <a:xfrm>
              <a:off x="8041650" y="480600"/>
              <a:ext cx="505200" cy="909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7" name="Google Shape;437;p44"/>
          <p:cNvGrpSpPr/>
          <p:nvPr/>
        </p:nvGrpSpPr>
        <p:grpSpPr>
          <a:xfrm rot="10800000">
            <a:off x="7961770" y="1295598"/>
            <a:ext cx="90900" cy="3697200"/>
            <a:chOff x="1113520" y="156298"/>
            <a:chExt cx="90900" cy="3697200"/>
          </a:xfrm>
        </p:grpSpPr>
        <p:sp>
          <p:nvSpPr>
            <p:cNvPr id="438" name="Google Shape;438;p44"/>
            <p:cNvSpPr/>
            <p:nvPr/>
          </p:nvSpPr>
          <p:spPr>
            <a:xfrm rot="-5400000">
              <a:off x="906370" y="3555448"/>
              <a:ext cx="505200" cy="909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39" name="Google Shape;439;p44"/>
            <p:cNvCxnSpPr/>
            <p:nvPr/>
          </p:nvCxnSpPr>
          <p:spPr>
            <a:xfrm rot="10800000">
              <a:off x="1121185" y="156298"/>
              <a:ext cx="0" cy="3434700"/>
            </a:xfrm>
            <a:prstGeom prst="straightConnector1">
              <a:avLst/>
            </a:prstGeom>
            <a:noFill/>
            <a:ln w="9525" cap="flat" cmpd="sng">
              <a:solidFill>
                <a:schemeClr val="lt1"/>
              </a:solidFill>
              <a:prstDash val="solid"/>
              <a:round/>
              <a:headEnd type="none" w="med" len="med"/>
              <a:tailEnd type="none" w="med" len="med"/>
            </a:ln>
          </p:spPr>
        </p:cxnSp>
      </p:grpSp>
    </p:spTree>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613"/>
        <p:cNvGrpSpPr/>
        <p:nvPr/>
      </p:nvGrpSpPr>
      <p:grpSpPr>
        <a:xfrm>
          <a:off x="0" y="0"/>
          <a:ext cx="0" cy="0"/>
          <a:chOff x="0" y="0"/>
          <a:chExt cx="0" cy="0"/>
        </a:xfrm>
      </p:grpSpPr>
      <p:graphicFrame>
        <p:nvGraphicFramePr>
          <p:cNvPr id="615" name="Google Shape;615;p61"/>
          <p:cNvGraphicFramePr/>
          <p:nvPr>
            <p:extLst>
              <p:ext uri="{D42A27DB-BD31-4B8C-83A1-F6EECF244321}">
                <p14:modId xmlns:p14="http://schemas.microsoft.com/office/powerpoint/2010/main" val="1152652512"/>
              </p:ext>
            </p:extLst>
          </p:nvPr>
        </p:nvGraphicFramePr>
        <p:xfrm>
          <a:off x="685800" y="327661"/>
          <a:ext cx="7703820" cy="4602480"/>
        </p:xfrm>
        <a:graphic>
          <a:graphicData uri="http://schemas.openxmlformats.org/drawingml/2006/table">
            <a:tbl>
              <a:tblPr>
                <a:noFill/>
                <a:tableStyleId>{1FFBF228-6F98-4F8E-B3A5-E3E8A43EDDBD}</a:tableStyleId>
              </a:tblPr>
              <a:tblGrid>
                <a:gridCol w="7703820">
                  <a:extLst>
                    <a:ext uri="{9D8B030D-6E8A-4147-A177-3AD203B41FA5}">
                      <a16:colId xmlns:a16="http://schemas.microsoft.com/office/drawing/2014/main" val="20000"/>
                    </a:ext>
                  </a:extLst>
                </a:gridCol>
              </a:tblGrid>
              <a:tr h="3478698">
                <a:tc>
                  <a:txBody>
                    <a:bodyPr/>
                    <a:lstStyle/>
                    <a:p>
                      <a:pPr marL="171450" lvl="0" indent="-171450" algn="l" rtl="0">
                        <a:lnSpc>
                          <a:spcPct val="100000"/>
                        </a:lnSpc>
                        <a:spcBef>
                          <a:spcPts val="0"/>
                        </a:spcBef>
                        <a:spcAft>
                          <a:spcPts val="600"/>
                        </a:spcAft>
                        <a:buFont typeface="Arial" panose="020B0604020202020204" pitchFamily="34" charset="0"/>
                        <a:buChar char="•"/>
                      </a:pPr>
                      <a:r>
                        <a:rPr lang="en-US" sz="1200" dirty="0" smtClean="0">
                          <a:solidFill>
                            <a:schemeClr val="dk1"/>
                          </a:solidFill>
                          <a:latin typeface="Akatab"/>
                          <a:ea typeface="Akatab"/>
                          <a:cs typeface="Akatab"/>
                          <a:sym typeface="Akatab"/>
                        </a:rPr>
                        <a:t>Human motion and performance analysis has been widely applied in sports, rehabilitation, and human–computer interaction using computer vision and machine learning techniques [1][2].</a:t>
                      </a:r>
                    </a:p>
                    <a:p>
                      <a:pPr marL="171450" lvl="0" indent="-171450" algn="l" rtl="0">
                        <a:lnSpc>
                          <a:spcPct val="100000"/>
                        </a:lnSpc>
                        <a:spcBef>
                          <a:spcPts val="0"/>
                        </a:spcBef>
                        <a:spcAft>
                          <a:spcPts val="600"/>
                        </a:spcAft>
                        <a:buFont typeface="Arial" panose="020B0604020202020204" pitchFamily="34" charset="0"/>
                        <a:buChar char="•"/>
                      </a:pPr>
                      <a:r>
                        <a:rPr lang="en-US" sz="1200" dirty="0" smtClean="0">
                          <a:solidFill>
                            <a:schemeClr val="dk1"/>
                          </a:solidFill>
                          <a:latin typeface="Akatab"/>
                          <a:ea typeface="Akatab"/>
                          <a:cs typeface="Akatab"/>
                          <a:sym typeface="Akatab"/>
                        </a:rPr>
                        <a:t>Previous studies developed automated systems for recognizing actions and analyzing motion from video sequences with high accuracy [1][2].</a:t>
                      </a:r>
                    </a:p>
                    <a:p>
                      <a:pPr marL="171450" lvl="0" indent="-171450" algn="l" rtl="0">
                        <a:lnSpc>
                          <a:spcPct val="100000"/>
                        </a:lnSpc>
                        <a:spcBef>
                          <a:spcPts val="0"/>
                        </a:spcBef>
                        <a:spcAft>
                          <a:spcPts val="600"/>
                        </a:spcAft>
                        <a:buFont typeface="Arial" panose="020B0604020202020204" pitchFamily="34" charset="0"/>
                        <a:buChar char="•"/>
                      </a:pPr>
                      <a:r>
                        <a:rPr lang="en-US" sz="1200" dirty="0" smtClean="0">
                          <a:solidFill>
                            <a:schemeClr val="dk1"/>
                          </a:solidFill>
                          <a:latin typeface="Akatab"/>
                          <a:ea typeface="Akatab"/>
                          <a:cs typeface="Akatab"/>
                          <a:sym typeface="Akatab"/>
                        </a:rPr>
                        <a:t>Research by </a:t>
                      </a:r>
                      <a:r>
                        <a:rPr lang="en-US" sz="1200" dirty="0" err="1" smtClean="0">
                          <a:solidFill>
                            <a:schemeClr val="dk1"/>
                          </a:solidFill>
                          <a:latin typeface="Akatab"/>
                          <a:ea typeface="Akatab"/>
                          <a:cs typeface="Akatab"/>
                          <a:sym typeface="Akatab"/>
                        </a:rPr>
                        <a:t>Hao</a:t>
                      </a:r>
                      <a:r>
                        <a:rPr lang="en-US" sz="1200" dirty="0" smtClean="0">
                          <a:solidFill>
                            <a:schemeClr val="dk1"/>
                          </a:solidFill>
                          <a:latin typeface="Akatab"/>
                          <a:ea typeface="Akatab"/>
                          <a:cs typeface="Akatab"/>
                          <a:sym typeface="Akatab"/>
                        </a:rPr>
                        <a:t> [3] and </a:t>
                      </a:r>
                      <a:r>
                        <a:rPr lang="en-US" sz="1200" dirty="0" err="1" smtClean="0">
                          <a:solidFill>
                            <a:schemeClr val="dk1"/>
                          </a:solidFill>
                          <a:latin typeface="Akatab"/>
                          <a:ea typeface="Akatab"/>
                          <a:cs typeface="Akatab"/>
                          <a:sym typeface="Akatab"/>
                        </a:rPr>
                        <a:t>Jindo</a:t>
                      </a:r>
                      <a:r>
                        <a:rPr lang="en-US" sz="1200" dirty="0" smtClean="0">
                          <a:solidFill>
                            <a:schemeClr val="dk1"/>
                          </a:solidFill>
                          <a:latin typeface="Akatab"/>
                          <a:ea typeface="Akatab"/>
                          <a:cs typeface="Akatab"/>
                          <a:sym typeface="Akatab"/>
                        </a:rPr>
                        <a:t> et al. [4] showed the effectiveness of AI-driven motion analysis for evaluating athletic performance and providing automated feedback.</a:t>
                      </a:r>
                    </a:p>
                    <a:p>
                      <a:pPr marL="171450" lvl="0" indent="-171450" algn="l" rtl="0">
                        <a:lnSpc>
                          <a:spcPct val="100000"/>
                        </a:lnSpc>
                        <a:spcBef>
                          <a:spcPts val="0"/>
                        </a:spcBef>
                        <a:spcAft>
                          <a:spcPts val="600"/>
                        </a:spcAft>
                        <a:buFont typeface="Arial" panose="020B0604020202020204" pitchFamily="34" charset="0"/>
                        <a:buChar char="•"/>
                      </a:pPr>
                      <a:r>
                        <a:rPr lang="en-US" sz="1200" dirty="0" smtClean="0">
                          <a:solidFill>
                            <a:schemeClr val="dk1"/>
                          </a:solidFill>
                          <a:latin typeface="Akatab"/>
                          <a:ea typeface="Akatab"/>
                          <a:cs typeface="Akatab"/>
                          <a:sym typeface="Akatab"/>
                        </a:rPr>
                        <a:t>Most existing studies focus on structured activities such as sports, while expressive fields like acting remain less explored [3][4].</a:t>
                      </a:r>
                    </a:p>
                    <a:p>
                      <a:pPr marL="171450" lvl="0" indent="-171450" algn="l" rtl="0">
                        <a:lnSpc>
                          <a:spcPct val="100000"/>
                        </a:lnSpc>
                        <a:spcBef>
                          <a:spcPts val="0"/>
                        </a:spcBef>
                        <a:spcAft>
                          <a:spcPts val="600"/>
                        </a:spcAft>
                        <a:buFont typeface="Arial" panose="020B0604020202020204" pitchFamily="34" charset="0"/>
                        <a:buChar char="•"/>
                      </a:pPr>
                      <a:r>
                        <a:rPr lang="en-US" sz="1200" dirty="0" smtClean="0">
                          <a:solidFill>
                            <a:schemeClr val="dk1"/>
                          </a:solidFill>
                          <a:latin typeface="Akatab"/>
                          <a:ea typeface="Akatab"/>
                          <a:cs typeface="Akatab"/>
                          <a:sym typeface="Akatab"/>
                        </a:rPr>
                        <a:t>Acting evaluation is more complex because it depends on subtle body language, gesture quality, and emotional expression.</a:t>
                      </a:r>
                    </a:p>
                    <a:p>
                      <a:pPr marL="171450" lvl="0" indent="-171450" algn="l" rtl="0">
                        <a:lnSpc>
                          <a:spcPct val="100000"/>
                        </a:lnSpc>
                        <a:spcBef>
                          <a:spcPts val="0"/>
                        </a:spcBef>
                        <a:spcAft>
                          <a:spcPts val="600"/>
                        </a:spcAft>
                        <a:buFont typeface="Arial" panose="020B0604020202020204" pitchFamily="34" charset="0"/>
                        <a:buChar char="•"/>
                      </a:pPr>
                      <a:r>
                        <a:rPr lang="en-US" sz="1200" dirty="0" smtClean="0">
                          <a:solidFill>
                            <a:schemeClr val="dk1"/>
                          </a:solidFill>
                          <a:latin typeface="Akatab"/>
                          <a:ea typeface="Akatab"/>
                          <a:cs typeface="Akatab"/>
                          <a:sym typeface="Akatab"/>
                        </a:rPr>
                        <a:t>Recent approaches using MediaPipe and gesture recognition methods improved gesture classification, but many still rely on simple binary evaluation techniques [5].</a:t>
                      </a:r>
                    </a:p>
                    <a:p>
                      <a:pPr marL="171450" lvl="0" indent="-171450" algn="l" rtl="0">
                        <a:lnSpc>
                          <a:spcPct val="100000"/>
                        </a:lnSpc>
                        <a:spcBef>
                          <a:spcPts val="0"/>
                        </a:spcBef>
                        <a:spcAft>
                          <a:spcPts val="600"/>
                        </a:spcAft>
                        <a:buFont typeface="Arial" panose="020B0604020202020204" pitchFamily="34" charset="0"/>
                        <a:buChar char="•"/>
                      </a:pPr>
                      <a:r>
                        <a:rPr lang="en-US" sz="1200" dirty="0" smtClean="0">
                          <a:solidFill>
                            <a:schemeClr val="dk1"/>
                          </a:solidFill>
                          <a:latin typeface="Akatab"/>
                          <a:ea typeface="Akatab"/>
                          <a:cs typeface="Akatab"/>
                          <a:sym typeface="Akatab"/>
                        </a:rPr>
                        <a:t>Existing systems lack a comprehensive multi-modal approach for objectively evaluating expressive acting performance and behavioral cues.</a:t>
                      </a:r>
                      <a:endParaRPr lang="en-US" sz="1200" dirty="0">
                        <a:solidFill>
                          <a:schemeClr val="dk1"/>
                        </a:solidFill>
                        <a:latin typeface="Akatab"/>
                        <a:ea typeface="Akatab"/>
                        <a:cs typeface="Akatab"/>
                        <a:sym typeface="Akatab"/>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1"/>
                  </a:ext>
                </a:extLst>
              </a:tr>
              <a:tr h="1123782">
                <a:tc>
                  <a:txBody>
                    <a:bodyPr/>
                    <a:lstStyle/>
                    <a:p>
                      <a:pPr marL="171450" lvl="0" indent="-171450" algn="l" rtl="0">
                        <a:spcBef>
                          <a:spcPts val="0"/>
                        </a:spcBef>
                        <a:spcAft>
                          <a:spcPts val="0"/>
                        </a:spcAft>
                        <a:buFont typeface="Arial" panose="020B0604020202020204" pitchFamily="34" charset="0"/>
                        <a:buChar char="•"/>
                      </a:pPr>
                      <a:r>
                        <a:rPr lang="en-US" sz="800" dirty="0" smtClean="0">
                          <a:solidFill>
                            <a:schemeClr val="dk1"/>
                          </a:solidFill>
                          <a:latin typeface="Noto Serif Ethiopic"/>
                          <a:ea typeface="Noto Serif Ethiopic"/>
                          <a:cs typeface="Noto Serif Ethiopic"/>
                          <a:sym typeface="Noto Serif Ethiopic"/>
                        </a:rPr>
                        <a:t>[1] </a:t>
                      </a:r>
                      <a:r>
                        <a:rPr lang="en-US" sz="800" dirty="0" err="1" smtClean="0">
                          <a:solidFill>
                            <a:schemeClr val="dk1"/>
                          </a:solidFill>
                          <a:latin typeface="Noto Serif Ethiopic"/>
                          <a:ea typeface="Noto Serif Ethiopic"/>
                          <a:cs typeface="Noto Serif Ethiopic"/>
                          <a:sym typeface="Noto Serif Ethiopic"/>
                        </a:rPr>
                        <a:t>RamezElmasri</a:t>
                      </a:r>
                      <a:r>
                        <a:rPr lang="en-US" sz="800" dirty="0" smtClean="0">
                          <a:solidFill>
                            <a:schemeClr val="dk1"/>
                          </a:solidFill>
                          <a:latin typeface="Noto Serif Ethiopic"/>
                          <a:ea typeface="Noto Serif Ethiopic"/>
                          <a:cs typeface="Noto Serif Ethiopic"/>
                          <a:sym typeface="Noto Serif Ethiopic"/>
                        </a:rPr>
                        <a:t> and </a:t>
                      </a:r>
                      <a:r>
                        <a:rPr lang="en-US" sz="800" dirty="0" err="1" smtClean="0">
                          <a:solidFill>
                            <a:schemeClr val="dk1"/>
                          </a:solidFill>
                          <a:latin typeface="Noto Serif Ethiopic"/>
                          <a:ea typeface="Noto Serif Ethiopic"/>
                          <a:cs typeface="Noto Serif Ethiopic"/>
                          <a:sym typeface="Noto Serif Ethiopic"/>
                        </a:rPr>
                        <a:t>Shamkant</a:t>
                      </a:r>
                      <a:r>
                        <a:rPr lang="en-US" sz="800" dirty="0" smtClean="0">
                          <a:solidFill>
                            <a:schemeClr val="dk1"/>
                          </a:solidFill>
                          <a:latin typeface="Noto Serif Ethiopic"/>
                          <a:ea typeface="Noto Serif Ethiopic"/>
                          <a:cs typeface="Noto Serif Ethiopic"/>
                          <a:sym typeface="Noto Serif Ethiopic"/>
                        </a:rPr>
                        <a:t> B. </a:t>
                      </a:r>
                      <a:r>
                        <a:rPr lang="en-US" sz="800" dirty="0" err="1" smtClean="0">
                          <a:solidFill>
                            <a:schemeClr val="dk1"/>
                          </a:solidFill>
                          <a:latin typeface="Noto Serif Ethiopic"/>
                          <a:ea typeface="Noto Serif Ethiopic"/>
                          <a:cs typeface="Noto Serif Ethiopic"/>
                          <a:sym typeface="Noto Serif Ethiopic"/>
                        </a:rPr>
                        <a:t>Navathe</a:t>
                      </a:r>
                      <a:r>
                        <a:rPr lang="en-US" sz="800" dirty="0" smtClean="0">
                          <a:solidFill>
                            <a:schemeClr val="dk1"/>
                          </a:solidFill>
                          <a:latin typeface="Noto Serif Ethiopic"/>
                          <a:ea typeface="Noto Serif Ethiopic"/>
                          <a:cs typeface="Noto Serif Ethiopic"/>
                          <a:sym typeface="Noto Serif Ethiopic"/>
                        </a:rPr>
                        <a:t>. Fundamentals of Database Systems. 7th. Pearson, 2016.</a:t>
                      </a:r>
                    </a:p>
                    <a:p>
                      <a:pPr marL="171450" lvl="0" indent="-171450" algn="l" rtl="0">
                        <a:spcBef>
                          <a:spcPts val="0"/>
                        </a:spcBef>
                        <a:spcAft>
                          <a:spcPts val="0"/>
                        </a:spcAft>
                        <a:buFont typeface="Arial" panose="020B0604020202020204" pitchFamily="34" charset="0"/>
                        <a:buChar char="•"/>
                      </a:pPr>
                      <a:r>
                        <a:rPr lang="en-US" sz="800" dirty="0" smtClean="0">
                          <a:solidFill>
                            <a:schemeClr val="dk1"/>
                          </a:solidFill>
                          <a:latin typeface="Noto Serif Ethiopic"/>
                          <a:ea typeface="Noto Serif Ethiopic"/>
                          <a:cs typeface="Noto Serif Ethiopic"/>
                          <a:sym typeface="Noto Serif Ethiopic"/>
                        </a:rPr>
                        <a:t>[2] Evaluating Actors’ Performance using Machine Learning for Gesture Classification. Research paper. 2024.</a:t>
                      </a:r>
                    </a:p>
                    <a:p>
                      <a:pPr marL="171450" lvl="0" indent="-171450" algn="l" rtl="0">
                        <a:spcBef>
                          <a:spcPts val="0"/>
                        </a:spcBef>
                        <a:spcAft>
                          <a:spcPts val="0"/>
                        </a:spcAft>
                        <a:buFont typeface="Arial" panose="020B0604020202020204" pitchFamily="34" charset="0"/>
                        <a:buChar char="•"/>
                      </a:pPr>
                      <a:r>
                        <a:rPr lang="en-US" sz="800" dirty="0" smtClean="0">
                          <a:solidFill>
                            <a:schemeClr val="dk1"/>
                          </a:solidFill>
                          <a:latin typeface="Noto Serif Ethiopic"/>
                          <a:ea typeface="Noto Serif Ethiopic"/>
                          <a:cs typeface="Noto Serif Ethiopic"/>
                          <a:sym typeface="Noto Serif Ethiopic"/>
                        </a:rPr>
                        <a:t>[3] Improving Tele-Rehabilitation Performance: The Role of Ensemble Learning in Human</a:t>
                      </a:r>
                      <a:r>
                        <a:rPr lang="en-US" sz="800" baseline="0" dirty="0" smtClean="0">
                          <a:solidFill>
                            <a:schemeClr val="dk1"/>
                          </a:solidFill>
                          <a:latin typeface="Noto Serif Ethiopic"/>
                          <a:ea typeface="Noto Serif Ethiopic"/>
                          <a:cs typeface="Noto Serif Ethiopic"/>
                          <a:sym typeface="Noto Serif Ethiopic"/>
                        </a:rPr>
                        <a:t> </a:t>
                      </a:r>
                      <a:r>
                        <a:rPr lang="en-US" sz="800" dirty="0" smtClean="0">
                          <a:solidFill>
                            <a:schemeClr val="dk1"/>
                          </a:solidFill>
                          <a:latin typeface="Noto Serif Ethiopic"/>
                          <a:ea typeface="Noto Serif Ethiopic"/>
                          <a:cs typeface="Noto Serif Ethiopic"/>
                          <a:sym typeface="Noto Serif Ethiopic"/>
                        </a:rPr>
                        <a:t>Activity Recognition. Research paper. 2025.</a:t>
                      </a:r>
                    </a:p>
                    <a:p>
                      <a:pPr marL="171450" lvl="0" indent="-171450" algn="l" rtl="0">
                        <a:spcBef>
                          <a:spcPts val="0"/>
                        </a:spcBef>
                        <a:spcAft>
                          <a:spcPts val="0"/>
                        </a:spcAft>
                        <a:buFont typeface="Arial" panose="020B0604020202020204" pitchFamily="34" charset="0"/>
                        <a:buChar char="•"/>
                      </a:pPr>
                      <a:r>
                        <a:rPr lang="en-US" sz="800" dirty="0" smtClean="0">
                          <a:solidFill>
                            <a:schemeClr val="dk1"/>
                          </a:solidFill>
                          <a:latin typeface="Noto Serif Ethiopic"/>
                          <a:ea typeface="Noto Serif Ethiopic"/>
                          <a:cs typeface="Noto Serif Ethiopic"/>
                          <a:sym typeface="Noto Serif Ethiopic"/>
                        </a:rPr>
                        <a:t>[4] </a:t>
                      </a:r>
                      <a:r>
                        <a:rPr lang="en-US" sz="800" dirty="0" err="1" smtClean="0">
                          <a:solidFill>
                            <a:schemeClr val="dk1"/>
                          </a:solidFill>
                          <a:latin typeface="Noto Serif Ethiopic"/>
                          <a:ea typeface="Noto Serif Ethiopic"/>
                          <a:cs typeface="Noto Serif Ethiopic"/>
                          <a:sym typeface="Noto Serif Ethiopic"/>
                        </a:rPr>
                        <a:t>GeeksforGeeks</a:t>
                      </a:r>
                      <a:r>
                        <a:rPr lang="en-US" sz="800" dirty="0" smtClean="0">
                          <a:solidFill>
                            <a:schemeClr val="dk1"/>
                          </a:solidFill>
                          <a:latin typeface="Noto Serif Ethiopic"/>
                          <a:ea typeface="Noto Serif Ethiopic"/>
                          <a:cs typeface="Noto Serif Ethiopic"/>
                          <a:sym typeface="Noto Serif Ethiopic"/>
                        </a:rPr>
                        <a:t>. Convolutional Neural Network (CNN) in Deep Learning. https://www.geeksforgeeks.org/deep-learning/convolutional-neural-network-cnn-in-machine-learning/. Accessed: 2026-05-12. 2026.</a:t>
                      </a:r>
                    </a:p>
                    <a:p>
                      <a:pPr marL="171450" lvl="0" indent="-171450" algn="l" rtl="0">
                        <a:spcBef>
                          <a:spcPts val="0"/>
                        </a:spcBef>
                        <a:spcAft>
                          <a:spcPts val="0"/>
                        </a:spcAft>
                        <a:buFont typeface="Arial" panose="020B0604020202020204" pitchFamily="34" charset="0"/>
                        <a:buChar char="•"/>
                      </a:pPr>
                      <a:r>
                        <a:rPr lang="en-US" sz="800" dirty="0" smtClean="0">
                          <a:solidFill>
                            <a:schemeClr val="dk1"/>
                          </a:solidFill>
                          <a:latin typeface="Noto Serif Ethiopic"/>
                          <a:ea typeface="Noto Serif Ethiopic"/>
                          <a:cs typeface="Noto Serif Ethiopic"/>
                          <a:sym typeface="Noto Serif Ethiopic"/>
                        </a:rPr>
                        <a:t>[5] </a:t>
                      </a:r>
                      <a:r>
                        <a:rPr lang="en-US" sz="800" dirty="0" err="1" smtClean="0">
                          <a:solidFill>
                            <a:schemeClr val="dk1"/>
                          </a:solidFill>
                          <a:latin typeface="Noto Serif Ethiopic"/>
                          <a:ea typeface="Noto Serif Ethiopic"/>
                          <a:cs typeface="Noto Serif Ethiopic"/>
                          <a:sym typeface="Noto Serif Ethiopic"/>
                        </a:rPr>
                        <a:t>Huijun</a:t>
                      </a:r>
                      <a:r>
                        <a:rPr lang="en-US" sz="800" dirty="0" smtClean="0">
                          <a:solidFill>
                            <a:schemeClr val="dk1"/>
                          </a:solidFill>
                          <a:latin typeface="Noto Serif Ethiopic"/>
                          <a:ea typeface="Noto Serif Ethiopic"/>
                          <a:cs typeface="Noto Serif Ethiopic"/>
                          <a:sym typeface="Noto Serif Ethiopic"/>
                        </a:rPr>
                        <a:t> Hu and </a:t>
                      </a:r>
                      <a:r>
                        <a:rPr lang="en-US" sz="800" dirty="0" err="1" smtClean="0">
                          <a:solidFill>
                            <a:schemeClr val="dk1"/>
                          </a:solidFill>
                          <a:latin typeface="Noto Serif Ethiopic"/>
                          <a:ea typeface="Noto Serif Ethiopic"/>
                          <a:cs typeface="Noto Serif Ethiopic"/>
                          <a:sym typeface="Noto Serif Ethiopic"/>
                        </a:rPr>
                        <a:t>Jiawen</a:t>
                      </a:r>
                      <a:r>
                        <a:rPr lang="en-US" sz="800" dirty="0" smtClean="0">
                          <a:solidFill>
                            <a:schemeClr val="dk1"/>
                          </a:solidFill>
                          <a:latin typeface="Noto Serif Ethiopic"/>
                          <a:ea typeface="Noto Serif Ethiopic"/>
                          <a:cs typeface="Noto Serif Ethiopic"/>
                          <a:sym typeface="Noto Serif Ethiopic"/>
                        </a:rPr>
                        <a:t> </a:t>
                      </a:r>
                      <a:r>
                        <a:rPr lang="en-US" sz="800" dirty="0" err="1" smtClean="0">
                          <a:solidFill>
                            <a:schemeClr val="dk1"/>
                          </a:solidFill>
                          <a:latin typeface="Noto Serif Ethiopic"/>
                          <a:ea typeface="Noto Serif Ethiopic"/>
                          <a:cs typeface="Noto Serif Ethiopic"/>
                          <a:sym typeface="Noto Serif Ethiopic"/>
                        </a:rPr>
                        <a:t>Hao</a:t>
                      </a:r>
                      <a:r>
                        <a:rPr lang="en-US" sz="800" dirty="0" smtClean="0">
                          <a:solidFill>
                            <a:schemeClr val="dk1"/>
                          </a:solidFill>
                          <a:latin typeface="Noto Serif Ethiopic"/>
                          <a:ea typeface="Noto Serif Ethiopic"/>
                          <a:cs typeface="Noto Serif Ethiopic"/>
                          <a:sym typeface="Noto Serif Ethiopic"/>
                        </a:rPr>
                        <a:t>. “Beyond the Coach: Exploring the Efficacy of a Machine</a:t>
                      </a:r>
                      <a:r>
                        <a:rPr lang="en-US" sz="800" baseline="0" dirty="0" smtClean="0">
                          <a:solidFill>
                            <a:schemeClr val="dk1"/>
                          </a:solidFill>
                          <a:latin typeface="Noto Serif Ethiopic"/>
                          <a:ea typeface="Noto Serif Ethiopic"/>
                          <a:cs typeface="Noto Serif Ethiopic"/>
                          <a:sym typeface="Noto Serif Ethiopic"/>
                        </a:rPr>
                        <a:t> </a:t>
                      </a:r>
                      <a:r>
                        <a:rPr lang="en-US" sz="800" dirty="0" smtClean="0">
                          <a:solidFill>
                            <a:schemeClr val="dk1"/>
                          </a:solidFill>
                          <a:latin typeface="Noto Serif Ethiopic"/>
                          <a:ea typeface="Noto Serif Ethiopic"/>
                          <a:cs typeface="Noto Serif Ethiopic"/>
                          <a:sym typeface="Noto Serif Ethiopic"/>
                        </a:rPr>
                        <a:t>Learning Application for Improving Tennis Players’ Performance”. In: </a:t>
                      </a:r>
                      <a:r>
                        <a:rPr lang="en-US" sz="800" dirty="0" err="1" smtClean="0">
                          <a:solidFill>
                            <a:schemeClr val="dk1"/>
                          </a:solidFill>
                          <a:latin typeface="Noto Serif Ethiopic"/>
                          <a:ea typeface="Noto Serif Ethiopic"/>
                          <a:cs typeface="Noto Serif Ethiopic"/>
                          <a:sym typeface="Noto Serif Ethiopic"/>
                        </a:rPr>
                        <a:t>AIRCConline</a:t>
                      </a:r>
                      <a:r>
                        <a:rPr lang="en-US" sz="800" dirty="0" smtClean="0">
                          <a:solidFill>
                            <a:schemeClr val="dk1"/>
                          </a:solidFill>
                          <a:latin typeface="Noto Serif Ethiopic"/>
                          <a:ea typeface="Noto Serif Ethiopic"/>
                          <a:cs typeface="Noto Serif Ethiopic"/>
                          <a:sym typeface="Noto Serif Ethiopic"/>
                        </a:rPr>
                        <a:t> 42.4</a:t>
                      </a:r>
                      <a:r>
                        <a:rPr lang="en-US" sz="800" baseline="0" dirty="0" smtClean="0">
                          <a:solidFill>
                            <a:schemeClr val="dk1"/>
                          </a:solidFill>
                          <a:latin typeface="Noto Serif Ethiopic"/>
                          <a:ea typeface="Noto Serif Ethiopic"/>
                          <a:cs typeface="Noto Serif Ethiopic"/>
                          <a:sym typeface="Noto Serif Ethiopic"/>
                        </a:rPr>
                        <a:t> </a:t>
                      </a:r>
                      <a:r>
                        <a:rPr lang="en-US" sz="800" dirty="0" smtClean="0">
                          <a:solidFill>
                            <a:schemeClr val="dk1"/>
                          </a:solidFill>
                          <a:latin typeface="Noto Serif Ethiopic"/>
                          <a:ea typeface="Noto Serif Ethiopic"/>
                          <a:cs typeface="Noto Serif Ethiopic"/>
                          <a:sym typeface="Noto Serif Ethiopic"/>
                        </a:rPr>
                        <a:t>(2023)</a:t>
                      </a:r>
                      <a:endParaRPr sz="800" dirty="0">
                        <a:solidFill>
                          <a:schemeClr val="dk1"/>
                        </a:solidFill>
                        <a:latin typeface="Noto Serif Ethiopic"/>
                        <a:ea typeface="Noto Serif Ethiopic"/>
                        <a:cs typeface="Noto Serif Ethiopic"/>
                        <a:sym typeface="Noto Serif Ethiopic"/>
                      </a:endParaRPr>
                    </a:p>
                  </a:txBody>
                  <a:tcPr marL="91425" marR="91425" marT="91425" marB="91425">
                    <a:lnL w="9525"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1200881115"/>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457"/>
        <p:cNvGrpSpPr/>
        <p:nvPr/>
      </p:nvGrpSpPr>
      <p:grpSpPr>
        <a:xfrm>
          <a:off x="0" y="0"/>
          <a:ext cx="0" cy="0"/>
          <a:chOff x="0" y="0"/>
          <a:chExt cx="0" cy="0"/>
        </a:xfrm>
      </p:grpSpPr>
      <p:sp>
        <p:nvSpPr>
          <p:cNvPr id="458" name="Google Shape;458;p47"/>
          <p:cNvSpPr txBox="1">
            <a:spLocks noGrp="1"/>
          </p:cNvSpPr>
          <p:nvPr>
            <p:ph type="title"/>
          </p:nvPr>
        </p:nvSpPr>
        <p:spPr>
          <a:xfrm>
            <a:off x="2352125" y="2350752"/>
            <a:ext cx="3555300" cy="1777152"/>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5400" dirty="0" smtClean="0"/>
              <a:t>Problem Statement</a:t>
            </a:r>
            <a:endParaRPr sz="5400" dirty="0"/>
          </a:p>
        </p:txBody>
      </p:sp>
      <p:sp>
        <p:nvSpPr>
          <p:cNvPr id="459" name="Google Shape;459;p47"/>
          <p:cNvSpPr txBox="1">
            <a:spLocks noGrp="1"/>
          </p:cNvSpPr>
          <p:nvPr>
            <p:ph type="title" idx="2"/>
          </p:nvPr>
        </p:nvSpPr>
        <p:spPr>
          <a:xfrm>
            <a:off x="1152125" y="2350752"/>
            <a:ext cx="1200000" cy="841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02</a:t>
            </a:r>
            <a:endParaRPr/>
          </a:p>
        </p:txBody>
      </p:sp>
      <p:grpSp>
        <p:nvGrpSpPr>
          <p:cNvPr id="461" name="Google Shape;461;p47"/>
          <p:cNvGrpSpPr/>
          <p:nvPr/>
        </p:nvGrpSpPr>
        <p:grpSpPr>
          <a:xfrm flipH="1">
            <a:off x="577491" y="508623"/>
            <a:ext cx="8385900" cy="90900"/>
            <a:chOff x="160950" y="480600"/>
            <a:chExt cx="8385900" cy="90900"/>
          </a:xfrm>
        </p:grpSpPr>
        <p:cxnSp>
          <p:nvCxnSpPr>
            <p:cNvPr id="462" name="Google Shape;462;p47"/>
            <p:cNvCxnSpPr/>
            <p:nvPr/>
          </p:nvCxnSpPr>
          <p:spPr>
            <a:xfrm>
              <a:off x="160950" y="571500"/>
              <a:ext cx="8385900" cy="0"/>
            </a:xfrm>
            <a:prstGeom prst="straightConnector1">
              <a:avLst/>
            </a:prstGeom>
            <a:noFill/>
            <a:ln w="9525" cap="flat" cmpd="sng">
              <a:solidFill>
                <a:schemeClr val="lt1"/>
              </a:solidFill>
              <a:prstDash val="solid"/>
              <a:round/>
              <a:headEnd type="none" w="med" len="med"/>
              <a:tailEnd type="none" w="med" len="med"/>
            </a:ln>
          </p:spPr>
        </p:cxnSp>
        <p:sp>
          <p:nvSpPr>
            <p:cNvPr id="463" name="Google Shape;463;p47"/>
            <p:cNvSpPr/>
            <p:nvPr/>
          </p:nvSpPr>
          <p:spPr>
            <a:xfrm>
              <a:off x="8041650" y="480600"/>
              <a:ext cx="505200" cy="909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4" name="Google Shape;464;p47"/>
          <p:cNvGrpSpPr/>
          <p:nvPr/>
        </p:nvGrpSpPr>
        <p:grpSpPr>
          <a:xfrm flipH="1">
            <a:off x="7988270" y="150698"/>
            <a:ext cx="90900" cy="4415700"/>
            <a:chOff x="1113520" y="-562202"/>
            <a:chExt cx="90900" cy="4415700"/>
          </a:xfrm>
        </p:grpSpPr>
        <p:sp>
          <p:nvSpPr>
            <p:cNvPr id="465" name="Google Shape;465;p47"/>
            <p:cNvSpPr/>
            <p:nvPr/>
          </p:nvSpPr>
          <p:spPr>
            <a:xfrm rot="-5400000">
              <a:off x="906370" y="3555448"/>
              <a:ext cx="505200" cy="909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66" name="Google Shape;466;p47"/>
            <p:cNvCxnSpPr/>
            <p:nvPr/>
          </p:nvCxnSpPr>
          <p:spPr>
            <a:xfrm rot="10800000">
              <a:off x="1121185" y="-562202"/>
              <a:ext cx="0" cy="4153200"/>
            </a:xfrm>
            <a:prstGeom prst="straightConnector1">
              <a:avLst/>
            </a:prstGeom>
            <a:noFill/>
            <a:ln w="9525" cap="flat" cmpd="sng">
              <a:solidFill>
                <a:schemeClr val="lt1"/>
              </a:solidFill>
              <a:prstDash val="solid"/>
              <a:round/>
              <a:headEnd type="none" w="med" len="med"/>
              <a:tailEnd type="none" w="med" len="med"/>
            </a:ln>
          </p:spPr>
        </p:cxnSp>
      </p:grpSp>
    </p:spTree>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98"/>
        <p:cNvGrpSpPr/>
        <p:nvPr/>
      </p:nvGrpSpPr>
      <p:grpSpPr>
        <a:xfrm>
          <a:off x="0" y="0"/>
          <a:ext cx="0" cy="0"/>
          <a:chOff x="0" y="0"/>
          <a:chExt cx="0" cy="0"/>
        </a:xfrm>
      </p:grpSpPr>
      <p:sp>
        <p:nvSpPr>
          <p:cNvPr id="400" name="Google Shape;400;p42"/>
          <p:cNvSpPr txBox="1">
            <a:spLocks noGrp="1"/>
          </p:cNvSpPr>
          <p:nvPr>
            <p:ph type="title"/>
          </p:nvPr>
        </p:nvSpPr>
        <p:spPr>
          <a:xfrm>
            <a:off x="1245650" y="450888"/>
            <a:ext cx="1275300" cy="593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01</a:t>
            </a:r>
            <a:endParaRPr/>
          </a:p>
        </p:txBody>
      </p:sp>
      <p:sp>
        <p:nvSpPr>
          <p:cNvPr id="401" name="Google Shape;401;p42"/>
          <p:cNvSpPr txBox="1">
            <a:spLocks noGrp="1"/>
          </p:cNvSpPr>
          <p:nvPr>
            <p:ph type="subTitle" idx="1"/>
          </p:nvPr>
        </p:nvSpPr>
        <p:spPr>
          <a:xfrm>
            <a:off x="720000" y="948763"/>
            <a:ext cx="2336400" cy="1253250"/>
          </a:xfrm>
          <a:prstGeom prst="rect">
            <a:avLst/>
          </a:prstGeom>
        </p:spPr>
        <p:txBody>
          <a:bodyPr spcFirstLastPara="1" wrap="square" lIns="91425" tIns="91425" rIns="91425" bIns="91425" anchor="t" anchorCtr="0">
            <a:noAutofit/>
          </a:bodyPr>
          <a:lstStyle/>
          <a:p>
            <a:pPr marL="0" lvl="0" indent="0"/>
            <a:r>
              <a:rPr lang="en-US" sz="1400" dirty="0"/>
              <a:t>Directors face difficulties evaluating actors objectively due to subjective human judgment.</a:t>
            </a:r>
            <a:endParaRPr sz="1400" dirty="0"/>
          </a:p>
        </p:txBody>
      </p:sp>
      <p:sp>
        <p:nvSpPr>
          <p:cNvPr id="402" name="Google Shape;402;p42"/>
          <p:cNvSpPr txBox="1">
            <a:spLocks noGrp="1"/>
          </p:cNvSpPr>
          <p:nvPr>
            <p:ph type="title" idx="2"/>
          </p:nvPr>
        </p:nvSpPr>
        <p:spPr>
          <a:xfrm>
            <a:off x="3931900" y="450888"/>
            <a:ext cx="1275300" cy="593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02</a:t>
            </a:r>
            <a:endParaRPr/>
          </a:p>
        </p:txBody>
      </p:sp>
      <p:sp>
        <p:nvSpPr>
          <p:cNvPr id="403" name="Google Shape;403;p42"/>
          <p:cNvSpPr txBox="1">
            <a:spLocks noGrp="1"/>
          </p:cNvSpPr>
          <p:nvPr>
            <p:ph type="subTitle" idx="3"/>
          </p:nvPr>
        </p:nvSpPr>
        <p:spPr>
          <a:xfrm>
            <a:off x="3403800" y="948763"/>
            <a:ext cx="2336400" cy="1253250"/>
          </a:xfrm>
          <a:prstGeom prst="rect">
            <a:avLst/>
          </a:prstGeom>
        </p:spPr>
        <p:txBody>
          <a:bodyPr spcFirstLastPara="1" wrap="square" lIns="91425" tIns="91425" rIns="91425" bIns="91425" anchor="t" anchorCtr="0">
            <a:noAutofit/>
          </a:bodyPr>
          <a:lstStyle/>
          <a:p>
            <a:pPr marL="0" lvl="0" indent="0"/>
            <a:r>
              <a:rPr lang="en-US" sz="1400" dirty="0"/>
              <a:t>Nonverbal cues like facial expressions, posture, and gestures are often missed or misinterpreted.</a:t>
            </a:r>
            <a:endParaRPr sz="1400" dirty="0"/>
          </a:p>
        </p:txBody>
      </p:sp>
      <p:sp>
        <p:nvSpPr>
          <p:cNvPr id="404" name="Google Shape;404;p42"/>
          <p:cNvSpPr txBox="1">
            <a:spLocks noGrp="1"/>
          </p:cNvSpPr>
          <p:nvPr>
            <p:ph type="title" idx="4"/>
          </p:nvPr>
        </p:nvSpPr>
        <p:spPr>
          <a:xfrm>
            <a:off x="6623050" y="450888"/>
            <a:ext cx="1275300" cy="593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03</a:t>
            </a:r>
            <a:endParaRPr/>
          </a:p>
        </p:txBody>
      </p:sp>
      <p:sp>
        <p:nvSpPr>
          <p:cNvPr id="405" name="Google Shape;405;p42"/>
          <p:cNvSpPr txBox="1">
            <a:spLocks noGrp="1"/>
          </p:cNvSpPr>
          <p:nvPr>
            <p:ph type="subTitle" idx="5"/>
          </p:nvPr>
        </p:nvSpPr>
        <p:spPr>
          <a:xfrm>
            <a:off x="6087600" y="948763"/>
            <a:ext cx="2336400" cy="1253250"/>
          </a:xfrm>
          <a:prstGeom prst="rect">
            <a:avLst/>
          </a:prstGeom>
        </p:spPr>
        <p:txBody>
          <a:bodyPr spcFirstLastPara="1" wrap="square" lIns="91425" tIns="91425" rIns="91425" bIns="91425" anchor="t" anchorCtr="0">
            <a:noAutofit/>
          </a:bodyPr>
          <a:lstStyle/>
          <a:p>
            <a:pPr marL="0" lvl="0" indent="0"/>
            <a:r>
              <a:rPr lang="en-US" sz="1400" dirty="0"/>
              <a:t>Manual audition review is time-consuming and inconsistent.</a:t>
            </a:r>
            <a:endParaRPr sz="1400" dirty="0"/>
          </a:p>
        </p:txBody>
      </p:sp>
      <p:sp>
        <p:nvSpPr>
          <p:cNvPr id="406" name="Google Shape;406;p42"/>
          <p:cNvSpPr txBox="1">
            <a:spLocks noGrp="1"/>
          </p:cNvSpPr>
          <p:nvPr>
            <p:ph type="title" idx="6"/>
          </p:nvPr>
        </p:nvSpPr>
        <p:spPr>
          <a:xfrm>
            <a:off x="1081975" y="2377485"/>
            <a:ext cx="1275300" cy="593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04</a:t>
            </a:r>
            <a:endParaRPr/>
          </a:p>
        </p:txBody>
      </p:sp>
      <p:sp>
        <p:nvSpPr>
          <p:cNvPr id="407" name="Google Shape;407;p42"/>
          <p:cNvSpPr txBox="1">
            <a:spLocks noGrp="1"/>
          </p:cNvSpPr>
          <p:nvPr>
            <p:ph type="subTitle" idx="7"/>
          </p:nvPr>
        </p:nvSpPr>
        <p:spPr>
          <a:xfrm>
            <a:off x="556325" y="2883586"/>
            <a:ext cx="2336400" cy="1253250"/>
          </a:xfrm>
          <a:prstGeom prst="rect">
            <a:avLst/>
          </a:prstGeom>
        </p:spPr>
        <p:txBody>
          <a:bodyPr spcFirstLastPara="1" wrap="square" lIns="91425" tIns="91425" rIns="91425" bIns="91425" anchor="t" anchorCtr="0">
            <a:noAutofit/>
          </a:bodyPr>
          <a:lstStyle/>
          <a:p>
            <a:pPr marL="0" lvl="0" indent="0"/>
            <a:r>
              <a:rPr lang="en-US" sz="1400" dirty="0"/>
              <a:t>Existing tools lack integrated analysis of visual, emotional, vocal, and physical performance aspects.</a:t>
            </a:r>
            <a:endParaRPr sz="1400" dirty="0"/>
          </a:p>
        </p:txBody>
      </p:sp>
      <p:sp>
        <p:nvSpPr>
          <p:cNvPr id="408" name="Google Shape;408;p42"/>
          <p:cNvSpPr txBox="1">
            <a:spLocks noGrp="1"/>
          </p:cNvSpPr>
          <p:nvPr>
            <p:ph type="title" idx="8"/>
          </p:nvPr>
        </p:nvSpPr>
        <p:spPr>
          <a:xfrm>
            <a:off x="3768225" y="2377485"/>
            <a:ext cx="1275300" cy="593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05</a:t>
            </a:r>
            <a:endParaRPr/>
          </a:p>
        </p:txBody>
      </p:sp>
      <p:sp>
        <p:nvSpPr>
          <p:cNvPr id="409" name="Google Shape;409;p42"/>
          <p:cNvSpPr txBox="1">
            <a:spLocks noGrp="1"/>
          </p:cNvSpPr>
          <p:nvPr>
            <p:ph type="subTitle" idx="9"/>
          </p:nvPr>
        </p:nvSpPr>
        <p:spPr>
          <a:xfrm>
            <a:off x="3071550" y="2883586"/>
            <a:ext cx="2668650" cy="1253250"/>
          </a:xfrm>
          <a:prstGeom prst="rect">
            <a:avLst/>
          </a:prstGeom>
        </p:spPr>
        <p:txBody>
          <a:bodyPr spcFirstLastPara="1" wrap="square" lIns="91425" tIns="91425" rIns="91425" bIns="91425" anchor="t" anchorCtr="0">
            <a:noAutofit/>
          </a:bodyPr>
          <a:lstStyle/>
          <a:p>
            <a:pPr marL="0" lvl="0" indent="0"/>
            <a:r>
              <a:rPr lang="en-US" sz="1400" dirty="0"/>
              <a:t>There is a need for an AI-driven system that provides fast, accurate, and comprehensive audition evaluations and reports.</a:t>
            </a:r>
            <a:endParaRPr sz="1400" dirty="0"/>
          </a:p>
        </p:txBody>
      </p:sp>
      <p:pic>
        <p:nvPicPr>
          <p:cNvPr id="2050" name="Picture 2" descr="Tired Film Director Stock Photos - Free &amp; Royalty-Free Stock Photos from  Dreamstime"/>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360674" y="1900811"/>
            <a:ext cx="2950965" cy="3603621"/>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520"/>
        <p:cNvGrpSpPr/>
        <p:nvPr/>
      </p:nvGrpSpPr>
      <p:grpSpPr>
        <a:xfrm>
          <a:off x="0" y="0"/>
          <a:ext cx="0" cy="0"/>
          <a:chOff x="0" y="0"/>
          <a:chExt cx="0" cy="0"/>
        </a:xfrm>
      </p:grpSpPr>
      <p:sp>
        <p:nvSpPr>
          <p:cNvPr id="521" name="Google Shape;521;p52"/>
          <p:cNvSpPr txBox="1">
            <a:spLocks noGrp="1"/>
          </p:cNvSpPr>
          <p:nvPr>
            <p:ph type="title"/>
          </p:nvPr>
        </p:nvSpPr>
        <p:spPr>
          <a:xfrm>
            <a:off x="3854900" y="2595848"/>
            <a:ext cx="3733800" cy="14052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US" sz="4800" dirty="0" smtClean="0"/>
              <a:t>System Overview</a:t>
            </a:r>
            <a:endParaRPr sz="4800" dirty="0"/>
          </a:p>
        </p:txBody>
      </p:sp>
      <p:sp>
        <p:nvSpPr>
          <p:cNvPr id="523" name="Google Shape;523;p52"/>
          <p:cNvSpPr txBox="1">
            <a:spLocks noGrp="1"/>
          </p:cNvSpPr>
          <p:nvPr>
            <p:ph type="title" idx="2"/>
          </p:nvPr>
        </p:nvSpPr>
        <p:spPr>
          <a:xfrm>
            <a:off x="5121800" y="1643052"/>
            <a:ext cx="12000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03</a:t>
            </a:r>
            <a:endParaRPr/>
          </a:p>
        </p:txBody>
      </p:sp>
      <p:grpSp>
        <p:nvGrpSpPr>
          <p:cNvPr id="524" name="Google Shape;524;p52"/>
          <p:cNvGrpSpPr/>
          <p:nvPr/>
        </p:nvGrpSpPr>
        <p:grpSpPr>
          <a:xfrm>
            <a:off x="181160" y="508623"/>
            <a:ext cx="8385900" cy="90900"/>
            <a:chOff x="160950" y="480600"/>
            <a:chExt cx="8385900" cy="90900"/>
          </a:xfrm>
        </p:grpSpPr>
        <p:cxnSp>
          <p:nvCxnSpPr>
            <p:cNvPr id="525" name="Google Shape;525;p52"/>
            <p:cNvCxnSpPr/>
            <p:nvPr/>
          </p:nvCxnSpPr>
          <p:spPr>
            <a:xfrm>
              <a:off x="160950" y="571500"/>
              <a:ext cx="8385900" cy="0"/>
            </a:xfrm>
            <a:prstGeom prst="straightConnector1">
              <a:avLst/>
            </a:prstGeom>
            <a:noFill/>
            <a:ln w="9525" cap="flat" cmpd="sng">
              <a:solidFill>
                <a:schemeClr val="lt1"/>
              </a:solidFill>
              <a:prstDash val="solid"/>
              <a:round/>
              <a:headEnd type="none" w="med" len="med"/>
              <a:tailEnd type="none" w="med" len="med"/>
            </a:ln>
          </p:spPr>
        </p:cxnSp>
        <p:sp>
          <p:nvSpPr>
            <p:cNvPr id="526" name="Google Shape;526;p52"/>
            <p:cNvSpPr/>
            <p:nvPr/>
          </p:nvSpPr>
          <p:spPr>
            <a:xfrm>
              <a:off x="8041650" y="480600"/>
              <a:ext cx="505200" cy="909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7" name="Google Shape;527;p52"/>
          <p:cNvGrpSpPr/>
          <p:nvPr/>
        </p:nvGrpSpPr>
        <p:grpSpPr>
          <a:xfrm>
            <a:off x="1113520" y="156298"/>
            <a:ext cx="90900" cy="3697200"/>
            <a:chOff x="1113520" y="156298"/>
            <a:chExt cx="90900" cy="3697200"/>
          </a:xfrm>
        </p:grpSpPr>
        <p:sp>
          <p:nvSpPr>
            <p:cNvPr id="528" name="Google Shape;528;p52"/>
            <p:cNvSpPr/>
            <p:nvPr/>
          </p:nvSpPr>
          <p:spPr>
            <a:xfrm rot="-5400000">
              <a:off x="906370" y="3555448"/>
              <a:ext cx="505200" cy="909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29" name="Google Shape;529;p52"/>
            <p:cNvCxnSpPr/>
            <p:nvPr/>
          </p:nvCxnSpPr>
          <p:spPr>
            <a:xfrm rot="10800000">
              <a:off x="1121185" y="156298"/>
              <a:ext cx="0" cy="3434700"/>
            </a:xfrm>
            <a:prstGeom prst="straightConnector1">
              <a:avLst/>
            </a:prstGeom>
            <a:noFill/>
            <a:ln w="9525" cap="flat" cmpd="sng">
              <a:solidFill>
                <a:schemeClr val="lt1"/>
              </a:solidFill>
              <a:prstDash val="solid"/>
              <a:round/>
              <a:headEnd type="none" w="med" len="med"/>
              <a:tailEnd type="none" w="med" len="med"/>
            </a:ln>
          </p:spPr>
        </p:cxnSp>
      </p:grpSp>
    </p:spTree>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553"/>
        <p:cNvGrpSpPr/>
        <p:nvPr/>
      </p:nvGrpSpPr>
      <p:grpSpPr>
        <a:xfrm>
          <a:off x="0" y="0"/>
          <a:ext cx="0" cy="0"/>
          <a:chOff x="0" y="0"/>
          <a:chExt cx="0" cy="0"/>
        </a:xfrm>
      </p:grpSpPr>
      <p:sp>
        <p:nvSpPr>
          <p:cNvPr id="556" name="Google Shape;556;p56"/>
          <p:cNvSpPr txBox="1">
            <a:spLocks noGrp="1"/>
          </p:cNvSpPr>
          <p:nvPr>
            <p:ph type="subTitle" idx="1"/>
          </p:nvPr>
        </p:nvSpPr>
        <p:spPr>
          <a:xfrm>
            <a:off x="4124960" y="1076960"/>
            <a:ext cx="4797367" cy="3592022"/>
          </a:xfrm>
          <a:prstGeom prst="rect">
            <a:avLst/>
          </a:prstGeom>
        </p:spPr>
        <p:txBody>
          <a:bodyPr spcFirstLastPara="1" wrap="square" lIns="91425" tIns="91425" rIns="91425" bIns="91425" anchor="t" anchorCtr="0">
            <a:noAutofit/>
          </a:bodyPr>
          <a:lstStyle/>
          <a:p>
            <a:pPr marL="171450" indent="-171450">
              <a:lnSpc>
                <a:spcPct val="150000"/>
              </a:lnSpc>
              <a:buSzPct val="80000"/>
            </a:pPr>
            <a:r>
              <a:rPr lang="en-US" dirty="0"/>
              <a:t>Data Ingestion</a:t>
            </a:r>
            <a:r>
              <a:rPr lang="en-US" dirty="0" smtClean="0"/>
              <a:t>: through file upload (video </a:t>
            </a:r>
            <a:r>
              <a:rPr lang="en-US" dirty="0"/>
              <a:t>+ audio).</a:t>
            </a:r>
          </a:p>
          <a:p>
            <a:pPr marL="171450" indent="-171450">
              <a:lnSpc>
                <a:spcPct val="150000"/>
              </a:lnSpc>
              <a:buSzPct val="80000"/>
            </a:pPr>
            <a:r>
              <a:rPr lang="en-US" dirty="0" smtClean="0"/>
              <a:t>Data </a:t>
            </a:r>
            <a:r>
              <a:rPr lang="en-US" dirty="0"/>
              <a:t>Pre-processing: extracting frames, extracting audio, detecting face/pose </a:t>
            </a:r>
            <a:r>
              <a:rPr lang="en-US" dirty="0" smtClean="0"/>
              <a:t>bounding boxes</a:t>
            </a:r>
            <a:r>
              <a:rPr lang="en-US" dirty="0"/>
              <a:t>, synchronizing timestamps</a:t>
            </a:r>
            <a:r>
              <a:rPr lang="en-US" dirty="0" smtClean="0"/>
              <a:t>.</a:t>
            </a:r>
            <a:endParaRPr lang="en-US" dirty="0"/>
          </a:p>
          <a:p>
            <a:pPr marL="171450" indent="-171450">
              <a:lnSpc>
                <a:spcPct val="150000"/>
              </a:lnSpc>
              <a:buSzPct val="80000"/>
            </a:pPr>
            <a:r>
              <a:rPr lang="en-US" dirty="0" smtClean="0"/>
              <a:t>Per-modality analyzers: Eye/Gaze Estimator – </a:t>
            </a:r>
            <a:r>
              <a:rPr lang="en-US" dirty="0"/>
              <a:t>Facial Emotion </a:t>
            </a:r>
            <a:r>
              <a:rPr lang="en-US" dirty="0" smtClean="0"/>
              <a:t>Detector – </a:t>
            </a:r>
            <a:r>
              <a:rPr lang="en-US" dirty="0"/>
              <a:t>Voice </a:t>
            </a:r>
            <a:r>
              <a:rPr lang="en-US" dirty="0" smtClean="0"/>
              <a:t>Analyzer – </a:t>
            </a:r>
            <a:r>
              <a:rPr lang="en-US" dirty="0"/>
              <a:t>Pose and Gesture </a:t>
            </a:r>
            <a:r>
              <a:rPr lang="en-US" dirty="0" smtClean="0"/>
              <a:t>Pipeline</a:t>
            </a:r>
          </a:p>
          <a:p>
            <a:pPr marL="171450" indent="-171450">
              <a:lnSpc>
                <a:spcPct val="150000"/>
              </a:lnSpc>
              <a:buSzPct val="80000"/>
            </a:pPr>
            <a:r>
              <a:rPr lang="en-US" dirty="0"/>
              <a:t>A</a:t>
            </a:r>
            <a:r>
              <a:rPr lang="en-US" dirty="0" smtClean="0"/>
              <a:t>ction </a:t>
            </a:r>
            <a:r>
              <a:rPr lang="en-US" dirty="0"/>
              <a:t>Segmentation Module: temporal segmentation of streaming videos </a:t>
            </a:r>
          </a:p>
          <a:p>
            <a:pPr marL="171450" indent="-171450">
              <a:lnSpc>
                <a:spcPct val="150000"/>
              </a:lnSpc>
              <a:buSzPct val="80000"/>
            </a:pPr>
            <a:r>
              <a:rPr lang="en-US" dirty="0" smtClean="0"/>
              <a:t>Scoring </a:t>
            </a:r>
            <a:r>
              <a:rPr lang="en-US" dirty="0"/>
              <a:t>and Interpretation: rule aggregator + ML-based </a:t>
            </a:r>
            <a:r>
              <a:rPr lang="en-US" dirty="0" smtClean="0"/>
              <a:t>model</a:t>
            </a:r>
          </a:p>
          <a:p>
            <a:pPr marL="171450" indent="-171450">
              <a:lnSpc>
                <a:spcPct val="150000"/>
              </a:lnSpc>
              <a:buSzPct val="80000"/>
            </a:pPr>
            <a:r>
              <a:rPr lang="en-US" dirty="0" smtClean="0"/>
              <a:t>UI</a:t>
            </a:r>
            <a:r>
              <a:rPr lang="en-US" dirty="0"/>
              <a:t>: Flask web app to show scores, short textual summaries, and PDF reports.</a:t>
            </a:r>
          </a:p>
          <a:p>
            <a:pPr marL="171450" indent="-171450">
              <a:lnSpc>
                <a:spcPct val="150000"/>
              </a:lnSpc>
              <a:buSzPct val="80000"/>
            </a:pPr>
            <a:r>
              <a:rPr lang="en-US" dirty="0" smtClean="0"/>
              <a:t>Storage </a:t>
            </a:r>
            <a:r>
              <a:rPr lang="en-US" dirty="0"/>
              <a:t>and Artifacts: local file structure to store video samples, extracted features, </a:t>
            </a:r>
            <a:r>
              <a:rPr lang="en-US" dirty="0" smtClean="0"/>
              <a:t>models</a:t>
            </a:r>
            <a:r>
              <a:rPr lang="en-US" dirty="0"/>
              <a:t>, reports, and evaluation</a:t>
            </a:r>
            <a:endParaRPr dirty="0"/>
          </a:p>
        </p:txBody>
      </p:sp>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41503" y="162559"/>
            <a:ext cx="3583457" cy="4832449"/>
          </a:xfrm>
          <a:prstGeom prst="rect">
            <a:avLst/>
          </a:prstGeom>
        </p:spPr>
      </p:pic>
      <p:sp>
        <p:nvSpPr>
          <p:cNvPr id="3" name="Title 2"/>
          <p:cNvSpPr>
            <a:spLocks noGrp="1"/>
          </p:cNvSpPr>
          <p:nvPr>
            <p:ph type="title"/>
          </p:nvPr>
        </p:nvSpPr>
        <p:spPr>
          <a:xfrm>
            <a:off x="4263616" y="344313"/>
            <a:ext cx="3615600" cy="580247"/>
          </a:xfrm>
        </p:spPr>
        <p:txBody>
          <a:bodyPr/>
          <a:lstStyle/>
          <a:p>
            <a:r>
              <a:rPr lang="en-US" sz="2800" dirty="0" smtClean="0"/>
              <a:t>Key Components</a:t>
            </a:r>
            <a:endParaRPr lang="en-US" sz="2800" dirty="0"/>
          </a:p>
        </p:txBody>
      </p:sp>
    </p:spTree>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430"/>
        <p:cNvGrpSpPr/>
        <p:nvPr/>
      </p:nvGrpSpPr>
      <p:grpSpPr>
        <a:xfrm>
          <a:off x="0" y="0"/>
          <a:ext cx="0" cy="0"/>
          <a:chOff x="0" y="0"/>
          <a:chExt cx="0" cy="0"/>
        </a:xfrm>
      </p:grpSpPr>
      <p:sp>
        <p:nvSpPr>
          <p:cNvPr id="431" name="Google Shape;431;p44"/>
          <p:cNvSpPr txBox="1">
            <a:spLocks noGrp="1"/>
          </p:cNvSpPr>
          <p:nvPr>
            <p:ph type="title"/>
          </p:nvPr>
        </p:nvSpPr>
        <p:spPr>
          <a:xfrm>
            <a:off x="1393550" y="2502950"/>
            <a:ext cx="4723232" cy="1282500"/>
          </a:xfrm>
          <a:prstGeom prst="rect">
            <a:avLst/>
          </a:prstGeom>
        </p:spPr>
        <p:txBody>
          <a:bodyPr spcFirstLastPara="1" wrap="square" lIns="91425" tIns="91425" rIns="91425" bIns="91425" anchor="b" anchorCtr="0">
            <a:noAutofit/>
          </a:bodyPr>
          <a:lstStyle/>
          <a:p>
            <a:pPr lvl="0"/>
            <a:r>
              <a:rPr lang="en-US" sz="5400" dirty="0"/>
              <a:t>Approach</a:t>
            </a:r>
            <a:endParaRPr sz="5400" dirty="0"/>
          </a:p>
        </p:txBody>
      </p:sp>
      <p:sp>
        <p:nvSpPr>
          <p:cNvPr id="433" name="Google Shape;433;p44"/>
          <p:cNvSpPr txBox="1">
            <a:spLocks noGrp="1"/>
          </p:cNvSpPr>
          <p:nvPr>
            <p:ph type="title" idx="2"/>
          </p:nvPr>
        </p:nvSpPr>
        <p:spPr>
          <a:xfrm>
            <a:off x="1393550" y="1713902"/>
            <a:ext cx="1200000" cy="841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smtClean="0"/>
              <a:t>04</a:t>
            </a:r>
            <a:endParaRPr dirty="0"/>
          </a:p>
        </p:txBody>
      </p:sp>
      <p:grpSp>
        <p:nvGrpSpPr>
          <p:cNvPr id="434" name="Google Shape;434;p44"/>
          <p:cNvGrpSpPr/>
          <p:nvPr/>
        </p:nvGrpSpPr>
        <p:grpSpPr>
          <a:xfrm flipH="1">
            <a:off x="576156" y="508623"/>
            <a:ext cx="8385900" cy="90900"/>
            <a:chOff x="160950" y="480600"/>
            <a:chExt cx="8385900" cy="90900"/>
          </a:xfrm>
        </p:grpSpPr>
        <p:cxnSp>
          <p:nvCxnSpPr>
            <p:cNvPr id="435" name="Google Shape;435;p44"/>
            <p:cNvCxnSpPr/>
            <p:nvPr/>
          </p:nvCxnSpPr>
          <p:spPr>
            <a:xfrm>
              <a:off x="160950" y="571500"/>
              <a:ext cx="8385900" cy="0"/>
            </a:xfrm>
            <a:prstGeom prst="straightConnector1">
              <a:avLst/>
            </a:prstGeom>
            <a:noFill/>
            <a:ln w="9525" cap="flat" cmpd="sng">
              <a:solidFill>
                <a:schemeClr val="lt1"/>
              </a:solidFill>
              <a:prstDash val="solid"/>
              <a:round/>
              <a:headEnd type="none" w="med" len="med"/>
              <a:tailEnd type="none" w="med" len="med"/>
            </a:ln>
          </p:spPr>
        </p:cxnSp>
        <p:sp>
          <p:nvSpPr>
            <p:cNvPr id="436" name="Google Shape;436;p44"/>
            <p:cNvSpPr/>
            <p:nvPr/>
          </p:nvSpPr>
          <p:spPr>
            <a:xfrm>
              <a:off x="8041650" y="480600"/>
              <a:ext cx="505200" cy="909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7" name="Google Shape;437;p44"/>
          <p:cNvGrpSpPr/>
          <p:nvPr/>
        </p:nvGrpSpPr>
        <p:grpSpPr>
          <a:xfrm rot="10800000">
            <a:off x="7961770" y="1295598"/>
            <a:ext cx="90900" cy="3697200"/>
            <a:chOff x="1113520" y="156298"/>
            <a:chExt cx="90900" cy="3697200"/>
          </a:xfrm>
        </p:grpSpPr>
        <p:sp>
          <p:nvSpPr>
            <p:cNvPr id="438" name="Google Shape;438;p44"/>
            <p:cNvSpPr/>
            <p:nvPr/>
          </p:nvSpPr>
          <p:spPr>
            <a:xfrm rot="-5400000">
              <a:off x="906370" y="3555448"/>
              <a:ext cx="505200" cy="909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39" name="Google Shape;439;p44"/>
            <p:cNvCxnSpPr/>
            <p:nvPr/>
          </p:nvCxnSpPr>
          <p:spPr>
            <a:xfrm rot="10800000">
              <a:off x="1121185" y="156298"/>
              <a:ext cx="0" cy="3434700"/>
            </a:xfrm>
            <a:prstGeom prst="straightConnector1">
              <a:avLst/>
            </a:prstGeom>
            <a:noFill/>
            <a:ln w="9525" cap="flat" cmpd="sng">
              <a:solidFill>
                <a:schemeClr val="lt1"/>
              </a:solidFill>
              <a:prstDash val="solid"/>
              <a:round/>
              <a:headEnd type="none" w="med" len="med"/>
              <a:tailEnd type="none" w="med" len="med"/>
            </a:ln>
          </p:spPr>
        </p:cxnSp>
      </p:grpSp>
    </p:spTree>
    <p:extLst>
      <p:ext uri="{BB962C8B-B14F-4D97-AF65-F5344CB8AC3E}">
        <p14:creationId xmlns:p14="http://schemas.microsoft.com/office/powerpoint/2010/main" val="3565767086"/>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457"/>
        <p:cNvGrpSpPr/>
        <p:nvPr/>
      </p:nvGrpSpPr>
      <p:grpSpPr>
        <a:xfrm>
          <a:off x="0" y="0"/>
          <a:ext cx="0" cy="0"/>
          <a:chOff x="0" y="0"/>
          <a:chExt cx="0" cy="0"/>
        </a:xfrm>
      </p:grpSpPr>
      <p:sp>
        <p:nvSpPr>
          <p:cNvPr id="458" name="Google Shape;458;p47"/>
          <p:cNvSpPr txBox="1">
            <a:spLocks noGrp="1"/>
          </p:cNvSpPr>
          <p:nvPr>
            <p:ph type="title"/>
          </p:nvPr>
        </p:nvSpPr>
        <p:spPr>
          <a:xfrm>
            <a:off x="2352125" y="2350752"/>
            <a:ext cx="3555300" cy="967412"/>
          </a:xfrm>
          <a:prstGeom prst="rect">
            <a:avLst/>
          </a:prstGeom>
        </p:spPr>
        <p:txBody>
          <a:bodyPr spcFirstLastPara="1" wrap="square" lIns="91425" tIns="91425" rIns="91425" bIns="91425" anchor="b" anchorCtr="0">
            <a:noAutofit/>
          </a:bodyPr>
          <a:lstStyle/>
          <a:p>
            <a:pPr lvl="0"/>
            <a:r>
              <a:rPr lang="en-US" sz="6000" dirty="0"/>
              <a:t>Dataset</a:t>
            </a:r>
            <a:endParaRPr sz="6000" dirty="0"/>
          </a:p>
        </p:txBody>
      </p:sp>
      <p:sp>
        <p:nvSpPr>
          <p:cNvPr id="459" name="Google Shape;459;p47"/>
          <p:cNvSpPr txBox="1">
            <a:spLocks noGrp="1"/>
          </p:cNvSpPr>
          <p:nvPr>
            <p:ph type="title" idx="2"/>
          </p:nvPr>
        </p:nvSpPr>
        <p:spPr>
          <a:xfrm>
            <a:off x="1152125" y="2350752"/>
            <a:ext cx="1200000" cy="841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smtClean="0"/>
              <a:t>05</a:t>
            </a:r>
            <a:endParaRPr dirty="0"/>
          </a:p>
        </p:txBody>
      </p:sp>
      <p:grpSp>
        <p:nvGrpSpPr>
          <p:cNvPr id="461" name="Google Shape;461;p47"/>
          <p:cNvGrpSpPr/>
          <p:nvPr/>
        </p:nvGrpSpPr>
        <p:grpSpPr>
          <a:xfrm flipH="1">
            <a:off x="577491" y="508623"/>
            <a:ext cx="8385900" cy="90900"/>
            <a:chOff x="160950" y="480600"/>
            <a:chExt cx="8385900" cy="90900"/>
          </a:xfrm>
        </p:grpSpPr>
        <p:cxnSp>
          <p:nvCxnSpPr>
            <p:cNvPr id="462" name="Google Shape;462;p47"/>
            <p:cNvCxnSpPr/>
            <p:nvPr/>
          </p:nvCxnSpPr>
          <p:spPr>
            <a:xfrm>
              <a:off x="160950" y="571500"/>
              <a:ext cx="8385900" cy="0"/>
            </a:xfrm>
            <a:prstGeom prst="straightConnector1">
              <a:avLst/>
            </a:prstGeom>
            <a:noFill/>
            <a:ln w="9525" cap="flat" cmpd="sng">
              <a:solidFill>
                <a:schemeClr val="lt1"/>
              </a:solidFill>
              <a:prstDash val="solid"/>
              <a:round/>
              <a:headEnd type="none" w="med" len="med"/>
              <a:tailEnd type="none" w="med" len="med"/>
            </a:ln>
          </p:spPr>
        </p:cxnSp>
        <p:sp>
          <p:nvSpPr>
            <p:cNvPr id="463" name="Google Shape;463;p47"/>
            <p:cNvSpPr/>
            <p:nvPr/>
          </p:nvSpPr>
          <p:spPr>
            <a:xfrm>
              <a:off x="8041650" y="480600"/>
              <a:ext cx="505200" cy="909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4" name="Google Shape;464;p47"/>
          <p:cNvGrpSpPr/>
          <p:nvPr/>
        </p:nvGrpSpPr>
        <p:grpSpPr>
          <a:xfrm flipH="1">
            <a:off x="7988270" y="150698"/>
            <a:ext cx="90900" cy="4415700"/>
            <a:chOff x="1113520" y="-562202"/>
            <a:chExt cx="90900" cy="4415700"/>
          </a:xfrm>
        </p:grpSpPr>
        <p:sp>
          <p:nvSpPr>
            <p:cNvPr id="465" name="Google Shape;465;p47"/>
            <p:cNvSpPr/>
            <p:nvPr/>
          </p:nvSpPr>
          <p:spPr>
            <a:xfrm rot="-5400000">
              <a:off x="906370" y="3555448"/>
              <a:ext cx="505200" cy="909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66" name="Google Shape;466;p47"/>
            <p:cNvCxnSpPr/>
            <p:nvPr/>
          </p:nvCxnSpPr>
          <p:spPr>
            <a:xfrm rot="10800000">
              <a:off x="1121185" y="-562202"/>
              <a:ext cx="0" cy="4153200"/>
            </a:xfrm>
            <a:prstGeom prst="straightConnector1">
              <a:avLst/>
            </a:prstGeom>
            <a:noFill/>
            <a:ln w="9525" cap="flat" cmpd="sng">
              <a:solidFill>
                <a:schemeClr val="lt1"/>
              </a:solidFill>
              <a:prstDash val="solid"/>
              <a:round/>
              <a:headEnd type="none" w="med" len="med"/>
              <a:tailEnd type="none" w="med" len="med"/>
            </a:ln>
          </p:spPr>
        </p:cxnSp>
      </p:grpSp>
    </p:spTree>
    <p:extLst>
      <p:ext uri="{BB962C8B-B14F-4D97-AF65-F5344CB8AC3E}">
        <p14:creationId xmlns:p14="http://schemas.microsoft.com/office/powerpoint/2010/main" val="470523064"/>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520"/>
        <p:cNvGrpSpPr/>
        <p:nvPr/>
      </p:nvGrpSpPr>
      <p:grpSpPr>
        <a:xfrm>
          <a:off x="0" y="0"/>
          <a:ext cx="0" cy="0"/>
          <a:chOff x="0" y="0"/>
          <a:chExt cx="0" cy="0"/>
        </a:xfrm>
      </p:grpSpPr>
      <p:sp>
        <p:nvSpPr>
          <p:cNvPr id="521" name="Google Shape;521;p52"/>
          <p:cNvSpPr txBox="1">
            <a:spLocks noGrp="1"/>
          </p:cNvSpPr>
          <p:nvPr>
            <p:ph type="title"/>
          </p:nvPr>
        </p:nvSpPr>
        <p:spPr>
          <a:xfrm>
            <a:off x="3615138" y="2645698"/>
            <a:ext cx="4213323" cy="1405200"/>
          </a:xfrm>
          <a:prstGeom prst="rect">
            <a:avLst/>
          </a:prstGeom>
        </p:spPr>
        <p:txBody>
          <a:bodyPr spcFirstLastPara="1" wrap="square" lIns="91425" tIns="91425" rIns="91425" bIns="91425" anchor="b" anchorCtr="0">
            <a:noAutofit/>
          </a:bodyPr>
          <a:lstStyle/>
          <a:p>
            <a:pPr lvl="0"/>
            <a:r>
              <a:rPr lang="en-US" sz="4800" dirty="0" smtClean="0"/>
              <a:t>Experiments/Results</a:t>
            </a:r>
            <a:endParaRPr sz="4800" dirty="0"/>
          </a:p>
        </p:txBody>
      </p:sp>
      <p:sp>
        <p:nvSpPr>
          <p:cNvPr id="523" name="Google Shape;523;p52"/>
          <p:cNvSpPr txBox="1">
            <a:spLocks noGrp="1"/>
          </p:cNvSpPr>
          <p:nvPr>
            <p:ph type="title" idx="2"/>
          </p:nvPr>
        </p:nvSpPr>
        <p:spPr>
          <a:xfrm>
            <a:off x="5121800" y="1643052"/>
            <a:ext cx="12000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06</a:t>
            </a:r>
            <a:endParaRPr dirty="0"/>
          </a:p>
        </p:txBody>
      </p:sp>
      <p:grpSp>
        <p:nvGrpSpPr>
          <p:cNvPr id="524" name="Google Shape;524;p52"/>
          <p:cNvGrpSpPr/>
          <p:nvPr/>
        </p:nvGrpSpPr>
        <p:grpSpPr>
          <a:xfrm>
            <a:off x="181160" y="508623"/>
            <a:ext cx="8385900" cy="90900"/>
            <a:chOff x="160950" y="480600"/>
            <a:chExt cx="8385900" cy="90900"/>
          </a:xfrm>
        </p:grpSpPr>
        <p:cxnSp>
          <p:nvCxnSpPr>
            <p:cNvPr id="525" name="Google Shape;525;p52"/>
            <p:cNvCxnSpPr/>
            <p:nvPr/>
          </p:nvCxnSpPr>
          <p:spPr>
            <a:xfrm>
              <a:off x="160950" y="571500"/>
              <a:ext cx="8385900" cy="0"/>
            </a:xfrm>
            <a:prstGeom prst="straightConnector1">
              <a:avLst/>
            </a:prstGeom>
            <a:noFill/>
            <a:ln w="9525" cap="flat" cmpd="sng">
              <a:solidFill>
                <a:schemeClr val="lt1"/>
              </a:solidFill>
              <a:prstDash val="solid"/>
              <a:round/>
              <a:headEnd type="none" w="med" len="med"/>
              <a:tailEnd type="none" w="med" len="med"/>
            </a:ln>
          </p:spPr>
        </p:cxnSp>
        <p:sp>
          <p:nvSpPr>
            <p:cNvPr id="526" name="Google Shape;526;p52"/>
            <p:cNvSpPr/>
            <p:nvPr/>
          </p:nvSpPr>
          <p:spPr>
            <a:xfrm>
              <a:off x="8041650" y="480600"/>
              <a:ext cx="505200" cy="909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7" name="Google Shape;527;p52"/>
          <p:cNvGrpSpPr/>
          <p:nvPr/>
        </p:nvGrpSpPr>
        <p:grpSpPr>
          <a:xfrm>
            <a:off x="1113520" y="156298"/>
            <a:ext cx="90900" cy="3697200"/>
            <a:chOff x="1113520" y="156298"/>
            <a:chExt cx="90900" cy="3697200"/>
          </a:xfrm>
        </p:grpSpPr>
        <p:sp>
          <p:nvSpPr>
            <p:cNvPr id="528" name="Google Shape;528;p52"/>
            <p:cNvSpPr/>
            <p:nvPr/>
          </p:nvSpPr>
          <p:spPr>
            <a:xfrm rot="-5400000">
              <a:off x="906370" y="3555448"/>
              <a:ext cx="505200" cy="909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29" name="Google Shape;529;p52"/>
            <p:cNvCxnSpPr/>
            <p:nvPr/>
          </p:nvCxnSpPr>
          <p:spPr>
            <a:xfrm rot="10800000">
              <a:off x="1121185" y="156298"/>
              <a:ext cx="0" cy="3434700"/>
            </a:xfrm>
            <a:prstGeom prst="straightConnector1">
              <a:avLst/>
            </a:prstGeom>
            <a:noFill/>
            <a:ln w="9525" cap="flat" cmpd="sng">
              <a:solidFill>
                <a:schemeClr val="lt1"/>
              </a:solidFill>
              <a:prstDash val="solid"/>
              <a:round/>
              <a:headEnd type="none" w="med" len="med"/>
              <a:tailEnd type="none" w="med" len="med"/>
            </a:ln>
          </p:spPr>
        </p:cxnSp>
      </p:grpSp>
    </p:spTree>
    <p:extLst>
      <p:ext uri="{BB962C8B-B14F-4D97-AF65-F5344CB8AC3E}">
        <p14:creationId xmlns:p14="http://schemas.microsoft.com/office/powerpoint/2010/main" val="2653385455"/>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430"/>
        <p:cNvGrpSpPr/>
        <p:nvPr/>
      </p:nvGrpSpPr>
      <p:grpSpPr>
        <a:xfrm>
          <a:off x="0" y="0"/>
          <a:ext cx="0" cy="0"/>
          <a:chOff x="0" y="0"/>
          <a:chExt cx="0" cy="0"/>
        </a:xfrm>
      </p:grpSpPr>
      <p:sp>
        <p:nvSpPr>
          <p:cNvPr id="431" name="Google Shape;431;p44"/>
          <p:cNvSpPr txBox="1">
            <a:spLocks noGrp="1"/>
          </p:cNvSpPr>
          <p:nvPr>
            <p:ph type="title"/>
          </p:nvPr>
        </p:nvSpPr>
        <p:spPr>
          <a:xfrm>
            <a:off x="1393550" y="2502950"/>
            <a:ext cx="4723232" cy="1282500"/>
          </a:xfrm>
          <a:prstGeom prst="rect">
            <a:avLst/>
          </a:prstGeom>
        </p:spPr>
        <p:txBody>
          <a:bodyPr spcFirstLastPara="1" wrap="square" lIns="91425" tIns="91425" rIns="91425" bIns="91425" anchor="b" anchorCtr="0">
            <a:noAutofit/>
          </a:bodyPr>
          <a:lstStyle/>
          <a:p>
            <a:pPr lvl="0"/>
            <a:r>
              <a:rPr lang="en-US" sz="5400" dirty="0"/>
              <a:t>Contributions</a:t>
            </a:r>
            <a:endParaRPr sz="5400" dirty="0"/>
          </a:p>
        </p:txBody>
      </p:sp>
      <p:sp>
        <p:nvSpPr>
          <p:cNvPr id="433" name="Google Shape;433;p44"/>
          <p:cNvSpPr txBox="1">
            <a:spLocks noGrp="1"/>
          </p:cNvSpPr>
          <p:nvPr>
            <p:ph type="title" idx="2"/>
          </p:nvPr>
        </p:nvSpPr>
        <p:spPr>
          <a:xfrm>
            <a:off x="1393550" y="1713902"/>
            <a:ext cx="1200000" cy="841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smtClean="0"/>
              <a:t>07</a:t>
            </a:r>
            <a:endParaRPr dirty="0"/>
          </a:p>
        </p:txBody>
      </p:sp>
      <p:grpSp>
        <p:nvGrpSpPr>
          <p:cNvPr id="434" name="Google Shape;434;p44"/>
          <p:cNvGrpSpPr/>
          <p:nvPr/>
        </p:nvGrpSpPr>
        <p:grpSpPr>
          <a:xfrm flipH="1">
            <a:off x="576156" y="508623"/>
            <a:ext cx="8385900" cy="90900"/>
            <a:chOff x="160950" y="480600"/>
            <a:chExt cx="8385900" cy="90900"/>
          </a:xfrm>
        </p:grpSpPr>
        <p:cxnSp>
          <p:nvCxnSpPr>
            <p:cNvPr id="435" name="Google Shape;435;p44"/>
            <p:cNvCxnSpPr/>
            <p:nvPr/>
          </p:nvCxnSpPr>
          <p:spPr>
            <a:xfrm>
              <a:off x="160950" y="571500"/>
              <a:ext cx="8385900" cy="0"/>
            </a:xfrm>
            <a:prstGeom prst="straightConnector1">
              <a:avLst/>
            </a:prstGeom>
            <a:noFill/>
            <a:ln w="9525" cap="flat" cmpd="sng">
              <a:solidFill>
                <a:schemeClr val="lt1"/>
              </a:solidFill>
              <a:prstDash val="solid"/>
              <a:round/>
              <a:headEnd type="none" w="med" len="med"/>
              <a:tailEnd type="none" w="med" len="med"/>
            </a:ln>
          </p:spPr>
        </p:cxnSp>
        <p:sp>
          <p:nvSpPr>
            <p:cNvPr id="436" name="Google Shape;436;p44"/>
            <p:cNvSpPr/>
            <p:nvPr/>
          </p:nvSpPr>
          <p:spPr>
            <a:xfrm>
              <a:off x="8041650" y="480600"/>
              <a:ext cx="505200" cy="909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7" name="Google Shape;437;p44"/>
          <p:cNvGrpSpPr/>
          <p:nvPr/>
        </p:nvGrpSpPr>
        <p:grpSpPr>
          <a:xfrm rot="10800000">
            <a:off x="7961770" y="1295598"/>
            <a:ext cx="90900" cy="3697200"/>
            <a:chOff x="1113520" y="156298"/>
            <a:chExt cx="90900" cy="3697200"/>
          </a:xfrm>
        </p:grpSpPr>
        <p:sp>
          <p:nvSpPr>
            <p:cNvPr id="438" name="Google Shape;438;p44"/>
            <p:cNvSpPr/>
            <p:nvPr/>
          </p:nvSpPr>
          <p:spPr>
            <a:xfrm rot="-5400000">
              <a:off x="906370" y="3555448"/>
              <a:ext cx="505200" cy="909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39" name="Google Shape;439;p44"/>
            <p:cNvCxnSpPr/>
            <p:nvPr/>
          </p:nvCxnSpPr>
          <p:spPr>
            <a:xfrm rot="10800000">
              <a:off x="1121185" y="156298"/>
              <a:ext cx="0" cy="3434700"/>
            </a:xfrm>
            <a:prstGeom prst="straightConnector1">
              <a:avLst/>
            </a:prstGeom>
            <a:noFill/>
            <a:ln w="9525" cap="flat" cmpd="sng">
              <a:solidFill>
                <a:schemeClr val="lt1"/>
              </a:solidFill>
              <a:prstDash val="solid"/>
              <a:round/>
              <a:headEnd type="none" w="med" len="med"/>
              <a:tailEnd type="none" w="med" len="med"/>
            </a:ln>
          </p:spPr>
        </p:cxnSp>
      </p:grpSp>
    </p:spTree>
    <p:extLst>
      <p:ext uri="{BB962C8B-B14F-4D97-AF65-F5344CB8AC3E}">
        <p14:creationId xmlns:p14="http://schemas.microsoft.com/office/powerpoint/2010/main" val="3086549038"/>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457"/>
        <p:cNvGrpSpPr/>
        <p:nvPr/>
      </p:nvGrpSpPr>
      <p:grpSpPr>
        <a:xfrm>
          <a:off x="0" y="0"/>
          <a:ext cx="0" cy="0"/>
          <a:chOff x="0" y="0"/>
          <a:chExt cx="0" cy="0"/>
        </a:xfrm>
      </p:grpSpPr>
      <p:sp>
        <p:nvSpPr>
          <p:cNvPr id="458" name="Google Shape;458;p47"/>
          <p:cNvSpPr txBox="1">
            <a:spLocks noGrp="1"/>
          </p:cNvSpPr>
          <p:nvPr>
            <p:ph type="title"/>
          </p:nvPr>
        </p:nvSpPr>
        <p:spPr>
          <a:xfrm>
            <a:off x="2352124" y="2350752"/>
            <a:ext cx="5389795" cy="967412"/>
          </a:xfrm>
          <a:prstGeom prst="rect">
            <a:avLst/>
          </a:prstGeom>
        </p:spPr>
        <p:txBody>
          <a:bodyPr spcFirstLastPara="1" wrap="square" lIns="91425" tIns="91425" rIns="91425" bIns="91425" anchor="b" anchorCtr="0">
            <a:noAutofit/>
          </a:bodyPr>
          <a:lstStyle/>
          <a:p>
            <a:pPr lvl="0"/>
            <a:r>
              <a:rPr lang="en-US" sz="6000" dirty="0" smtClean="0"/>
              <a:t>Achievements</a:t>
            </a:r>
            <a:endParaRPr sz="6000" dirty="0"/>
          </a:p>
        </p:txBody>
      </p:sp>
      <p:sp>
        <p:nvSpPr>
          <p:cNvPr id="459" name="Google Shape;459;p47"/>
          <p:cNvSpPr txBox="1">
            <a:spLocks noGrp="1"/>
          </p:cNvSpPr>
          <p:nvPr>
            <p:ph type="title" idx="2"/>
          </p:nvPr>
        </p:nvSpPr>
        <p:spPr>
          <a:xfrm>
            <a:off x="1152125" y="2350752"/>
            <a:ext cx="1200000" cy="841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smtClean="0"/>
              <a:t>09</a:t>
            </a:r>
            <a:endParaRPr dirty="0"/>
          </a:p>
        </p:txBody>
      </p:sp>
      <p:grpSp>
        <p:nvGrpSpPr>
          <p:cNvPr id="461" name="Google Shape;461;p47"/>
          <p:cNvGrpSpPr/>
          <p:nvPr/>
        </p:nvGrpSpPr>
        <p:grpSpPr>
          <a:xfrm flipH="1">
            <a:off x="577491" y="508623"/>
            <a:ext cx="8385900" cy="90900"/>
            <a:chOff x="160950" y="480600"/>
            <a:chExt cx="8385900" cy="90900"/>
          </a:xfrm>
        </p:grpSpPr>
        <p:cxnSp>
          <p:nvCxnSpPr>
            <p:cNvPr id="462" name="Google Shape;462;p47"/>
            <p:cNvCxnSpPr/>
            <p:nvPr/>
          </p:nvCxnSpPr>
          <p:spPr>
            <a:xfrm>
              <a:off x="160950" y="571500"/>
              <a:ext cx="8385900" cy="0"/>
            </a:xfrm>
            <a:prstGeom prst="straightConnector1">
              <a:avLst/>
            </a:prstGeom>
            <a:noFill/>
            <a:ln w="9525" cap="flat" cmpd="sng">
              <a:solidFill>
                <a:schemeClr val="lt1"/>
              </a:solidFill>
              <a:prstDash val="solid"/>
              <a:round/>
              <a:headEnd type="none" w="med" len="med"/>
              <a:tailEnd type="none" w="med" len="med"/>
            </a:ln>
          </p:spPr>
        </p:cxnSp>
        <p:sp>
          <p:nvSpPr>
            <p:cNvPr id="463" name="Google Shape;463;p47"/>
            <p:cNvSpPr/>
            <p:nvPr/>
          </p:nvSpPr>
          <p:spPr>
            <a:xfrm>
              <a:off x="8041650" y="480600"/>
              <a:ext cx="505200" cy="909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4" name="Google Shape;464;p47"/>
          <p:cNvGrpSpPr/>
          <p:nvPr/>
        </p:nvGrpSpPr>
        <p:grpSpPr>
          <a:xfrm flipH="1">
            <a:off x="7988270" y="150698"/>
            <a:ext cx="90900" cy="4415700"/>
            <a:chOff x="1113520" y="-562202"/>
            <a:chExt cx="90900" cy="4415700"/>
          </a:xfrm>
        </p:grpSpPr>
        <p:sp>
          <p:nvSpPr>
            <p:cNvPr id="465" name="Google Shape;465;p47"/>
            <p:cNvSpPr/>
            <p:nvPr/>
          </p:nvSpPr>
          <p:spPr>
            <a:xfrm rot="-5400000">
              <a:off x="906370" y="3555448"/>
              <a:ext cx="505200" cy="909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66" name="Google Shape;466;p47"/>
            <p:cNvCxnSpPr/>
            <p:nvPr/>
          </p:nvCxnSpPr>
          <p:spPr>
            <a:xfrm rot="10800000">
              <a:off x="1121185" y="-562202"/>
              <a:ext cx="0" cy="4153200"/>
            </a:xfrm>
            <a:prstGeom prst="straightConnector1">
              <a:avLst/>
            </a:prstGeom>
            <a:noFill/>
            <a:ln w="9525" cap="flat" cmpd="sng">
              <a:solidFill>
                <a:schemeClr val="lt1"/>
              </a:solidFill>
              <a:prstDash val="solid"/>
              <a:round/>
              <a:headEnd type="none" w="med" len="med"/>
              <a:tailEnd type="none" w="med" len="med"/>
            </a:ln>
          </p:spPr>
        </p:cxnSp>
      </p:grpSp>
    </p:spTree>
    <p:extLst>
      <p:ext uri="{BB962C8B-B14F-4D97-AF65-F5344CB8AC3E}">
        <p14:creationId xmlns:p14="http://schemas.microsoft.com/office/powerpoint/2010/main" val="2833769807"/>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89"/>
        <p:cNvGrpSpPr/>
        <p:nvPr/>
      </p:nvGrpSpPr>
      <p:grpSpPr>
        <a:xfrm>
          <a:off x="0" y="0"/>
          <a:ext cx="0" cy="0"/>
          <a:chOff x="0" y="0"/>
          <a:chExt cx="0" cy="0"/>
        </a:xfrm>
      </p:grpSpPr>
      <p:sp>
        <p:nvSpPr>
          <p:cNvPr id="390" name="Google Shape;390;p41"/>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Contents of this template</a:t>
            </a:r>
            <a:endParaRPr/>
          </a:p>
        </p:txBody>
      </p:sp>
      <p:sp>
        <p:nvSpPr>
          <p:cNvPr id="391" name="Google Shape;391;p41"/>
          <p:cNvSpPr txBox="1">
            <a:spLocks noGrp="1"/>
          </p:cNvSpPr>
          <p:nvPr>
            <p:ph type="body" idx="1"/>
          </p:nvPr>
        </p:nvSpPr>
        <p:spPr>
          <a:xfrm>
            <a:off x="720000" y="1152475"/>
            <a:ext cx="7704000" cy="346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You can delete this slide when you’re done editing the presentation</a:t>
            </a:r>
            <a:endParaRPr/>
          </a:p>
        </p:txBody>
      </p:sp>
      <p:graphicFrame>
        <p:nvGraphicFramePr>
          <p:cNvPr id="392" name="Google Shape;392;p41"/>
          <p:cNvGraphicFramePr/>
          <p:nvPr/>
        </p:nvGraphicFramePr>
        <p:xfrm>
          <a:off x="907200" y="1634025"/>
          <a:ext cx="7329600" cy="2169150"/>
        </p:xfrm>
        <a:graphic>
          <a:graphicData uri="http://schemas.openxmlformats.org/drawingml/2006/table">
            <a:tbl>
              <a:tblPr>
                <a:noFill/>
                <a:tableStyleId>{1FFBF228-6F98-4F8E-B3A5-E3E8A43EDDBD}</a:tableStyleId>
              </a:tblPr>
              <a:tblGrid>
                <a:gridCol w="2316000">
                  <a:extLst>
                    <a:ext uri="{9D8B030D-6E8A-4147-A177-3AD203B41FA5}">
                      <a16:colId xmlns:a16="http://schemas.microsoft.com/office/drawing/2014/main" val="20000"/>
                    </a:ext>
                  </a:extLst>
                </a:gridCol>
                <a:gridCol w="5013600">
                  <a:extLst>
                    <a:ext uri="{9D8B030D-6E8A-4147-A177-3AD203B41FA5}">
                      <a16:colId xmlns:a16="http://schemas.microsoft.com/office/drawing/2014/main" val="20001"/>
                    </a:ext>
                  </a:extLst>
                </a:gridCol>
              </a:tblGrid>
              <a:tr h="361525">
                <a:tc>
                  <a:txBody>
                    <a:bodyPr/>
                    <a:lstStyle/>
                    <a:p>
                      <a:pPr marL="0" lvl="0" indent="0" algn="l" rtl="0">
                        <a:spcBef>
                          <a:spcPts val="0"/>
                        </a:spcBef>
                        <a:spcAft>
                          <a:spcPts val="0"/>
                        </a:spcAft>
                        <a:buNone/>
                      </a:pPr>
                      <a:r>
                        <a:rPr lang="en" sz="1000" b="1" u="sng">
                          <a:solidFill>
                            <a:schemeClr val="dk1"/>
                          </a:solidFill>
                          <a:latin typeface="Noto Serif Ethiopic"/>
                          <a:ea typeface="Noto Serif Ethiopic"/>
                          <a:cs typeface="Noto Serif Ethiopic"/>
                          <a:sym typeface="Noto Serif Ethiopic"/>
                          <a:hlinkClick r:id="rId3" action="ppaction://hlinksldjump">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Fonts</a:t>
                      </a:r>
                      <a:endParaRPr sz="1000" b="1" u="sng">
                        <a:solidFill>
                          <a:schemeClr val="dk1"/>
                        </a:solidFill>
                        <a:latin typeface="Noto Serif Ethiopic"/>
                        <a:ea typeface="Noto Serif Ethiopic"/>
                        <a:cs typeface="Noto Serif Ethiopic"/>
                        <a:sym typeface="Noto Serif Ethiopic"/>
                      </a:endParaRPr>
                    </a:p>
                  </a:txBody>
                  <a:tcPr marL="91425" marR="91425"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1600"/>
                        </a:spcAft>
                        <a:buNone/>
                      </a:pPr>
                      <a:r>
                        <a:rPr lang="en" sz="900">
                          <a:solidFill>
                            <a:schemeClr val="dk1"/>
                          </a:solidFill>
                          <a:latin typeface="Akatab"/>
                          <a:ea typeface="Akatab"/>
                          <a:cs typeface="Akatab"/>
                          <a:sym typeface="Akatab"/>
                        </a:rPr>
                        <a:t>To view this template correctly in PowerPoint, download and install the fonts we used</a:t>
                      </a:r>
                      <a:endParaRPr sz="900">
                        <a:solidFill>
                          <a:schemeClr val="dk1"/>
                        </a:solidFill>
                        <a:latin typeface="Akatab"/>
                        <a:ea typeface="Akatab"/>
                        <a:cs typeface="Akatab"/>
                        <a:sym typeface="Akatab"/>
                      </a:endParaRPr>
                    </a:p>
                  </a:txBody>
                  <a:tcPr marL="91425" marR="91425"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0"/>
                  </a:ext>
                </a:extLst>
              </a:tr>
              <a:tr h="361525">
                <a:tc>
                  <a:txBody>
                    <a:bodyPr/>
                    <a:lstStyle/>
                    <a:p>
                      <a:pPr marL="0" lvl="0" indent="0" algn="l" rtl="0">
                        <a:spcBef>
                          <a:spcPts val="0"/>
                        </a:spcBef>
                        <a:spcAft>
                          <a:spcPts val="0"/>
                        </a:spcAft>
                        <a:buNone/>
                      </a:pPr>
                      <a:r>
                        <a:rPr lang="en" sz="1000" b="1" u="sng">
                          <a:solidFill>
                            <a:schemeClr val="dk1"/>
                          </a:solidFill>
                          <a:latin typeface="Noto Serif Ethiopic"/>
                          <a:ea typeface="Noto Serif Ethiopic"/>
                          <a:cs typeface="Noto Serif Ethiopic"/>
                          <a:sym typeface="Noto Serif Ethiopic"/>
                          <a:hlinkClick r:id="rId4" action="ppaction://hlinksldjump">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Used</a:t>
                      </a:r>
                      <a:r>
                        <a:rPr lang="en" sz="1000" b="1">
                          <a:solidFill>
                            <a:schemeClr val="dk1"/>
                          </a:solidFill>
                          <a:latin typeface="Noto Serif Ethiopic"/>
                          <a:ea typeface="Noto Serif Ethiopic"/>
                          <a:cs typeface="Noto Serif Ethiopic"/>
                          <a:sym typeface="Noto Serif Ethiopic"/>
                        </a:rPr>
                        <a:t> and </a:t>
                      </a:r>
                      <a:r>
                        <a:rPr lang="en" sz="1000" b="1" u="sng">
                          <a:solidFill>
                            <a:schemeClr val="dk1"/>
                          </a:solidFill>
                          <a:latin typeface="Noto Serif Ethiopic"/>
                          <a:ea typeface="Noto Serif Ethiopic"/>
                          <a:cs typeface="Noto Serif Ethiopic"/>
                          <a:sym typeface="Noto Serif Ethiopic"/>
                          <a:hlinkClick r:id="" action="ppaction://noaction">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alternative</a:t>
                      </a:r>
                      <a:r>
                        <a:rPr lang="en" sz="1000" b="1" u="sng">
                          <a:solidFill>
                            <a:schemeClr val="dk1"/>
                          </a:solidFill>
                          <a:latin typeface="Noto Serif Ethiopic"/>
                          <a:ea typeface="Noto Serif Ethiopic"/>
                          <a:cs typeface="Noto Serif Ethiopic"/>
                          <a:sym typeface="Noto Serif Ethiopic"/>
                          <a:hlinkClick r:id="" action="ppaction://noaction">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 resources</a:t>
                      </a:r>
                      <a:endParaRPr sz="1000" b="1" u="sng">
                        <a:solidFill>
                          <a:schemeClr val="dk1"/>
                        </a:solidFill>
                        <a:latin typeface="Noto Serif Ethiopic"/>
                        <a:ea typeface="Noto Serif Ethiopic"/>
                        <a:cs typeface="Noto Serif Ethiopic"/>
                        <a:sym typeface="Noto Serif Ethiopic"/>
                      </a:endParaRPr>
                    </a:p>
                  </a:txBody>
                  <a:tcPr marL="91425" marR="91425"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l" rtl="0">
                        <a:lnSpc>
                          <a:spcPct val="100000"/>
                        </a:lnSpc>
                        <a:spcBef>
                          <a:spcPts val="0"/>
                        </a:spcBef>
                        <a:spcAft>
                          <a:spcPts val="1600"/>
                        </a:spcAft>
                        <a:buNone/>
                      </a:pPr>
                      <a:r>
                        <a:rPr lang="en" sz="900">
                          <a:solidFill>
                            <a:schemeClr val="dk1"/>
                          </a:solidFill>
                          <a:latin typeface="Akatab"/>
                          <a:ea typeface="Akatab"/>
                          <a:cs typeface="Akatab"/>
                          <a:sym typeface="Akatab"/>
                        </a:rPr>
                        <a:t>An assortment of graphic resources that are suitable for use in this presentation</a:t>
                      </a:r>
                      <a:endParaRPr sz="900">
                        <a:solidFill>
                          <a:schemeClr val="dk1"/>
                        </a:solidFill>
                        <a:latin typeface="Akatab"/>
                        <a:ea typeface="Akatab"/>
                        <a:cs typeface="Akatab"/>
                        <a:sym typeface="Akatab"/>
                      </a:endParaRPr>
                    </a:p>
                  </a:txBody>
                  <a:tcPr marL="91425" marR="91425"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1"/>
                  </a:ext>
                </a:extLst>
              </a:tr>
              <a:tr h="361525">
                <a:tc>
                  <a:txBody>
                    <a:bodyPr/>
                    <a:lstStyle/>
                    <a:p>
                      <a:pPr marL="0" lvl="0" indent="0" algn="l" rtl="0">
                        <a:spcBef>
                          <a:spcPts val="0"/>
                        </a:spcBef>
                        <a:spcAft>
                          <a:spcPts val="0"/>
                        </a:spcAft>
                        <a:buNone/>
                      </a:pPr>
                      <a:r>
                        <a:rPr lang="en" sz="1000" b="1" u="sng">
                          <a:solidFill>
                            <a:schemeClr val="dk1"/>
                          </a:solidFill>
                          <a:latin typeface="Noto Serif Ethiopic"/>
                          <a:ea typeface="Noto Serif Ethiopic"/>
                          <a:cs typeface="Noto Serif Ethiopic"/>
                          <a:sym typeface="Noto Serif Ethiopic"/>
                          <a:hlinkClick r:id="" action="ppaction://noaction">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Thanks slide</a:t>
                      </a:r>
                      <a:endParaRPr sz="1000" b="1" u="sng">
                        <a:solidFill>
                          <a:schemeClr val="dk1"/>
                        </a:solidFill>
                        <a:latin typeface="Noto Serif Ethiopic"/>
                        <a:ea typeface="Noto Serif Ethiopic"/>
                        <a:cs typeface="Noto Serif Ethiopic"/>
                        <a:sym typeface="Noto Serif Ethiopic"/>
                      </a:endParaRPr>
                    </a:p>
                  </a:txBody>
                  <a:tcPr marL="91425" marR="91425"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1600"/>
                        </a:spcAft>
                        <a:buNone/>
                      </a:pPr>
                      <a:r>
                        <a:rPr lang="en" sz="900">
                          <a:solidFill>
                            <a:schemeClr val="dk1"/>
                          </a:solidFill>
                          <a:latin typeface="Akatab"/>
                          <a:ea typeface="Akatab"/>
                          <a:cs typeface="Akatab"/>
                          <a:sym typeface="Akatab"/>
                        </a:rPr>
                        <a:t>You must keep it so that proper credits for our design are given</a:t>
                      </a:r>
                      <a:endParaRPr sz="900">
                        <a:solidFill>
                          <a:schemeClr val="dk1"/>
                        </a:solidFill>
                        <a:latin typeface="Akatab"/>
                        <a:ea typeface="Akatab"/>
                        <a:cs typeface="Akatab"/>
                        <a:sym typeface="Akatab"/>
                      </a:endParaRPr>
                    </a:p>
                  </a:txBody>
                  <a:tcPr marL="91425" marR="91425"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2"/>
                  </a:ext>
                </a:extLst>
              </a:tr>
              <a:tr h="361525">
                <a:tc>
                  <a:txBody>
                    <a:bodyPr/>
                    <a:lstStyle/>
                    <a:p>
                      <a:pPr marL="0" lvl="0" indent="0" algn="l" rtl="0">
                        <a:spcBef>
                          <a:spcPts val="0"/>
                        </a:spcBef>
                        <a:spcAft>
                          <a:spcPts val="0"/>
                        </a:spcAft>
                        <a:buNone/>
                      </a:pPr>
                      <a:r>
                        <a:rPr lang="en" sz="1000" b="1" u="sng">
                          <a:solidFill>
                            <a:schemeClr val="dk1"/>
                          </a:solidFill>
                          <a:latin typeface="Noto Serif Ethiopic"/>
                          <a:ea typeface="Noto Serif Ethiopic"/>
                          <a:cs typeface="Noto Serif Ethiopic"/>
                          <a:sym typeface="Noto Serif Ethiopic"/>
                          <a:hlinkClick r:id="rId3" action="ppaction://hlinksldjump">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Colors</a:t>
                      </a:r>
                      <a:endParaRPr sz="1000" b="1" u="sng">
                        <a:solidFill>
                          <a:schemeClr val="dk1"/>
                        </a:solidFill>
                        <a:latin typeface="Noto Serif Ethiopic"/>
                        <a:ea typeface="Noto Serif Ethiopic"/>
                        <a:cs typeface="Noto Serif Ethiopic"/>
                        <a:sym typeface="Noto Serif Ethiopic"/>
                      </a:endParaRPr>
                    </a:p>
                  </a:txBody>
                  <a:tcPr marL="91425" marR="91425"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1600"/>
                        </a:spcAft>
                        <a:buNone/>
                      </a:pPr>
                      <a:r>
                        <a:rPr lang="en" sz="900">
                          <a:solidFill>
                            <a:schemeClr val="dk1"/>
                          </a:solidFill>
                          <a:latin typeface="Akatab"/>
                          <a:ea typeface="Akatab"/>
                          <a:cs typeface="Akatab"/>
                          <a:sym typeface="Akatab"/>
                        </a:rPr>
                        <a:t>All the colors used in this presentation</a:t>
                      </a:r>
                      <a:endParaRPr sz="900">
                        <a:solidFill>
                          <a:schemeClr val="dk1"/>
                        </a:solidFill>
                        <a:latin typeface="Akatab"/>
                        <a:ea typeface="Akatab"/>
                        <a:cs typeface="Akatab"/>
                        <a:sym typeface="Akatab"/>
                      </a:endParaRPr>
                    </a:p>
                  </a:txBody>
                  <a:tcPr marL="91425" marR="91425"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3"/>
                  </a:ext>
                </a:extLst>
              </a:tr>
              <a:tr h="361525">
                <a:tc>
                  <a:txBody>
                    <a:bodyPr/>
                    <a:lstStyle/>
                    <a:p>
                      <a:pPr marL="0" lvl="0" indent="0" algn="l" rtl="0">
                        <a:spcBef>
                          <a:spcPts val="0"/>
                        </a:spcBef>
                        <a:spcAft>
                          <a:spcPts val="0"/>
                        </a:spcAft>
                        <a:buNone/>
                      </a:pPr>
                      <a:r>
                        <a:rPr lang="en" sz="1000" b="1" u="sng">
                          <a:solidFill>
                            <a:schemeClr val="dk1"/>
                          </a:solidFill>
                          <a:latin typeface="Noto Serif Ethiopic"/>
                          <a:ea typeface="Noto Serif Ethiopic"/>
                          <a:cs typeface="Noto Serif Ethiopic"/>
                          <a:sym typeface="Noto Serif Ethiopic"/>
                          <a:hlinkClick r:id="" action="ppaction://noaction">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Icons</a:t>
                      </a:r>
                      <a:r>
                        <a:rPr lang="en" sz="1000" b="1">
                          <a:solidFill>
                            <a:schemeClr val="dk1"/>
                          </a:solidFill>
                          <a:latin typeface="Noto Serif Ethiopic"/>
                          <a:ea typeface="Noto Serif Ethiopic"/>
                          <a:cs typeface="Noto Serif Ethiopic"/>
                          <a:sym typeface="Noto Serif Ethiopic"/>
                        </a:rPr>
                        <a:t> and </a:t>
                      </a:r>
                      <a:r>
                        <a:rPr lang="en" sz="1000" b="1" u="sng">
                          <a:solidFill>
                            <a:schemeClr val="dk1"/>
                          </a:solidFill>
                          <a:latin typeface="Noto Serif Ethiopic"/>
                          <a:ea typeface="Noto Serif Ethiopic"/>
                          <a:cs typeface="Noto Serif Ethiopic"/>
                          <a:sym typeface="Noto Serif Ethiopic"/>
                          <a:hlinkClick r:id="rId5" action="ppaction://hlinksldjump">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infographic resources</a:t>
                      </a:r>
                      <a:endParaRPr sz="1000" b="1" u="sng">
                        <a:solidFill>
                          <a:schemeClr val="dk1"/>
                        </a:solidFill>
                        <a:latin typeface="Noto Serif Ethiopic"/>
                        <a:ea typeface="Noto Serif Ethiopic"/>
                        <a:cs typeface="Noto Serif Ethiopic"/>
                        <a:sym typeface="Noto Serif Ethiopic"/>
                      </a:endParaRPr>
                    </a:p>
                  </a:txBody>
                  <a:tcPr marL="91425" marR="91425"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None/>
                      </a:pPr>
                      <a:r>
                        <a:rPr lang="en" sz="900">
                          <a:solidFill>
                            <a:schemeClr val="dk1"/>
                          </a:solidFill>
                          <a:latin typeface="Akatab"/>
                          <a:ea typeface="Akatab"/>
                          <a:cs typeface="Akatab"/>
                          <a:sym typeface="Akatab"/>
                        </a:rPr>
                        <a:t>These can be used in the template, and their size and color can be edited</a:t>
                      </a:r>
                      <a:endParaRPr sz="900">
                        <a:solidFill>
                          <a:schemeClr val="dk1"/>
                        </a:solidFill>
                        <a:latin typeface="Akatab"/>
                        <a:ea typeface="Akatab"/>
                        <a:cs typeface="Akatab"/>
                        <a:sym typeface="Akatab"/>
                      </a:endParaRPr>
                    </a:p>
                  </a:txBody>
                  <a:tcPr marL="91425" marR="91425"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4"/>
                  </a:ext>
                </a:extLst>
              </a:tr>
              <a:tr h="361525">
                <a:tc>
                  <a:txBody>
                    <a:bodyPr/>
                    <a:lstStyle/>
                    <a:p>
                      <a:pPr marL="0" lvl="0" indent="0" algn="l" rtl="0">
                        <a:spcBef>
                          <a:spcPts val="0"/>
                        </a:spcBef>
                        <a:spcAft>
                          <a:spcPts val="0"/>
                        </a:spcAft>
                        <a:buNone/>
                      </a:pPr>
                      <a:r>
                        <a:rPr lang="en" sz="1000" b="1">
                          <a:solidFill>
                            <a:schemeClr val="dk1"/>
                          </a:solidFill>
                          <a:latin typeface="Noto Serif Ethiopic"/>
                          <a:ea typeface="Noto Serif Ethiopic"/>
                          <a:cs typeface="Noto Serif Ethiopic"/>
                          <a:sym typeface="Noto Serif Ethiopic"/>
                        </a:rPr>
                        <a:t>Editable presentation theme </a:t>
                      </a:r>
                      <a:endParaRPr sz="1000" b="1">
                        <a:solidFill>
                          <a:schemeClr val="dk1"/>
                        </a:solidFill>
                        <a:latin typeface="Noto Serif Ethiopic"/>
                        <a:ea typeface="Noto Serif Ethiopic"/>
                        <a:cs typeface="Noto Serif Ethiopic"/>
                        <a:sym typeface="Noto Serif Ethiopic"/>
                      </a:endParaRPr>
                    </a:p>
                  </a:txBody>
                  <a:tcPr marL="91425" marR="91425"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1600"/>
                        </a:spcAft>
                        <a:buNone/>
                      </a:pPr>
                      <a:r>
                        <a:rPr lang="en" sz="900">
                          <a:solidFill>
                            <a:schemeClr val="dk1"/>
                          </a:solidFill>
                          <a:latin typeface="Akatab"/>
                          <a:ea typeface="Akatab"/>
                          <a:cs typeface="Akatab"/>
                          <a:sym typeface="Akatab"/>
                        </a:rPr>
                        <a:t>You can edit the master slides easily. For more info, click </a:t>
                      </a:r>
                      <a:r>
                        <a:rPr lang="en" sz="900" u="sng">
                          <a:solidFill>
                            <a:schemeClr val="dk1"/>
                          </a:solidFill>
                          <a:latin typeface="Akatab"/>
                          <a:ea typeface="Akatab"/>
                          <a:cs typeface="Akatab"/>
                          <a:sym typeface="Akatab"/>
                          <a:hlinkClick r:id="rId6">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here</a:t>
                      </a:r>
                      <a:endParaRPr sz="900">
                        <a:solidFill>
                          <a:schemeClr val="dk1"/>
                        </a:solidFill>
                        <a:latin typeface="Akatab"/>
                        <a:ea typeface="Akatab"/>
                        <a:cs typeface="Akatab"/>
                        <a:sym typeface="Akatab"/>
                      </a:endParaRPr>
                    </a:p>
                  </a:txBody>
                  <a:tcPr marL="91425" marR="91425"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5"/>
                  </a:ext>
                </a:extLst>
              </a:tr>
            </a:tbl>
          </a:graphicData>
        </a:graphic>
      </p:graphicFrame>
      <p:sp>
        <p:nvSpPr>
          <p:cNvPr id="393" name="Google Shape;393;p41"/>
          <p:cNvSpPr txBox="1"/>
          <p:nvPr/>
        </p:nvSpPr>
        <p:spPr>
          <a:xfrm>
            <a:off x="1650144" y="4133675"/>
            <a:ext cx="1713300" cy="4617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000">
                <a:solidFill>
                  <a:schemeClr val="dk1"/>
                </a:solidFill>
                <a:latin typeface="Akatab"/>
                <a:ea typeface="Akatab"/>
                <a:cs typeface="Akatab"/>
                <a:sym typeface="Akatab"/>
              </a:rPr>
              <a:t>For more info:</a:t>
            </a:r>
            <a:r>
              <a:rPr lang="en" sz="1000" b="1">
                <a:solidFill>
                  <a:schemeClr val="dk1"/>
                </a:solidFill>
                <a:latin typeface="Akatab"/>
                <a:ea typeface="Akatab"/>
                <a:cs typeface="Akatab"/>
                <a:sym typeface="Akatab"/>
              </a:rPr>
              <a:t/>
            </a:r>
            <a:br>
              <a:rPr lang="en" sz="1000" b="1">
                <a:solidFill>
                  <a:schemeClr val="dk1"/>
                </a:solidFill>
                <a:latin typeface="Akatab"/>
                <a:ea typeface="Akatab"/>
                <a:cs typeface="Akatab"/>
                <a:sym typeface="Akatab"/>
              </a:rPr>
            </a:br>
            <a:r>
              <a:rPr lang="en" sz="1000" b="1" u="sng">
                <a:solidFill>
                  <a:schemeClr val="dk1"/>
                </a:solidFill>
                <a:latin typeface="Akatab"/>
                <a:ea typeface="Akatab"/>
                <a:cs typeface="Akatab"/>
                <a:sym typeface="Akatab"/>
                <a:hlinkClick r:id="rId7">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SLIDESGO</a:t>
            </a:r>
            <a:r>
              <a:rPr lang="en" sz="1000" b="1">
                <a:solidFill>
                  <a:schemeClr val="dk1"/>
                </a:solidFill>
                <a:latin typeface="Akatab"/>
                <a:ea typeface="Akatab"/>
                <a:cs typeface="Akatab"/>
                <a:sym typeface="Akatab"/>
              </a:rPr>
              <a:t> | </a:t>
            </a:r>
            <a:r>
              <a:rPr lang="en" sz="1000" b="1" u="sng">
                <a:solidFill>
                  <a:schemeClr val="dk1"/>
                </a:solidFill>
                <a:latin typeface="Akatab"/>
                <a:ea typeface="Akatab"/>
                <a:cs typeface="Akatab"/>
                <a:sym typeface="Akatab"/>
                <a:hlinkClick r:id="rId8">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BLOG</a:t>
            </a:r>
            <a:r>
              <a:rPr lang="en" sz="1000" b="1">
                <a:solidFill>
                  <a:schemeClr val="dk1"/>
                </a:solidFill>
                <a:latin typeface="Akatab"/>
                <a:ea typeface="Akatab"/>
                <a:cs typeface="Akatab"/>
                <a:sym typeface="Akatab"/>
              </a:rPr>
              <a:t> | </a:t>
            </a:r>
            <a:r>
              <a:rPr lang="en" sz="1000" b="1" u="sng">
                <a:solidFill>
                  <a:schemeClr val="hlink"/>
                </a:solidFill>
                <a:latin typeface="Akatab"/>
                <a:ea typeface="Akatab"/>
                <a:cs typeface="Akatab"/>
                <a:sym typeface="Akatab"/>
                <a:hlinkClick r:id="rId9"/>
              </a:rPr>
              <a:t>FAQs</a:t>
            </a:r>
            <a:endParaRPr sz="1000" b="1" u="sng">
              <a:solidFill>
                <a:schemeClr val="dk1"/>
              </a:solidFill>
              <a:latin typeface="Akatab"/>
              <a:ea typeface="Akatab"/>
              <a:cs typeface="Akatab"/>
              <a:sym typeface="Akatab"/>
            </a:endParaRPr>
          </a:p>
        </p:txBody>
      </p:sp>
      <p:sp>
        <p:nvSpPr>
          <p:cNvPr id="394" name="Google Shape;394;p41"/>
          <p:cNvSpPr txBox="1"/>
          <p:nvPr/>
        </p:nvSpPr>
        <p:spPr>
          <a:xfrm>
            <a:off x="4245456" y="4133675"/>
            <a:ext cx="3248400" cy="4617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000">
                <a:solidFill>
                  <a:schemeClr val="dk1"/>
                </a:solidFill>
                <a:latin typeface="Akatab"/>
                <a:ea typeface="Akatab"/>
                <a:cs typeface="Akatab"/>
                <a:sym typeface="Akatab"/>
              </a:rPr>
              <a:t>You can visit our sister projects:</a:t>
            </a:r>
            <a:br>
              <a:rPr lang="en" sz="1000">
                <a:solidFill>
                  <a:schemeClr val="dk1"/>
                </a:solidFill>
                <a:latin typeface="Akatab"/>
                <a:ea typeface="Akatab"/>
                <a:cs typeface="Akatab"/>
                <a:sym typeface="Akatab"/>
              </a:rPr>
            </a:br>
            <a:r>
              <a:rPr lang="en" sz="1000" b="1" u="sng">
                <a:solidFill>
                  <a:schemeClr val="dk1"/>
                </a:solidFill>
                <a:latin typeface="Akatab"/>
                <a:ea typeface="Akatab"/>
                <a:cs typeface="Akatab"/>
                <a:sym typeface="Akatab"/>
                <a:hlinkClick r:id="rId10">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FREEPIK</a:t>
            </a:r>
            <a:r>
              <a:rPr lang="en" sz="1000" b="1">
                <a:solidFill>
                  <a:schemeClr val="dk1"/>
                </a:solidFill>
                <a:latin typeface="Akatab"/>
                <a:ea typeface="Akatab"/>
                <a:cs typeface="Akatab"/>
                <a:sym typeface="Akatab"/>
              </a:rPr>
              <a:t> | </a:t>
            </a:r>
            <a:r>
              <a:rPr lang="en" sz="1000" b="1" u="sng">
                <a:solidFill>
                  <a:schemeClr val="dk1"/>
                </a:solidFill>
                <a:latin typeface="Akatab"/>
                <a:ea typeface="Akatab"/>
                <a:cs typeface="Akatab"/>
                <a:sym typeface="Akatab"/>
                <a:hlinkClick r:id="rId11">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FLATICON</a:t>
            </a:r>
            <a:r>
              <a:rPr lang="en" sz="1000" b="1">
                <a:solidFill>
                  <a:schemeClr val="dk1"/>
                </a:solidFill>
                <a:latin typeface="Akatab"/>
                <a:ea typeface="Akatab"/>
                <a:cs typeface="Akatab"/>
                <a:sym typeface="Akatab"/>
              </a:rPr>
              <a:t> | </a:t>
            </a:r>
            <a:r>
              <a:rPr lang="en" sz="1000" b="1" u="sng">
                <a:solidFill>
                  <a:schemeClr val="dk1"/>
                </a:solidFill>
                <a:latin typeface="Akatab"/>
                <a:ea typeface="Akatab"/>
                <a:cs typeface="Akatab"/>
                <a:sym typeface="Akatab"/>
                <a:hlinkClick r:id="rId12">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STORYSET</a:t>
            </a:r>
            <a:r>
              <a:rPr lang="en" sz="1000" b="1">
                <a:solidFill>
                  <a:schemeClr val="dk1"/>
                </a:solidFill>
                <a:latin typeface="Akatab"/>
                <a:ea typeface="Akatab"/>
                <a:cs typeface="Akatab"/>
                <a:sym typeface="Akatab"/>
              </a:rPr>
              <a:t> | </a:t>
            </a:r>
            <a:r>
              <a:rPr lang="en" sz="1000" b="1" u="sng">
                <a:solidFill>
                  <a:schemeClr val="dk1"/>
                </a:solidFill>
                <a:latin typeface="Akatab"/>
                <a:ea typeface="Akatab"/>
                <a:cs typeface="Akatab"/>
                <a:sym typeface="Akatab"/>
                <a:hlinkClick r:id="rId13">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WEPIK</a:t>
            </a:r>
            <a:r>
              <a:rPr lang="en" sz="1000" b="1">
                <a:solidFill>
                  <a:schemeClr val="dk1"/>
                </a:solidFill>
                <a:latin typeface="Akatab"/>
                <a:ea typeface="Akatab"/>
                <a:cs typeface="Akatab"/>
                <a:sym typeface="Akatab"/>
              </a:rPr>
              <a:t> | </a:t>
            </a:r>
            <a:r>
              <a:rPr lang="en" sz="1000" b="1" u="sng">
                <a:solidFill>
                  <a:schemeClr val="dk1"/>
                </a:solidFill>
                <a:latin typeface="Akatab"/>
                <a:ea typeface="Akatab"/>
                <a:cs typeface="Akatab"/>
                <a:sym typeface="Akatab"/>
                <a:hlinkClick r:id="rId14">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VIDEVO</a:t>
            </a:r>
            <a:endParaRPr sz="1000" b="1">
              <a:solidFill>
                <a:schemeClr val="dk1"/>
              </a:solidFill>
              <a:latin typeface="Akatab"/>
              <a:ea typeface="Akatab"/>
              <a:cs typeface="Akatab"/>
              <a:sym typeface="Akatab"/>
            </a:endParaRPr>
          </a:p>
        </p:txBody>
      </p:sp>
    </p:spTree>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443"/>
        <p:cNvGrpSpPr/>
        <p:nvPr/>
      </p:nvGrpSpPr>
      <p:grpSpPr>
        <a:xfrm>
          <a:off x="0" y="0"/>
          <a:ext cx="0" cy="0"/>
          <a:chOff x="0" y="0"/>
          <a:chExt cx="0" cy="0"/>
        </a:xfrm>
      </p:grpSpPr>
      <p:sp>
        <p:nvSpPr>
          <p:cNvPr id="444" name="Google Shape;444;p45"/>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Do you need longer text?</a:t>
            </a:r>
            <a:endParaRPr/>
          </a:p>
        </p:txBody>
      </p:sp>
      <p:sp>
        <p:nvSpPr>
          <p:cNvPr id="445" name="Google Shape;445;p45"/>
          <p:cNvSpPr txBox="1">
            <a:spLocks noGrp="1"/>
          </p:cNvSpPr>
          <p:nvPr>
            <p:ph type="subTitle" idx="1"/>
          </p:nvPr>
        </p:nvSpPr>
        <p:spPr>
          <a:xfrm>
            <a:off x="1938000" y="1571850"/>
            <a:ext cx="5268000" cy="1233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Mercury is the closest planet to the Sun and the smallest one in the entire Solar System. This planet’s name has nothing to do with the liquid metal, since Mercury was named after the Roman messenger god. Despite being closer to the Sun than Venus, its temperatures aren’t as terribly hot as that planet’s. Its surface is quite similar to that of Earth’s Moon, which means there are a lot of craters and plains</a:t>
            </a:r>
            <a:endParaRPr/>
          </a:p>
        </p:txBody>
      </p:sp>
      <p:sp>
        <p:nvSpPr>
          <p:cNvPr id="446" name="Google Shape;446;p45"/>
          <p:cNvSpPr txBox="1">
            <a:spLocks noGrp="1"/>
          </p:cNvSpPr>
          <p:nvPr>
            <p:ph type="subTitle" idx="2"/>
          </p:nvPr>
        </p:nvSpPr>
        <p:spPr>
          <a:xfrm>
            <a:off x="1938000" y="3033474"/>
            <a:ext cx="5268000" cy="1233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Speaking of craters, many of them were named after artists or authors who made significant contributions to their respective fields. Mercury takes a little more than 58 days to complete its rotation, so try to imagine how long days must be there! Since the temperatures are so extreme, albeit not as extreme as on Venus, and the solar radiation is so high, Mercury has been deemed to be non-habitable for humans</a:t>
            </a:r>
            <a:endParaRPr/>
          </a:p>
        </p:txBody>
      </p:sp>
    </p:spTree>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470"/>
        <p:cNvGrpSpPr/>
        <p:nvPr/>
      </p:nvGrpSpPr>
      <p:grpSpPr>
        <a:xfrm>
          <a:off x="0" y="0"/>
          <a:ext cx="0" cy="0"/>
          <a:chOff x="0" y="0"/>
          <a:chExt cx="0" cy="0"/>
        </a:xfrm>
      </p:grpSpPr>
      <p:sp>
        <p:nvSpPr>
          <p:cNvPr id="471" name="Google Shape;471;p48"/>
          <p:cNvSpPr txBox="1">
            <a:spLocks noGrp="1"/>
          </p:cNvSpPr>
          <p:nvPr>
            <p:ph type="subTitle" idx="3"/>
          </p:nvPr>
        </p:nvSpPr>
        <p:spPr>
          <a:xfrm>
            <a:off x="948188" y="2779225"/>
            <a:ext cx="3211200" cy="7134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en"/>
              <a:t>Venus has a beautiful name and is the second planet from the Sun. It’s hot and has a poisonous atmosphere</a:t>
            </a:r>
            <a:endParaRPr/>
          </a:p>
        </p:txBody>
      </p:sp>
      <p:sp>
        <p:nvSpPr>
          <p:cNvPr id="472" name="Google Shape;472;p48"/>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Divide the content</a:t>
            </a:r>
            <a:endParaRPr/>
          </a:p>
        </p:txBody>
      </p:sp>
      <p:sp>
        <p:nvSpPr>
          <p:cNvPr id="473" name="Google Shape;473;p48"/>
          <p:cNvSpPr txBox="1">
            <a:spLocks noGrp="1"/>
          </p:cNvSpPr>
          <p:nvPr>
            <p:ph type="subTitle" idx="1"/>
          </p:nvPr>
        </p:nvSpPr>
        <p:spPr>
          <a:xfrm>
            <a:off x="948188" y="2303125"/>
            <a:ext cx="3211200" cy="4761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Venus</a:t>
            </a:r>
            <a:endParaRPr/>
          </a:p>
        </p:txBody>
      </p:sp>
      <p:sp>
        <p:nvSpPr>
          <p:cNvPr id="474" name="Google Shape;474;p48"/>
          <p:cNvSpPr txBox="1">
            <a:spLocks noGrp="1"/>
          </p:cNvSpPr>
          <p:nvPr>
            <p:ph type="subTitle" idx="2"/>
          </p:nvPr>
        </p:nvSpPr>
        <p:spPr>
          <a:xfrm>
            <a:off x="4984609" y="2303125"/>
            <a:ext cx="3211200" cy="476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Mercury</a:t>
            </a:r>
            <a:endParaRPr/>
          </a:p>
        </p:txBody>
      </p:sp>
      <p:sp>
        <p:nvSpPr>
          <p:cNvPr id="475" name="Google Shape;475;p48"/>
          <p:cNvSpPr txBox="1">
            <a:spLocks noGrp="1"/>
          </p:cNvSpPr>
          <p:nvPr>
            <p:ph type="subTitle" idx="4"/>
          </p:nvPr>
        </p:nvSpPr>
        <p:spPr>
          <a:xfrm>
            <a:off x="4984609" y="2779225"/>
            <a:ext cx="3211200" cy="71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Mercury is the closest planet to the Sun and the smallest one in the Solar System—it’s only a bit larger than the Moon</a:t>
            </a:r>
            <a:endParaRPr/>
          </a:p>
        </p:txBody>
      </p:sp>
    </p:spTree>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479"/>
        <p:cNvGrpSpPr/>
        <p:nvPr/>
      </p:nvGrpSpPr>
      <p:grpSpPr>
        <a:xfrm>
          <a:off x="0" y="0"/>
          <a:ext cx="0" cy="0"/>
          <a:chOff x="0" y="0"/>
          <a:chExt cx="0" cy="0"/>
        </a:xfrm>
      </p:grpSpPr>
      <p:sp>
        <p:nvSpPr>
          <p:cNvPr id="480" name="Google Shape;480;p49"/>
          <p:cNvSpPr txBox="1">
            <a:spLocks noGrp="1"/>
          </p:cNvSpPr>
          <p:nvPr>
            <p:ph type="subTitle" idx="1"/>
          </p:nvPr>
        </p:nvSpPr>
        <p:spPr>
          <a:xfrm>
            <a:off x="720000" y="2515000"/>
            <a:ext cx="2336400" cy="4848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Mars</a:t>
            </a:r>
            <a:endParaRPr/>
          </a:p>
        </p:txBody>
      </p:sp>
      <p:sp>
        <p:nvSpPr>
          <p:cNvPr id="481" name="Google Shape;481;p49"/>
          <p:cNvSpPr txBox="1">
            <a:spLocks noGrp="1"/>
          </p:cNvSpPr>
          <p:nvPr>
            <p:ph type="subTitle" idx="5"/>
          </p:nvPr>
        </p:nvSpPr>
        <p:spPr>
          <a:xfrm>
            <a:off x="3403800" y="1835500"/>
            <a:ext cx="2336400" cy="484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Venus</a:t>
            </a:r>
            <a:endParaRPr/>
          </a:p>
        </p:txBody>
      </p:sp>
      <p:sp>
        <p:nvSpPr>
          <p:cNvPr id="482" name="Google Shape;482;p49"/>
          <p:cNvSpPr txBox="1">
            <a:spLocks noGrp="1"/>
          </p:cNvSpPr>
          <p:nvPr>
            <p:ph type="subTitle" idx="6"/>
          </p:nvPr>
        </p:nvSpPr>
        <p:spPr>
          <a:xfrm>
            <a:off x="6087600" y="2515000"/>
            <a:ext cx="2336400" cy="484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Mercury</a:t>
            </a:r>
            <a:endParaRPr/>
          </a:p>
        </p:txBody>
      </p:sp>
      <p:sp>
        <p:nvSpPr>
          <p:cNvPr id="483" name="Google Shape;483;p49"/>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Here are three important ideas</a:t>
            </a:r>
            <a:endParaRPr/>
          </a:p>
        </p:txBody>
      </p:sp>
      <p:sp>
        <p:nvSpPr>
          <p:cNvPr id="484" name="Google Shape;484;p49"/>
          <p:cNvSpPr txBox="1">
            <a:spLocks noGrp="1"/>
          </p:cNvSpPr>
          <p:nvPr>
            <p:ph type="subTitle" idx="2"/>
          </p:nvPr>
        </p:nvSpPr>
        <p:spPr>
          <a:xfrm>
            <a:off x="720000" y="2999805"/>
            <a:ext cx="2336400" cy="6795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en"/>
              <a:t>Despite being red, Mars is actually a cold place. It’s full of iron oxide dust</a:t>
            </a:r>
            <a:endParaRPr/>
          </a:p>
        </p:txBody>
      </p:sp>
      <p:sp>
        <p:nvSpPr>
          <p:cNvPr id="485" name="Google Shape;485;p49"/>
          <p:cNvSpPr txBox="1">
            <a:spLocks noGrp="1"/>
          </p:cNvSpPr>
          <p:nvPr>
            <p:ph type="subTitle" idx="3"/>
          </p:nvPr>
        </p:nvSpPr>
        <p:spPr>
          <a:xfrm>
            <a:off x="3403800" y="2320305"/>
            <a:ext cx="2336400" cy="679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Venus has a beautiful name and is the second planet from the Sun</a:t>
            </a:r>
            <a:endParaRPr/>
          </a:p>
        </p:txBody>
      </p:sp>
      <p:sp>
        <p:nvSpPr>
          <p:cNvPr id="486" name="Google Shape;486;p49"/>
          <p:cNvSpPr txBox="1">
            <a:spLocks noGrp="1"/>
          </p:cNvSpPr>
          <p:nvPr>
            <p:ph type="subTitle" idx="4"/>
          </p:nvPr>
        </p:nvSpPr>
        <p:spPr>
          <a:xfrm>
            <a:off x="6087600" y="2999805"/>
            <a:ext cx="2336400" cy="679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Mercury is the closest planet to the Sun and the smallest of them all</a:t>
            </a:r>
            <a:endParaRPr/>
          </a:p>
        </p:txBody>
      </p:sp>
    </p:spTree>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490"/>
        <p:cNvGrpSpPr/>
        <p:nvPr/>
      </p:nvGrpSpPr>
      <p:grpSpPr>
        <a:xfrm>
          <a:off x="0" y="0"/>
          <a:ext cx="0" cy="0"/>
          <a:chOff x="0" y="0"/>
          <a:chExt cx="0" cy="0"/>
        </a:xfrm>
      </p:grpSpPr>
      <p:sp>
        <p:nvSpPr>
          <p:cNvPr id="491" name="Google Shape;491;p50"/>
          <p:cNvSpPr txBox="1">
            <a:spLocks noGrp="1"/>
          </p:cNvSpPr>
          <p:nvPr>
            <p:ph type="subTitle" idx="1"/>
          </p:nvPr>
        </p:nvSpPr>
        <p:spPr>
          <a:xfrm>
            <a:off x="2347929" y="1532925"/>
            <a:ext cx="1888800" cy="4848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Saturn</a:t>
            </a:r>
            <a:endParaRPr/>
          </a:p>
        </p:txBody>
      </p:sp>
      <p:sp>
        <p:nvSpPr>
          <p:cNvPr id="492" name="Google Shape;492;p50"/>
          <p:cNvSpPr txBox="1">
            <a:spLocks noGrp="1"/>
          </p:cNvSpPr>
          <p:nvPr>
            <p:ph type="subTitle" idx="2"/>
          </p:nvPr>
        </p:nvSpPr>
        <p:spPr>
          <a:xfrm>
            <a:off x="2347912" y="2017725"/>
            <a:ext cx="1888800" cy="5727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en"/>
              <a:t>Saturn is a gas giant and has several rings</a:t>
            </a:r>
            <a:endParaRPr/>
          </a:p>
        </p:txBody>
      </p:sp>
      <p:sp>
        <p:nvSpPr>
          <p:cNvPr id="493" name="Google Shape;493;p50"/>
          <p:cNvSpPr txBox="1">
            <a:spLocks noGrp="1"/>
          </p:cNvSpPr>
          <p:nvPr>
            <p:ph type="subTitle" idx="3"/>
          </p:nvPr>
        </p:nvSpPr>
        <p:spPr>
          <a:xfrm>
            <a:off x="4907276" y="2017725"/>
            <a:ext cx="18888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Mars is actually a very cold place</a:t>
            </a:r>
            <a:endParaRPr/>
          </a:p>
        </p:txBody>
      </p:sp>
      <p:sp>
        <p:nvSpPr>
          <p:cNvPr id="494" name="Google Shape;494;p50"/>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Divide the content in four ideas</a:t>
            </a:r>
            <a:endParaRPr/>
          </a:p>
        </p:txBody>
      </p:sp>
      <p:sp>
        <p:nvSpPr>
          <p:cNvPr id="495" name="Google Shape;495;p50"/>
          <p:cNvSpPr txBox="1">
            <a:spLocks noGrp="1"/>
          </p:cNvSpPr>
          <p:nvPr>
            <p:ph type="subTitle" idx="6"/>
          </p:nvPr>
        </p:nvSpPr>
        <p:spPr>
          <a:xfrm>
            <a:off x="2347929" y="2922850"/>
            <a:ext cx="1888800" cy="4848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Jupiter</a:t>
            </a:r>
            <a:endParaRPr/>
          </a:p>
        </p:txBody>
      </p:sp>
      <p:sp>
        <p:nvSpPr>
          <p:cNvPr id="496" name="Google Shape;496;p50"/>
          <p:cNvSpPr txBox="1">
            <a:spLocks noGrp="1"/>
          </p:cNvSpPr>
          <p:nvPr>
            <p:ph type="subTitle" idx="4"/>
          </p:nvPr>
        </p:nvSpPr>
        <p:spPr>
          <a:xfrm>
            <a:off x="2347921" y="3407650"/>
            <a:ext cx="1888800" cy="5727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en"/>
              <a:t>Jupiter is the biggest planet of them all</a:t>
            </a:r>
            <a:endParaRPr/>
          </a:p>
        </p:txBody>
      </p:sp>
      <p:sp>
        <p:nvSpPr>
          <p:cNvPr id="497" name="Google Shape;497;p50"/>
          <p:cNvSpPr txBox="1">
            <a:spLocks noGrp="1"/>
          </p:cNvSpPr>
          <p:nvPr>
            <p:ph type="subTitle" idx="5"/>
          </p:nvPr>
        </p:nvSpPr>
        <p:spPr>
          <a:xfrm>
            <a:off x="4907284" y="3407650"/>
            <a:ext cx="18888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Venus has extremely high temperatures</a:t>
            </a:r>
            <a:endParaRPr/>
          </a:p>
        </p:txBody>
      </p:sp>
      <p:sp>
        <p:nvSpPr>
          <p:cNvPr id="498" name="Google Shape;498;p50"/>
          <p:cNvSpPr txBox="1">
            <a:spLocks noGrp="1"/>
          </p:cNvSpPr>
          <p:nvPr>
            <p:ph type="subTitle" idx="7"/>
          </p:nvPr>
        </p:nvSpPr>
        <p:spPr>
          <a:xfrm>
            <a:off x="4907291" y="1532925"/>
            <a:ext cx="1888800" cy="484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Mars</a:t>
            </a:r>
            <a:endParaRPr/>
          </a:p>
        </p:txBody>
      </p:sp>
      <p:sp>
        <p:nvSpPr>
          <p:cNvPr id="499" name="Google Shape;499;p50"/>
          <p:cNvSpPr txBox="1">
            <a:spLocks noGrp="1"/>
          </p:cNvSpPr>
          <p:nvPr>
            <p:ph type="subTitle" idx="8"/>
          </p:nvPr>
        </p:nvSpPr>
        <p:spPr>
          <a:xfrm>
            <a:off x="4907291" y="2922850"/>
            <a:ext cx="1888800" cy="484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Venus</a:t>
            </a:r>
            <a:endParaRPr/>
          </a:p>
        </p:txBody>
      </p:sp>
    </p:spTree>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503"/>
        <p:cNvGrpSpPr/>
        <p:nvPr/>
      </p:nvGrpSpPr>
      <p:grpSpPr>
        <a:xfrm>
          <a:off x="0" y="0"/>
          <a:ext cx="0" cy="0"/>
          <a:chOff x="0" y="0"/>
          <a:chExt cx="0" cy="0"/>
        </a:xfrm>
      </p:grpSpPr>
      <p:sp>
        <p:nvSpPr>
          <p:cNvPr id="504" name="Google Shape;504;p51"/>
          <p:cNvSpPr txBox="1">
            <a:spLocks noGrp="1"/>
          </p:cNvSpPr>
          <p:nvPr>
            <p:ph type="subTitle" idx="7"/>
          </p:nvPr>
        </p:nvSpPr>
        <p:spPr>
          <a:xfrm>
            <a:off x="1434138" y="1806700"/>
            <a:ext cx="1900800" cy="4848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Mercury</a:t>
            </a:r>
            <a:endParaRPr/>
          </a:p>
        </p:txBody>
      </p:sp>
      <p:sp>
        <p:nvSpPr>
          <p:cNvPr id="505" name="Google Shape;505;p51"/>
          <p:cNvSpPr txBox="1">
            <a:spLocks noGrp="1"/>
          </p:cNvSpPr>
          <p:nvPr>
            <p:ph type="subTitle" idx="4"/>
          </p:nvPr>
        </p:nvSpPr>
        <p:spPr>
          <a:xfrm>
            <a:off x="1438125" y="3560575"/>
            <a:ext cx="1900800" cy="5727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en"/>
              <a:t>Venus has extremely high temperatures</a:t>
            </a:r>
            <a:endParaRPr/>
          </a:p>
        </p:txBody>
      </p:sp>
      <p:sp>
        <p:nvSpPr>
          <p:cNvPr id="506" name="Google Shape;506;p51"/>
          <p:cNvSpPr txBox="1">
            <a:spLocks noGrp="1"/>
          </p:cNvSpPr>
          <p:nvPr>
            <p:ph type="subTitle" idx="5"/>
          </p:nvPr>
        </p:nvSpPr>
        <p:spPr>
          <a:xfrm>
            <a:off x="3621606" y="3560575"/>
            <a:ext cx="19008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Jupiter is the biggest planet of them all</a:t>
            </a:r>
            <a:endParaRPr/>
          </a:p>
        </p:txBody>
      </p:sp>
      <p:sp>
        <p:nvSpPr>
          <p:cNvPr id="507" name="Google Shape;507;p51"/>
          <p:cNvSpPr txBox="1">
            <a:spLocks noGrp="1"/>
          </p:cNvSpPr>
          <p:nvPr>
            <p:ph type="subTitle" idx="1"/>
          </p:nvPr>
        </p:nvSpPr>
        <p:spPr>
          <a:xfrm>
            <a:off x="1438125" y="2291499"/>
            <a:ext cx="1900800" cy="5727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en"/>
              <a:t>Mercury is the closest planet to the Sun</a:t>
            </a:r>
            <a:endParaRPr/>
          </a:p>
        </p:txBody>
      </p:sp>
      <p:sp>
        <p:nvSpPr>
          <p:cNvPr id="508" name="Google Shape;508;p51"/>
          <p:cNvSpPr txBox="1">
            <a:spLocks noGrp="1"/>
          </p:cNvSpPr>
          <p:nvPr>
            <p:ph type="subTitle" idx="13"/>
          </p:nvPr>
        </p:nvSpPr>
        <p:spPr>
          <a:xfrm>
            <a:off x="1434138" y="3075775"/>
            <a:ext cx="1900800" cy="4848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Venus</a:t>
            </a:r>
            <a:endParaRPr/>
          </a:p>
        </p:txBody>
      </p:sp>
      <p:sp>
        <p:nvSpPr>
          <p:cNvPr id="509" name="Google Shape;509;p51"/>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Reviewing concepts is a good idea</a:t>
            </a:r>
            <a:endParaRPr/>
          </a:p>
        </p:txBody>
      </p:sp>
      <p:sp>
        <p:nvSpPr>
          <p:cNvPr id="510" name="Google Shape;510;p51"/>
          <p:cNvSpPr txBox="1">
            <a:spLocks noGrp="1"/>
          </p:cNvSpPr>
          <p:nvPr>
            <p:ph type="subTitle" idx="8"/>
          </p:nvPr>
        </p:nvSpPr>
        <p:spPr>
          <a:xfrm>
            <a:off x="3621606" y="1806700"/>
            <a:ext cx="1900800" cy="484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Mars</a:t>
            </a:r>
            <a:endParaRPr/>
          </a:p>
        </p:txBody>
      </p:sp>
      <p:sp>
        <p:nvSpPr>
          <p:cNvPr id="511" name="Google Shape;511;p51"/>
          <p:cNvSpPr txBox="1">
            <a:spLocks noGrp="1"/>
          </p:cNvSpPr>
          <p:nvPr>
            <p:ph type="subTitle" idx="9"/>
          </p:nvPr>
        </p:nvSpPr>
        <p:spPr>
          <a:xfrm>
            <a:off x="5809073" y="1806700"/>
            <a:ext cx="1900800" cy="484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Saturn</a:t>
            </a:r>
            <a:endParaRPr/>
          </a:p>
        </p:txBody>
      </p:sp>
      <p:sp>
        <p:nvSpPr>
          <p:cNvPr id="512" name="Google Shape;512;p51"/>
          <p:cNvSpPr txBox="1">
            <a:spLocks noGrp="1"/>
          </p:cNvSpPr>
          <p:nvPr>
            <p:ph type="subTitle" idx="2"/>
          </p:nvPr>
        </p:nvSpPr>
        <p:spPr>
          <a:xfrm>
            <a:off x="3621606" y="2291499"/>
            <a:ext cx="19008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Mars is actually a very cold place</a:t>
            </a:r>
            <a:endParaRPr/>
          </a:p>
        </p:txBody>
      </p:sp>
      <p:sp>
        <p:nvSpPr>
          <p:cNvPr id="513" name="Google Shape;513;p51"/>
          <p:cNvSpPr txBox="1">
            <a:spLocks noGrp="1"/>
          </p:cNvSpPr>
          <p:nvPr>
            <p:ph type="subTitle" idx="3"/>
          </p:nvPr>
        </p:nvSpPr>
        <p:spPr>
          <a:xfrm>
            <a:off x="5805086" y="2291499"/>
            <a:ext cx="19008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Saturn is a gas giant with several rings</a:t>
            </a:r>
            <a:endParaRPr/>
          </a:p>
        </p:txBody>
      </p:sp>
      <p:sp>
        <p:nvSpPr>
          <p:cNvPr id="514" name="Google Shape;514;p51"/>
          <p:cNvSpPr txBox="1">
            <a:spLocks noGrp="1"/>
          </p:cNvSpPr>
          <p:nvPr>
            <p:ph type="subTitle" idx="6"/>
          </p:nvPr>
        </p:nvSpPr>
        <p:spPr>
          <a:xfrm>
            <a:off x="5805086" y="3560575"/>
            <a:ext cx="19008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Neptune is the farthest planet from the Sun</a:t>
            </a:r>
            <a:endParaRPr/>
          </a:p>
        </p:txBody>
      </p:sp>
      <p:sp>
        <p:nvSpPr>
          <p:cNvPr id="515" name="Google Shape;515;p51"/>
          <p:cNvSpPr txBox="1">
            <a:spLocks noGrp="1"/>
          </p:cNvSpPr>
          <p:nvPr>
            <p:ph type="subTitle" idx="14"/>
          </p:nvPr>
        </p:nvSpPr>
        <p:spPr>
          <a:xfrm>
            <a:off x="3621606" y="3075775"/>
            <a:ext cx="1900800" cy="484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Jupiter</a:t>
            </a:r>
            <a:endParaRPr/>
          </a:p>
        </p:txBody>
      </p:sp>
      <p:sp>
        <p:nvSpPr>
          <p:cNvPr id="516" name="Google Shape;516;p51"/>
          <p:cNvSpPr txBox="1">
            <a:spLocks noGrp="1"/>
          </p:cNvSpPr>
          <p:nvPr>
            <p:ph type="subTitle" idx="15"/>
          </p:nvPr>
        </p:nvSpPr>
        <p:spPr>
          <a:xfrm>
            <a:off x="5809073" y="3075775"/>
            <a:ext cx="1900800" cy="484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Neptune</a:t>
            </a:r>
            <a:endParaRPr/>
          </a:p>
        </p:txBody>
      </p:sp>
    </p:spTree>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538"/>
        <p:cNvGrpSpPr/>
        <p:nvPr/>
      </p:nvGrpSpPr>
      <p:grpSpPr>
        <a:xfrm>
          <a:off x="0" y="0"/>
          <a:ext cx="0" cy="0"/>
          <a:chOff x="0" y="0"/>
          <a:chExt cx="0" cy="0"/>
        </a:xfrm>
      </p:grpSpPr>
      <p:sp>
        <p:nvSpPr>
          <p:cNvPr id="539" name="Google Shape;539;p54"/>
          <p:cNvSpPr txBox="1">
            <a:spLocks noGrp="1"/>
          </p:cNvSpPr>
          <p:nvPr>
            <p:ph type="title"/>
          </p:nvPr>
        </p:nvSpPr>
        <p:spPr>
          <a:xfrm>
            <a:off x="1717938" y="3040950"/>
            <a:ext cx="5708100" cy="531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—Someone Famous</a:t>
            </a:r>
            <a:endParaRPr/>
          </a:p>
        </p:txBody>
      </p:sp>
      <p:sp>
        <p:nvSpPr>
          <p:cNvPr id="540" name="Google Shape;540;p54"/>
          <p:cNvSpPr txBox="1">
            <a:spLocks noGrp="1"/>
          </p:cNvSpPr>
          <p:nvPr>
            <p:ph type="subTitle" idx="1"/>
          </p:nvPr>
        </p:nvSpPr>
        <p:spPr>
          <a:xfrm>
            <a:off x="1717960" y="1570650"/>
            <a:ext cx="5708100" cy="1470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“This is a quote, words full of wisdom that someone important said and can make the reader get inspired”</a:t>
            </a:r>
            <a:endParaRPr/>
          </a:p>
        </p:txBody>
      </p:sp>
    </p:spTree>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544"/>
        <p:cNvGrpSpPr/>
        <p:nvPr/>
      </p:nvGrpSpPr>
      <p:grpSpPr>
        <a:xfrm>
          <a:off x="0" y="0"/>
          <a:ext cx="0" cy="0"/>
          <a:chOff x="0" y="0"/>
          <a:chExt cx="0" cy="0"/>
        </a:xfrm>
      </p:grpSpPr>
      <p:pic>
        <p:nvPicPr>
          <p:cNvPr id="545" name="Google Shape;545;p55"/>
          <p:cNvPicPr preferRelativeResize="0">
            <a:picLocks noGrp="1"/>
          </p:cNvPicPr>
          <p:nvPr>
            <p:ph type="pic" idx="2"/>
          </p:nvPr>
        </p:nvPicPr>
        <p:blipFill rotWithShape="1">
          <a:blip r:embed="rId3">
            <a:alphaModFix/>
          </a:blip>
          <a:srcRect t="7764" b="7755"/>
          <a:stretch/>
        </p:blipFill>
        <p:spPr>
          <a:xfrm>
            <a:off x="-11825" y="-11825"/>
            <a:ext cx="9155702" cy="5155199"/>
          </a:xfrm>
          <a:prstGeom prst="rect">
            <a:avLst/>
          </a:prstGeom>
        </p:spPr>
      </p:pic>
      <p:sp>
        <p:nvSpPr>
          <p:cNvPr id="546" name="Google Shape;546;p55"/>
          <p:cNvSpPr txBox="1">
            <a:spLocks noGrp="1"/>
          </p:cNvSpPr>
          <p:nvPr>
            <p:ph type="title"/>
          </p:nvPr>
        </p:nvSpPr>
        <p:spPr>
          <a:xfrm>
            <a:off x="1522200" y="3961375"/>
            <a:ext cx="60996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A picture is worth a thousand words</a:t>
            </a:r>
            <a:endParaRPr/>
          </a:p>
        </p:txBody>
      </p:sp>
      <p:grpSp>
        <p:nvGrpSpPr>
          <p:cNvPr id="547" name="Google Shape;547;p55"/>
          <p:cNvGrpSpPr/>
          <p:nvPr/>
        </p:nvGrpSpPr>
        <p:grpSpPr>
          <a:xfrm flipH="1">
            <a:off x="8812075" y="1441950"/>
            <a:ext cx="90900" cy="3705900"/>
            <a:chOff x="7952125" y="1292300"/>
            <a:chExt cx="90900" cy="3705900"/>
          </a:xfrm>
        </p:grpSpPr>
        <p:sp>
          <p:nvSpPr>
            <p:cNvPr id="548" name="Google Shape;548;p55"/>
            <p:cNvSpPr/>
            <p:nvPr/>
          </p:nvSpPr>
          <p:spPr>
            <a:xfrm rot="5400000">
              <a:off x="7744975" y="149945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49" name="Google Shape;549;p55"/>
            <p:cNvCxnSpPr/>
            <p:nvPr/>
          </p:nvCxnSpPr>
          <p:spPr>
            <a:xfrm>
              <a:off x="8043025" y="1292300"/>
              <a:ext cx="0" cy="3705900"/>
            </a:xfrm>
            <a:prstGeom prst="straightConnector1">
              <a:avLst/>
            </a:prstGeom>
            <a:noFill/>
            <a:ln w="9525" cap="flat" cmpd="sng">
              <a:solidFill>
                <a:schemeClr val="dk1"/>
              </a:solidFill>
              <a:prstDash val="solid"/>
              <a:round/>
              <a:headEnd type="none" w="med" len="med"/>
              <a:tailEnd type="none" w="med" len="med"/>
            </a:ln>
          </p:spPr>
        </p:cxnSp>
      </p:grpSp>
    </p:spTree>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560"/>
        <p:cNvGrpSpPr/>
        <p:nvPr/>
      </p:nvGrpSpPr>
      <p:grpSpPr>
        <a:xfrm>
          <a:off x="0" y="0"/>
          <a:ext cx="0" cy="0"/>
          <a:chOff x="0" y="0"/>
          <a:chExt cx="0" cy="0"/>
        </a:xfrm>
      </p:grpSpPr>
      <p:sp>
        <p:nvSpPr>
          <p:cNvPr id="561" name="Google Shape;561;p57"/>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Marketing plan</a:t>
            </a:r>
            <a:endParaRPr/>
          </a:p>
        </p:txBody>
      </p:sp>
      <p:sp>
        <p:nvSpPr>
          <p:cNvPr id="562" name="Google Shape;562;p57"/>
          <p:cNvSpPr txBox="1">
            <a:spLocks noGrp="1"/>
          </p:cNvSpPr>
          <p:nvPr>
            <p:ph type="subTitle" idx="4294967295"/>
          </p:nvPr>
        </p:nvSpPr>
        <p:spPr>
          <a:xfrm>
            <a:off x="6087600" y="3215600"/>
            <a:ext cx="2336400" cy="484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400">
                <a:latin typeface="Noto Serif Ethiopic"/>
                <a:ea typeface="Noto Serif Ethiopic"/>
                <a:cs typeface="Noto Serif Ethiopic"/>
                <a:sym typeface="Noto Serif Ethiopic"/>
              </a:rPr>
              <a:t>Saturn</a:t>
            </a:r>
            <a:endParaRPr sz="2400">
              <a:latin typeface="Noto Serif Ethiopic"/>
              <a:ea typeface="Noto Serif Ethiopic"/>
              <a:cs typeface="Noto Serif Ethiopic"/>
              <a:sym typeface="Noto Serif Ethiopic"/>
            </a:endParaRPr>
          </a:p>
        </p:txBody>
      </p:sp>
      <p:sp>
        <p:nvSpPr>
          <p:cNvPr id="563" name="Google Shape;563;p57"/>
          <p:cNvSpPr txBox="1">
            <a:spLocks noGrp="1"/>
          </p:cNvSpPr>
          <p:nvPr>
            <p:ph type="subTitle" idx="4294967295"/>
          </p:nvPr>
        </p:nvSpPr>
        <p:spPr>
          <a:xfrm>
            <a:off x="720000" y="3215600"/>
            <a:ext cx="2336400" cy="484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400">
                <a:latin typeface="Noto Serif Ethiopic"/>
                <a:ea typeface="Noto Serif Ethiopic"/>
                <a:cs typeface="Noto Serif Ethiopic"/>
                <a:sym typeface="Noto Serif Ethiopic"/>
              </a:rPr>
              <a:t>Mercury</a:t>
            </a:r>
            <a:endParaRPr sz="2400">
              <a:latin typeface="Noto Serif Ethiopic"/>
              <a:ea typeface="Noto Serif Ethiopic"/>
              <a:cs typeface="Noto Serif Ethiopic"/>
              <a:sym typeface="Noto Serif Ethiopic"/>
            </a:endParaRPr>
          </a:p>
        </p:txBody>
      </p:sp>
      <p:sp>
        <p:nvSpPr>
          <p:cNvPr id="564" name="Google Shape;564;p57"/>
          <p:cNvSpPr txBox="1">
            <a:spLocks noGrp="1"/>
          </p:cNvSpPr>
          <p:nvPr>
            <p:ph type="subTitle" idx="4294967295"/>
          </p:nvPr>
        </p:nvSpPr>
        <p:spPr>
          <a:xfrm>
            <a:off x="720000" y="3700404"/>
            <a:ext cx="2336400" cy="679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Mercury is the closest planet to the Sun and the smallest of them all</a:t>
            </a:r>
            <a:endParaRPr/>
          </a:p>
        </p:txBody>
      </p:sp>
      <p:sp>
        <p:nvSpPr>
          <p:cNvPr id="565" name="Google Shape;565;p57"/>
          <p:cNvSpPr txBox="1">
            <a:spLocks noGrp="1"/>
          </p:cNvSpPr>
          <p:nvPr>
            <p:ph type="subTitle" idx="4294967295"/>
          </p:nvPr>
        </p:nvSpPr>
        <p:spPr>
          <a:xfrm>
            <a:off x="3403800" y="3700404"/>
            <a:ext cx="2336400" cy="679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Earth is the third planet from the Sun and the only one that harbors life in the Solar System</a:t>
            </a:r>
            <a:endParaRPr/>
          </a:p>
        </p:txBody>
      </p:sp>
      <p:sp>
        <p:nvSpPr>
          <p:cNvPr id="566" name="Google Shape;566;p57"/>
          <p:cNvSpPr txBox="1">
            <a:spLocks noGrp="1"/>
          </p:cNvSpPr>
          <p:nvPr>
            <p:ph type="subTitle" idx="4294967295"/>
          </p:nvPr>
        </p:nvSpPr>
        <p:spPr>
          <a:xfrm>
            <a:off x="6087600" y="3700404"/>
            <a:ext cx="2336400" cy="679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Saturn is a gas giant and has several rings. It’s composed mostly of hydrogen and helium</a:t>
            </a:r>
            <a:endParaRPr/>
          </a:p>
        </p:txBody>
      </p:sp>
      <p:sp>
        <p:nvSpPr>
          <p:cNvPr id="567" name="Google Shape;567;p57"/>
          <p:cNvSpPr txBox="1">
            <a:spLocks noGrp="1"/>
          </p:cNvSpPr>
          <p:nvPr>
            <p:ph type="subTitle" idx="4294967295"/>
          </p:nvPr>
        </p:nvSpPr>
        <p:spPr>
          <a:xfrm>
            <a:off x="3403800" y="3215600"/>
            <a:ext cx="2336400" cy="484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400">
                <a:latin typeface="Noto Serif Ethiopic"/>
                <a:ea typeface="Noto Serif Ethiopic"/>
                <a:cs typeface="Noto Serif Ethiopic"/>
                <a:sym typeface="Noto Serif Ethiopic"/>
              </a:rPr>
              <a:t>Earth</a:t>
            </a:r>
            <a:endParaRPr sz="2400">
              <a:latin typeface="Noto Serif Ethiopic"/>
              <a:ea typeface="Noto Serif Ethiopic"/>
              <a:cs typeface="Noto Serif Ethiopic"/>
              <a:sym typeface="Noto Serif Ethiopic"/>
            </a:endParaRPr>
          </a:p>
        </p:txBody>
      </p:sp>
      <p:sp>
        <p:nvSpPr>
          <p:cNvPr id="568" name="Google Shape;568;p57"/>
          <p:cNvSpPr txBox="1">
            <a:spLocks noGrp="1"/>
          </p:cNvSpPr>
          <p:nvPr>
            <p:ph type="title" idx="4294967295"/>
          </p:nvPr>
        </p:nvSpPr>
        <p:spPr>
          <a:xfrm>
            <a:off x="720000" y="2295200"/>
            <a:ext cx="1275300" cy="620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accent2"/>
                </a:solidFill>
              </a:rPr>
              <a:t>15%</a:t>
            </a:r>
            <a:endParaRPr>
              <a:solidFill>
                <a:schemeClr val="accent2"/>
              </a:solidFill>
            </a:endParaRPr>
          </a:p>
        </p:txBody>
      </p:sp>
      <p:sp>
        <p:nvSpPr>
          <p:cNvPr id="569" name="Google Shape;569;p57"/>
          <p:cNvSpPr txBox="1">
            <a:spLocks noGrp="1"/>
          </p:cNvSpPr>
          <p:nvPr>
            <p:ph type="title" idx="4294967295"/>
          </p:nvPr>
        </p:nvSpPr>
        <p:spPr>
          <a:xfrm>
            <a:off x="3403825" y="1727600"/>
            <a:ext cx="1275300" cy="620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accent2"/>
                </a:solidFill>
              </a:rPr>
              <a:t>55%</a:t>
            </a:r>
            <a:endParaRPr>
              <a:solidFill>
                <a:schemeClr val="accent2"/>
              </a:solidFill>
            </a:endParaRPr>
          </a:p>
        </p:txBody>
      </p:sp>
      <p:sp>
        <p:nvSpPr>
          <p:cNvPr id="570" name="Google Shape;570;p57"/>
          <p:cNvSpPr txBox="1">
            <a:spLocks noGrp="1"/>
          </p:cNvSpPr>
          <p:nvPr>
            <p:ph type="title" idx="4294967295"/>
          </p:nvPr>
        </p:nvSpPr>
        <p:spPr>
          <a:xfrm>
            <a:off x="6087600" y="1156700"/>
            <a:ext cx="1275300" cy="620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accent2"/>
                </a:solidFill>
              </a:rPr>
              <a:t>95%</a:t>
            </a:r>
            <a:endParaRPr>
              <a:solidFill>
                <a:schemeClr val="accent2"/>
              </a:solidFill>
            </a:endParaRPr>
          </a:p>
        </p:txBody>
      </p:sp>
      <p:sp>
        <p:nvSpPr>
          <p:cNvPr id="571" name="Google Shape;571;p57"/>
          <p:cNvSpPr/>
          <p:nvPr/>
        </p:nvSpPr>
        <p:spPr>
          <a:xfrm>
            <a:off x="719950" y="2915300"/>
            <a:ext cx="2336400" cy="3003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 name="Google Shape;572;p57"/>
          <p:cNvSpPr/>
          <p:nvPr/>
        </p:nvSpPr>
        <p:spPr>
          <a:xfrm>
            <a:off x="6087650" y="1776800"/>
            <a:ext cx="2336400" cy="1438800"/>
          </a:xfrm>
          <a:prstGeom prst="rect">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 name="Google Shape;573;p57"/>
          <p:cNvSpPr/>
          <p:nvPr/>
        </p:nvSpPr>
        <p:spPr>
          <a:xfrm>
            <a:off x="3403800" y="2343200"/>
            <a:ext cx="2336400" cy="8724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593"/>
        <p:cNvGrpSpPr/>
        <p:nvPr/>
      </p:nvGrpSpPr>
      <p:grpSpPr>
        <a:xfrm>
          <a:off x="0" y="0"/>
          <a:ext cx="0" cy="0"/>
          <a:chOff x="0" y="0"/>
          <a:chExt cx="0" cy="0"/>
        </a:xfrm>
      </p:grpSpPr>
      <p:sp>
        <p:nvSpPr>
          <p:cNvPr id="594" name="Google Shape;594;p60"/>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Let’s use some percentages</a:t>
            </a:r>
            <a:endParaRPr/>
          </a:p>
        </p:txBody>
      </p:sp>
      <p:sp>
        <p:nvSpPr>
          <p:cNvPr id="595" name="Google Shape;595;p60"/>
          <p:cNvSpPr txBox="1">
            <a:spLocks noGrp="1"/>
          </p:cNvSpPr>
          <p:nvPr>
            <p:ph type="subTitle" idx="6"/>
          </p:nvPr>
        </p:nvSpPr>
        <p:spPr>
          <a:xfrm>
            <a:off x="6087600" y="2482875"/>
            <a:ext cx="2336400" cy="484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Venus</a:t>
            </a:r>
            <a:endParaRPr/>
          </a:p>
        </p:txBody>
      </p:sp>
      <p:sp>
        <p:nvSpPr>
          <p:cNvPr id="596" name="Google Shape;596;p60"/>
          <p:cNvSpPr txBox="1">
            <a:spLocks noGrp="1"/>
          </p:cNvSpPr>
          <p:nvPr>
            <p:ph type="subTitle" idx="1"/>
          </p:nvPr>
        </p:nvSpPr>
        <p:spPr>
          <a:xfrm>
            <a:off x="720000" y="2482875"/>
            <a:ext cx="2336400" cy="484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Mercury</a:t>
            </a:r>
            <a:endParaRPr/>
          </a:p>
        </p:txBody>
      </p:sp>
      <p:sp>
        <p:nvSpPr>
          <p:cNvPr id="597" name="Google Shape;597;p60"/>
          <p:cNvSpPr txBox="1">
            <a:spLocks noGrp="1"/>
          </p:cNvSpPr>
          <p:nvPr>
            <p:ph type="subTitle" idx="2"/>
          </p:nvPr>
        </p:nvSpPr>
        <p:spPr>
          <a:xfrm>
            <a:off x="720000" y="2967679"/>
            <a:ext cx="2336400" cy="679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Mercury is the closest planet to the Sun and the smallest of them all</a:t>
            </a:r>
            <a:endParaRPr/>
          </a:p>
        </p:txBody>
      </p:sp>
      <p:sp>
        <p:nvSpPr>
          <p:cNvPr id="598" name="Google Shape;598;p60"/>
          <p:cNvSpPr txBox="1">
            <a:spLocks noGrp="1"/>
          </p:cNvSpPr>
          <p:nvPr>
            <p:ph type="subTitle" idx="3"/>
          </p:nvPr>
        </p:nvSpPr>
        <p:spPr>
          <a:xfrm>
            <a:off x="3403800" y="2967679"/>
            <a:ext cx="2336400" cy="679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Despite being red, Mars is actually a cold place. It’s full of iron oxide dust</a:t>
            </a:r>
            <a:endParaRPr/>
          </a:p>
        </p:txBody>
      </p:sp>
      <p:sp>
        <p:nvSpPr>
          <p:cNvPr id="599" name="Google Shape;599;p60"/>
          <p:cNvSpPr txBox="1">
            <a:spLocks noGrp="1"/>
          </p:cNvSpPr>
          <p:nvPr>
            <p:ph type="subTitle" idx="4"/>
          </p:nvPr>
        </p:nvSpPr>
        <p:spPr>
          <a:xfrm>
            <a:off x="6087600" y="2967679"/>
            <a:ext cx="2336400" cy="679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Venus has a beautiful name and is the second planet from the Sun</a:t>
            </a:r>
            <a:endParaRPr/>
          </a:p>
        </p:txBody>
      </p:sp>
      <p:sp>
        <p:nvSpPr>
          <p:cNvPr id="600" name="Google Shape;600;p60"/>
          <p:cNvSpPr txBox="1">
            <a:spLocks noGrp="1"/>
          </p:cNvSpPr>
          <p:nvPr>
            <p:ph type="subTitle" idx="5"/>
          </p:nvPr>
        </p:nvSpPr>
        <p:spPr>
          <a:xfrm>
            <a:off x="3403800" y="2482875"/>
            <a:ext cx="2336400" cy="484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Mars</a:t>
            </a:r>
            <a:endParaRPr/>
          </a:p>
        </p:txBody>
      </p:sp>
      <p:sp>
        <p:nvSpPr>
          <p:cNvPr id="601" name="Google Shape;601;p60"/>
          <p:cNvSpPr txBox="1">
            <a:spLocks noGrp="1"/>
          </p:cNvSpPr>
          <p:nvPr>
            <p:ph type="title" idx="7"/>
          </p:nvPr>
        </p:nvSpPr>
        <p:spPr>
          <a:xfrm>
            <a:off x="1250550" y="3647175"/>
            <a:ext cx="1275300" cy="593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25%</a:t>
            </a:r>
            <a:endParaRPr/>
          </a:p>
        </p:txBody>
      </p:sp>
      <p:sp>
        <p:nvSpPr>
          <p:cNvPr id="602" name="Google Shape;602;p60"/>
          <p:cNvSpPr txBox="1">
            <a:spLocks noGrp="1"/>
          </p:cNvSpPr>
          <p:nvPr>
            <p:ph type="title" idx="8"/>
          </p:nvPr>
        </p:nvSpPr>
        <p:spPr>
          <a:xfrm>
            <a:off x="3934350" y="3647175"/>
            <a:ext cx="1275300" cy="593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45%</a:t>
            </a:r>
            <a:endParaRPr/>
          </a:p>
        </p:txBody>
      </p:sp>
      <p:sp>
        <p:nvSpPr>
          <p:cNvPr id="603" name="Google Shape;603;p60"/>
          <p:cNvSpPr txBox="1">
            <a:spLocks noGrp="1"/>
          </p:cNvSpPr>
          <p:nvPr>
            <p:ph type="title" idx="9"/>
          </p:nvPr>
        </p:nvSpPr>
        <p:spPr>
          <a:xfrm>
            <a:off x="6618150" y="3647175"/>
            <a:ext cx="1275300" cy="593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30%</a:t>
            </a:r>
            <a:endParaRPr/>
          </a:p>
        </p:txBody>
      </p:sp>
      <p:sp>
        <p:nvSpPr>
          <p:cNvPr id="604" name="Google Shape;604;p60"/>
          <p:cNvSpPr/>
          <p:nvPr/>
        </p:nvSpPr>
        <p:spPr>
          <a:xfrm>
            <a:off x="937950" y="1793700"/>
            <a:ext cx="1900500" cy="369900"/>
          </a:xfrm>
          <a:prstGeom prst="rect">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 name="Google Shape;605;p60"/>
          <p:cNvSpPr/>
          <p:nvPr/>
        </p:nvSpPr>
        <p:spPr>
          <a:xfrm>
            <a:off x="3621750" y="1793700"/>
            <a:ext cx="1900500" cy="369900"/>
          </a:xfrm>
          <a:prstGeom prst="rect">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 name="Google Shape;606;p60"/>
          <p:cNvSpPr/>
          <p:nvPr/>
        </p:nvSpPr>
        <p:spPr>
          <a:xfrm>
            <a:off x="6305550" y="1793700"/>
            <a:ext cx="1900500" cy="369900"/>
          </a:xfrm>
          <a:prstGeom prst="rect">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 name="Google Shape;607;p60"/>
          <p:cNvSpPr/>
          <p:nvPr/>
        </p:nvSpPr>
        <p:spPr>
          <a:xfrm>
            <a:off x="937950" y="1793700"/>
            <a:ext cx="507000" cy="369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 name="Google Shape;608;p60"/>
          <p:cNvSpPr/>
          <p:nvPr/>
        </p:nvSpPr>
        <p:spPr>
          <a:xfrm>
            <a:off x="3575425" y="1793700"/>
            <a:ext cx="920700" cy="369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 name="Google Shape;609;p60"/>
          <p:cNvSpPr/>
          <p:nvPr/>
        </p:nvSpPr>
        <p:spPr>
          <a:xfrm>
            <a:off x="6305550" y="1793700"/>
            <a:ext cx="920700" cy="369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613"/>
        <p:cNvGrpSpPr/>
        <p:nvPr/>
      </p:nvGrpSpPr>
      <p:grpSpPr>
        <a:xfrm>
          <a:off x="0" y="0"/>
          <a:ext cx="0" cy="0"/>
          <a:chOff x="0" y="0"/>
          <a:chExt cx="0" cy="0"/>
        </a:xfrm>
      </p:grpSpPr>
      <p:sp>
        <p:nvSpPr>
          <p:cNvPr id="614" name="Google Shape;614;p61"/>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Executive summary</a:t>
            </a:r>
            <a:endParaRPr/>
          </a:p>
        </p:txBody>
      </p:sp>
      <p:graphicFrame>
        <p:nvGraphicFramePr>
          <p:cNvPr id="615" name="Google Shape;615;p61"/>
          <p:cNvGraphicFramePr/>
          <p:nvPr/>
        </p:nvGraphicFramePr>
        <p:xfrm>
          <a:off x="724900" y="1361100"/>
          <a:ext cx="7704000" cy="3175275"/>
        </p:xfrm>
        <a:graphic>
          <a:graphicData uri="http://schemas.openxmlformats.org/drawingml/2006/table">
            <a:tbl>
              <a:tblPr>
                <a:noFill/>
                <a:tableStyleId>{1FFBF228-6F98-4F8E-B3A5-E3E8A43EDDBD}</a:tableStyleId>
              </a:tblPr>
              <a:tblGrid>
                <a:gridCol w="3852000">
                  <a:extLst>
                    <a:ext uri="{9D8B030D-6E8A-4147-A177-3AD203B41FA5}">
                      <a16:colId xmlns:a16="http://schemas.microsoft.com/office/drawing/2014/main" val="20000"/>
                    </a:ext>
                  </a:extLst>
                </a:gridCol>
                <a:gridCol w="3852000">
                  <a:extLst>
                    <a:ext uri="{9D8B030D-6E8A-4147-A177-3AD203B41FA5}">
                      <a16:colId xmlns:a16="http://schemas.microsoft.com/office/drawing/2014/main" val="20001"/>
                    </a:ext>
                  </a:extLst>
                </a:gridCol>
              </a:tblGrid>
              <a:tr h="581825">
                <a:tc gridSpan="2">
                  <a:txBody>
                    <a:bodyPr/>
                    <a:lstStyle/>
                    <a:p>
                      <a:pPr marL="0" lvl="0" indent="0" algn="ctr" rtl="0">
                        <a:spcBef>
                          <a:spcPts val="0"/>
                        </a:spcBef>
                        <a:spcAft>
                          <a:spcPts val="0"/>
                        </a:spcAft>
                        <a:buNone/>
                      </a:pPr>
                      <a:r>
                        <a:rPr lang="en" sz="2400">
                          <a:solidFill>
                            <a:schemeClr val="dk1"/>
                          </a:solidFill>
                          <a:latin typeface="Noto Serif Ethiopic"/>
                          <a:ea typeface="Noto Serif Ethiopic"/>
                          <a:cs typeface="Noto Serif Ethiopic"/>
                          <a:sym typeface="Noto Serif Ethiopic"/>
                        </a:rPr>
                        <a:t>Venus is a hot planet</a:t>
                      </a:r>
                      <a:endParaRPr sz="2400">
                        <a:solidFill>
                          <a:schemeClr val="dk1"/>
                        </a:solidFill>
                        <a:latin typeface="Noto Serif Ethiopic"/>
                        <a:ea typeface="Noto Serif Ethiopic"/>
                        <a:cs typeface="Noto Serif Ethiopic"/>
                        <a:sym typeface="Noto Serif Ethiopic"/>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hMerge="1">
                  <a:txBody>
                    <a:bodyPr/>
                    <a:lstStyle/>
                    <a:p>
                      <a:endParaRPr lang="en-US"/>
                    </a:p>
                  </a:txBody>
                  <a:tcPr/>
                </a:tc>
                <a:extLst>
                  <a:ext uri="{0D108BD9-81ED-4DB2-BD59-A6C34878D82A}">
                    <a16:rowId xmlns:a16="http://schemas.microsoft.com/office/drawing/2014/main" val="10000"/>
                  </a:ext>
                </a:extLst>
              </a:tr>
              <a:tr h="731500">
                <a:tc gridSpan="2">
                  <a:txBody>
                    <a:bodyPr/>
                    <a:lstStyle/>
                    <a:p>
                      <a:pPr marL="0" lvl="0" indent="0" algn="l" rtl="0">
                        <a:spcBef>
                          <a:spcPts val="0"/>
                        </a:spcBef>
                        <a:spcAft>
                          <a:spcPts val="0"/>
                        </a:spcAft>
                        <a:buNone/>
                      </a:pPr>
                      <a:r>
                        <a:rPr lang="en" sz="1200">
                          <a:solidFill>
                            <a:schemeClr val="dk1"/>
                          </a:solidFill>
                          <a:latin typeface="Akatab"/>
                          <a:ea typeface="Akatab"/>
                          <a:cs typeface="Akatab"/>
                          <a:sym typeface="Akatab"/>
                        </a:rPr>
                        <a:t>Venus has a beautiful name and is the 2nd planet from the Sun. It’s terribly hot, even hotter than Mercury, and its atmosphere is extremely poisonous. It’s the second-brightest natural object in the night sky after the Moon</a:t>
                      </a:r>
                      <a:endParaRPr sz="1200">
                        <a:solidFill>
                          <a:schemeClr val="dk1"/>
                        </a:solidFill>
                        <a:latin typeface="Akatab"/>
                        <a:ea typeface="Akatab"/>
                        <a:cs typeface="Akatab"/>
                        <a:sym typeface="Akatab"/>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hMerge="1">
                  <a:txBody>
                    <a:bodyPr/>
                    <a:lstStyle/>
                    <a:p>
                      <a:endParaRPr lang="en-US"/>
                    </a:p>
                  </a:txBody>
                  <a:tcPr/>
                </a:tc>
                <a:extLst>
                  <a:ext uri="{0D108BD9-81ED-4DB2-BD59-A6C34878D82A}">
                    <a16:rowId xmlns:a16="http://schemas.microsoft.com/office/drawing/2014/main" val="10001"/>
                  </a:ext>
                </a:extLst>
              </a:tr>
              <a:tr h="581825">
                <a:tc>
                  <a:txBody>
                    <a:bodyPr/>
                    <a:lstStyle/>
                    <a:p>
                      <a:pPr marL="0" lvl="0" indent="0" algn="ctr" rtl="0">
                        <a:spcBef>
                          <a:spcPts val="0"/>
                        </a:spcBef>
                        <a:spcAft>
                          <a:spcPts val="0"/>
                        </a:spcAft>
                        <a:buNone/>
                      </a:pPr>
                      <a:r>
                        <a:rPr lang="en" sz="2400">
                          <a:solidFill>
                            <a:schemeClr val="dk1"/>
                          </a:solidFill>
                          <a:latin typeface="Noto Serif Ethiopic"/>
                          <a:ea typeface="Noto Serif Ethiopic"/>
                          <a:cs typeface="Noto Serif Ethiopic"/>
                          <a:sym typeface="Noto Serif Ethiopic"/>
                        </a:rPr>
                        <a:t>Mars</a:t>
                      </a:r>
                      <a:endParaRPr sz="2400">
                        <a:solidFill>
                          <a:schemeClr val="dk1"/>
                        </a:solidFill>
                        <a:latin typeface="Noto Serif Ethiopic"/>
                        <a:ea typeface="Noto Serif Ethiopic"/>
                        <a:cs typeface="Noto Serif Ethiopic"/>
                        <a:sym typeface="Noto Serif Ethiopic"/>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2400">
                          <a:solidFill>
                            <a:schemeClr val="dk1"/>
                          </a:solidFill>
                          <a:latin typeface="Noto Serif Ethiopic"/>
                          <a:ea typeface="Noto Serif Ethiopic"/>
                          <a:cs typeface="Noto Serif Ethiopic"/>
                          <a:sym typeface="Noto Serif Ethiopic"/>
                        </a:rPr>
                        <a:t>Earth</a:t>
                      </a:r>
                      <a:endParaRPr sz="2400">
                        <a:solidFill>
                          <a:schemeClr val="dk1"/>
                        </a:solidFill>
                        <a:latin typeface="Noto Serif Ethiopic"/>
                        <a:ea typeface="Noto Serif Ethiopic"/>
                        <a:cs typeface="Noto Serif Ethiopic"/>
                        <a:sym typeface="Noto Serif Ethiopic"/>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2"/>
                  </a:ext>
                </a:extLst>
              </a:tr>
              <a:tr h="1280125">
                <a:tc>
                  <a:txBody>
                    <a:bodyPr/>
                    <a:lstStyle/>
                    <a:p>
                      <a:pPr marL="457200" lvl="0" indent="-304800" algn="l" rtl="0">
                        <a:spcBef>
                          <a:spcPts val="0"/>
                        </a:spcBef>
                        <a:spcAft>
                          <a:spcPts val="0"/>
                        </a:spcAft>
                        <a:buClr>
                          <a:schemeClr val="dk1"/>
                        </a:buClr>
                        <a:buSzPts val="1200"/>
                        <a:buFont typeface="Akatab"/>
                        <a:buChar char="●"/>
                      </a:pPr>
                      <a:r>
                        <a:rPr lang="en" sz="1200">
                          <a:solidFill>
                            <a:schemeClr val="dk1"/>
                          </a:solidFill>
                          <a:latin typeface="Akatab"/>
                          <a:ea typeface="Akatab"/>
                          <a:cs typeface="Akatab"/>
                          <a:sym typeface="Akatab"/>
                        </a:rPr>
                        <a:t>Mars is a cold planet</a:t>
                      </a:r>
                      <a:endParaRPr sz="1200">
                        <a:solidFill>
                          <a:schemeClr val="dk1"/>
                        </a:solidFill>
                        <a:latin typeface="Akatab"/>
                        <a:ea typeface="Akatab"/>
                        <a:cs typeface="Akatab"/>
                        <a:sym typeface="Akatab"/>
                      </a:endParaRPr>
                    </a:p>
                    <a:p>
                      <a:pPr marL="457200" lvl="0" indent="-304800" algn="l" rtl="0">
                        <a:spcBef>
                          <a:spcPts val="0"/>
                        </a:spcBef>
                        <a:spcAft>
                          <a:spcPts val="0"/>
                        </a:spcAft>
                        <a:buClr>
                          <a:schemeClr val="dk1"/>
                        </a:buClr>
                        <a:buSzPts val="1200"/>
                        <a:buFont typeface="Akatab"/>
                        <a:buChar char="●"/>
                      </a:pPr>
                      <a:r>
                        <a:rPr lang="en" sz="1200">
                          <a:solidFill>
                            <a:schemeClr val="dk1"/>
                          </a:solidFill>
                          <a:latin typeface="Akatab"/>
                          <a:ea typeface="Akatab"/>
                          <a:cs typeface="Akatab"/>
                          <a:sym typeface="Akatab"/>
                        </a:rPr>
                        <a:t>Mars is full of iron oxide dust</a:t>
                      </a:r>
                      <a:endParaRPr sz="1200">
                        <a:solidFill>
                          <a:schemeClr val="dk1"/>
                        </a:solidFill>
                        <a:latin typeface="Akatab"/>
                        <a:ea typeface="Akatab"/>
                        <a:cs typeface="Akatab"/>
                        <a:sym typeface="Akatab"/>
                      </a:endParaRPr>
                    </a:p>
                    <a:p>
                      <a:pPr marL="457200" lvl="0" indent="-304800" algn="l" rtl="0">
                        <a:spcBef>
                          <a:spcPts val="0"/>
                        </a:spcBef>
                        <a:spcAft>
                          <a:spcPts val="0"/>
                        </a:spcAft>
                        <a:buClr>
                          <a:schemeClr val="dk1"/>
                        </a:buClr>
                        <a:buSzPts val="1200"/>
                        <a:buFont typeface="Akatab"/>
                        <a:buChar char="●"/>
                      </a:pPr>
                      <a:r>
                        <a:rPr lang="en" sz="1200">
                          <a:solidFill>
                            <a:schemeClr val="dk1"/>
                          </a:solidFill>
                          <a:latin typeface="Akatab"/>
                          <a:ea typeface="Akatab"/>
                          <a:cs typeface="Akatab"/>
                          <a:sym typeface="Akatab"/>
                        </a:rPr>
                        <a:t>Despite being red, Mars is actually a cold place</a:t>
                      </a:r>
                      <a:endParaRPr sz="1200">
                        <a:solidFill>
                          <a:schemeClr val="dk1"/>
                        </a:solidFill>
                        <a:latin typeface="Akatab"/>
                        <a:ea typeface="Akatab"/>
                        <a:cs typeface="Akatab"/>
                        <a:sym typeface="Akatab"/>
                      </a:endParaRPr>
                    </a:p>
                    <a:p>
                      <a:pPr marL="457200" lvl="0" indent="-304800" algn="l" rtl="0">
                        <a:spcBef>
                          <a:spcPts val="0"/>
                        </a:spcBef>
                        <a:spcAft>
                          <a:spcPts val="0"/>
                        </a:spcAft>
                        <a:buClr>
                          <a:schemeClr val="dk1"/>
                        </a:buClr>
                        <a:buSzPts val="1200"/>
                        <a:buFont typeface="Akatab"/>
                        <a:buChar char="●"/>
                      </a:pPr>
                      <a:r>
                        <a:rPr lang="en" sz="1200">
                          <a:solidFill>
                            <a:schemeClr val="dk1"/>
                          </a:solidFill>
                          <a:latin typeface="Akatab"/>
                          <a:ea typeface="Akatab"/>
                          <a:cs typeface="Akatab"/>
                          <a:sym typeface="Akatab"/>
                        </a:rPr>
                        <a:t>Despite being red, Mars is very cold</a:t>
                      </a:r>
                      <a:endParaRPr sz="1200">
                        <a:solidFill>
                          <a:schemeClr val="dk1"/>
                        </a:solidFill>
                        <a:latin typeface="Akatab"/>
                        <a:ea typeface="Akatab"/>
                        <a:cs typeface="Akatab"/>
                        <a:sym typeface="Akatab"/>
                      </a:endParaRPr>
                    </a:p>
                    <a:p>
                      <a:pPr marL="457200" lvl="0" indent="-304800" algn="l" rtl="0">
                        <a:spcBef>
                          <a:spcPts val="0"/>
                        </a:spcBef>
                        <a:spcAft>
                          <a:spcPts val="0"/>
                        </a:spcAft>
                        <a:buClr>
                          <a:schemeClr val="dk1"/>
                        </a:buClr>
                        <a:buSzPts val="1200"/>
                        <a:buFont typeface="Akatab"/>
                        <a:buChar char="●"/>
                      </a:pPr>
                      <a:r>
                        <a:rPr lang="en" sz="1200">
                          <a:solidFill>
                            <a:schemeClr val="dk1"/>
                          </a:solidFill>
                          <a:latin typeface="Akatab"/>
                          <a:ea typeface="Akatab"/>
                          <a:cs typeface="Akatab"/>
                          <a:sym typeface="Akatab"/>
                        </a:rPr>
                        <a:t>Mars was named after a god</a:t>
                      </a:r>
                      <a:endParaRPr sz="1200">
                        <a:solidFill>
                          <a:schemeClr val="dk1"/>
                        </a:solidFill>
                        <a:latin typeface="Akatab"/>
                        <a:ea typeface="Akatab"/>
                        <a:cs typeface="Akatab"/>
                        <a:sym typeface="Akatab"/>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457200" lvl="0" indent="-304800" algn="l" rtl="0">
                        <a:spcBef>
                          <a:spcPts val="0"/>
                        </a:spcBef>
                        <a:spcAft>
                          <a:spcPts val="0"/>
                        </a:spcAft>
                        <a:buClr>
                          <a:schemeClr val="dk1"/>
                        </a:buClr>
                        <a:buSzPts val="1200"/>
                        <a:buFont typeface="Akatab"/>
                        <a:buChar char="●"/>
                      </a:pPr>
                      <a:r>
                        <a:rPr lang="en" sz="1200">
                          <a:solidFill>
                            <a:schemeClr val="dk1"/>
                          </a:solidFill>
                          <a:latin typeface="Akatab"/>
                          <a:ea typeface="Akatab"/>
                          <a:cs typeface="Akatab"/>
                          <a:sym typeface="Akatab"/>
                        </a:rPr>
                        <a:t>Earth is the third planet from the Sun</a:t>
                      </a:r>
                      <a:endParaRPr sz="1200">
                        <a:solidFill>
                          <a:schemeClr val="dk1"/>
                        </a:solidFill>
                        <a:latin typeface="Akatab"/>
                        <a:ea typeface="Akatab"/>
                        <a:cs typeface="Akatab"/>
                        <a:sym typeface="Akatab"/>
                      </a:endParaRPr>
                    </a:p>
                    <a:p>
                      <a:pPr marL="457200" lvl="0" indent="-304800" algn="l" rtl="0">
                        <a:spcBef>
                          <a:spcPts val="0"/>
                        </a:spcBef>
                        <a:spcAft>
                          <a:spcPts val="0"/>
                        </a:spcAft>
                        <a:buClr>
                          <a:schemeClr val="dk1"/>
                        </a:buClr>
                        <a:buSzPts val="1200"/>
                        <a:buFont typeface="Akatab"/>
                        <a:buChar char="●"/>
                      </a:pPr>
                      <a:r>
                        <a:rPr lang="en" sz="1200">
                          <a:solidFill>
                            <a:schemeClr val="dk1"/>
                          </a:solidFill>
                          <a:latin typeface="Akatab"/>
                          <a:ea typeface="Akatab"/>
                          <a:cs typeface="Akatab"/>
                          <a:sym typeface="Akatab"/>
                        </a:rPr>
                        <a:t>Earth is the planet on which we all live</a:t>
                      </a:r>
                      <a:endParaRPr sz="1200">
                        <a:solidFill>
                          <a:schemeClr val="dk1"/>
                        </a:solidFill>
                        <a:latin typeface="Akatab"/>
                        <a:ea typeface="Akatab"/>
                        <a:cs typeface="Akatab"/>
                        <a:sym typeface="Akatab"/>
                      </a:endParaRPr>
                    </a:p>
                    <a:p>
                      <a:pPr marL="457200" lvl="0" indent="-304800" algn="l" rtl="0">
                        <a:spcBef>
                          <a:spcPts val="0"/>
                        </a:spcBef>
                        <a:spcAft>
                          <a:spcPts val="0"/>
                        </a:spcAft>
                        <a:buClr>
                          <a:schemeClr val="dk1"/>
                        </a:buClr>
                        <a:buSzPts val="1200"/>
                        <a:buFont typeface="Akatab"/>
                        <a:buChar char="●"/>
                      </a:pPr>
                      <a:r>
                        <a:rPr lang="en" sz="1200">
                          <a:solidFill>
                            <a:schemeClr val="dk1"/>
                          </a:solidFill>
                          <a:latin typeface="Akatab"/>
                          <a:ea typeface="Akatab"/>
                          <a:cs typeface="Akatab"/>
                          <a:sym typeface="Akatab"/>
                        </a:rPr>
                        <a:t>Earth is the only planet that harbors life</a:t>
                      </a:r>
                      <a:endParaRPr sz="1200">
                        <a:solidFill>
                          <a:schemeClr val="dk1"/>
                        </a:solidFill>
                        <a:latin typeface="Akatab"/>
                        <a:ea typeface="Akatab"/>
                        <a:cs typeface="Akatab"/>
                        <a:sym typeface="Akatab"/>
                      </a:endParaRPr>
                    </a:p>
                    <a:p>
                      <a:pPr marL="457200" lvl="0" indent="-304800" algn="l" rtl="0">
                        <a:spcBef>
                          <a:spcPts val="0"/>
                        </a:spcBef>
                        <a:spcAft>
                          <a:spcPts val="0"/>
                        </a:spcAft>
                        <a:buClr>
                          <a:schemeClr val="dk1"/>
                        </a:buClr>
                        <a:buSzPts val="1200"/>
                        <a:buFont typeface="Akatab"/>
                        <a:buChar char="●"/>
                      </a:pPr>
                      <a:r>
                        <a:rPr lang="en" sz="1200">
                          <a:solidFill>
                            <a:schemeClr val="dk1"/>
                          </a:solidFill>
                          <a:latin typeface="Akatab"/>
                          <a:ea typeface="Akatab"/>
                          <a:cs typeface="Akatab"/>
                          <a:sym typeface="Akatab"/>
                        </a:rPr>
                        <a:t>Earth is the 3th planet from the Sun</a:t>
                      </a:r>
                      <a:endParaRPr sz="1200">
                        <a:solidFill>
                          <a:schemeClr val="dk1"/>
                        </a:solidFill>
                        <a:latin typeface="Akatab"/>
                        <a:ea typeface="Akatab"/>
                        <a:cs typeface="Akatab"/>
                        <a:sym typeface="Akatab"/>
                      </a:endParaRPr>
                    </a:p>
                    <a:p>
                      <a:pPr marL="457200" lvl="0" indent="-304800" algn="l" rtl="0">
                        <a:spcBef>
                          <a:spcPts val="0"/>
                        </a:spcBef>
                        <a:spcAft>
                          <a:spcPts val="0"/>
                        </a:spcAft>
                        <a:buClr>
                          <a:schemeClr val="dk1"/>
                        </a:buClr>
                        <a:buSzPts val="1200"/>
                        <a:buFont typeface="Akatab"/>
                        <a:buChar char="●"/>
                      </a:pPr>
                      <a:r>
                        <a:rPr lang="en" sz="1200">
                          <a:solidFill>
                            <a:schemeClr val="dk1"/>
                          </a:solidFill>
                          <a:latin typeface="Akatab"/>
                          <a:ea typeface="Akatab"/>
                          <a:cs typeface="Akatab"/>
                          <a:sym typeface="Akatab"/>
                        </a:rPr>
                        <a:t>Earth is the only planet known to harbor life</a:t>
                      </a:r>
                      <a:endParaRPr sz="1200">
                        <a:solidFill>
                          <a:schemeClr val="dk1"/>
                        </a:solidFill>
                        <a:latin typeface="Akatab"/>
                        <a:ea typeface="Akatab"/>
                        <a:cs typeface="Akatab"/>
                        <a:sym typeface="Akatab"/>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Tree>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653"/>
        <p:cNvGrpSpPr/>
        <p:nvPr/>
      </p:nvGrpSpPr>
      <p:grpSpPr>
        <a:xfrm>
          <a:off x="0" y="0"/>
          <a:ext cx="0" cy="0"/>
          <a:chOff x="0" y="0"/>
          <a:chExt cx="0" cy="0"/>
        </a:xfrm>
      </p:grpSpPr>
      <p:sp>
        <p:nvSpPr>
          <p:cNvPr id="654" name="Google Shape;654;p65"/>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A timeline always works well</a:t>
            </a:r>
            <a:endParaRPr/>
          </a:p>
        </p:txBody>
      </p:sp>
      <p:sp>
        <p:nvSpPr>
          <p:cNvPr id="655" name="Google Shape;655;p65"/>
          <p:cNvSpPr/>
          <p:nvPr/>
        </p:nvSpPr>
        <p:spPr>
          <a:xfrm>
            <a:off x="4048091" y="1857014"/>
            <a:ext cx="1051800" cy="80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 name="Google Shape;656;p65"/>
          <p:cNvSpPr/>
          <p:nvPr/>
        </p:nvSpPr>
        <p:spPr>
          <a:xfrm>
            <a:off x="4048091" y="2616286"/>
            <a:ext cx="1051800" cy="807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 name="Google Shape;657;p65"/>
          <p:cNvSpPr/>
          <p:nvPr/>
        </p:nvSpPr>
        <p:spPr>
          <a:xfrm>
            <a:off x="4048091" y="3375559"/>
            <a:ext cx="1051800" cy="80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 name="Google Shape;658;p65"/>
          <p:cNvSpPr/>
          <p:nvPr/>
        </p:nvSpPr>
        <p:spPr>
          <a:xfrm>
            <a:off x="4048091" y="4134831"/>
            <a:ext cx="1051800" cy="807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 name="Google Shape;659;p65"/>
          <p:cNvSpPr txBox="1">
            <a:spLocks noGrp="1"/>
          </p:cNvSpPr>
          <p:nvPr>
            <p:ph type="subTitle" idx="4294967295"/>
          </p:nvPr>
        </p:nvSpPr>
        <p:spPr>
          <a:xfrm>
            <a:off x="1381300" y="1640281"/>
            <a:ext cx="1900800" cy="4236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sz="2400">
                <a:latin typeface="Noto Serif Ethiopic"/>
                <a:ea typeface="Noto Serif Ethiopic"/>
                <a:cs typeface="Noto Serif Ethiopic"/>
                <a:sym typeface="Noto Serif Ethiopic"/>
              </a:rPr>
              <a:t>Mercury</a:t>
            </a:r>
            <a:endParaRPr sz="2400">
              <a:latin typeface="Noto Serif Ethiopic"/>
              <a:ea typeface="Noto Serif Ethiopic"/>
              <a:cs typeface="Noto Serif Ethiopic"/>
              <a:sym typeface="Noto Serif Ethiopic"/>
            </a:endParaRPr>
          </a:p>
        </p:txBody>
      </p:sp>
      <p:sp>
        <p:nvSpPr>
          <p:cNvPr id="660" name="Google Shape;660;p65"/>
          <p:cNvSpPr txBox="1">
            <a:spLocks noGrp="1"/>
          </p:cNvSpPr>
          <p:nvPr>
            <p:ph type="subTitle" idx="4294967295"/>
          </p:nvPr>
        </p:nvSpPr>
        <p:spPr>
          <a:xfrm>
            <a:off x="1385287" y="3096451"/>
            <a:ext cx="1900800" cy="5004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en" sz="1200"/>
              <a:t>Venus has extremely high temperatures</a:t>
            </a:r>
            <a:endParaRPr sz="1200"/>
          </a:p>
        </p:txBody>
      </p:sp>
      <p:sp>
        <p:nvSpPr>
          <p:cNvPr id="661" name="Google Shape;661;p65"/>
          <p:cNvSpPr txBox="1">
            <a:spLocks noGrp="1"/>
          </p:cNvSpPr>
          <p:nvPr>
            <p:ph type="subTitle" idx="4294967295"/>
          </p:nvPr>
        </p:nvSpPr>
        <p:spPr>
          <a:xfrm>
            <a:off x="5861900" y="3855723"/>
            <a:ext cx="1900800" cy="500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200"/>
              <a:t>Jupiter is the biggest planet of them all</a:t>
            </a:r>
            <a:endParaRPr sz="1200"/>
          </a:p>
        </p:txBody>
      </p:sp>
      <p:sp>
        <p:nvSpPr>
          <p:cNvPr id="662" name="Google Shape;662;p65"/>
          <p:cNvSpPr txBox="1">
            <a:spLocks noGrp="1"/>
          </p:cNvSpPr>
          <p:nvPr>
            <p:ph type="subTitle" idx="4294967295"/>
          </p:nvPr>
        </p:nvSpPr>
        <p:spPr>
          <a:xfrm>
            <a:off x="1385287" y="1987652"/>
            <a:ext cx="1900800" cy="5004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en" sz="1200"/>
              <a:t>Mercury is the closest planet to the Sun</a:t>
            </a:r>
            <a:endParaRPr sz="1200"/>
          </a:p>
        </p:txBody>
      </p:sp>
      <p:sp>
        <p:nvSpPr>
          <p:cNvPr id="663" name="Google Shape;663;p65"/>
          <p:cNvSpPr txBox="1">
            <a:spLocks noGrp="1"/>
          </p:cNvSpPr>
          <p:nvPr>
            <p:ph type="subTitle" idx="4294967295"/>
          </p:nvPr>
        </p:nvSpPr>
        <p:spPr>
          <a:xfrm>
            <a:off x="1381300" y="2749079"/>
            <a:ext cx="1900800" cy="4236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sz="2400">
                <a:latin typeface="Noto Serif Ethiopic"/>
                <a:ea typeface="Noto Serif Ethiopic"/>
                <a:cs typeface="Noto Serif Ethiopic"/>
                <a:sym typeface="Noto Serif Ethiopic"/>
              </a:rPr>
              <a:t>Venus</a:t>
            </a:r>
            <a:endParaRPr sz="2400">
              <a:latin typeface="Noto Serif Ethiopic"/>
              <a:ea typeface="Noto Serif Ethiopic"/>
              <a:cs typeface="Noto Serif Ethiopic"/>
              <a:sym typeface="Noto Serif Ethiopic"/>
            </a:endParaRPr>
          </a:p>
        </p:txBody>
      </p:sp>
      <p:sp>
        <p:nvSpPr>
          <p:cNvPr id="664" name="Google Shape;664;p65"/>
          <p:cNvSpPr txBox="1">
            <a:spLocks noGrp="1"/>
          </p:cNvSpPr>
          <p:nvPr>
            <p:ph type="subTitle" idx="4294967295"/>
          </p:nvPr>
        </p:nvSpPr>
        <p:spPr>
          <a:xfrm>
            <a:off x="5861900" y="2399553"/>
            <a:ext cx="1900800" cy="423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400">
                <a:latin typeface="Noto Serif Ethiopic"/>
                <a:ea typeface="Noto Serif Ethiopic"/>
                <a:cs typeface="Noto Serif Ethiopic"/>
                <a:sym typeface="Noto Serif Ethiopic"/>
              </a:rPr>
              <a:t>Mars</a:t>
            </a:r>
            <a:endParaRPr sz="2400">
              <a:latin typeface="Noto Serif Ethiopic"/>
              <a:ea typeface="Noto Serif Ethiopic"/>
              <a:cs typeface="Noto Serif Ethiopic"/>
              <a:sym typeface="Noto Serif Ethiopic"/>
            </a:endParaRPr>
          </a:p>
        </p:txBody>
      </p:sp>
      <p:sp>
        <p:nvSpPr>
          <p:cNvPr id="665" name="Google Shape;665;p65"/>
          <p:cNvSpPr txBox="1">
            <a:spLocks noGrp="1"/>
          </p:cNvSpPr>
          <p:nvPr>
            <p:ph type="subTitle" idx="4294967295"/>
          </p:nvPr>
        </p:nvSpPr>
        <p:spPr>
          <a:xfrm>
            <a:off x="5861900" y="2746924"/>
            <a:ext cx="1900800" cy="500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200"/>
              <a:t>Mars is actually a very cold place</a:t>
            </a:r>
            <a:endParaRPr sz="1200"/>
          </a:p>
        </p:txBody>
      </p:sp>
      <p:sp>
        <p:nvSpPr>
          <p:cNvPr id="666" name="Google Shape;666;p65"/>
          <p:cNvSpPr txBox="1">
            <a:spLocks noGrp="1"/>
          </p:cNvSpPr>
          <p:nvPr>
            <p:ph type="subTitle" idx="4294967295"/>
          </p:nvPr>
        </p:nvSpPr>
        <p:spPr>
          <a:xfrm>
            <a:off x="5861900" y="3508351"/>
            <a:ext cx="1900800" cy="423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400">
                <a:latin typeface="Noto Serif Ethiopic"/>
                <a:ea typeface="Noto Serif Ethiopic"/>
                <a:cs typeface="Noto Serif Ethiopic"/>
                <a:sym typeface="Noto Serif Ethiopic"/>
              </a:rPr>
              <a:t>Jupiter</a:t>
            </a:r>
            <a:endParaRPr sz="2400">
              <a:latin typeface="Noto Serif Ethiopic"/>
              <a:ea typeface="Noto Serif Ethiopic"/>
              <a:cs typeface="Noto Serif Ethiopic"/>
              <a:sym typeface="Noto Serif Ethiopic"/>
            </a:endParaRPr>
          </a:p>
        </p:txBody>
      </p:sp>
      <p:cxnSp>
        <p:nvCxnSpPr>
          <p:cNvPr id="667" name="Google Shape;667;p65"/>
          <p:cNvCxnSpPr>
            <a:stCxn id="655" idx="1"/>
            <a:endCxn id="659" idx="3"/>
          </p:cNvCxnSpPr>
          <p:nvPr/>
        </p:nvCxnSpPr>
        <p:spPr>
          <a:xfrm rot="10800000">
            <a:off x="3282191" y="1852064"/>
            <a:ext cx="765900" cy="45300"/>
          </a:xfrm>
          <a:prstGeom prst="bentConnector3">
            <a:avLst>
              <a:gd name="adj1" fmla="val 50006"/>
            </a:avLst>
          </a:prstGeom>
          <a:noFill/>
          <a:ln w="9525" cap="flat" cmpd="sng">
            <a:solidFill>
              <a:schemeClr val="dk1"/>
            </a:solidFill>
            <a:prstDash val="solid"/>
            <a:round/>
            <a:headEnd type="none" w="med" len="med"/>
            <a:tailEnd type="diamond" w="med" len="med"/>
          </a:ln>
        </p:spPr>
      </p:cxnSp>
      <p:cxnSp>
        <p:nvCxnSpPr>
          <p:cNvPr id="668" name="Google Shape;668;p65"/>
          <p:cNvCxnSpPr>
            <a:stCxn id="657" idx="1"/>
            <a:endCxn id="663" idx="3"/>
          </p:cNvCxnSpPr>
          <p:nvPr/>
        </p:nvCxnSpPr>
        <p:spPr>
          <a:xfrm rot="10800000">
            <a:off x="3282191" y="2960809"/>
            <a:ext cx="765900" cy="455100"/>
          </a:xfrm>
          <a:prstGeom prst="bentConnector3">
            <a:avLst>
              <a:gd name="adj1" fmla="val 50006"/>
            </a:avLst>
          </a:prstGeom>
          <a:noFill/>
          <a:ln w="9525" cap="flat" cmpd="sng">
            <a:solidFill>
              <a:schemeClr val="dk1"/>
            </a:solidFill>
            <a:prstDash val="solid"/>
            <a:round/>
            <a:headEnd type="none" w="med" len="med"/>
            <a:tailEnd type="diamond" w="med" len="med"/>
          </a:ln>
        </p:spPr>
      </p:cxnSp>
      <p:cxnSp>
        <p:nvCxnSpPr>
          <p:cNvPr id="669" name="Google Shape;669;p65"/>
          <p:cNvCxnSpPr>
            <a:stCxn id="656" idx="3"/>
            <a:endCxn id="664" idx="1"/>
          </p:cNvCxnSpPr>
          <p:nvPr/>
        </p:nvCxnSpPr>
        <p:spPr>
          <a:xfrm rot="10800000" flipH="1">
            <a:off x="5099891" y="2611336"/>
            <a:ext cx="762000" cy="45300"/>
          </a:xfrm>
          <a:prstGeom prst="bentConnector3">
            <a:avLst>
              <a:gd name="adj1" fmla="val 50000"/>
            </a:avLst>
          </a:prstGeom>
          <a:noFill/>
          <a:ln w="9525" cap="flat" cmpd="sng">
            <a:solidFill>
              <a:schemeClr val="dk1"/>
            </a:solidFill>
            <a:prstDash val="solid"/>
            <a:round/>
            <a:headEnd type="none" w="med" len="med"/>
            <a:tailEnd type="diamond" w="med" len="med"/>
          </a:ln>
        </p:spPr>
      </p:cxnSp>
      <p:cxnSp>
        <p:nvCxnSpPr>
          <p:cNvPr id="670" name="Google Shape;670;p65"/>
          <p:cNvCxnSpPr>
            <a:stCxn id="658" idx="3"/>
            <a:endCxn id="666" idx="1"/>
          </p:cNvCxnSpPr>
          <p:nvPr/>
        </p:nvCxnSpPr>
        <p:spPr>
          <a:xfrm rot="10800000" flipH="1">
            <a:off x="5099891" y="3720081"/>
            <a:ext cx="762000" cy="455100"/>
          </a:xfrm>
          <a:prstGeom prst="bentConnector3">
            <a:avLst>
              <a:gd name="adj1" fmla="val 50000"/>
            </a:avLst>
          </a:prstGeom>
          <a:noFill/>
          <a:ln w="9525" cap="flat" cmpd="sng">
            <a:solidFill>
              <a:schemeClr val="dk1"/>
            </a:solidFill>
            <a:prstDash val="solid"/>
            <a:round/>
            <a:headEnd type="none" w="med" len="med"/>
            <a:tailEnd type="diamond" w="med" len="med"/>
          </a:ln>
        </p:spPr>
      </p:cxnSp>
      <p:sp>
        <p:nvSpPr>
          <p:cNvPr id="671" name="Google Shape;671;p65"/>
          <p:cNvSpPr txBox="1">
            <a:spLocks noGrp="1"/>
          </p:cNvSpPr>
          <p:nvPr>
            <p:ph type="title" idx="4294967295"/>
          </p:nvPr>
        </p:nvSpPr>
        <p:spPr>
          <a:xfrm>
            <a:off x="4189054" y="1241476"/>
            <a:ext cx="765900" cy="518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accent1"/>
                </a:solidFill>
              </a:rPr>
              <a:t>01</a:t>
            </a:r>
            <a:endParaRPr sz="3000">
              <a:solidFill>
                <a:schemeClr val="accent1"/>
              </a:solidFill>
            </a:endParaRPr>
          </a:p>
        </p:txBody>
      </p:sp>
      <p:sp>
        <p:nvSpPr>
          <p:cNvPr id="672" name="Google Shape;672;p65"/>
          <p:cNvSpPr txBox="1">
            <a:spLocks noGrp="1"/>
          </p:cNvSpPr>
          <p:nvPr>
            <p:ph type="title" idx="4294967295"/>
          </p:nvPr>
        </p:nvSpPr>
        <p:spPr>
          <a:xfrm>
            <a:off x="4191054" y="2011189"/>
            <a:ext cx="765900" cy="518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3000"/>
              <a:t>02</a:t>
            </a:r>
            <a:endParaRPr sz="3000"/>
          </a:p>
        </p:txBody>
      </p:sp>
      <p:sp>
        <p:nvSpPr>
          <p:cNvPr id="673" name="Google Shape;673;p65"/>
          <p:cNvSpPr txBox="1">
            <a:spLocks noGrp="1"/>
          </p:cNvSpPr>
          <p:nvPr>
            <p:ph type="title" idx="4294967295"/>
          </p:nvPr>
        </p:nvSpPr>
        <p:spPr>
          <a:xfrm>
            <a:off x="4189054" y="2780902"/>
            <a:ext cx="765900" cy="518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accent1"/>
                </a:solidFill>
              </a:rPr>
              <a:t>03</a:t>
            </a:r>
            <a:endParaRPr sz="3000">
              <a:solidFill>
                <a:schemeClr val="accent1"/>
              </a:solidFill>
            </a:endParaRPr>
          </a:p>
        </p:txBody>
      </p:sp>
      <p:sp>
        <p:nvSpPr>
          <p:cNvPr id="674" name="Google Shape;674;p65"/>
          <p:cNvSpPr txBox="1">
            <a:spLocks noGrp="1"/>
          </p:cNvSpPr>
          <p:nvPr>
            <p:ph type="title" idx="4294967295"/>
          </p:nvPr>
        </p:nvSpPr>
        <p:spPr>
          <a:xfrm>
            <a:off x="4191054" y="3550614"/>
            <a:ext cx="765900" cy="518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3000"/>
              <a:t>04</a:t>
            </a:r>
            <a:endParaRPr sz="3000"/>
          </a:p>
        </p:txBody>
      </p:sp>
    </p:spTree>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804"/>
        <p:cNvGrpSpPr/>
        <p:nvPr/>
      </p:nvGrpSpPr>
      <p:grpSpPr>
        <a:xfrm>
          <a:off x="0" y="0"/>
          <a:ext cx="0" cy="0"/>
          <a:chOff x="0" y="0"/>
          <a:chExt cx="0" cy="0"/>
        </a:xfrm>
      </p:grpSpPr>
      <p:sp>
        <p:nvSpPr>
          <p:cNvPr id="805" name="Google Shape;805;p67"/>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Infographics are visual</a:t>
            </a:r>
            <a:endParaRPr/>
          </a:p>
        </p:txBody>
      </p:sp>
      <p:sp>
        <p:nvSpPr>
          <p:cNvPr id="806" name="Google Shape;806;p67"/>
          <p:cNvSpPr txBox="1">
            <a:spLocks noGrp="1"/>
          </p:cNvSpPr>
          <p:nvPr>
            <p:ph type="subTitle" idx="4294967295"/>
          </p:nvPr>
        </p:nvSpPr>
        <p:spPr>
          <a:xfrm>
            <a:off x="2711309" y="1861519"/>
            <a:ext cx="1684200" cy="453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2400">
                <a:latin typeface="Noto Serif Ethiopic"/>
                <a:ea typeface="Noto Serif Ethiopic"/>
                <a:cs typeface="Noto Serif Ethiopic"/>
                <a:sym typeface="Noto Serif Ethiopic"/>
              </a:rPr>
              <a:t>Mercury</a:t>
            </a:r>
            <a:endParaRPr sz="2400">
              <a:latin typeface="Noto Serif Ethiopic"/>
              <a:ea typeface="Noto Serif Ethiopic"/>
              <a:cs typeface="Noto Serif Ethiopic"/>
              <a:sym typeface="Noto Serif Ethiopic"/>
            </a:endParaRPr>
          </a:p>
        </p:txBody>
      </p:sp>
      <p:sp>
        <p:nvSpPr>
          <p:cNvPr id="807" name="Google Shape;807;p67"/>
          <p:cNvSpPr txBox="1">
            <a:spLocks noGrp="1"/>
          </p:cNvSpPr>
          <p:nvPr>
            <p:ph type="subTitle" idx="4294967295"/>
          </p:nvPr>
        </p:nvSpPr>
        <p:spPr>
          <a:xfrm>
            <a:off x="2711309" y="3938377"/>
            <a:ext cx="1684200" cy="535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200"/>
              <a:t>Venus has extremely high temperatures</a:t>
            </a:r>
            <a:endParaRPr sz="1200"/>
          </a:p>
        </p:txBody>
      </p:sp>
      <p:sp>
        <p:nvSpPr>
          <p:cNvPr id="808" name="Google Shape;808;p67"/>
          <p:cNvSpPr txBox="1">
            <a:spLocks noGrp="1"/>
          </p:cNvSpPr>
          <p:nvPr>
            <p:ph type="subTitle" idx="4294967295"/>
          </p:nvPr>
        </p:nvSpPr>
        <p:spPr>
          <a:xfrm>
            <a:off x="4678269" y="2797790"/>
            <a:ext cx="1684200" cy="53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200"/>
              <a:t>Jupiter is the biggest planet of them all</a:t>
            </a:r>
            <a:endParaRPr sz="1200"/>
          </a:p>
        </p:txBody>
      </p:sp>
      <p:sp>
        <p:nvSpPr>
          <p:cNvPr id="809" name="Google Shape;809;p67"/>
          <p:cNvSpPr txBox="1">
            <a:spLocks noGrp="1"/>
          </p:cNvSpPr>
          <p:nvPr>
            <p:ph type="subTitle" idx="4294967295"/>
          </p:nvPr>
        </p:nvSpPr>
        <p:spPr>
          <a:xfrm>
            <a:off x="2711309" y="2314547"/>
            <a:ext cx="1684200" cy="535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200"/>
              <a:t>Mercury is the closest planet to the Sun</a:t>
            </a:r>
            <a:endParaRPr sz="1200"/>
          </a:p>
        </p:txBody>
      </p:sp>
      <p:sp>
        <p:nvSpPr>
          <p:cNvPr id="810" name="Google Shape;810;p67"/>
          <p:cNvSpPr txBox="1">
            <a:spLocks noGrp="1"/>
          </p:cNvSpPr>
          <p:nvPr>
            <p:ph type="subTitle" idx="4294967295"/>
          </p:nvPr>
        </p:nvSpPr>
        <p:spPr>
          <a:xfrm>
            <a:off x="2711309" y="3561548"/>
            <a:ext cx="1684200" cy="4530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sz="2400">
                <a:latin typeface="Noto Serif Ethiopic"/>
                <a:ea typeface="Noto Serif Ethiopic"/>
                <a:cs typeface="Noto Serif Ethiopic"/>
                <a:sym typeface="Noto Serif Ethiopic"/>
              </a:rPr>
              <a:t>Venus</a:t>
            </a:r>
            <a:endParaRPr sz="2400">
              <a:latin typeface="Noto Serif Ethiopic"/>
              <a:ea typeface="Noto Serif Ethiopic"/>
              <a:cs typeface="Noto Serif Ethiopic"/>
              <a:sym typeface="Noto Serif Ethiopic"/>
            </a:endParaRPr>
          </a:p>
        </p:txBody>
      </p:sp>
      <p:sp>
        <p:nvSpPr>
          <p:cNvPr id="811" name="Google Shape;811;p67"/>
          <p:cNvSpPr txBox="1">
            <a:spLocks noGrp="1"/>
          </p:cNvSpPr>
          <p:nvPr>
            <p:ph type="subTitle" idx="4294967295"/>
          </p:nvPr>
        </p:nvSpPr>
        <p:spPr>
          <a:xfrm>
            <a:off x="4676498" y="1235065"/>
            <a:ext cx="1684200" cy="4530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400">
                <a:latin typeface="Noto Serif Ethiopic"/>
                <a:ea typeface="Noto Serif Ethiopic"/>
                <a:cs typeface="Noto Serif Ethiopic"/>
                <a:sym typeface="Noto Serif Ethiopic"/>
              </a:rPr>
              <a:t>Mars</a:t>
            </a:r>
            <a:endParaRPr sz="2400">
              <a:latin typeface="Noto Serif Ethiopic"/>
              <a:ea typeface="Noto Serif Ethiopic"/>
              <a:cs typeface="Noto Serif Ethiopic"/>
              <a:sym typeface="Noto Serif Ethiopic"/>
            </a:endParaRPr>
          </a:p>
        </p:txBody>
      </p:sp>
      <p:sp>
        <p:nvSpPr>
          <p:cNvPr id="812" name="Google Shape;812;p67"/>
          <p:cNvSpPr txBox="1">
            <a:spLocks noGrp="1"/>
          </p:cNvSpPr>
          <p:nvPr>
            <p:ph type="subTitle" idx="4294967295"/>
          </p:nvPr>
        </p:nvSpPr>
        <p:spPr>
          <a:xfrm>
            <a:off x="6703977" y="1861531"/>
            <a:ext cx="1684200" cy="4530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400">
                <a:latin typeface="Noto Serif Ethiopic"/>
                <a:ea typeface="Noto Serif Ethiopic"/>
                <a:cs typeface="Noto Serif Ethiopic"/>
                <a:sym typeface="Noto Serif Ethiopic"/>
              </a:rPr>
              <a:t>Saturn</a:t>
            </a:r>
            <a:endParaRPr sz="2400">
              <a:latin typeface="Noto Serif Ethiopic"/>
              <a:ea typeface="Noto Serif Ethiopic"/>
              <a:cs typeface="Noto Serif Ethiopic"/>
              <a:sym typeface="Noto Serif Ethiopic"/>
            </a:endParaRPr>
          </a:p>
        </p:txBody>
      </p:sp>
      <p:sp>
        <p:nvSpPr>
          <p:cNvPr id="813" name="Google Shape;813;p67"/>
          <p:cNvSpPr txBox="1">
            <a:spLocks noGrp="1"/>
          </p:cNvSpPr>
          <p:nvPr>
            <p:ph type="subTitle" idx="4294967295"/>
          </p:nvPr>
        </p:nvSpPr>
        <p:spPr>
          <a:xfrm>
            <a:off x="4678269" y="1611881"/>
            <a:ext cx="1684200" cy="53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200"/>
              <a:t>Mars is actually a very cold place</a:t>
            </a:r>
            <a:endParaRPr sz="1200"/>
          </a:p>
        </p:txBody>
      </p:sp>
      <p:sp>
        <p:nvSpPr>
          <p:cNvPr id="814" name="Google Shape;814;p67"/>
          <p:cNvSpPr txBox="1">
            <a:spLocks noGrp="1"/>
          </p:cNvSpPr>
          <p:nvPr>
            <p:ph type="subTitle" idx="4294967295"/>
          </p:nvPr>
        </p:nvSpPr>
        <p:spPr>
          <a:xfrm>
            <a:off x="6700444" y="2238359"/>
            <a:ext cx="1684200" cy="53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200"/>
              <a:t>Saturn is a gas giant with several rings</a:t>
            </a:r>
            <a:endParaRPr sz="1200"/>
          </a:p>
        </p:txBody>
      </p:sp>
      <p:sp>
        <p:nvSpPr>
          <p:cNvPr id="815" name="Google Shape;815;p67"/>
          <p:cNvSpPr txBox="1">
            <a:spLocks noGrp="1"/>
          </p:cNvSpPr>
          <p:nvPr>
            <p:ph type="subTitle" idx="4294967295"/>
          </p:nvPr>
        </p:nvSpPr>
        <p:spPr>
          <a:xfrm>
            <a:off x="4676501" y="3938377"/>
            <a:ext cx="1684200" cy="53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200"/>
              <a:t>Neptune is</a:t>
            </a:r>
            <a:r>
              <a:rPr lang="en"/>
              <a:t> very far from the Sun</a:t>
            </a:r>
            <a:endParaRPr sz="1200"/>
          </a:p>
        </p:txBody>
      </p:sp>
      <p:sp>
        <p:nvSpPr>
          <p:cNvPr id="816" name="Google Shape;816;p67"/>
          <p:cNvSpPr txBox="1">
            <a:spLocks noGrp="1"/>
          </p:cNvSpPr>
          <p:nvPr>
            <p:ph type="subTitle" idx="4294967295"/>
          </p:nvPr>
        </p:nvSpPr>
        <p:spPr>
          <a:xfrm>
            <a:off x="4678269" y="2420961"/>
            <a:ext cx="1684200" cy="4530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400">
                <a:latin typeface="Noto Serif Ethiopic"/>
                <a:ea typeface="Noto Serif Ethiopic"/>
                <a:cs typeface="Noto Serif Ethiopic"/>
                <a:sym typeface="Noto Serif Ethiopic"/>
              </a:rPr>
              <a:t>Jupiter</a:t>
            </a:r>
            <a:endParaRPr sz="2400">
              <a:latin typeface="Noto Serif Ethiopic"/>
              <a:ea typeface="Noto Serif Ethiopic"/>
              <a:cs typeface="Noto Serif Ethiopic"/>
              <a:sym typeface="Noto Serif Ethiopic"/>
            </a:endParaRPr>
          </a:p>
        </p:txBody>
      </p:sp>
      <p:sp>
        <p:nvSpPr>
          <p:cNvPr id="817" name="Google Shape;817;p67"/>
          <p:cNvSpPr txBox="1">
            <a:spLocks noGrp="1"/>
          </p:cNvSpPr>
          <p:nvPr>
            <p:ph type="subTitle" idx="4294967295"/>
          </p:nvPr>
        </p:nvSpPr>
        <p:spPr>
          <a:xfrm>
            <a:off x="4680034" y="3561548"/>
            <a:ext cx="1684200" cy="4530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400">
                <a:latin typeface="Noto Serif Ethiopic"/>
                <a:ea typeface="Noto Serif Ethiopic"/>
                <a:cs typeface="Noto Serif Ethiopic"/>
                <a:sym typeface="Noto Serif Ethiopic"/>
              </a:rPr>
              <a:t>Neptune</a:t>
            </a:r>
            <a:endParaRPr sz="2400">
              <a:latin typeface="Noto Serif Ethiopic"/>
              <a:ea typeface="Noto Serif Ethiopic"/>
              <a:cs typeface="Noto Serif Ethiopic"/>
              <a:sym typeface="Noto Serif Ethiopic"/>
            </a:endParaRPr>
          </a:p>
        </p:txBody>
      </p:sp>
      <p:cxnSp>
        <p:nvCxnSpPr>
          <p:cNvPr id="818" name="Google Shape;818;p67"/>
          <p:cNvCxnSpPr>
            <a:stCxn id="806" idx="3"/>
            <a:endCxn id="811" idx="1"/>
          </p:cNvCxnSpPr>
          <p:nvPr/>
        </p:nvCxnSpPr>
        <p:spPr>
          <a:xfrm rot="10800000" flipH="1">
            <a:off x="4395509" y="1461619"/>
            <a:ext cx="281100" cy="626400"/>
          </a:xfrm>
          <a:prstGeom prst="bentConnector3">
            <a:avLst>
              <a:gd name="adj1" fmla="val 49980"/>
            </a:avLst>
          </a:prstGeom>
          <a:noFill/>
          <a:ln w="9525" cap="flat" cmpd="sng">
            <a:solidFill>
              <a:schemeClr val="dk1"/>
            </a:solidFill>
            <a:prstDash val="solid"/>
            <a:round/>
            <a:headEnd type="none" w="med" len="med"/>
            <a:tailEnd type="diamond" w="med" len="med"/>
          </a:ln>
        </p:spPr>
      </p:cxnSp>
      <p:cxnSp>
        <p:nvCxnSpPr>
          <p:cNvPr id="819" name="Google Shape;819;p67"/>
          <p:cNvCxnSpPr>
            <a:stCxn id="820" idx="3"/>
            <a:endCxn id="806" idx="1"/>
          </p:cNvCxnSpPr>
          <p:nvPr/>
        </p:nvCxnSpPr>
        <p:spPr>
          <a:xfrm rot="10800000" flipH="1">
            <a:off x="1797424" y="2088150"/>
            <a:ext cx="913800" cy="342600"/>
          </a:xfrm>
          <a:prstGeom prst="bentConnector3">
            <a:avLst>
              <a:gd name="adj1" fmla="val 81985"/>
            </a:avLst>
          </a:prstGeom>
          <a:noFill/>
          <a:ln w="9525" cap="flat" cmpd="sng">
            <a:solidFill>
              <a:schemeClr val="dk1"/>
            </a:solidFill>
            <a:prstDash val="solid"/>
            <a:round/>
            <a:headEnd type="none" w="med" len="med"/>
            <a:tailEnd type="diamond" w="med" len="med"/>
          </a:ln>
        </p:spPr>
      </p:cxnSp>
      <p:cxnSp>
        <p:nvCxnSpPr>
          <p:cNvPr id="821" name="Google Shape;821;p67"/>
          <p:cNvCxnSpPr>
            <a:stCxn id="811" idx="3"/>
            <a:endCxn id="812" idx="1"/>
          </p:cNvCxnSpPr>
          <p:nvPr/>
        </p:nvCxnSpPr>
        <p:spPr>
          <a:xfrm>
            <a:off x="6360698" y="1461565"/>
            <a:ext cx="343200" cy="626400"/>
          </a:xfrm>
          <a:prstGeom prst="bentConnector3">
            <a:avLst>
              <a:gd name="adj1" fmla="val 50012"/>
            </a:avLst>
          </a:prstGeom>
          <a:noFill/>
          <a:ln w="9525" cap="flat" cmpd="sng">
            <a:solidFill>
              <a:schemeClr val="dk1"/>
            </a:solidFill>
            <a:prstDash val="solid"/>
            <a:round/>
            <a:headEnd type="none" w="med" len="med"/>
            <a:tailEnd type="diamond" w="med" len="med"/>
          </a:ln>
        </p:spPr>
      </p:cxnSp>
      <p:cxnSp>
        <p:nvCxnSpPr>
          <p:cNvPr id="822" name="Google Shape;822;p67"/>
          <p:cNvCxnSpPr>
            <a:stCxn id="816" idx="3"/>
            <a:endCxn id="812" idx="1"/>
          </p:cNvCxnSpPr>
          <p:nvPr/>
        </p:nvCxnSpPr>
        <p:spPr>
          <a:xfrm rot="10800000" flipH="1">
            <a:off x="6362469" y="2087961"/>
            <a:ext cx="341400" cy="559500"/>
          </a:xfrm>
          <a:prstGeom prst="bentConnector3">
            <a:avLst>
              <a:gd name="adj1" fmla="val 50016"/>
            </a:avLst>
          </a:prstGeom>
          <a:noFill/>
          <a:ln w="9525" cap="flat" cmpd="sng">
            <a:solidFill>
              <a:schemeClr val="dk1"/>
            </a:solidFill>
            <a:prstDash val="solid"/>
            <a:round/>
            <a:headEnd type="none" w="med" len="med"/>
            <a:tailEnd type="diamond" w="med" len="med"/>
          </a:ln>
        </p:spPr>
      </p:cxnSp>
      <p:cxnSp>
        <p:nvCxnSpPr>
          <p:cNvPr id="823" name="Google Shape;823;p67"/>
          <p:cNvCxnSpPr>
            <a:stCxn id="810" idx="3"/>
            <a:endCxn id="817" idx="1"/>
          </p:cNvCxnSpPr>
          <p:nvPr/>
        </p:nvCxnSpPr>
        <p:spPr>
          <a:xfrm>
            <a:off x="4395509" y="3788048"/>
            <a:ext cx="284400" cy="600"/>
          </a:xfrm>
          <a:prstGeom prst="bentConnector3">
            <a:avLst>
              <a:gd name="adj1" fmla="val 50022"/>
            </a:avLst>
          </a:prstGeom>
          <a:noFill/>
          <a:ln w="9525" cap="flat" cmpd="sng">
            <a:solidFill>
              <a:schemeClr val="dk1"/>
            </a:solidFill>
            <a:prstDash val="solid"/>
            <a:round/>
            <a:headEnd type="none" w="med" len="med"/>
            <a:tailEnd type="diamond" w="med" len="med"/>
          </a:ln>
        </p:spPr>
      </p:cxnSp>
      <p:sp>
        <p:nvSpPr>
          <p:cNvPr id="820" name="Google Shape;820;p67"/>
          <p:cNvSpPr txBox="1">
            <a:spLocks noGrp="1"/>
          </p:cNvSpPr>
          <p:nvPr>
            <p:ph type="subTitle" idx="4294967295"/>
          </p:nvPr>
        </p:nvSpPr>
        <p:spPr>
          <a:xfrm>
            <a:off x="755824" y="2218950"/>
            <a:ext cx="1041600" cy="423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400">
                <a:latin typeface="Noto Serif Ethiopic"/>
                <a:ea typeface="Noto Serif Ethiopic"/>
                <a:cs typeface="Noto Serif Ethiopic"/>
                <a:sym typeface="Noto Serif Ethiopic"/>
              </a:rPr>
              <a:t>Earth</a:t>
            </a:r>
            <a:endParaRPr sz="2400">
              <a:latin typeface="Noto Serif Ethiopic"/>
              <a:ea typeface="Noto Serif Ethiopic"/>
              <a:cs typeface="Noto Serif Ethiopic"/>
              <a:sym typeface="Noto Serif Ethiopic"/>
            </a:endParaRPr>
          </a:p>
        </p:txBody>
      </p:sp>
      <p:sp>
        <p:nvSpPr>
          <p:cNvPr id="824" name="Google Shape;824;p67"/>
          <p:cNvSpPr txBox="1">
            <a:spLocks noGrp="1"/>
          </p:cNvSpPr>
          <p:nvPr>
            <p:ph type="subTitle" idx="4294967295"/>
          </p:nvPr>
        </p:nvSpPr>
        <p:spPr>
          <a:xfrm>
            <a:off x="755823" y="2642525"/>
            <a:ext cx="1684200" cy="500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Earth is the planet with life</a:t>
            </a:r>
            <a:endParaRPr/>
          </a:p>
        </p:txBody>
      </p:sp>
      <p:cxnSp>
        <p:nvCxnSpPr>
          <p:cNvPr id="825" name="Google Shape;825;p67"/>
          <p:cNvCxnSpPr>
            <a:stCxn id="820" idx="3"/>
            <a:endCxn id="810" idx="1"/>
          </p:cNvCxnSpPr>
          <p:nvPr/>
        </p:nvCxnSpPr>
        <p:spPr>
          <a:xfrm>
            <a:off x="1797424" y="2430750"/>
            <a:ext cx="913800" cy="1357200"/>
          </a:xfrm>
          <a:prstGeom prst="bentConnector3">
            <a:avLst>
              <a:gd name="adj1" fmla="val 81985"/>
            </a:avLst>
          </a:prstGeom>
          <a:noFill/>
          <a:ln w="9525" cap="flat" cmpd="sng">
            <a:solidFill>
              <a:schemeClr val="dk1"/>
            </a:solidFill>
            <a:prstDash val="solid"/>
            <a:round/>
            <a:headEnd type="none" w="med" len="med"/>
            <a:tailEnd type="diamond" w="med" len="med"/>
          </a:ln>
        </p:spPr>
      </p:cxnSp>
      <p:cxnSp>
        <p:nvCxnSpPr>
          <p:cNvPr id="826" name="Google Shape;826;p67"/>
          <p:cNvCxnSpPr>
            <a:stCxn id="806" idx="3"/>
            <a:endCxn id="816" idx="1"/>
          </p:cNvCxnSpPr>
          <p:nvPr/>
        </p:nvCxnSpPr>
        <p:spPr>
          <a:xfrm>
            <a:off x="4395509" y="2088019"/>
            <a:ext cx="282900" cy="559500"/>
          </a:xfrm>
          <a:prstGeom prst="bentConnector3">
            <a:avLst>
              <a:gd name="adj1" fmla="val 49975"/>
            </a:avLst>
          </a:prstGeom>
          <a:noFill/>
          <a:ln w="9525" cap="flat" cmpd="sng">
            <a:solidFill>
              <a:schemeClr val="dk1"/>
            </a:solidFill>
            <a:prstDash val="solid"/>
            <a:round/>
            <a:headEnd type="none" w="med" len="med"/>
            <a:tailEnd type="diamond" w="med" len="med"/>
          </a:ln>
        </p:spPr>
      </p:cxnSp>
      <p:grpSp>
        <p:nvGrpSpPr>
          <p:cNvPr id="827" name="Google Shape;827;p67"/>
          <p:cNvGrpSpPr/>
          <p:nvPr/>
        </p:nvGrpSpPr>
        <p:grpSpPr>
          <a:xfrm flipH="1">
            <a:off x="8617225" y="1292300"/>
            <a:ext cx="90900" cy="3705900"/>
            <a:chOff x="7952125" y="1292300"/>
            <a:chExt cx="90900" cy="3705900"/>
          </a:xfrm>
        </p:grpSpPr>
        <p:sp>
          <p:nvSpPr>
            <p:cNvPr id="828" name="Google Shape;828;p67"/>
            <p:cNvSpPr/>
            <p:nvPr/>
          </p:nvSpPr>
          <p:spPr>
            <a:xfrm rot="5400000">
              <a:off x="7744975" y="149945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29" name="Google Shape;829;p67"/>
            <p:cNvCxnSpPr/>
            <p:nvPr/>
          </p:nvCxnSpPr>
          <p:spPr>
            <a:xfrm>
              <a:off x="8043025" y="1292300"/>
              <a:ext cx="0" cy="3705900"/>
            </a:xfrm>
            <a:prstGeom prst="straightConnector1">
              <a:avLst/>
            </a:prstGeom>
            <a:noFill/>
            <a:ln w="9525" cap="flat" cmpd="sng">
              <a:solidFill>
                <a:schemeClr val="dk1"/>
              </a:solidFill>
              <a:prstDash val="solid"/>
              <a:round/>
              <a:headEnd type="none" w="med" len="med"/>
              <a:tailEnd type="none" w="med" len="med"/>
            </a:ln>
          </p:spPr>
        </p:cxnSp>
      </p:grpSp>
    </p:spTree>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833"/>
        <p:cNvGrpSpPr/>
        <p:nvPr/>
      </p:nvGrpSpPr>
      <p:grpSpPr>
        <a:xfrm>
          <a:off x="0" y="0"/>
          <a:ext cx="0" cy="0"/>
          <a:chOff x="0" y="0"/>
          <a:chExt cx="0" cy="0"/>
        </a:xfrm>
      </p:grpSpPr>
      <p:sp>
        <p:nvSpPr>
          <p:cNvPr id="834" name="Google Shape;834;p68"/>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Tables represent your data</a:t>
            </a:r>
            <a:endParaRPr/>
          </a:p>
        </p:txBody>
      </p:sp>
      <p:graphicFrame>
        <p:nvGraphicFramePr>
          <p:cNvPr id="835" name="Google Shape;835;p68"/>
          <p:cNvGraphicFramePr/>
          <p:nvPr/>
        </p:nvGraphicFramePr>
        <p:xfrm>
          <a:off x="952500" y="1503675"/>
          <a:ext cx="7239000" cy="2880270"/>
        </p:xfrm>
        <a:graphic>
          <a:graphicData uri="http://schemas.openxmlformats.org/drawingml/2006/table">
            <a:tbl>
              <a:tblPr>
                <a:noFill/>
                <a:tableStyleId>{1FFBF228-6F98-4F8E-B3A5-E3E8A43EDDBD}</a:tableStyleId>
              </a:tblPr>
              <a:tblGrid>
                <a:gridCol w="1447800">
                  <a:extLst>
                    <a:ext uri="{9D8B030D-6E8A-4147-A177-3AD203B41FA5}">
                      <a16:colId xmlns:a16="http://schemas.microsoft.com/office/drawing/2014/main" val="20000"/>
                    </a:ext>
                  </a:extLst>
                </a:gridCol>
                <a:gridCol w="1447800">
                  <a:extLst>
                    <a:ext uri="{9D8B030D-6E8A-4147-A177-3AD203B41FA5}">
                      <a16:colId xmlns:a16="http://schemas.microsoft.com/office/drawing/2014/main" val="20001"/>
                    </a:ext>
                  </a:extLst>
                </a:gridCol>
                <a:gridCol w="1447800">
                  <a:extLst>
                    <a:ext uri="{9D8B030D-6E8A-4147-A177-3AD203B41FA5}">
                      <a16:colId xmlns:a16="http://schemas.microsoft.com/office/drawing/2014/main" val="20002"/>
                    </a:ext>
                  </a:extLst>
                </a:gridCol>
                <a:gridCol w="1447800">
                  <a:extLst>
                    <a:ext uri="{9D8B030D-6E8A-4147-A177-3AD203B41FA5}">
                      <a16:colId xmlns:a16="http://schemas.microsoft.com/office/drawing/2014/main" val="20003"/>
                    </a:ext>
                  </a:extLst>
                </a:gridCol>
                <a:gridCol w="1447800">
                  <a:extLst>
                    <a:ext uri="{9D8B030D-6E8A-4147-A177-3AD203B41FA5}">
                      <a16:colId xmlns:a16="http://schemas.microsoft.com/office/drawing/2014/main" val="20004"/>
                    </a:ext>
                  </a:extLst>
                </a:gridCol>
              </a:tblGrid>
              <a:tr h="381000">
                <a:tc gridSpan="5">
                  <a:txBody>
                    <a:bodyPr/>
                    <a:lstStyle/>
                    <a:p>
                      <a:pPr marL="0" lvl="0" indent="0" algn="ctr" rtl="0">
                        <a:spcBef>
                          <a:spcPts val="0"/>
                        </a:spcBef>
                        <a:spcAft>
                          <a:spcPts val="0"/>
                        </a:spcAft>
                        <a:buNone/>
                      </a:pPr>
                      <a:r>
                        <a:rPr lang="en" sz="2400">
                          <a:solidFill>
                            <a:schemeClr val="accent1"/>
                          </a:solidFill>
                          <a:latin typeface="Noto Serif Ethiopic"/>
                          <a:ea typeface="Noto Serif Ethiopic"/>
                          <a:cs typeface="Noto Serif Ethiopic"/>
                          <a:sym typeface="Noto Serif Ethiopic"/>
                        </a:rPr>
                        <a:t>Solar System </a:t>
                      </a:r>
                      <a:endParaRPr sz="2400">
                        <a:solidFill>
                          <a:schemeClr val="accent1"/>
                        </a:solidFill>
                        <a:latin typeface="Noto Serif Ethiopic"/>
                        <a:ea typeface="Noto Serif Ethiopic"/>
                        <a:cs typeface="Noto Serif Ethiopic"/>
                        <a:sym typeface="Noto Serif Ethiopic"/>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0"/>
                  </a:ext>
                </a:extLst>
              </a:tr>
              <a:tr h="381000">
                <a:tc>
                  <a:txBody>
                    <a:bodyPr/>
                    <a:lstStyle/>
                    <a:p>
                      <a:pPr marL="0" lvl="0" indent="0" algn="ctr" rtl="0">
                        <a:spcBef>
                          <a:spcPts val="0"/>
                        </a:spcBef>
                        <a:spcAft>
                          <a:spcPts val="0"/>
                        </a:spcAft>
                        <a:buNone/>
                      </a:pPr>
                      <a:r>
                        <a:rPr lang="en" sz="2400">
                          <a:solidFill>
                            <a:schemeClr val="dk1"/>
                          </a:solidFill>
                          <a:latin typeface="Noto Serif Ethiopic"/>
                          <a:ea typeface="Noto Serif Ethiopic"/>
                          <a:cs typeface="Noto Serif Ethiopic"/>
                          <a:sym typeface="Noto Serif Ethiopic"/>
                        </a:rPr>
                        <a:t>Earth</a:t>
                      </a:r>
                      <a:endParaRPr sz="2400">
                        <a:solidFill>
                          <a:schemeClr val="dk1"/>
                        </a:solidFill>
                        <a:latin typeface="Noto Serif Ethiopic"/>
                        <a:ea typeface="Noto Serif Ethiopic"/>
                        <a:cs typeface="Noto Serif Ethiopic"/>
                        <a:sym typeface="Noto Serif Ethiopic"/>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2400">
                          <a:solidFill>
                            <a:schemeClr val="dk1"/>
                          </a:solidFill>
                          <a:latin typeface="Noto Serif Ethiopic"/>
                          <a:ea typeface="Noto Serif Ethiopic"/>
                          <a:cs typeface="Noto Serif Ethiopic"/>
                          <a:sym typeface="Noto Serif Ethiopic"/>
                        </a:rPr>
                        <a:t>Mars</a:t>
                      </a:r>
                      <a:endParaRPr sz="2400">
                        <a:solidFill>
                          <a:schemeClr val="dk1"/>
                        </a:solidFill>
                        <a:latin typeface="Noto Serif Ethiopic"/>
                        <a:ea typeface="Noto Serif Ethiopic"/>
                        <a:cs typeface="Noto Serif Ethiopic"/>
                        <a:sym typeface="Noto Serif Ethiopic"/>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2400">
                          <a:solidFill>
                            <a:schemeClr val="dk1"/>
                          </a:solidFill>
                          <a:latin typeface="Noto Serif Ethiopic"/>
                          <a:ea typeface="Noto Serif Ethiopic"/>
                          <a:cs typeface="Noto Serif Ethiopic"/>
                          <a:sym typeface="Noto Serif Ethiopic"/>
                        </a:rPr>
                        <a:t>Jupiter</a:t>
                      </a:r>
                      <a:endParaRPr sz="2400">
                        <a:solidFill>
                          <a:schemeClr val="dk1"/>
                        </a:solidFill>
                        <a:latin typeface="Noto Serif Ethiopic"/>
                        <a:ea typeface="Noto Serif Ethiopic"/>
                        <a:cs typeface="Noto Serif Ethiopic"/>
                        <a:sym typeface="Noto Serif Ethiopic"/>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2400">
                          <a:solidFill>
                            <a:schemeClr val="dk1"/>
                          </a:solidFill>
                          <a:latin typeface="Noto Serif Ethiopic"/>
                          <a:ea typeface="Noto Serif Ethiopic"/>
                          <a:cs typeface="Noto Serif Ethiopic"/>
                          <a:sym typeface="Noto Serif Ethiopic"/>
                        </a:rPr>
                        <a:t>Saturn</a:t>
                      </a:r>
                      <a:endParaRPr sz="2400">
                        <a:solidFill>
                          <a:schemeClr val="dk1"/>
                        </a:solidFill>
                        <a:latin typeface="Noto Serif Ethiopic"/>
                        <a:ea typeface="Noto Serif Ethiopic"/>
                        <a:cs typeface="Noto Serif Ethiopic"/>
                        <a:sym typeface="Noto Serif Ethiopic"/>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2400">
                          <a:solidFill>
                            <a:schemeClr val="dk1"/>
                          </a:solidFill>
                          <a:latin typeface="Noto Serif Ethiopic"/>
                          <a:ea typeface="Noto Serif Ethiopic"/>
                          <a:cs typeface="Noto Serif Ethiopic"/>
                          <a:sym typeface="Noto Serif Ethiopic"/>
                        </a:rPr>
                        <a:t>Neptune</a:t>
                      </a:r>
                      <a:endParaRPr sz="2400">
                        <a:solidFill>
                          <a:schemeClr val="dk1"/>
                        </a:solidFill>
                        <a:latin typeface="Noto Serif Ethiopic"/>
                        <a:ea typeface="Noto Serif Ethiopic"/>
                        <a:cs typeface="Noto Serif Ethiopic"/>
                        <a:sym typeface="Noto Serif Ethiopic"/>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1"/>
                  </a:ext>
                </a:extLst>
              </a:tr>
              <a:tr h="381000">
                <a:tc rowSpan="2">
                  <a:txBody>
                    <a:bodyPr/>
                    <a:lstStyle/>
                    <a:p>
                      <a:pPr marL="0" lvl="0" indent="0" algn="ctr" rtl="0">
                        <a:spcBef>
                          <a:spcPts val="0"/>
                        </a:spcBef>
                        <a:spcAft>
                          <a:spcPts val="0"/>
                        </a:spcAft>
                        <a:buNone/>
                      </a:pPr>
                      <a:r>
                        <a:rPr lang="en" sz="1200">
                          <a:solidFill>
                            <a:schemeClr val="dk1"/>
                          </a:solidFill>
                          <a:latin typeface="Akatab"/>
                          <a:ea typeface="Akatab"/>
                          <a:cs typeface="Akatab"/>
                          <a:sym typeface="Akatab"/>
                        </a:rPr>
                        <a:t>Earth is the only planet known to harbor life</a:t>
                      </a:r>
                      <a:endParaRPr sz="1200">
                        <a:solidFill>
                          <a:schemeClr val="dk1"/>
                        </a:solidFill>
                        <a:latin typeface="Akatab"/>
                        <a:ea typeface="Akatab"/>
                        <a:cs typeface="Akatab"/>
                        <a:sym typeface="Akatab"/>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rowSpan="2">
                  <a:txBody>
                    <a:bodyPr/>
                    <a:lstStyle/>
                    <a:p>
                      <a:pPr marL="0" lvl="0" indent="0" algn="ctr" rtl="0">
                        <a:spcBef>
                          <a:spcPts val="0"/>
                        </a:spcBef>
                        <a:spcAft>
                          <a:spcPts val="0"/>
                        </a:spcAft>
                        <a:buNone/>
                      </a:pPr>
                      <a:r>
                        <a:rPr lang="en" sz="1200">
                          <a:solidFill>
                            <a:schemeClr val="dk1"/>
                          </a:solidFill>
                          <a:latin typeface="Akatab"/>
                          <a:ea typeface="Akatab"/>
                          <a:cs typeface="Akatab"/>
                          <a:sym typeface="Akatab"/>
                        </a:rPr>
                        <a:t>Despite being red, Mars is actually a cold place</a:t>
                      </a:r>
                      <a:endParaRPr sz="1200">
                        <a:solidFill>
                          <a:schemeClr val="dk1"/>
                        </a:solidFill>
                        <a:latin typeface="Akatab"/>
                        <a:ea typeface="Akatab"/>
                        <a:cs typeface="Akatab"/>
                        <a:sym typeface="Akatab"/>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rowSpan="2">
                  <a:txBody>
                    <a:bodyPr/>
                    <a:lstStyle/>
                    <a:p>
                      <a:pPr marL="0" lvl="0" indent="0" algn="ctr" rtl="0">
                        <a:spcBef>
                          <a:spcPts val="0"/>
                        </a:spcBef>
                        <a:spcAft>
                          <a:spcPts val="0"/>
                        </a:spcAft>
                        <a:buNone/>
                      </a:pPr>
                      <a:r>
                        <a:rPr lang="en" sz="1200">
                          <a:solidFill>
                            <a:schemeClr val="dk1"/>
                          </a:solidFill>
                          <a:latin typeface="Akatab"/>
                          <a:ea typeface="Akatab"/>
                          <a:cs typeface="Akatab"/>
                          <a:sym typeface="Akatab"/>
                        </a:rPr>
                        <a:t>Jupiter is the biggest planet in the Solar System</a:t>
                      </a:r>
                      <a:endParaRPr sz="1200">
                        <a:solidFill>
                          <a:schemeClr val="dk1"/>
                        </a:solidFill>
                        <a:latin typeface="Akatab"/>
                        <a:ea typeface="Akatab"/>
                        <a:cs typeface="Akatab"/>
                        <a:sym typeface="Akatab"/>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rowSpan="2">
                  <a:txBody>
                    <a:bodyPr/>
                    <a:lstStyle/>
                    <a:p>
                      <a:pPr marL="0" lvl="0" indent="0" algn="ctr" rtl="0">
                        <a:spcBef>
                          <a:spcPts val="0"/>
                        </a:spcBef>
                        <a:spcAft>
                          <a:spcPts val="0"/>
                        </a:spcAft>
                        <a:buNone/>
                      </a:pPr>
                      <a:r>
                        <a:rPr lang="en" sz="1200">
                          <a:solidFill>
                            <a:schemeClr val="dk1"/>
                          </a:solidFill>
                          <a:latin typeface="Akatab"/>
                          <a:ea typeface="Akatab"/>
                          <a:cs typeface="Akatab"/>
                          <a:sym typeface="Akatab"/>
                        </a:rPr>
                        <a:t>Saturn has a high number of moons, like Jupiter</a:t>
                      </a:r>
                      <a:endParaRPr sz="1200">
                        <a:solidFill>
                          <a:schemeClr val="dk1"/>
                        </a:solidFill>
                        <a:latin typeface="Akatab"/>
                        <a:ea typeface="Akatab"/>
                        <a:cs typeface="Akatab"/>
                        <a:sym typeface="Akatab"/>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rowSpan="2">
                  <a:txBody>
                    <a:bodyPr/>
                    <a:lstStyle/>
                    <a:p>
                      <a:pPr marL="0" lvl="0" indent="0" algn="ctr" rtl="0">
                        <a:spcBef>
                          <a:spcPts val="0"/>
                        </a:spcBef>
                        <a:spcAft>
                          <a:spcPts val="0"/>
                        </a:spcAft>
                        <a:buNone/>
                      </a:pPr>
                      <a:r>
                        <a:rPr lang="en" sz="1200">
                          <a:solidFill>
                            <a:schemeClr val="dk1"/>
                          </a:solidFill>
                          <a:latin typeface="Akatab"/>
                          <a:ea typeface="Akatab"/>
                          <a:cs typeface="Akatab"/>
                          <a:sym typeface="Akatab"/>
                        </a:rPr>
                        <a:t>Neptune is the farthest planet from the Sun</a:t>
                      </a:r>
                      <a:endParaRPr sz="1200">
                        <a:solidFill>
                          <a:schemeClr val="dk1"/>
                        </a:solidFill>
                        <a:latin typeface="Akatab"/>
                        <a:ea typeface="Akatab"/>
                        <a:cs typeface="Akatab"/>
                        <a:sym typeface="Akatab"/>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2"/>
                  </a:ext>
                </a:extLst>
              </a:tr>
              <a:tr h="381000">
                <a:tc vMerge="1">
                  <a:txBody>
                    <a:bodyPr/>
                    <a:lstStyle/>
                    <a:p>
                      <a:endParaRPr lang="en-US"/>
                    </a:p>
                  </a:txBody>
                  <a:tcPr/>
                </a:tc>
                <a:tc vMerge="1">
                  <a:txBody>
                    <a:bodyPr/>
                    <a:lstStyle/>
                    <a:p>
                      <a:endParaRPr lang="en-US"/>
                    </a:p>
                  </a:txBody>
                  <a:tcPr/>
                </a:tc>
                <a:tc vMerge="1">
                  <a:txBody>
                    <a:bodyPr/>
                    <a:lstStyle/>
                    <a:p>
                      <a:endParaRPr lang="en-US"/>
                    </a:p>
                  </a:txBody>
                  <a:tcPr/>
                </a:tc>
                <a:tc vMerge="1">
                  <a:txBody>
                    <a:bodyPr/>
                    <a:lstStyle/>
                    <a:p>
                      <a:endParaRPr lang="en-US"/>
                    </a:p>
                  </a:txBody>
                  <a:tcPr/>
                </a:tc>
                <a:tc vMerge="1">
                  <a:txBody>
                    <a:bodyPr/>
                    <a:lstStyle/>
                    <a:p>
                      <a:endParaRPr lang="en-US"/>
                    </a:p>
                  </a:txBody>
                  <a:tcPr/>
                </a:tc>
                <a:extLst>
                  <a:ext uri="{0D108BD9-81ED-4DB2-BD59-A6C34878D82A}">
                    <a16:rowId xmlns:a16="http://schemas.microsoft.com/office/drawing/2014/main" val="10003"/>
                  </a:ext>
                </a:extLst>
              </a:tr>
              <a:tr h="381000">
                <a:tc>
                  <a:txBody>
                    <a:bodyPr/>
                    <a:lstStyle/>
                    <a:p>
                      <a:pPr marL="0" lvl="0" indent="0" algn="ctr" rtl="0">
                        <a:spcBef>
                          <a:spcPts val="0"/>
                        </a:spcBef>
                        <a:spcAft>
                          <a:spcPts val="0"/>
                        </a:spcAft>
                        <a:buNone/>
                      </a:pPr>
                      <a:r>
                        <a:rPr lang="en" sz="1200">
                          <a:solidFill>
                            <a:schemeClr val="dk1"/>
                          </a:solidFill>
                          <a:latin typeface="Akatab"/>
                          <a:ea typeface="Akatab"/>
                          <a:cs typeface="Akatab"/>
                          <a:sym typeface="Akatab"/>
                        </a:rPr>
                        <a:t>Mars is cold</a:t>
                      </a:r>
                      <a:endParaRPr sz="1200">
                        <a:solidFill>
                          <a:schemeClr val="dk1"/>
                        </a:solidFill>
                        <a:latin typeface="Akatab"/>
                        <a:ea typeface="Akatab"/>
                        <a:cs typeface="Akatab"/>
                        <a:sym typeface="Akatab"/>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200">
                          <a:solidFill>
                            <a:schemeClr val="dk1"/>
                          </a:solidFill>
                          <a:latin typeface="Akatab"/>
                          <a:ea typeface="Akatab"/>
                          <a:cs typeface="Akatab"/>
                          <a:sym typeface="Akatab"/>
                        </a:rPr>
                        <a:t>Mercury is small</a:t>
                      </a:r>
                      <a:endParaRPr sz="1200">
                        <a:solidFill>
                          <a:schemeClr val="dk1"/>
                        </a:solidFill>
                        <a:latin typeface="Akatab"/>
                        <a:ea typeface="Akatab"/>
                        <a:cs typeface="Akatab"/>
                        <a:sym typeface="Akatab"/>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200">
                          <a:solidFill>
                            <a:schemeClr val="dk1"/>
                          </a:solidFill>
                          <a:latin typeface="Akatab"/>
                          <a:ea typeface="Akatab"/>
                          <a:cs typeface="Akatab"/>
                          <a:sym typeface="Akatab"/>
                        </a:rPr>
                        <a:t>Jupiter is big</a:t>
                      </a:r>
                      <a:endParaRPr sz="1200">
                        <a:solidFill>
                          <a:schemeClr val="dk1"/>
                        </a:solidFill>
                        <a:latin typeface="Akatab"/>
                        <a:ea typeface="Akatab"/>
                        <a:cs typeface="Akatab"/>
                        <a:sym typeface="Akatab"/>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200">
                          <a:solidFill>
                            <a:schemeClr val="dk1"/>
                          </a:solidFill>
                          <a:latin typeface="Akatab"/>
                          <a:ea typeface="Akatab"/>
                          <a:cs typeface="Akatab"/>
                          <a:sym typeface="Akatab"/>
                        </a:rPr>
                        <a:t>Earth has life</a:t>
                      </a:r>
                      <a:endParaRPr sz="1200">
                        <a:solidFill>
                          <a:schemeClr val="dk1"/>
                        </a:solidFill>
                        <a:latin typeface="Akatab"/>
                        <a:ea typeface="Akatab"/>
                        <a:cs typeface="Akatab"/>
                        <a:sym typeface="Akatab"/>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200">
                          <a:solidFill>
                            <a:schemeClr val="dk1"/>
                          </a:solidFill>
                          <a:latin typeface="Akatab"/>
                          <a:ea typeface="Akatab"/>
                          <a:cs typeface="Akatab"/>
                          <a:sym typeface="Akatab"/>
                        </a:rPr>
                        <a:t>Saturn has rings</a:t>
                      </a:r>
                      <a:endParaRPr sz="1200">
                        <a:solidFill>
                          <a:schemeClr val="dk1"/>
                        </a:solidFill>
                        <a:latin typeface="Akatab"/>
                        <a:ea typeface="Akatab"/>
                        <a:cs typeface="Akatab"/>
                        <a:sym typeface="Akatab"/>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4"/>
                  </a:ext>
                </a:extLst>
              </a:tr>
              <a:tr h="381000">
                <a:tc>
                  <a:txBody>
                    <a:bodyPr/>
                    <a:lstStyle/>
                    <a:p>
                      <a:pPr marL="0" lvl="0" indent="0" algn="ctr" rtl="0">
                        <a:spcBef>
                          <a:spcPts val="0"/>
                        </a:spcBef>
                        <a:spcAft>
                          <a:spcPts val="0"/>
                        </a:spcAft>
                        <a:buNone/>
                      </a:pPr>
                      <a:r>
                        <a:rPr lang="en" sz="3000">
                          <a:solidFill>
                            <a:schemeClr val="accent1"/>
                          </a:solidFill>
                          <a:latin typeface="Noto Serif Ethiopic"/>
                          <a:ea typeface="Noto Serif Ethiopic"/>
                          <a:cs typeface="Noto Serif Ethiopic"/>
                          <a:sym typeface="Noto Serif Ethiopic"/>
                        </a:rPr>
                        <a:t>150</a:t>
                      </a:r>
                      <a:endParaRPr sz="3000">
                        <a:solidFill>
                          <a:schemeClr val="accent1"/>
                        </a:solidFill>
                        <a:latin typeface="Noto Serif Ethiopic"/>
                        <a:ea typeface="Noto Serif Ethiopic"/>
                        <a:cs typeface="Noto Serif Ethiopic"/>
                        <a:sym typeface="Noto Serif Ethiopic"/>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3000">
                          <a:solidFill>
                            <a:schemeClr val="accent1"/>
                          </a:solidFill>
                          <a:latin typeface="Noto Serif Ethiopic"/>
                          <a:ea typeface="Noto Serif Ethiopic"/>
                          <a:cs typeface="Noto Serif Ethiopic"/>
                          <a:sym typeface="Noto Serif Ethiopic"/>
                        </a:rPr>
                        <a:t>250</a:t>
                      </a:r>
                      <a:endParaRPr sz="3000">
                        <a:solidFill>
                          <a:schemeClr val="accent1"/>
                        </a:solidFill>
                        <a:latin typeface="Noto Serif Ethiopic"/>
                        <a:ea typeface="Noto Serif Ethiopic"/>
                        <a:cs typeface="Noto Serif Ethiopic"/>
                        <a:sym typeface="Noto Serif Ethiopic"/>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3000">
                          <a:solidFill>
                            <a:schemeClr val="accent1"/>
                          </a:solidFill>
                          <a:latin typeface="Noto Serif Ethiopic"/>
                          <a:ea typeface="Noto Serif Ethiopic"/>
                          <a:cs typeface="Noto Serif Ethiopic"/>
                          <a:sym typeface="Noto Serif Ethiopic"/>
                        </a:rPr>
                        <a:t>175</a:t>
                      </a:r>
                      <a:endParaRPr sz="3000">
                        <a:solidFill>
                          <a:schemeClr val="accent1"/>
                        </a:solidFill>
                        <a:latin typeface="Noto Serif Ethiopic"/>
                        <a:ea typeface="Noto Serif Ethiopic"/>
                        <a:cs typeface="Noto Serif Ethiopic"/>
                        <a:sym typeface="Noto Serif Ethiopic"/>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3000">
                          <a:solidFill>
                            <a:schemeClr val="accent1"/>
                          </a:solidFill>
                          <a:latin typeface="Noto Serif Ethiopic"/>
                          <a:ea typeface="Noto Serif Ethiopic"/>
                          <a:cs typeface="Noto Serif Ethiopic"/>
                          <a:sym typeface="Noto Serif Ethiopic"/>
                        </a:rPr>
                        <a:t>300</a:t>
                      </a:r>
                      <a:endParaRPr sz="3000">
                        <a:solidFill>
                          <a:schemeClr val="accent1"/>
                        </a:solidFill>
                        <a:latin typeface="Noto Serif Ethiopic"/>
                        <a:ea typeface="Noto Serif Ethiopic"/>
                        <a:cs typeface="Noto Serif Ethiopic"/>
                        <a:sym typeface="Noto Serif Ethiopic"/>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3000">
                          <a:solidFill>
                            <a:schemeClr val="accent1"/>
                          </a:solidFill>
                          <a:latin typeface="Noto Serif Ethiopic"/>
                          <a:ea typeface="Noto Serif Ethiopic"/>
                          <a:cs typeface="Noto Serif Ethiopic"/>
                          <a:sym typeface="Noto Serif Ethiopic"/>
                        </a:rPr>
                        <a:t>420</a:t>
                      </a:r>
                      <a:endParaRPr sz="3000">
                        <a:solidFill>
                          <a:schemeClr val="accent1"/>
                        </a:solidFill>
                        <a:latin typeface="Noto Serif Ethiopic"/>
                        <a:ea typeface="Noto Serif Ethiopic"/>
                        <a:cs typeface="Noto Serif Ethiopic"/>
                        <a:sym typeface="Noto Serif Ethiopic"/>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5"/>
                  </a:ext>
                </a:extLst>
              </a:tr>
            </a:tbl>
          </a:graphicData>
        </a:graphic>
      </p:graphicFrame>
    </p:spTree>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839"/>
        <p:cNvGrpSpPr/>
        <p:nvPr/>
      </p:nvGrpSpPr>
      <p:grpSpPr>
        <a:xfrm>
          <a:off x="0" y="0"/>
          <a:ext cx="0" cy="0"/>
          <a:chOff x="0" y="0"/>
          <a:chExt cx="0" cy="0"/>
        </a:xfrm>
      </p:grpSpPr>
      <p:pic>
        <p:nvPicPr>
          <p:cNvPr id="840" name="Google Shape;840;p69" title="Gráfico">
            <a:hlinkClick r:id="rId3"/>
          </p:cNvPr>
          <p:cNvPicPr preferRelativeResize="0"/>
          <p:nvPr/>
        </p:nvPicPr>
        <p:blipFill>
          <a:blip r:embed="rId4">
            <a:alphaModFix/>
          </a:blip>
          <a:stretch>
            <a:fillRect/>
          </a:stretch>
        </p:blipFill>
        <p:spPr>
          <a:xfrm>
            <a:off x="3367150" y="1170125"/>
            <a:ext cx="4813551" cy="2756478"/>
          </a:xfrm>
          <a:prstGeom prst="rect">
            <a:avLst/>
          </a:prstGeom>
          <a:noFill/>
          <a:ln>
            <a:noFill/>
          </a:ln>
        </p:spPr>
      </p:pic>
      <p:sp>
        <p:nvSpPr>
          <p:cNvPr id="841" name="Google Shape;841;p69"/>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You can use this graph</a:t>
            </a:r>
            <a:endParaRPr/>
          </a:p>
        </p:txBody>
      </p:sp>
      <p:sp>
        <p:nvSpPr>
          <p:cNvPr id="842" name="Google Shape;842;p69"/>
          <p:cNvSpPr txBox="1"/>
          <p:nvPr/>
        </p:nvSpPr>
        <p:spPr>
          <a:xfrm>
            <a:off x="981900" y="4079000"/>
            <a:ext cx="7180200" cy="3009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000">
                <a:solidFill>
                  <a:schemeClr val="dk1"/>
                </a:solidFill>
                <a:latin typeface="Akatab"/>
                <a:ea typeface="Akatab"/>
                <a:cs typeface="Akatab"/>
                <a:sym typeface="Akatab"/>
              </a:rPr>
              <a:t>Follow the link in the graph to modify its data and then paste the new one here. </a:t>
            </a:r>
            <a:r>
              <a:rPr lang="en" sz="1000" b="1" u="sng">
                <a:solidFill>
                  <a:schemeClr val="dk1"/>
                </a:solidFill>
                <a:latin typeface="Akatab"/>
                <a:ea typeface="Akatab"/>
                <a:cs typeface="Akatab"/>
                <a:sym typeface="Akatab"/>
                <a:hlinkClick r:id="rId5">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For more info, click here</a:t>
            </a:r>
            <a:endParaRPr sz="1000" b="1" u="sng">
              <a:solidFill>
                <a:schemeClr val="dk1"/>
              </a:solidFill>
              <a:latin typeface="Akatab"/>
              <a:ea typeface="Akatab"/>
              <a:cs typeface="Akatab"/>
              <a:sym typeface="Akatab"/>
            </a:endParaRPr>
          </a:p>
        </p:txBody>
      </p:sp>
      <p:sp>
        <p:nvSpPr>
          <p:cNvPr id="843" name="Google Shape;843;p69"/>
          <p:cNvSpPr txBox="1">
            <a:spLocks noGrp="1"/>
          </p:cNvSpPr>
          <p:nvPr>
            <p:ph type="subTitle" idx="4294967295"/>
          </p:nvPr>
        </p:nvSpPr>
        <p:spPr>
          <a:xfrm>
            <a:off x="1313950" y="1710000"/>
            <a:ext cx="1900800" cy="3621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en"/>
              <a:t>Jupiter is a gas giant</a:t>
            </a:r>
            <a:endParaRPr/>
          </a:p>
        </p:txBody>
      </p:sp>
      <p:sp>
        <p:nvSpPr>
          <p:cNvPr id="844" name="Google Shape;844;p69"/>
          <p:cNvSpPr txBox="1">
            <a:spLocks noGrp="1"/>
          </p:cNvSpPr>
          <p:nvPr>
            <p:ph type="subTitle" idx="4294967295"/>
          </p:nvPr>
        </p:nvSpPr>
        <p:spPr>
          <a:xfrm>
            <a:off x="1313955" y="3147600"/>
            <a:ext cx="1900800" cy="4848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sz="2400">
                <a:latin typeface="Noto Serif Ethiopic"/>
                <a:ea typeface="Noto Serif Ethiopic"/>
                <a:cs typeface="Noto Serif Ethiopic"/>
                <a:sym typeface="Noto Serif Ethiopic"/>
              </a:rPr>
              <a:t>Mars</a:t>
            </a:r>
            <a:endParaRPr sz="2400">
              <a:latin typeface="Noto Serif Ethiopic"/>
              <a:ea typeface="Noto Serif Ethiopic"/>
              <a:cs typeface="Noto Serif Ethiopic"/>
              <a:sym typeface="Noto Serif Ethiopic"/>
            </a:endParaRPr>
          </a:p>
        </p:txBody>
      </p:sp>
      <p:sp>
        <p:nvSpPr>
          <p:cNvPr id="845" name="Google Shape;845;p69"/>
          <p:cNvSpPr txBox="1">
            <a:spLocks noGrp="1"/>
          </p:cNvSpPr>
          <p:nvPr>
            <p:ph type="subTitle" idx="4294967295"/>
          </p:nvPr>
        </p:nvSpPr>
        <p:spPr>
          <a:xfrm>
            <a:off x="1313950" y="3556200"/>
            <a:ext cx="1900800" cy="362100"/>
          </a:xfrm>
          <a:prstGeom prst="rect">
            <a:avLst/>
          </a:prstGeom>
        </p:spPr>
        <p:txBody>
          <a:bodyPr spcFirstLastPara="1" wrap="square" lIns="91425" tIns="91425" rIns="91425" bIns="91425" anchor="t" anchorCtr="0">
            <a:noAutofit/>
          </a:bodyPr>
          <a:lstStyle/>
          <a:p>
            <a:pPr marL="0" lvl="0" indent="0" algn="r" rtl="0">
              <a:spcBef>
                <a:spcPts val="0"/>
              </a:spcBef>
              <a:spcAft>
                <a:spcPts val="1600"/>
              </a:spcAft>
              <a:buNone/>
            </a:pPr>
            <a:r>
              <a:rPr lang="en"/>
              <a:t>Mars is a cold planet</a:t>
            </a:r>
            <a:endParaRPr/>
          </a:p>
        </p:txBody>
      </p:sp>
      <p:sp>
        <p:nvSpPr>
          <p:cNvPr id="846" name="Google Shape;846;p69"/>
          <p:cNvSpPr txBox="1">
            <a:spLocks noGrp="1"/>
          </p:cNvSpPr>
          <p:nvPr>
            <p:ph type="subTitle" idx="4294967295"/>
          </p:nvPr>
        </p:nvSpPr>
        <p:spPr>
          <a:xfrm>
            <a:off x="1313955" y="1301400"/>
            <a:ext cx="1900800" cy="4848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sz="2400">
                <a:latin typeface="Noto Serif Ethiopic"/>
                <a:ea typeface="Noto Serif Ethiopic"/>
                <a:cs typeface="Noto Serif Ethiopic"/>
                <a:sym typeface="Noto Serif Ethiopic"/>
              </a:rPr>
              <a:t>Jupiter</a:t>
            </a:r>
            <a:endParaRPr sz="2400">
              <a:latin typeface="Noto Serif Ethiopic"/>
              <a:ea typeface="Noto Serif Ethiopic"/>
              <a:cs typeface="Noto Serif Ethiopic"/>
              <a:sym typeface="Noto Serif Ethiopic"/>
            </a:endParaRPr>
          </a:p>
        </p:txBody>
      </p:sp>
      <p:sp>
        <p:nvSpPr>
          <p:cNvPr id="847" name="Google Shape;847;p69"/>
          <p:cNvSpPr txBox="1">
            <a:spLocks noGrp="1"/>
          </p:cNvSpPr>
          <p:nvPr>
            <p:ph type="subTitle" idx="4294967295"/>
          </p:nvPr>
        </p:nvSpPr>
        <p:spPr>
          <a:xfrm>
            <a:off x="1313955" y="2224500"/>
            <a:ext cx="1900800" cy="4848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sz="2400">
                <a:latin typeface="Noto Serif Ethiopic"/>
                <a:ea typeface="Noto Serif Ethiopic"/>
                <a:cs typeface="Noto Serif Ethiopic"/>
                <a:sym typeface="Noto Serif Ethiopic"/>
              </a:rPr>
              <a:t>Earth</a:t>
            </a:r>
            <a:endParaRPr sz="2400">
              <a:latin typeface="Noto Serif Ethiopic"/>
              <a:ea typeface="Noto Serif Ethiopic"/>
              <a:cs typeface="Noto Serif Ethiopic"/>
              <a:sym typeface="Noto Serif Ethiopic"/>
            </a:endParaRPr>
          </a:p>
        </p:txBody>
      </p:sp>
      <p:sp>
        <p:nvSpPr>
          <p:cNvPr id="848" name="Google Shape;848;p69"/>
          <p:cNvSpPr txBox="1">
            <a:spLocks noGrp="1"/>
          </p:cNvSpPr>
          <p:nvPr>
            <p:ph type="subTitle" idx="4294967295"/>
          </p:nvPr>
        </p:nvSpPr>
        <p:spPr>
          <a:xfrm>
            <a:off x="1313950" y="2633100"/>
            <a:ext cx="1900800" cy="3621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en"/>
              <a:t>We all live on the Earth</a:t>
            </a:r>
            <a:endParaRPr/>
          </a:p>
        </p:txBody>
      </p:sp>
    </p:spTree>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852"/>
        <p:cNvGrpSpPr/>
        <p:nvPr/>
      </p:nvGrpSpPr>
      <p:grpSpPr>
        <a:xfrm>
          <a:off x="0" y="0"/>
          <a:ext cx="0" cy="0"/>
          <a:chOff x="0" y="0"/>
          <a:chExt cx="0" cy="0"/>
        </a:xfrm>
      </p:grpSpPr>
      <p:sp>
        <p:nvSpPr>
          <p:cNvPr id="853" name="Google Shape;853;p70"/>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Five important ideas</a:t>
            </a:r>
            <a:endParaRPr/>
          </a:p>
        </p:txBody>
      </p:sp>
      <p:sp>
        <p:nvSpPr>
          <p:cNvPr id="854" name="Google Shape;854;p70"/>
          <p:cNvSpPr txBox="1">
            <a:spLocks noGrp="1"/>
          </p:cNvSpPr>
          <p:nvPr>
            <p:ph type="subTitle" idx="6"/>
          </p:nvPr>
        </p:nvSpPr>
        <p:spPr>
          <a:xfrm>
            <a:off x="929642" y="1744525"/>
            <a:ext cx="2206500" cy="484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Mars</a:t>
            </a:r>
            <a:endParaRPr/>
          </a:p>
        </p:txBody>
      </p:sp>
      <p:sp>
        <p:nvSpPr>
          <p:cNvPr id="855" name="Google Shape;855;p70"/>
          <p:cNvSpPr txBox="1">
            <a:spLocks noGrp="1"/>
          </p:cNvSpPr>
          <p:nvPr>
            <p:ph type="subTitle" idx="4"/>
          </p:nvPr>
        </p:nvSpPr>
        <p:spPr>
          <a:xfrm>
            <a:off x="2203823" y="3346000"/>
            <a:ext cx="22065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Mercury is the closest planet to the Sun</a:t>
            </a:r>
            <a:endParaRPr/>
          </a:p>
        </p:txBody>
      </p:sp>
      <p:sp>
        <p:nvSpPr>
          <p:cNvPr id="856" name="Google Shape;856;p70"/>
          <p:cNvSpPr txBox="1">
            <a:spLocks noGrp="1"/>
          </p:cNvSpPr>
          <p:nvPr>
            <p:ph type="subTitle" idx="5"/>
          </p:nvPr>
        </p:nvSpPr>
        <p:spPr>
          <a:xfrm>
            <a:off x="4738304" y="3346000"/>
            <a:ext cx="22065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Saturn is composed of hydrogen and helium</a:t>
            </a:r>
            <a:endParaRPr/>
          </a:p>
        </p:txBody>
      </p:sp>
      <p:sp>
        <p:nvSpPr>
          <p:cNvPr id="857" name="Google Shape;857;p70"/>
          <p:cNvSpPr txBox="1">
            <a:spLocks noGrp="1"/>
          </p:cNvSpPr>
          <p:nvPr>
            <p:ph type="subTitle" idx="7"/>
          </p:nvPr>
        </p:nvSpPr>
        <p:spPr>
          <a:xfrm>
            <a:off x="3468750" y="1744525"/>
            <a:ext cx="2206500" cy="484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Neptune</a:t>
            </a:r>
            <a:endParaRPr/>
          </a:p>
        </p:txBody>
      </p:sp>
      <p:sp>
        <p:nvSpPr>
          <p:cNvPr id="858" name="Google Shape;858;p70"/>
          <p:cNvSpPr txBox="1">
            <a:spLocks noGrp="1"/>
          </p:cNvSpPr>
          <p:nvPr>
            <p:ph type="subTitle" idx="1"/>
          </p:nvPr>
        </p:nvSpPr>
        <p:spPr>
          <a:xfrm>
            <a:off x="934269" y="2229323"/>
            <a:ext cx="22065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Despite being red, Mars is very cold</a:t>
            </a:r>
            <a:endParaRPr/>
          </a:p>
        </p:txBody>
      </p:sp>
      <p:sp>
        <p:nvSpPr>
          <p:cNvPr id="859" name="Google Shape;859;p70"/>
          <p:cNvSpPr txBox="1">
            <a:spLocks noGrp="1"/>
          </p:cNvSpPr>
          <p:nvPr>
            <p:ph type="subTitle" idx="2"/>
          </p:nvPr>
        </p:nvSpPr>
        <p:spPr>
          <a:xfrm>
            <a:off x="3468750" y="2229323"/>
            <a:ext cx="22065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Neptune is the eighth planet from the Sun</a:t>
            </a:r>
            <a:endParaRPr/>
          </a:p>
        </p:txBody>
      </p:sp>
      <p:sp>
        <p:nvSpPr>
          <p:cNvPr id="860" name="Google Shape;860;p70"/>
          <p:cNvSpPr txBox="1">
            <a:spLocks noGrp="1"/>
          </p:cNvSpPr>
          <p:nvPr>
            <p:ph type="subTitle" idx="3"/>
          </p:nvPr>
        </p:nvSpPr>
        <p:spPr>
          <a:xfrm>
            <a:off x="6003231" y="2229323"/>
            <a:ext cx="22065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Jupiter is the biggest planet of them all</a:t>
            </a:r>
            <a:endParaRPr/>
          </a:p>
        </p:txBody>
      </p:sp>
      <p:sp>
        <p:nvSpPr>
          <p:cNvPr id="861" name="Google Shape;861;p70"/>
          <p:cNvSpPr txBox="1">
            <a:spLocks noGrp="1"/>
          </p:cNvSpPr>
          <p:nvPr>
            <p:ph type="subTitle" idx="8"/>
          </p:nvPr>
        </p:nvSpPr>
        <p:spPr>
          <a:xfrm>
            <a:off x="6007858" y="1744525"/>
            <a:ext cx="2206500" cy="484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Jupiter</a:t>
            </a:r>
            <a:endParaRPr/>
          </a:p>
        </p:txBody>
      </p:sp>
      <p:sp>
        <p:nvSpPr>
          <p:cNvPr id="862" name="Google Shape;862;p70"/>
          <p:cNvSpPr txBox="1">
            <a:spLocks noGrp="1"/>
          </p:cNvSpPr>
          <p:nvPr>
            <p:ph type="subTitle" idx="9"/>
          </p:nvPr>
        </p:nvSpPr>
        <p:spPr>
          <a:xfrm>
            <a:off x="2199196" y="2861200"/>
            <a:ext cx="2206500" cy="484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Mercury</a:t>
            </a:r>
            <a:endParaRPr/>
          </a:p>
        </p:txBody>
      </p:sp>
      <p:sp>
        <p:nvSpPr>
          <p:cNvPr id="863" name="Google Shape;863;p70"/>
          <p:cNvSpPr txBox="1">
            <a:spLocks noGrp="1"/>
          </p:cNvSpPr>
          <p:nvPr>
            <p:ph type="subTitle" idx="13"/>
          </p:nvPr>
        </p:nvSpPr>
        <p:spPr>
          <a:xfrm>
            <a:off x="4738304" y="2861200"/>
            <a:ext cx="2206500" cy="484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Saturn</a:t>
            </a:r>
            <a:endParaRPr/>
          </a:p>
        </p:txBody>
      </p:sp>
    </p:spTree>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867"/>
        <p:cNvGrpSpPr/>
        <p:nvPr/>
      </p:nvGrpSpPr>
      <p:grpSpPr>
        <a:xfrm>
          <a:off x="0" y="0"/>
          <a:ext cx="0" cy="0"/>
          <a:chOff x="0" y="0"/>
          <a:chExt cx="0" cy="0"/>
        </a:xfrm>
      </p:grpSpPr>
      <p:sp>
        <p:nvSpPr>
          <p:cNvPr id="868" name="Google Shape;868;p71"/>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Key milestones</a:t>
            </a:r>
            <a:endParaRPr/>
          </a:p>
        </p:txBody>
      </p:sp>
      <p:sp>
        <p:nvSpPr>
          <p:cNvPr id="869" name="Google Shape;869;p71"/>
          <p:cNvSpPr/>
          <p:nvPr/>
        </p:nvSpPr>
        <p:spPr>
          <a:xfrm>
            <a:off x="813688" y="1913575"/>
            <a:ext cx="115500" cy="3120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 name="Google Shape;870;p71"/>
          <p:cNvSpPr/>
          <p:nvPr/>
        </p:nvSpPr>
        <p:spPr>
          <a:xfrm>
            <a:off x="2066453" y="1913575"/>
            <a:ext cx="115500" cy="3120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 name="Google Shape;871;p71"/>
          <p:cNvSpPr/>
          <p:nvPr/>
        </p:nvSpPr>
        <p:spPr>
          <a:xfrm>
            <a:off x="3319218" y="1913575"/>
            <a:ext cx="115500" cy="3120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 name="Google Shape;872;p71"/>
          <p:cNvSpPr/>
          <p:nvPr/>
        </p:nvSpPr>
        <p:spPr>
          <a:xfrm>
            <a:off x="4571983" y="1913575"/>
            <a:ext cx="115500" cy="3120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 name="Google Shape;873;p71"/>
          <p:cNvSpPr/>
          <p:nvPr/>
        </p:nvSpPr>
        <p:spPr>
          <a:xfrm>
            <a:off x="5824748" y="1913575"/>
            <a:ext cx="115500" cy="3120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 name="Google Shape;874;p71"/>
          <p:cNvSpPr/>
          <p:nvPr/>
        </p:nvSpPr>
        <p:spPr>
          <a:xfrm>
            <a:off x="7077513" y="1913575"/>
            <a:ext cx="115500" cy="3120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75" name="Google Shape;875;p71"/>
          <p:cNvCxnSpPr>
            <a:stCxn id="869" idx="3"/>
            <a:endCxn id="870" idx="1"/>
          </p:cNvCxnSpPr>
          <p:nvPr/>
        </p:nvCxnSpPr>
        <p:spPr>
          <a:xfrm>
            <a:off x="929188" y="2069575"/>
            <a:ext cx="1137300" cy="600"/>
          </a:xfrm>
          <a:prstGeom prst="bentConnector3">
            <a:avLst>
              <a:gd name="adj1" fmla="val 49998"/>
            </a:avLst>
          </a:prstGeom>
          <a:noFill/>
          <a:ln w="9525" cap="flat" cmpd="sng">
            <a:solidFill>
              <a:schemeClr val="dk1"/>
            </a:solidFill>
            <a:prstDash val="solid"/>
            <a:round/>
            <a:headEnd type="none" w="med" len="med"/>
            <a:tailEnd type="none" w="med" len="med"/>
          </a:ln>
        </p:spPr>
      </p:cxnSp>
      <p:cxnSp>
        <p:nvCxnSpPr>
          <p:cNvPr id="876" name="Google Shape;876;p71"/>
          <p:cNvCxnSpPr>
            <a:stCxn id="870" idx="3"/>
            <a:endCxn id="871" idx="1"/>
          </p:cNvCxnSpPr>
          <p:nvPr/>
        </p:nvCxnSpPr>
        <p:spPr>
          <a:xfrm>
            <a:off x="2181953" y="2069575"/>
            <a:ext cx="1137300" cy="600"/>
          </a:xfrm>
          <a:prstGeom prst="bentConnector3">
            <a:avLst>
              <a:gd name="adj1" fmla="val 49998"/>
            </a:avLst>
          </a:prstGeom>
          <a:noFill/>
          <a:ln w="9525" cap="flat" cmpd="sng">
            <a:solidFill>
              <a:schemeClr val="dk1"/>
            </a:solidFill>
            <a:prstDash val="solid"/>
            <a:round/>
            <a:headEnd type="none" w="med" len="med"/>
            <a:tailEnd type="none" w="med" len="med"/>
          </a:ln>
        </p:spPr>
      </p:cxnSp>
      <p:cxnSp>
        <p:nvCxnSpPr>
          <p:cNvPr id="877" name="Google Shape;877;p71"/>
          <p:cNvCxnSpPr>
            <a:stCxn id="871" idx="3"/>
            <a:endCxn id="872" idx="1"/>
          </p:cNvCxnSpPr>
          <p:nvPr/>
        </p:nvCxnSpPr>
        <p:spPr>
          <a:xfrm>
            <a:off x="3434718" y="2069575"/>
            <a:ext cx="1137300" cy="600"/>
          </a:xfrm>
          <a:prstGeom prst="bentConnector3">
            <a:avLst>
              <a:gd name="adj1" fmla="val 49998"/>
            </a:avLst>
          </a:prstGeom>
          <a:noFill/>
          <a:ln w="9525" cap="flat" cmpd="sng">
            <a:solidFill>
              <a:schemeClr val="dk1"/>
            </a:solidFill>
            <a:prstDash val="solid"/>
            <a:round/>
            <a:headEnd type="none" w="med" len="med"/>
            <a:tailEnd type="none" w="med" len="med"/>
          </a:ln>
        </p:spPr>
      </p:cxnSp>
      <p:cxnSp>
        <p:nvCxnSpPr>
          <p:cNvPr id="878" name="Google Shape;878;p71"/>
          <p:cNvCxnSpPr>
            <a:stCxn id="872" idx="3"/>
            <a:endCxn id="873" idx="1"/>
          </p:cNvCxnSpPr>
          <p:nvPr/>
        </p:nvCxnSpPr>
        <p:spPr>
          <a:xfrm>
            <a:off x="4687483" y="2069575"/>
            <a:ext cx="1137300" cy="600"/>
          </a:xfrm>
          <a:prstGeom prst="bentConnector3">
            <a:avLst>
              <a:gd name="adj1" fmla="val 49998"/>
            </a:avLst>
          </a:prstGeom>
          <a:noFill/>
          <a:ln w="9525" cap="flat" cmpd="sng">
            <a:solidFill>
              <a:schemeClr val="dk1"/>
            </a:solidFill>
            <a:prstDash val="solid"/>
            <a:round/>
            <a:headEnd type="none" w="med" len="med"/>
            <a:tailEnd type="none" w="med" len="med"/>
          </a:ln>
        </p:spPr>
      </p:cxnSp>
      <p:cxnSp>
        <p:nvCxnSpPr>
          <p:cNvPr id="879" name="Google Shape;879;p71"/>
          <p:cNvCxnSpPr>
            <a:stCxn id="873" idx="3"/>
            <a:endCxn id="874" idx="1"/>
          </p:cNvCxnSpPr>
          <p:nvPr/>
        </p:nvCxnSpPr>
        <p:spPr>
          <a:xfrm>
            <a:off x="5940247" y="2069575"/>
            <a:ext cx="1137300" cy="600"/>
          </a:xfrm>
          <a:prstGeom prst="bentConnector3">
            <a:avLst>
              <a:gd name="adj1" fmla="val 49998"/>
            </a:avLst>
          </a:prstGeom>
          <a:noFill/>
          <a:ln w="9525" cap="flat" cmpd="sng">
            <a:solidFill>
              <a:schemeClr val="dk1"/>
            </a:solidFill>
            <a:prstDash val="solid"/>
            <a:round/>
            <a:headEnd type="none" w="med" len="med"/>
            <a:tailEnd type="none" w="med" len="med"/>
          </a:ln>
        </p:spPr>
      </p:cxnSp>
      <p:cxnSp>
        <p:nvCxnSpPr>
          <p:cNvPr id="880" name="Google Shape;880;p71"/>
          <p:cNvCxnSpPr>
            <a:stCxn id="874" idx="3"/>
          </p:cNvCxnSpPr>
          <p:nvPr/>
        </p:nvCxnSpPr>
        <p:spPr>
          <a:xfrm>
            <a:off x="7193013" y="2069575"/>
            <a:ext cx="1137300" cy="600"/>
          </a:xfrm>
          <a:prstGeom prst="bentConnector3">
            <a:avLst>
              <a:gd name="adj1" fmla="val 50000"/>
            </a:avLst>
          </a:prstGeom>
          <a:noFill/>
          <a:ln w="9525" cap="flat" cmpd="sng">
            <a:solidFill>
              <a:schemeClr val="dk1"/>
            </a:solidFill>
            <a:prstDash val="solid"/>
            <a:round/>
            <a:headEnd type="none" w="med" len="med"/>
            <a:tailEnd type="diamond" w="med" len="med"/>
          </a:ln>
        </p:spPr>
      </p:cxnSp>
      <p:sp>
        <p:nvSpPr>
          <p:cNvPr id="881" name="Google Shape;881;p71"/>
          <p:cNvSpPr txBox="1">
            <a:spLocks noGrp="1"/>
          </p:cNvSpPr>
          <p:nvPr>
            <p:ph type="subTitle" idx="4294967295"/>
          </p:nvPr>
        </p:nvSpPr>
        <p:spPr>
          <a:xfrm>
            <a:off x="5940238" y="2667950"/>
            <a:ext cx="2336400" cy="484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400">
                <a:latin typeface="Noto Serif Ethiopic"/>
                <a:ea typeface="Noto Serif Ethiopic"/>
                <a:cs typeface="Noto Serif Ethiopic"/>
                <a:sym typeface="Noto Serif Ethiopic"/>
              </a:rPr>
              <a:t>Neptune</a:t>
            </a:r>
            <a:endParaRPr sz="2400">
              <a:latin typeface="Noto Serif Ethiopic"/>
              <a:ea typeface="Noto Serif Ethiopic"/>
              <a:cs typeface="Noto Serif Ethiopic"/>
              <a:sym typeface="Noto Serif Ethiopic"/>
            </a:endParaRPr>
          </a:p>
        </p:txBody>
      </p:sp>
      <p:sp>
        <p:nvSpPr>
          <p:cNvPr id="882" name="Google Shape;882;p71"/>
          <p:cNvSpPr txBox="1">
            <a:spLocks noGrp="1"/>
          </p:cNvSpPr>
          <p:nvPr>
            <p:ph type="subTitle" idx="4294967295"/>
          </p:nvPr>
        </p:nvSpPr>
        <p:spPr>
          <a:xfrm>
            <a:off x="956300" y="2667950"/>
            <a:ext cx="2336400" cy="484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400">
                <a:latin typeface="Noto Serif Ethiopic"/>
                <a:ea typeface="Noto Serif Ethiopic"/>
                <a:cs typeface="Noto Serif Ethiopic"/>
                <a:sym typeface="Noto Serif Ethiopic"/>
              </a:rPr>
              <a:t>Mars</a:t>
            </a:r>
            <a:endParaRPr sz="2400">
              <a:latin typeface="Noto Serif Ethiopic"/>
              <a:ea typeface="Noto Serif Ethiopic"/>
              <a:cs typeface="Noto Serif Ethiopic"/>
              <a:sym typeface="Noto Serif Ethiopic"/>
            </a:endParaRPr>
          </a:p>
        </p:txBody>
      </p:sp>
      <p:sp>
        <p:nvSpPr>
          <p:cNvPr id="883" name="Google Shape;883;p71"/>
          <p:cNvSpPr txBox="1">
            <a:spLocks noGrp="1"/>
          </p:cNvSpPr>
          <p:nvPr>
            <p:ph type="subTitle" idx="4294967295"/>
          </p:nvPr>
        </p:nvSpPr>
        <p:spPr>
          <a:xfrm>
            <a:off x="956300" y="3152749"/>
            <a:ext cx="2336400" cy="862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Despite being red, Mars is actually a cold place. It’s full of iron oxide dust, which gives the planet its reddish cast</a:t>
            </a:r>
            <a:endParaRPr/>
          </a:p>
        </p:txBody>
      </p:sp>
      <p:sp>
        <p:nvSpPr>
          <p:cNvPr id="884" name="Google Shape;884;p71"/>
          <p:cNvSpPr txBox="1">
            <a:spLocks noGrp="1"/>
          </p:cNvSpPr>
          <p:nvPr>
            <p:ph type="subTitle" idx="4294967295"/>
          </p:nvPr>
        </p:nvSpPr>
        <p:spPr>
          <a:xfrm>
            <a:off x="3434713" y="3152749"/>
            <a:ext cx="2336400" cy="862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Venus has a beautiful name and is the second planet from the Sun. It’s terribly hot, even hotter than Mercury</a:t>
            </a:r>
            <a:endParaRPr/>
          </a:p>
        </p:txBody>
      </p:sp>
      <p:sp>
        <p:nvSpPr>
          <p:cNvPr id="885" name="Google Shape;885;p71"/>
          <p:cNvSpPr txBox="1">
            <a:spLocks noGrp="1"/>
          </p:cNvSpPr>
          <p:nvPr>
            <p:ph type="subTitle" idx="4294967295"/>
          </p:nvPr>
        </p:nvSpPr>
        <p:spPr>
          <a:xfrm>
            <a:off x="5940238" y="3152749"/>
            <a:ext cx="2336400" cy="862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Neptune is the farthest planet from the Sun. It’s also the fourth-largest planet by diameter in the Solar System </a:t>
            </a:r>
            <a:endParaRPr/>
          </a:p>
        </p:txBody>
      </p:sp>
      <p:sp>
        <p:nvSpPr>
          <p:cNvPr id="886" name="Google Shape;886;p71"/>
          <p:cNvSpPr txBox="1">
            <a:spLocks noGrp="1"/>
          </p:cNvSpPr>
          <p:nvPr>
            <p:ph type="subTitle" idx="4294967295"/>
          </p:nvPr>
        </p:nvSpPr>
        <p:spPr>
          <a:xfrm>
            <a:off x="3434713" y="2667950"/>
            <a:ext cx="2336400" cy="484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400">
                <a:latin typeface="Noto Serif Ethiopic"/>
                <a:ea typeface="Noto Serif Ethiopic"/>
                <a:cs typeface="Noto Serif Ethiopic"/>
                <a:sym typeface="Noto Serif Ethiopic"/>
              </a:rPr>
              <a:t>Venus</a:t>
            </a:r>
            <a:endParaRPr sz="2400">
              <a:latin typeface="Noto Serif Ethiopic"/>
              <a:ea typeface="Noto Serif Ethiopic"/>
              <a:cs typeface="Noto Serif Ethiopic"/>
              <a:sym typeface="Noto Serif Ethiopic"/>
            </a:endParaRPr>
          </a:p>
        </p:txBody>
      </p:sp>
      <p:sp>
        <p:nvSpPr>
          <p:cNvPr id="887" name="Google Shape;887;p71"/>
          <p:cNvSpPr txBox="1">
            <a:spLocks noGrp="1"/>
          </p:cNvSpPr>
          <p:nvPr>
            <p:ph type="subTitle" idx="4294967295"/>
          </p:nvPr>
        </p:nvSpPr>
        <p:spPr>
          <a:xfrm>
            <a:off x="929188" y="1585375"/>
            <a:ext cx="884400" cy="484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400">
                <a:latin typeface="Noto Serif Ethiopic"/>
                <a:ea typeface="Noto Serif Ethiopic"/>
                <a:cs typeface="Noto Serif Ethiopic"/>
                <a:sym typeface="Noto Serif Ethiopic"/>
              </a:rPr>
              <a:t>Jan</a:t>
            </a:r>
            <a:endParaRPr sz="2400">
              <a:latin typeface="Noto Serif Ethiopic"/>
              <a:ea typeface="Noto Serif Ethiopic"/>
              <a:cs typeface="Noto Serif Ethiopic"/>
              <a:sym typeface="Noto Serif Ethiopic"/>
            </a:endParaRPr>
          </a:p>
        </p:txBody>
      </p:sp>
      <p:sp>
        <p:nvSpPr>
          <p:cNvPr id="888" name="Google Shape;888;p71"/>
          <p:cNvSpPr txBox="1">
            <a:spLocks noGrp="1"/>
          </p:cNvSpPr>
          <p:nvPr>
            <p:ph type="subTitle" idx="4294967295"/>
          </p:nvPr>
        </p:nvSpPr>
        <p:spPr>
          <a:xfrm>
            <a:off x="2181963" y="1585375"/>
            <a:ext cx="884400" cy="484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400">
                <a:latin typeface="Noto Serif Ethiopic"/>
                <a:ea typeface="Noto Serif Ethiopic"/>
                <a:cs typeface="Noto Serif Ethiopic"/>
                <a:sym typeface="Noto Serif Ethiopic"/>
              </a:rPr>
              <a:t>Feb</a:t>
            </a:r>
            <a:endParaRPr sz="2400">
              <a:latin typeface="Noto Serif Ethiopic"/>
              <a:ea typeface="Noto Serif Ethiopic"/>
              <a:cs typeface="Noto Serif Ethiopic"/>
              <a:sym typeface="Noto Serif Ethiopic"/>
            </a:endParaRPr>
          </a:p>
        </p:txBody>
      </p:sp>
      <p:sp>
        <p:nvSpPr>
          <p:cNvPr id="889" name="Google Shape;889;p71"/>
          <p:cNvSpPr txBox="1">
            <a:spLocks noGrp="1"/>
          </p:cNvSpPr>
          <p:nvPr>
            <p:ph type="subTitle" idx="4294967295"/>
          </p:nvPr>
        </p:nvSpPr>
        <p:spPr>
          <a:xfrm>
            <a:off x="3434738" y="1585375"/>
            <a:ext cx="884400" cy="484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400">
                <a:latin typeface="Noto Serif Ethiopic"/>
                <a:ea typeface="Noto Serif Ethiopic"/>
                <a:cs typeface="Noto Serif Ethiopic"/>
                <a:sym typeface="Noto Serif Ethiopic"/>
              </a:rPr>
              <a:t>Mar</a:t>
            </a:r>
            <a:endParaRPr sz="2400">
              <a:latin typeface="Noto Serif Ethiopic"/>
              <a:ea typeface="Noto Serif Ethiopic"/>
              <a:cs typeface="Noto Serif Ethiopic"/>
              <a:sym typeface="Noto Serif Ethiopic"/>
            </a:endParaRPr>
          </a:p>
        </p:txBody>
      </p:sp>
      <p:sp>
        <p:nvSpPr>
          <p:cNvPr id="890" name="Google Shape;890;p71"/>
          <p:cNvSpPr txBox="1">
            <a:spLocks noGrp="1"/>
          </p:cNvSpPr>
          <p:nvPr>
            <p:ph type="subTitle" idx="4294967295"/>
          </p:nvPr>
        </p:nvSpPr>
        <p:spPr>
          <a:xfrm>
            <a:off x="4687488" y="1585375"/>
            <a:ext cx="884400" cy="484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400">
                <a:latin typeface="Noto Serif Ethiopic"/>
                <a:ea typeface="Noto Serif Ethiopic"/>
                <a:cs typeface="Noto Serif Ethiopic"/>
                <a:sym typeface="Noto Serif Ethiopic"/>
              </a:rPr>
              <a:t>Apr</a:t>
            </a:r>
            <a:endParaRPr sz="2400">
              <a:latin typeface="Noto Serif Ethiopic"/>
              <a:ea typeface="Noto Serif Ethiopic"/>
              <a:cs typeface="Noto Serif Ethiopic"/>
              <a:sym typeface="Noto Serif Ethiopic"/>
            </a:endParaRPr>
          </a:p>
        </p:txBody>
      </p:sp>
      <p:sp>
        <p:nvSpPr>
          <p:cNvPr id="891" name="Google Shape;891;p71"/>
          <p:cNvSpPr txBox="1">
            <a:spLocks noGrp="1"/>
          </p:cNvSpPr>
          <p:nvPr>
            <p:ph type="subTitle" idx="4294967295"/>
          </p:nvPr>
        </p:nvSpPr>
        <p:spPr>
          <a:xfrm>
            <a:off x="5940250" y="1585375"/>
            <a:ext cx="884400" cy="484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400">
                <a:latin typeface="Noto Serif Ethiopic"/>
                <a:ea typeface="Noto Serif Ethiopic"/>
                <a:cs typeface="Noto Serif Ethiopic"/>
                <a:sym typeface="Noto Serif Ethiopic"/>
              </a:rPr>
              <a:t>May</a:t>
            </a:r>
            <a:endParaRPr sz="2400">
              <a:latin typeface="Noto Serif Ethiopic"/>
              <a:ea typeface="Noto Serif Ethiopic"/>
              <a:cs typeface="Noto Serif Ethiopic"/>
              <a:sym typeface="Noto Serif Ethiopic"/>
            </a:endParaRPr>
          </a:p>
        </p:txBody>
      </p:sp>
      <p:sp>
        <p:nvSpPr>
          <p:cNvPr id="892" name="Google Shape;892;p71"/>
          <p:cNvSpPr txBox="1">
            <a:spLocks noGrp="1"/>
          </p:cNvSpPr>
          <p:nvPr>
            <p:ph type="subTitle" idx="4294967295"/>
          </p:nvPr>
        </p:nvSpPr>
        <p:spPr>
          <a:xfrm>
            <a:off x="7193025" y="1585375"/>
            <a:ext cx="884400" cy="484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400">
                <a:latin typeface="Noto Serif Ethiopic"/>
                <a:ea typeface="Noto Serif Ethiopic"/>
                <a:cs typeface="Noto Serif Ethiopic"/>
                <a:sym typeface="Noto Serif Ethiopic"/>
              </a:rPr>
              <a:t>Jun</a:t>
            </a:r>
            <a:endParaRPr sz="2400">
              <a:latin typeface="Noto Serif Ethiopic"/>
              <a:ea typeface="Noto Serif Ethiopic"/>
              <a:cs typeface="Noto Serif Ethiopic"/>
              <a:sym typeface="Noto Serif Ethiopic"/>
            </a:endParaRPr>
          </a:p>
        </p:txBody>
      </p:sp>
      <p:cxnSp>
        <p:nvCxnSpPr>
          <p:cNvPr id="893" name="Google Shape;893;p71"/>
          <p:cNvCxnSpPr>
            <a:stCxn id="869" idx="2"/>
          </p:cNvCxnSpPr>
          <p:nvPr/>
        </p:nvCxnSpPr>
        <p:spPr>
          <a:xfrm rot="-5400000" flipH="1">
            <a:off x="-150212" y="3247225"/>
            <a:ext cx="2043900" cy="600"/>
          </a:xfrm>
          <a:prstGeom prst="bentConnector3">
            <a:avLst>
              <a:gd name="adj1" fmla="val 50000"/>
            </a:avLst>
          </a:prstGeom>
          <a:noFill/>
          <a:ln w="9525" cap="flat" cmpd="sng">
            <a:solidFill>
              <a:schemeClr val="dk1"/>
            </a:solidFill>
            <a:prstDash val="solid"/>
            <a:round/>
            <a:headEnd type="none" w="med" len="med"/>
            <a:tailEnd type="diamond" w="med" len="med"/>
          </a:ln>
        </p:spPr>
      </p:cxnSp>
      <p:cxnSp>
        <p:nvCxnSpPr>
          <p:cNvPr id="894" name="Google Shape;894;p71"/>
          <p:cNvCxnSpPr>
            <a:stCxn id="871" idx="2"/>
          </p:cNvCxnSpPr>
          <p:nvPr/>
        </p:nvCxnSpPr>
        <p:spPr>
          <a:xfrm rot="-5400000" flipH="1">
            <a:off x="2355318" y="3247225"/>
            <a:ext cx="2043900" cy="600"/>
          </a:xfrm>
          <a:prstGeom prst="bentConnector3">
            <a:avLst>
              <a:gd name="adj1" fmla="val 50000"/>
            </a:avLst>
          </a:prstGeom>
          <a:noFill/>
          <a:ln w="9525" cap="flat" cmpd="sng">
            <a:solidFill>
              <a:schemeClr val="dk1"/>
            </a:solidFill>
            <a:prstDash val="solid"/>
            <a:round/>
            <a:headEnd type="none" w="med" len="med"/>
            <a:tailEnd type="diamond" w="med" len="med"/>
          </a:ln>
        </p:spPr>
      </p:cxnSp>
      <p:cxnSp>
        <p:nvCxnSpPr>
          <p:cNvPr id="895" name="Google Shape;895;p71"/>
          <p:cNvCxnSpPr>
            <a:stCxn id="873" idx="2"/>
          </p:cNvCxnSpPr>
          <p:nvPr/>
        </p:nvCxnSpPr>
        <p:spPr>
          <a:xfrm rot="-5400000" flipH="1">
            <a:off x="4860848" y="3247225"/>
            <a:ext cx="2043900" cy="600"/>
          </a:xfrm>
          <a:prstGeom prst="bentConnector3">
            <a:avLst>
              <a:gd name="adj1" fmla="val 50000"/>
            </a:avLst>
          </a:prstGeom>
          <a:noFill/>
          <a:ln w="9525" cap="flat" cmpd="sng">
            <a:solidFill>
              <a:schemeClr val="dk1"/>
            </a:solidFill>
            <a:prstDash val="solid"/>
            <a:round/>
            <a:headEnd type="none" w="med" len="med"/>
            <a:tailEnd type="diamond" w="med" len="med"/>
          </a:ln>
        </p:spPr>
      </p:cxnSp>
    </p:spTree>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899"/>
        <p:cNvGrpSpPr/>
        <p:nvPr/>
      </p:nvGrpSpPr>
      <p:grpSpPr>
        <a:xfrm>
          <a:off x="0" y="0"/>
          <a:ext cx="0" cy="0"/>
          <a:chOff x="0" y="0"/>
          <a:chExt cx="0" cy="0"/>
        </a:xfrm>
      </p:grpSpPr>
      <p:sp>
        <p:nvSpPr>
          <p:cNvPr id="900" name="Google Shape;900;p72"/>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Three marketing plans</a:t>
            </a:r>
            <a:endParaRPr/>
          </a:p>
        </p:txBody>
      </p:sp>
      <p:sp>
        <p:nvSpPr>
          <p:cNvPr id="901" name="Google Shape;901;p72"/>
          <p:cNvSpPr txBox="1">
            <a:spLocks noGrp="1"/>
          </p:cNvSpPr>
          <p:nvPr>
            <p:ph type="subTitle" idx="1"/>
          </p:nvPr>
        </p:nvSpPr>
        <p:spPr>
          <a:xfrm>
            <a:off x="3037207" y="1417350"/>
            <a:ext cx="3069600" cy="484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Neptune</a:t>
            </a:r>
            <a:endParaRPr/>
          </a:p>
        </p:txBody>
      </p:sp>
      <p:sp>
        <p:nvSpPr>
          <p:cNvPr id="902" name="Google Shape;902;p72"/>
          <p:cNvSpPr txBox="1">
            <a:spLocks noGrp="1"/>
          </p:cNvSpPr>
          <p:nvPr>
            <p:ph type="subTitle" idx="2"/>
          </p:nvPr>
        </p:nvSpPr>
        <p:spPr>
          <a:xfrm>
            <a:off x="3037207" y="1902150"/>
            <a:ext cx="3069600" cy="726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Neptune is the farthest planet from the Sun. It’s also the fourth-largest planet by diameter in the Solar System </a:t>
            </a:r>
            <a:endParaRPr/>
          </a:p>
        </p:txBody>
      </p:sp>
      <p:sp>
        <p:nvSpPr>
          <p:cNvPr id="903" name="Google Shape;903;p72"/>
          <p:cNvSpPr txBox="1">
            <a:spLocks noGrp="1"/>
          </p:cNvSpPr>
          <p:nvPr>
            <p:ph type="subTitle" idx="3"/>
          </p:nvPr>
        </p:nvSpPr>
        <p:spPr>
          <a:xfrm>
            <a:off x="1176669" y="3296076"/>
            <a:ext cx="3069600" cy="726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Jupiter is a gas giant and the biggest planet in the Solar System. It’s the fourth-brightest object in the night sky</a:t>
            </a:r>
            <a:endParaRPr/>
          </a:p>
        </p:txBody>
      </p:sp>
      <p:sp>
        <p:nvSpPr>
          <p:cNvPr id="904" name="Google Shape;904;p72"/>
          <p:cNvSpPr txBox="1">
            <a:spLocks noGrp="1"/>
          </p:cNvSpPr>
          <p:nvPr>
            <p:ph type="subTitle" idx="4"/>
          </p:nvPr>
        </p:nvSpPr>
        <p:spPr>
          <a:xfrm>
            <a:off x="4897741" y="3296075"/>
            <a:ext cx="3069600" cy="726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Despite being red, Mars is actually a cold place. It’s full of iron oxide dust, which gives the planet its reddish cast</a:t>
            </a:r>
            <a:endParaRPr/>
          </a:p>
        </p:txBody>
      </p:sp>
      <p:sp>
        <p:nvSpPr>
          <p:cNvPr id="905" name="Google Shape;905;p72"/>
          <p:cNvSpPr txBox="1">
            <a:spLocks noGrp="1"/>
          </p:cNvSpPr>
          <p:nvPr>
            <p:ph type="subTitle" idx="5"/>
          </p:nvPr>
        </p:nvSpPr>
        <p:spPr>
          <a:xfrm>
            <a:off x="1176659" y="2811275"/>
            <a:ext cx="3069600" cy="484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Jupiter</a:t>
            </a:r>
            <a:endParaRPr/>
          </a:p>
        </p:txBody>
      </p:sp>
      <p:sp>
        <p:nvSpPr>
          <p:cNvPr id="906" name="Google Shape;906;p72"/>
          <p:cNvSpPr txBox="1">
            <a:spLocks noGrp="1"/>
          </p:cNvSpPr>
          <p:nvPr>
            <p:ph type="subTitle" idx="6"/>
          </p:nvPr>
        </p:nvSpPr>
        <p:spPr>
          <a:xfrm>
            <a:off x="4897731" y="2811275"/>
            <a:ext cx="3069600" cy="484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Mars</a:t>
            </a:r>
            <a:endParaRPr/>
          </a:p>
        </p:txBody>
      </p:sp>
    </p:spTree>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910"/>
        <p:cNvGrpSpPr/>
        <p:nvPr/>
      </p:nvGrpSpPr>
      <p:grpSpPr>
        <a:xfrm>
          <a:off x="0" y="0"/>
          <a:ext cx="0" cy="0"/>
          <a:chOff x="0" y="0"/>
          <a:chExt cx="0" cy="0"/>
        </a:xfrm>
      </p:grpSpPr>
      <p:sp>
        <p:nvSpPr>
          <p:cNvPr id="911" name="Google Shape;911;p73"/>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Our team</a:t>
            </a:r>
            <a:endParaRPr/>
          </a:p>
        </p:txBody>
      </p:sp>
      <p:sp>
        <p:nvSpPr>
          <p:cNvPr id="912" name="Google Shape;912;p73"/>
          <p:cNvSpPr txBox="1">
            <a:spLocks noGrp="1"/>
          </p:cNvSpPr>
          <p:nvPr>
            <p:ph type="subTitle" idx="1"/>
          </p:nvPr>
        </p:nvSpPr>
        <p:spPr>
          <a:xfrm>
            <a:off x="4572000" y="1598050"/>
            <a:ext cx="2505600" cy="494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Timmy Jimmy</a:t>
            </a:r>
            <a:endParaRPr/>
          </a:p>
        </p:txBody>
      </p:sp>
      <p:sp>
        <p:nvSpPr>
          <p:cNvPr id="913" name="Google Shape;913;p73"/>
          <p:cNvSpPr txBox="1">
            <a:spLocks noGrp="1"/>
          </p:cNvSpPr>
          <p:nvPr>
            <p:ph type="subTitle" idx="2"/>
          </p:nvPr>
        </p:nvSpPr>
        <p:spPr>
          <a:xfrm>
            <a:off x="2066400" y="2938825"/>
            <a:ext cx="2505600" cy="4941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Sofia Hill</a:t>
            </a:r>
            <a:endParaRPr/>
          </a:p>
        </p:txBody>
      </p:sp>
      <p:sp>
        <p:nvSpPr>
          <p:cNvPr id="914" name="Google Shape;914;p73"/>
          <p:cNvSpPr txBox="1">
            <a:spLocks noGrp="1"/>
          </p:cNvSpPr>
          <p:nvPr>
            <p:ph type="subTitle" idx="3"/>
          </p:nvPr>
        </p:nvSpPr>
        <p:spPr>
          <a:xfrm>
            <a:off x="4572000" y="2092150"/>
            <a:ext cx="2505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You can speak a bit about this person here</a:t>
            </a:r>
            <a:endParaRPr/>
          </a:p>
        </p:txBody>
      </p:sp>
      <p:sp>
        <p:nvSpPr>
          <p:cNvPr id="915" name="Google Shape;915;p73"/>
          <p:cNvSpPr txBox="1">
            <a:spLocks noGrp="1"/>
          </p:cNvSpPr>
          <p:nvPr>
            <p:ph type="subTitle" idx="4"/>
          </p:nvPr>
        </p:nvSpPr>
        <p:spPr>
          <a:xfrm>
            <a:off x="2066400" y="3432925"/>
            <a:ext cx="2505600" cy="5727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en"/>
              <a:t>You can speak a bit about this person here</a:t>
            </a:r>
            <a:endParaRPr/>
          </a:p>
        </p:txBody>
      </p:sp>
      <p:pic>
        <p:nvPicPr>
          <p:cNvPr id="916" name="Google Shape;916;p73"/>
          <p:cNvPicPr preferRelativeResize="0"/>
          <p:nvPr/>
        </p:nvPicPr>
        <p:blipFill rotWithShape="1">
          <a:blip r:embed="rId3">
            <a:alphaModFix/>
          </a:blip>
          <a:srcRect l="16309" t="3263" r="39349" b="52883"/>
          <a:stretch/>
        </p:blipFill>
        <p:spPr>
          <a:xfrm>
            <a:off x="4944000" y="2844475"/>
            <a:ext cx="1761603" cy="1161151"/>
          </a:xfrm>
          <a:prstGeom prst="rect">
            <a:avLst/>
          </a:prstGeom>
          <a:noFill/>
          <a:ln>
            <a:noFill/>
          </a:ln>
        </p:spPr>
      </p:pic>
      <p:pic>
        <p:nvPicPr>
          <p:cNvPr id="917" name="Google Shape;917;p73"/>
          <p:cNvPicPr preferRelativeResize="0"/>
          <p:nvPr/>
        </p:nvPicPr>
        <p:blipFill rotWithShape="1">
          <a:blip r:embed="rId4">
            <a:alphaModFix/>
          </a:blip>
          <a:srcRect t="9134" b="44456"/>
          <a:stretch/>
        </p:blipFill>
        <p:spPr>
          <a:xfrm>
            <a:off x="2438400" y="1503700"/>
            <a:ext cx="1761601" cy="1161149"/>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984"/>
        <p:cNvGrpSpPr/>
        <p:nvPr/>
      </p:nvGrpSpPr>
      <p:grpSpPr>
        <a:xfrm>
          <a:off x="0" y="0"/>
          <a:ext cx="0" cy="0"/>
          <a:chOff x="0" y="0"/>
          <a:chExt cx="0" cy="0"/>
        </a:xfrm>
      </p:grpSpPr>
      <p:sp>
        <p:nvSpPr>
          <p:cNvPr id="985" name="Google Shape;985;p76"/>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Resources</a:t>
            </a:r>
            <a:endParaRPr/>
          </a:p>
        </p:txBody>
      </p:sp>
      <p:sp>
        <p:nvSpPr>
          <p:cNvPr id="986" name="Google Shape;986;p76"/>
          <p:cNvSpPr txBox="1">
            <a:spLocks noGrp="1"/>
          </p:cNvSpPr>
          <p:nvPr>
            <p:ph type="body" idx="1"/>
          </p:nvPr>
        </p:nvSpPr>
        <p:spPr>
          <a:xfrm>
            <a:off x="720000" y="1152475"/>
            <a:ext cx="7704000" cy="1911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Did you like the resources in this template? Get them for free at our other websites:</a:t>
            </a:r>
            <a:endParaRPr/>
          </a:p>
          <a:p>
            <a:pPr marL="0" lvl="0" indent="0" algn="l" rtl="0">
              <a:spcBef>
                <a:spcPts val="1000"/>
              </a:spcBef>
              <a:spcAft>
                <a:spcPts val="0"/>
              </a:spcAft>
              <a:buNone/>
            </a:pPr>
            <a:r>
              <a:rPr lang="en" b="1"/>
              <a:t>Photos</a:t>
            </a:r>
            <a:endParaRPr b="1"/>
          </a:p>
          <a:p>
            <a:pPr marL="457200" lvl="0" indent="-304800" algn="l" rtl="0">
              <a:spcBef>
                <a:spcPts val="0"/>
              </a:spcBef>
              <a:spcAft>
                <a:spcPts val="0"/>
              </a:spcAft>
              <a:buSzPts val="1200"/>
              <a:buChar char="●"/>
            </a:pPr>
            <a:r>
              <a:rPr lang="en" u="sng">
                <a:solidFill>
                  <a:schemeClr val="hlink"/>
                </a:solidFill>
                <a:hlinkClick r:id="rId3"/>
              </a:rPr>
              <a:t>B</a:t>
            </a:r>
            <a:r>
              <a:rPr lang="en" u="sng">
                <a:solidFill>
                  <a:schemeClr val="hlink"/>
                </a:solidFill>
                <a:hlinkClick r:id="rId3"/>
              </a:rPr>
              <a:t>usiness owner working on their strategy</a:t>
            </a:r>
            <a:endParaRPr/>
          </a:p>
          <a:p>
            <a:pPr marL="457200" lvl="0" indent="-304800" algn="l" rtl="0">
              <a:spcBef>
                <a:spcPts val="0"/>
              </a:spcBef>
              <a:spcAft>
                <a:spcPts val="0"/>
              </a:spcAft>
              <a:buSzPts val="1200"/>
              <a:buChar char="●"/>
            </a:pPr>
            <a:r>
              <a:rPr lang="en" u="sng">
                <a:solidFill>
                  <a:schemeClr val="hlink"/>
                </a:solidFill>
                <a:hlinkClick r:id="rId4"/>
              </a:rPr>
              <a:t>Top view people working with laptops</a:t>
            </a:r>
            <a:endParaRPr/>
          </a:p>
          <a:p>
            <a:pPr marL="457200" lvl="0" indent="-304800" algn="l" rtl="0">
              <a:spcBef>
                <a:spcPts val="0"/>
              </a:spcBef>
              <a:spcAft>
                <a:spcPts val="0"/>
              </a:spcAft>
              <a:buSzPts val="1200"/>
              <a:buChar char="●"/>
            </a:pPr>
            <a:r>
              <a:rPr lang="en" u="sng">
                <a:solidFill>
                  <a:schemeClr val="hlink"/>
                </a:solidFill>
                <a:hlinkClick r:id="rId5"/>
              </a:rPr>
              <a:t>Male and female colleagues standing by window and looking at business graphs</a:t>
            </a:r>
            <a:endParaRPr/>
          </a:p>
          <a:p>
            <a:pPr marL="457200" lvl="0" indent="-304800" algn="l" rtl="0">
              <a:spcBef>
                <a:spcPts val="0"/>
              </a:spcBef>
              <a:spcAft>
                <a:spcPts val="0"/>
              </a:spcAft>
              <a:buSzPts val="1200"/>
              <a:buChar char="●"/>
            </a:pPr>
            <a:r>
              <a:rPr lang="en" u="sng">
                <a:solidFill>
                  <a:schemeClr val="hlink"/>
                </a:solidFill>
                <a:hlinkClick r:id="rId6"/>
              </a:rPr>
              <a:t>Corporate employee posing at the office</a:t>
            </a:r>
            <a:endParaRPr/>
          </a:p>
          <a:p>
            <a:pPr marL="457200" lvl="0" indent="-304800" algn="l" rtl="0">
              <a:spcBef>
                <a:spcPts val="0"/>
              </a:spcBef>
              <a:spcAft>
                <a:spcPts val="0"/>
              </a:spcAft>
              <a:buSzPts val="1200"/>
              <a:buChar char="●"/>
            </a:pPr>
            <a:r>
              <a:rPr lang="en" u="sng">
                <a:solidFill>
                  <a:schemeClr val="hlink"/>
                </a:solidFill>
                <a:hlinkClick r:id="rId7"/>
              </a:rPr>
              <a:t>Smiley man holding project documents</a:t>
            </a:r>
            <a:endParaRPr/>
          </a:p>
        </p:txBody>
      </p:sp>
    </p:spTree>
  </p:cSld>
  <p:clrMapOvr>
    <a:masterClrMapping/>
  </p:clrMapOvr>
</p:sld>
</file>

<file path=ppt/theme/theme1.xml><?xml version="1.0" encoding="utf-8"?>
<a:theme xmlns:a="http://schemas.openxmlformats.org/drawingml/2006/main" name="Executive Summary of Marketing Plan Red Variant by Slidesgo">
  <a:themeElements>
    <a:clrScheme name="Simple Light">
      <a:dk1>
        <a:srgbClr val="962E44"/>
      </a:dk1>
      <a:lt1>
        <a:srgbClr val="FCFCFC"/>
      </a:lt1>
      <a:dk2>
        <a:srgbClr val="EEE8C6"/>
      </a:dk2>
      <a:lt2>
        <a:srgbClr val="C9B54C"/>
      </a:lt2>
      <a:accent1>
        <a:srgbClr val="7E2638"/>
      </a:accent1>
      <a:accent2>
        <a:srgbClr val="4D1722"/>
      </a:accent2>
      <a:accent3>
        <a:srgbClr val="FFFFFF"/>
      </a:accent3>
      <a:accent4>
        <a:srgbClr val="FFFFFF"/>
      </a:accent4>
      <a:accent5>
        <a:srgbClr val="FFFFFF"/>
      </a:accent5>
      <a:accent6>
        <a:srgbClr val="FFFFFF"/>
      </a:accent6>
      <a:hlink>
        <a:srgbClr val="962E44"/>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88</TotalTime>
  <Words>1908</Words>
  <Application>Microsoft Office PowerPoint</Application>
  <PresentationFormat>On-screen Show (16:9)</PresentationFormat>
  <Paragraphs>244</Paragraphs>
  <Slides>33</Slides>
  <Notes>33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33</vt:i4>
      </vt:variant>
    </vt:vector>
  </HeadingPairs>
  <TitlesOfParts>
    <vt:vector size="38" baseType="lpstr">
      <vt:lpstr>Noto Serif Ethiopic</vt:lpstr>
      <vt:lpstr>Bebas Neue</vt:lpstr>
      <vt:lpstr>Akatab</vt:lpstr>
      <vt:lpstr>Arial</vt:lpstr>
      <vt:lpstr>Executive Summary of Marketing Plan Red Variant by Slidesgo</vt:lpstr>
      <vt:lpstr>AuditionSense A Modular Multi-modal AI System for Human Performance Analysis</vt:lpstr>
      <vt:lpstr>INTRODUCTION</vt:lpstr>
      <vt:lpstr>Related Work</vt:lpstr>
      <vt:lpstr>PowerPoint Presentation</vt:lpstr>
      <vt:lpstr>Problem Statement</vt:lpstr>
      <vt:lpstr>01</vt:lpstr>
      <vt:lpstr>System Overview</vt:lpstr>
      <vt:lpstr>Key Components</vt:lpstr>
      <vt:lpstr>Approach</vt:lpstr>
      <vt:lpstr>Dataset</vt:lpstr>
      <vt:lpstr>Experiments/Results</vt:lpstr>
      <vt:lpstr>Contributions</vt:lpstr>
      <vt:lpstr>Achievements</vt:lpstr>
      <vt:lpstr>Contents of this template</vt:lpstr>
      <vt:lpstr>Do you need longer text?</vt:lpstr>
      <vt:lpstr>Divide the content</vt:lpstr>
      <vt:lpstr>Here are three important ideas</vt:lpstr>
      <vt:lpstr>Divide the content in four ideas</vt:lpstr>
      <vt:lpstr>Reviewing concepts is a good idea</vt:lpstr>
      <vt:lpstr>—Someone Famous</vt:lpstr>
      <vt:lpstr>A picture is worth a thousand words</vt:lpstr>
      <vt:lpstr>Marketing plan</vt:lpstr>
      <vt:lpstr>Let’s use some percentages</vt:lpstr>
      <vt:lpstr>Executive summary</vt:lpstr>
      <vt:lpstr>A timeline always works well</vt:lpstr>
      <vt:lpstr>Infographics are visual</vt:lpstr>
      <vt:lpstr>Tables represent your data</vt:lpstr>
      <vt:lpstr>You can use this graph</vt:lpstr>
      <vt:lpstr>Five important ideas</vt:lpstr>
      <vt:lpstr>Key milestones</vt:lpstr>
      <vt:lpstr>Three marketing plans</vt:lpstr>
      <vt:lpstr>Our team</vt:lpstr>
      <vt:lpstr>Resources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AuditionSense Final Milestone</dc:title>
  <cp:lastModifiedBy>Mira William</cp:lastModifiedBy>
  <cp:revision>11</cp:revision>
  <dcterms:modified xsi:type="dcterms:W3CDTF">2026-05-13T02:18:27Z</dcterms:modified>
</cp:coreProperties>
</file>