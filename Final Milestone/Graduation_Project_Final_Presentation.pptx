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Default Extension="fntdata" ContentType="application/x-fontdata"/>
  <Default Extension="wdp" ContentType="image/vnd.ms-photo"/>
  <Default Extension="jpg" ContentType="image/jpeg"/>
  <Default Extension="mp4" ContentType="video/mp4"/>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85" r:id="rId1"/>
  </p:sldMasterIdLst>
  <p:notesMasterIdLst>
    <p:notesMasterId r:id="rId40"/>
  </p:notesMasterIdLst>
  <p:sldIdLst>
    <p:sldId id="256" r:id="rId2"/>
    <p:sldId id="262" r:id="rId3"/>
    <p:sldId id="260" r:id="rId4"/>
    <p:sldId id="298" r:id="rId5"/>
    <p:sldId id="264" r:id="rId6"/>
    <p:sldId id="263" r:id="rId7"/>
    <p:sldId id="258" r:id="rId8"/>
    <p:sldId id="292" r:id="rId9"/>
    <p:sldId id="268" r:id="rId10"/>
    <p:sldId id="272" r:id="rId11"/>
    <p:sldId id="293" r:id="rId12"/>
    <p:sldId id="301" r:id="rId13"/>
    <p:sldId id="302" r:id="rId14"/>
    <p:sldId id="294" r:id="rId15"/>
    <p:sldId id="270" r:id="rId16"/>
    <p:sldId id="289" r:id="rId17"/>
    <p:sldId id="295" r:id="rId18"/>
    <p:sldId id="303" r:id="rId19"/>
    <p:sldId id="257" r:id="rId20"/>
    <p:sldId id="304" r:id="rId21"/>
    <p:sldId id="296" r:id="rId22"/>
    <p:sldId id="297" r:id="rId23"/>
    <p:sldId id="300" r:id="rId24"/>
    <p:sldId id="299" r:id="rId25"/>
    <p:sldId id="265" r:id="rId26"/>
    <p:sldId id="266" r:id="rId27"/>
    <p:sldId id="267" r:id="rId28"/>
    <p:sldId id="271" r:id="rId29"/>
    <p:sldId id="273" r:id="rId30"/>
    <p:sldId id="276" r:id="rId31"/>
    <p:sldId id="277" r:id="rId32"/>
    <p:sldId id="281" r:id="rId33"/>
    <p:sldId id="283" r:id="rId34"/>
    <p:sldId id="284" r:id="rId35"/>
    <p:sldId id="285" r:id="rId36"/>
    <p:sldId id="286" r:id="rId37"/>
    <p:sldId id="287" r:id="rId38"/>
    <p:sldId id="288" r:id="rId39"/>
  </p:sldIdLst>
  <p:sldSz cx="9144000" cy="5143500" type="screen16x9"/>
  <p:notesSz cx="6858000" cy="9144000"/>
  <p:embeddedFontLst>
    <p:embeddedFont>
      <p:font typeface="Comic Neue" panose="020B0604020202020204" charset="0"/>
      <p:regular r:id="rId41"/>
      <p:bold r:id="rId42"/>
      <p:italic r:id="rId43"/>
      <p:boldItalic r:id="rId44"/>
    </p:embeddedFont>
    <p:embeddedFont>
      <p:font typeface="Noto Serif Ethiopic" panose="020B0604020202020204" charset="0"/>
      <p:regular r:id="rId45"/>
      <p:bold r:id="rId46"/>
    </p:embeddedFont>
    <p:embeddedFont>
      <p:font typeface="Akatab" panose="020B0604020202020204" charset="0"/>
      <p:regular r:id="rId47"/>
      <p:bold r:id="rId48"/>
    </p:embeddedFont>
    <p:embeddedFont>
      <p:font typeface="Bebas Neue" panose="020B0604020202020204" charset="0"/>
      <p:regular r:id="rId49"/>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1FFBF228-6F98-4F8E-B3A5-E3E8A43EDDBD}">
  <a:tblStyle styleId="{1FFBF228-6F98-4F8E-B3A5-E3E8A43EDDBD}" styleName="Table_0">
    <a:wholeTbl>
      <a:tcTxStyle>
        <a:font>
          <a:latin typeface="Arial"/>
          <a:ea typeface="Arial"/>
          <a:cs typeface="Arial"/>
        </a:font>
        <a:srgbClr val="000000"/>
      </a:tcTxStyle>
      <a:tcStyle>
        <a:tcBdr>
          <a:left>
            <a:ln w="9525" cap="flat" cmpd="sng">
              <a:solidFill>
                <a:srgbClr val="9E9E9E"/>
              </a:solidFill>
              <a:prstDash val="solid"/>
              <a:round/>
              <a:headEnd type="none" w="sm" len="sm"/>
              <a:tailEnd type="none" w="sm" len="sm"/>
            </a:ln>
          </a:left>
          <a:right>
            <a:ln w="9525" cap="flat" cmpd="sng">
              <a:solidFill>
                <a:srgbClr val="9E9E9E"/>
              </a:solidFill>
              <a:prstDash val="solid"/>
              <a:round/>
              <a:headEnd type="none" w="sm" len="sm"/>
              <a:tailEnd type="none" w="sm" len="sm"/>
            </a:ln>
          </a:right>
          <a:top>
            <a:ln w="9525" cap="flat" cmpd="sng">
              <a:solidFill>
                <a:srgbClr val="9E9E9E"/>
              </a:solidFill>
              <a:prstDash val="solid"/>
              <a:round/>
              <a:headEnd type="none" w="sm" len="sm"/>
              <a:tailEnd type="none" w="sm" len="sm"/>
            </a:ln>
          </a:top>
          <a:bottom>
            <a:ln w="9525" cap="flat" cmpd="sng">
              <a:solidFill>
                <a:srgbClr val="9E9E9E"/>
              </a:solidFill>
              <a:prstDash val="solid"/>
              <a:round/>
              <a:headEnd type="none" w="sm" len="sm"/>
              <a:tailEnd type="none" w="sm" len="sm"/>
            </a:ln>
          </a:bottom>
          <a:insideH>
            <a:ln w="9525" cap="flat" cmpd="sng">
              <a:solidFill>
                <a:srgbClr val="9E9E9E"/>
              </a:solidFill>
              <a:prstDash val="solid"/>
              <a:round/>
              <a:headEnd type="none" w="sm" len="sm"/>
              <a:tailEnd type="none" w="sm" len="sm"/>
            </a:ln>
          </a:insideH>
          <a:insideV>
            <a:ln w="9525" cap="flat" cmpd="sng">
              <a:solidFill>
                <a:srgbClr val="9E9E9E"/>
              </a:solidFill>
              <a:prstDash val="solid"/>
              <a:round/>
              <a:headEnd type="none" w="sm" len="sm"/>
              <a:tailEnd type="none" w="sm" len="sm"/>
            </a:ln>
          </a:insideV>
        </a:tcBdr>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 styleId="{3C2FFA5D-87B4-456A-9821-1D502468CF0F}" styleName="Themed Style 1 - Accent 1">
    <a:tblBg>
      <a:fillRef idx="2">
        <a:schemeClr val="accent1"/>
      </a:fillRef>
      <a:effectRef idx="1">
        <a:schemeClr val="accent1"/>
      </a:effectRef>
    </a:tblBg>
    <a:wholeTbl>
      <a:tcTxStyle>
        <a:fontRef idx="minor">
          <a:scrgbClr r="0" g="0" b="0"/>
        </a:fontRef>
        <a:schemeClr val="dk1"/>
      </a:tcTxStyle>
      <a:tcStyle>
        <a:tcBdr>
          <a:left>
            <a:lnRef idx="1">
              <a:schemeClr val="accent1"/>
            </a:lnRef>
          </a:left>
          <a:right>
            <a:lnRef idx="1">
              <a:schemeClr val="accent1"/>
            </a:lnRef>
          </a:right>
          <a:top>
            <a:lnRef idx="1">
              <a:schemeClr val="accent1"/>
            </a:lnRef>
          </a:top>
          <a:bottom>
            <a:lnRef idx="1">
              <a:schemeClr val="accent1"/>
            </a:lnRef>
          </a:bottom>
          <a:insideH>
            <a:lnRef idx="1">
              <a:schemeClr val="accent1"/>
            </a:lnRef>
          </a:insideH>
          <a:insideV>
            <a:lnRef idx="1">
              <a:schemeClr val="accent1"/>
            </a:lnRef>
          </a:insideV>
        </a:tcBdr>
        <a:fill>
          <a:noFill/>
        </a:fill>
      </a:tcStyle>
    </a:wholeTbl>
    <a:band1H>
      <a:tcStyle>
        <a:tcBdr/>
        <a:fill>
          <a:solidFill>
            <a:schemeClr val="accent1">
              <a:alpha val="40000"/>
            </a:schemeClr>
          </a:solidFill>
        </a:fill>
      </a:tcStyle>
    </a:band1H>
    <a:band2H>
      <a:tcStyle>
        <a:tcBdr/>
      </a:tcStyle>
    </a:band2H>
    <a:band1V>
      <a:tcStyle>
        <a:tcBdr>
          <a:top>
            <a:lnRef idx="1">
              <a:schemeClr val="accent1"/>
            </a:lnRef>
          </a:top>
          <a:bottom>
            <a:lnRef idx="1">
              <a:schemeClr val="accent1"/>
            </a:lnRef>
          </a:bottom>
        </a:tcBdr>
        <a:fill>
          <a:solidFill>
            <a:schemeClr val="accent1">
              <a:alpha val="40000"/>
            </a:schemeClr>
          </a:solidFill>
        </a:fill>
      </a:tcStyle>
    </a:band1V>
    <a:band2V>
      <a:tcStyle>
        <a:tcBdr/>
      </a:tcStyle>
    </a:band2V>
    <a:lastCol>
      <a:tcTxStyle b="on"/>
      <a:tcStyle>
        <a:tcBdr>
          <a:left>
            <a:lnRef idx="2">
              <a:schemeClr val="accent1"/>
            </a:lnRef>
          </a:left>
          <a:right>
            <a:lnRef idx="1">
              <a:schemeClr val="accent1"/>
            </a:lnRef>
          </a:right>
          <a:top>
            <a:lnRef idx="1">
              <a:schemeClr val="accent1"/>
            </a:lnRef>
          </a:top>
          <a:bottom>
            <a:lnRef idx="1">
              <a:schemeClr val="accent1"/>
            </a:lnRef>
          </a:bottom>
          <a:insideH>
            <a:lnRef idx="1">
              <a:schemeClr val="accent1"/>
            </a:lnRef>
          </a:insideH>
          <a:insideV>
            <a:ln>
              <a:noFill/>
            </a:ln>
          </a:insideV>
        </a:tcBdr>
      </a:tcStyle>
    </a:lastCol>
    <a:firstCol>
      <a:tcTxStyle b="on"/>
      <a:tcStyle>
        <a:tcBdr>
          <a:left>
            <a:lnRef idx="1">
              <a:schemeClr val="accent1"/>
            </a:lnRef>
          </a:left>
          <a:right>
            <a:lnRef idx="2">
              <a:schemeClr val="accent1"/>
            </a:lnRef>
          </a:right>
          <a:top>
            <a:lnRef idx="1">
              <a:schemeClr val="accent1"/>
            </a:lnRef>
          </a:top>
          <a:bottom>
            <a:lnRef idx="1">
              <a:schemeClr val="accent1"/>
            </a:lnRef>
          </a:bottom>
          <a:insideH>
            <a:lnRef idx="1">
              <a:schemeClr val="accent1"/>
            </a:lnRef>
          </a:insideH>
          <a:insideV>
            <a:ln>
              <a:noFill/>
            </a:ln>
          </a:insideV>
        </a:tcBdr>
      </a:tcStyle>
    </a:firstCol>
    <a:lastRow>
      <a:tcTxStyle b="on"/>
      <a:tcStyle>
        <a:tcBdr>
          <a:left>
            <a:lnRef idx="1">
              <a:schemeClr val="accent1"/>
            </a:lnRef>
          </a:left>
          <a:right>
            <a:lnRef idx="1">
              <a:schemeClr val="accent1"/>
            </a:lnRef>
          </a:right>
          <a:top>
            <a:lnRef idx="2">
              <a:schemeClr val="accent1"/>
            </a:lnRef>
          </a:top>
          <a:bottom>
            <a:lnRef idx="2">
              <a:schemeClr val="accent1"/>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1"/>
            </a:lnRef>
          </a:left>
          <a:right>
            <a:lnRef idx="1">
              <a:schemeClr val="accent1"/>
            </a:lnRef>
          </a:right>
          <a:top>
            <a:lnRef idx="1">
              <a:schemeClr val="accent1"/>
            </a:lnRef>
          </a:top>
          <a:bottom>
            <a:lnRef idx="2">
              <a:schemeClr val="lt1"/>
            </a:lnRef>
          </a:bottom>
          <a:insideH>
            <a:ln>
              <a:noFill/>
            </a:ln>
          </a:insideH>
          <a:insideV>
            <a:ln>
              <a:noFill/>
            </a:ln>
          </a:insideV>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110" d="100"/>
          <a:sy n="110" d="100"/>
        </p:scale>
        <p:origin x="658" y="67"/>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font" Target="fonts/font2.fntdata"/><Relationship Id="rId47" Type="http://schemas.openxmlformats.org/officeDocument/2006/relationships/font" Target="fonts/font7.fntdata"/><Relationship Id="rId50" Type="http://schemas.openxmlformats.org/officeDocument/2006/relationships/presProps" Target="presProp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notesMaster" Target="notesMasters/notesMaster1.xml"/><Relationship Id="rId45" Type="http://schemas.openxmlformats.org/officeDocument/2006/relationships/font" Target="fonts/font5.fntdata"/><Relationship Id="rId53" Type="http://schemas.openxmlformats.org/officeDocument/2006/relationships/tableStyles" Target="tableStyles.xml"/><Relationship Id="rId5" Type="http://schemas.openxmlformats.org/officeDocument/2006/relationships/slide" Target="slides/slide4.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font" Target="fonts/font4.fntdata"/><Relationship Id="rId52"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font" Target="fonts/font3.fntdata"/><Relationship Id="rId48" Type="http://schemas.openxmlformats.org/officeDocument/2006/relationships/font" Target="fonts/font8.fntdata"/><Relationship Id="rId8" Type="http://schemas.openxmlformats.org/officeDocument/2006/relationships/slide" Target="slides/slide7.xml"/><Relationship Id="rId51" Type="http://schemas.openxmlformats.org/officeDocument/2006/relationships/viewProps" Target="viewProps.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font" Target="fonts/font6.fntdata"/><Relationship Id="rId20" Type="http://schemas.openxmlformats.org/officeDocument/2006/relationships/slide" Target="slides/slide19.xml"/><Relationship Id="rId41" Type="http://schemas.openxmlformats.org/officeDocument/2006/relationships/font" Target="fonts/font1.fntdata"/><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font" Target="fonts/font9.fntdata"/></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381300" y="685800"/>
            <a:ext cx="609607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74"/>
        <p:cNvGrpSpPr/>
        <p:nvPr/>
      </p:nvGrpSpPr>
      <p:grpSpPr>
        <a:xfrm>
          <a:off x="0" y="0"/>
          <a:ext cx="0" cy="0"/>
          <a:chOff x="0" y="0"/>
          <a:chExt cx="0" cy="0"/>
        </a:xfrm>
      </p:grpSpPr>
      <p:sp>
        <p:nvSpPr>
          <p:cNvPr id="375" name="Google Shape;375;g25a5b448001_0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76" name="Google Shape;376;g25a5b448001_0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47"/>
        <p:cNvGrpSpPr/>
        <p:nvPr/>
      </p:nvGrpSpPr>
      <p:grpSpPr>
        <a:xfrm>
          <a:off x="0" y="0"/>
          <a:ext cx="0" cy="0"/>
          <a:chOff x="0" y="0"/>
          <a:chExt cx="0" cy="0"/>
        </a:xfrm>
      </p:grpSpPr>
      <p:sp>
        <p:nvSpPr>
          <p:cNvPr id="448" name="Google Shape;448;g25a78353f55_0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49" name="Google Shape;449;g25a78353f55_0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27"/>
        <p:cNvGrpSpPr/>
        <p:nvPr/>
      </p:nvGrpSpPr>
      <p:grpSpPr>
        <a:xfrm>
          <a:off x="0" y="0"/>
          <a:ext cx="0" cy="0"/>
          <a:chOff x="0" y="0"/>
          <a:chExt cx="0" cy="0"/>
        </a:xfrm>
      </p:grpSpPr>
      <p:sp>
        <p:nvSpPr>
          <p:cNvPr id="428" name="Google Shape;428;g259dc3832df_0_17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29" name="Google Shape;429;g259dc3832df_0_17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86"/>
        <p:cNvGrpSpPr/>
        <p:nvPr/>
      </p:nvGrpSpPr>
      <p:grpSpPr>
        <a:xfrm>
          <a:off x="0" y="0"/>
          <a:ext cx="0" cy="0"/>
          <a:chOff x="0" y="0"/>
          <a:chExt cx="0" cy="0"/>
        </a:xfrm>
      </p:grpSpPr>
      <p:sp>
        <p:nvSpPr>
          <p:cNvPr id="387" name="Google Shape;387;g259dc3832df_0_11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88" name="Google Shape;388;g259dc3832df_0_11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595425920"/>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67"/>
        <p:cNvGrpSpPr/>
        <p:nvPr/>
      </p:nvGrpSpPr>
      <p:grpSpPr>
        <a:xfrm>
          <a:off x="0" y="0"/>
          <a:ext cx="0" cy="0"/>
          <a:chOff x="0" y="0"/>
          <a:chExt cx="0" cy="0"/>
        </a:xfrm>
      </p:grpSpPr>
      <p:sp>
        <p:nvSpPr>
          <p:cNvPr id="468" name="Google Shape;468;g25a78353f55_0_1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69" name="Google Shape;469;g25a78353f55_0_1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54"/>
        <p:cNvGrpSpPr/>
        <p:nvPr/>
      </p:nvGrpSpPr>
      <p:grpSpPr>
        <a:xfrm>
          <a:off x="0" y="0"/>
          <a:ext cx="0" cy="0"/>
          <a:chOff x="0" y="0"/>
          <a:chExt cx="0" cy="0"/>
        </a:xfrm>
      </p:grpSpPr>
      <p:sp>
        <p:nvSpPr>
          <p:cNvPr id="455" name="Google Shape;455;g25a78353f55_0_2791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56" name="Google Shape;456;g25a78353f55_0_2791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95"/>
        <p:cNvGrpSpPr/>
        <p:nvPr/>
      </p:nvGrpSpPr>
      <p:grpSpPr>
        <a:xfrm>
          <a:off x="0" y="0"/>
          <a:ext cx="0" cy="0"/>
          <a:chOff x="0" y="0"/>
          <a:chExt cx="0" cy="0"/>
        </a:xfrm>
      </p:grpSpPr>
      <p:sp>
        <p:nvSpPr>
          <p:cNvPr id="396" name="Google Shape;396;g25a5b448001_0_1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97" name="Google Shape;397;g25a5b448001_0_1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81"/>
        <p:cNvGrpSpPr/>
        <p:nvPr/>
      </p:nvGrpSpPr>
      <p:grpSpPr>
        <a:xfrm>
          <a:off x="0" y="0"/>
          <a:ext cx="0" cy="0"/>
          <a:chOff x="0" y="0"/>
          <a:chExt cx="0" cy="0"/>
        </a:xfrm>
      </p:grpSpPr>
      <p:sp>
        <p:nvSpPr>
          <p:cNvPr id="982" name="Google Shape;982;g25a78353f55_0_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83" name="Google Shape;983;g25a78353f55_0_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17"/>
        <p:cNvGrpSpPr/>
        <p:nvPr/>
      </p:nvGrpSpPr>
      <p:grpSpPr>
        <a:xfrm>
          <a:off x="0" y="0"/>
          <a:ext cx="0" cy="0"/>
          <a:chOff x="0" y="0"/>
          <a:chExt cx="0" cy="0"/>
        </a:xfrm>
      </p:grpSpPr>
      <p:sp>
        <p:nvSpPr>
          <p:cNvPr id="518" name="Google Shape;518;g25a78353f55_0_2797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19" name="Google Shape;519;g25a78353f55_0_2797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50"/>
        <p:cNvGrpSpPr/>
        <p:nvPr/>
      </p:nvGrpSpPr>
      <p:grpSpPr>
        <a:xfrm>
          <a:off x="0" y="0"/>
          <a:ext cx="0" cy="0"/>
          <a:chOff x="0" y="0"/>
          <a:chExt cx="0" cy="0"/>
        </a:xfrm>
      </p:grpSpPr>
      <p:sp>
        <p:nvSpPr>
          <p:cNvPr id="551" name="Google Shape;551;g25a78353f55_0_9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52" name="Google Shape;552;g25a78353f55_0_9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27"/>
        <p:cNvGrpSpPr/>
        <p:nvPr/>
      </p:nvGrpSpPr>
      <p:grpSpPr>
        <a:xfrm>
          <a:off x="0" y="0"/>
          <a:ext cx="0" cy="0"/>
          <a:chOff x="0" y="0"/>
          <a:chExt cx="0" cy="0"/>
        </a:xfrm>
      </p:grpSpPr>
      <p:sp>
        <p:nvSpPr>
          <p:cNvPr id="428" name="Google Shape;428;g259dc3832df_0_17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29" name="Google Shape;429;g259dc3832df_0_17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1708275540"/>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70"/>
        <p:cNvGrpSpPr/>
        <p:nvPr/>
      </p:nvGrpSpPr>
      <p:grpSpPr>
        <a:xfrm>
          <a:off x="0" y="0"/>
          <a:ext cx="0" cy="0"/>
          <a:chOff x="0" y="0"/>
          <a:chExt cx="0" cy="0"/>
        </a:xfrm>
      </p:grpSpPr>
      <p:sp>
        <p:nvSpPr>
          <p:cNvPr id="471" name="Google Shape;471;gecaf1dbd25_0_5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72" name="Google Shape;472;gecaf1dbd25_0_5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669368668"/>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70"/>
        <p:cNvGrpSpPr/>
        <p:nvPr/>
      </p:nvGrpSpPr>
      <p:grpSpPr>
        <a:xfrm>
          <a:off x="0" y="0"/>
          <a:ext cx="0" cy="0"/>
          <a:chOff x="0" y="0"/>
          <a:chExt cx="0" cy="0"/>
        </a:xfrm>
      </p:grpSpPr>
      <p:sp>
        <p:nvSpPr>
          <p:cNvPr id="471" name="Google Shape;471;gecaf1dbd25_0_5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72" name="Google Shape;472;gecaf1dbd25_0_5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246457067"/>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54"/>
        <p:cNvGrpSpPr/>
        <p:nvPr/>
      </p:nvGrpSpPr>
      <p:grpSpPr>
        <a:xfrm>
          <a:off x="0" y="0"/>
          <a:ext cx="0" cy="0"/>
          <a:chOff x="0" y="0"/>
          <a:chExt cx="0" cy="0"/>
        </a:xfrm>
      </p:grpSpPr>
      <p:sp>
        <p:nvSpPr>
          <p:cNvPr id="455" name="Google Shape;455;g25a78353f55_0_2791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56" name="Google Shape;456;g25a78353f55_0_2791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1548414940"/>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35"/>
        <p:cNvGrpSpPr/>
        <p:nvPr/>
      </p:nvGrpSpPr>
      <p:grpSpPr>
        <a:xfrm>
          <a:off x="0" y="0"/>
          <a:ext cx="0" cy="0"/>
          <a:chOff x="0" y="0"/>
          <a:chExt cx="0" cy="0"/>
        </a:xfrm>
      </p:grpSpPr>
      <p:sp>
        <p:nvSpPr>
          <p:cNvPr id="536" name="Google Shape;536;g25a78353f55_0_7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37" name="Google Shape;537;g25a78353f55_0_7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07"/>
        <p:cNvGrpSpPr/>
        <p:nvPr/>
      </p:nvGrpSpPr>
      <p:grpSpPr>
        <a:xfrm>
          <a:off x="0" y="0"/>
          <a:ext cx="0" cy="0"/>
          <a:chOff x="0" y="0"/>
          <a:chExt cx="0" cy="0"/>
        </a:xfrm>
      </p:grpSpPr>
      <p:sp>
        <p:nvSpPr>
          <p:cNvPr id="908" name="Google Shape;908;g25a78353f55_0_2785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09" name="Google Shape;909;g25a78353f55_0_2785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17"/>
        <p:cNvGrpSpPr/>
        <p:nvPr/>
      </p:nvGrpSpPr>
      <p:grpSpPr>
        <a:xfrm>
          <a:off x="0" y="0"/>
          <a:ext cx="0" cy="0"/>
          <a:chOff x="0" y="0"/>
          <a:chExt cx="0" cy="0"/>
        </a:xfrm>
      </p:grpSpPr>
      <p:sp>
        <p:nvSpPr>
          <p:cNvPr id="518" name="Google Shape;518;g25a78353f55_0_2797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19" name="Google Shape;519;g25a78353f55_0_2797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4108948970"/>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67"/>
        <p:cNvGrpSpPr/>
        <p:nvPr/>
      </p:nvGrpSpPr>
      <p:grpSpPr>
        <a:xfrm>
          <a:off x="0" y="0"/>
          <a:ext cx="0" cy="0"/>
          <a:chOff x="0" y="0"/>
          <a:chExt cx="0" cy="0"/>
        </a:xfrm>
      </p:grpSpPr>
      <p:sp>
        <p:nvSpPr>
          <p:cNvPr id="468" name="Google Shape;468;g25a78353f55_0_1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69" name="Google Shape;469;g25a78353f55_0_1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2118687749"/>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86"/>
        <p:cNvGrpSpPr/>
        <p:nvPr/>
      </p:nvGrpSpPr>
      <p:grpSpPr>
        <a:xfrm>
          <a:off x="0" y="0"/>
          <a:ext cx="0" cy="0"/>
          <a:chOff x="0" y="0"/>
          <a:chExt cx="0" cy="0"/>
        </a:xfrm>
      </p:grpSpPr>
      <p:sp>
        <p:nvSpPr>
          <p:cNvPr id="387" name="Google Shape;387;g259dc3832df_0_11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88" name="Google Shape;388;g259dc3832df_0_11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86"/>
        <p:cNvGrpSpPr/>
        <p:nvPr/>
      </p:nvGrpSpPr>
      <p:grpSpPr>
        <a:xfrm>
          <a:off x="0" y="0"/>
          <a:ext cx="0" cy="0"/>
          <a:chOff x="0" y="0"/>
          <a:chExt cx="0" cy="0"/>
        </a:xfrm>
      </p:grpSpPr>
      <p:sp>
        <p:nvSpPr>
          <p:cNvPr id="387" name="Google Shape;387;g259dc3832df_0_11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88" name="Google Shape;388;g259dc3832df_0_11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1834423900"/>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27"/>
        <p:cNvGrpSpPr/>
        <p:nvPr/>
      </p:nvGrpSpPr>
      <p:grpSpPr>
        <a:xfrm>
          <a:off x="0" y="0"/>
          <a:ext cx="0" cy="0"/>
          <a:chOff x="0" y="0"/>
          <a:chExt cx="0" cy="0"/>
        </a:xfrm>
      </p:grpSpPr>
      <p:sp>
        <p:nvSpPr>
          <p:cNvPr id="428" name="Google Shape;428;g259dc3832df_0_17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29" name="Google Shape;429;g259dc3832df_0_17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475380803"/>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54"/>
        <p:cNvGrpSpPr/>
        <p:nvPr/>
      </p:nvGrpSpPr>
      <p:grpSpPr>
        <a:xfrm>
          <a:off x="0" y="0"/>
          <a:ext cx="0" cy="0"/>
          <a:chOff x="0" y="0"/>
          <a:chExt cx="0" cy="0"/>
        </a:xfrm>
      </p:grpSpPr>
      <p:sp>
        <p:nvSpPr>
          <p:cNvPr id="455" name="Google Shape;455;g25a78353f55_0_2791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56" name="Google Shape;456;g25a78353f55_0_2791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96130717"/>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40"/>
        <p:cNvGrpSpPr/>
        <p:nvPr/>
      </p:nvGrpSpPr>
      <p:grpSpPr>
        <a:xfrm>
          <a:off x="0" y="0"/>
          <a:ext cx="0" cy="0"/>
          <a:chOff x="0" y="0"/>
          <a:chExt cx="0" cy="0"/>
        </a:xfrm>
      </p:grpSpPr>
      <p:sp>
        <p:nvSpPr>
          <p:cNvPr id="441" name="Google Shape;441;g259dc3832df_0_17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42" name="Google Shape;442;g259dc3832df_0_17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127194133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67"/>
        <p:cNvGrpSpPr/>
        <p:nvPr/>
      </p:nvGrpSpPr>
      <p:grpSpPr>
        <a:xfrm>
          <a:off x="0" y="0"/>
          <a:ext cx="0" cy="0"/>
          <a:chOff x="0" y="0"/>
          <a:chExt cx="0" cy="0"/>
        </a:xfrm>
      </p:grpSpPr>
      <p:sp>
        <p:nvSpPr>
          <p:cNvPr id="468" name="Google Shape;468;g25a78353f55_0_1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69" name="Google Shape;469;g25a78353f55_0_1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2017660358"/>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76"/>
        <p:cNvGrpSpPr/>
        <p:nvPr/>
      </p:nvGrpSpPr>
      <p:grpSpPr>
        <a:xfrm>
          <a:off x="0" y="0"/>
          <a:ext cx="0" cy="0"/>
          <a:chOff x="0" y="0"/>
          <a:chExt cx="0" cy="0"/>
        </a:xfrm>
      </p:grpSpPr>
      <p:sp>
        <p:nvSpPr>
          <p:cNvPr id="477" name="Google Shape;477;g25a78353f55_0_2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78" name="Google Shape;478;g25a78353f55_0_2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87"/>
        <p:cNvGrpSpPr/>
        <p:nvPr/>
      </p:nvGrpSpPr>
      <p:grpSpPr>
        <a:xfrm>
          <a:off x="0" y="0"/>
          <a:ext cx="0" cy="0"/>
          <a:chOff x="0" y="0"/>
          <a:chExt cx="0" cy="0"/>
        </a:xfrm>
      </p:grpSpPr>
      <p:sp>
        <p:nvSpPr>
          <p:cNvPr id="488" name="Google Shape;488;g25a78353f55_0_3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89" name="Google Shape;489;g25a78353f55_0_3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00"/>
        <p:cNvGrpSpPr/>
        <p:nvPr/>
      </p:nvGrpSpPr>
      <p:grpSpPr>
        <a:xfrm>
          <a:off x="0" y="0"/>
          <a:ext cx="0" cy="0"/>
          <a:chOff x="0" y="0"/>
          <a:chExt cx="0" cy="0"/>
        </a:xfrm>
      </p:grpSpPr>
      <p:sp>
        <p:nvSpPr>
          <p:cNvPr id="501" name="Google Shape;501;g25a78353f55_0_4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02" name="Google Shape;502;g25a78353f55_0_4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41"/>
        <p:cNvGrpSpPr/>
        <p:nvPr/>
      </p:nvGrpSpPr>
      <p:grpSpPr>
        <a:xfrm>
          <a:off x="0" y="0"/>
          <a:ext cx="0" cy="0"/>
          <a:chOff x="0" y="0"/>
          <a:chExt cx="0" cy="0"/>
        </a:xfrm>
      </p:grpSpPr>
      <p:sp>
        <p:nvSpPr>
          <p:cNvPr id="542" name="Google Shape;542;g25a78353f55_0_8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43" name="Google Shape;543;g25a78353f55_0_8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57"/>
        <p:cNvGrpSpPr/>
        <p:nvPr/>
      </p:nvGrpSpPr>
      <p:grpSpPr>
        <a:xfrm>
          <a:off x="0" y="0"/>
          <a:ext cx="0" cy="0"/>
          <a:chOff x="0" y="0"/>
          <a:chExt cx="0" cy="0"/>
        </a:xfrm>
      </p:grpSpPr>
      <p:sp>
        <p:nvSpPr>
          <p:cNvPr id="558" name="Google Shape;558;g25a78353f55_0_2788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59" name="Google Shape;559;g25a78353f55_0_2788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90"/>
        <p:cNvGrpSpPr/>
        <p:nvPr/>
      </p:nvGrpSpPr>
      <p:grpSpPr>
        <a:xfrm>
          <a:off x="0" y="0"/>
          <a:ext cx="0" cy="0"/>
          <a:chOff x="0" y="0"/>
          <a:chExt cx="0" cy="0"/>
        </a:xfrm>
      </p:grpSpPr>
      <p:sp>
        <p:nvSpPr>
          <p:cNvPr id="591" name="Google Shape;591;g25a78353f55_0_13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92" name="Google Shape;592;g25a78353f55_0_13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10"/>
        <p:cNvGrpSpPr/>
        <p:nvPr/>
      </p:nvGrpSpPr>
      <p:grpSpPr>
        <a:xfrm>
          <a:off x="0" y="0"/>
          <a:ext cx="0" cy="0"/>
          <a:chOff x="0" y="0"/>
          <a:chExt cx="0" cy="0"/>
        </a:xfrm>
      </p:grpSpPr>
      <p:sp>
        <p:nvSpPr>
          <p:cNvPr id="611" name="Google Shape;611;g25a78353f55_0_2792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12" name="Google Shape;612;g25a78353f55_0_2792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50"/>
        <p:cNvGrpSpPr/>
        <p:nvPr/>
      </p:nvGrpSpPr>
      <p:grpSpPr>
        <a:xfrm>
          <a:off x="0" y="0"/>
          <a:ext cx="0" cy="0"/>
          <a:chOff x="0" y="0"/>
          <a:chExt cx="0" cy="0"/>
        </a:xfrm>
      </p:grpSpPr>
      <p:sp>
        <p:nvSpPr>
          <p:cNvPr id="651" name="Google Shape;651;g25a78353f55_0_2771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52" name="Google Shape;652;g25a78353f55_0_2771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01"/>
        <p:cNvGrpSpPr/>
        <p:nvPr/>
      </p:nvGrpSpPr>
      <p:grpSpPr>
        <a:xfrm>
          <a:off x="0" y="0"/>
          <a:ext cx="0" cy="0"/>
          <a:chOff x="0" y="0"/>
          <a:chExt cx="0" cy="0"/>
        </a:xfrm>
      </p:grpSpPr>
      <p:sp>
        <p:nvSpPr>
          <p:cNvPr id="802" name="Google Shape;802;g25a78353f55_0_2775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803" name="Google Shape;803;g25a78353f55_0_2775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30"/>
        <p:cNvGrpSpPr/>
        <p:nvPr/>
      </p:nvGrpSpPr>
      <p:grpSpPr>
        <a:xfrm>
          <a:off x="0" y="0"/>
          <a:ext cx="0" cy="0"/>
          <a:chOff x="0" y="0"/>
          <a:chExt cx="0" cy="0"/>
        </a:xfrm>
      </p:grpSpPr>
      <p:sp>
        <p:nvSpPr>
          <p:cNvPr id="831" name="Google Shape;831;g25a78353f55_0_2778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832" name="Google Shape;832;g25a78353f55_0_2778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36"/>
        <p:cNvGrpSpPr/>
        <p:nvPr/>
      </p:nvGrpSpPr>
      <p:grpSpPr>
        <a:xfrm>
          <a:off x="0" y="0"/>
          <a:ext cx="0" cy="0"/>
          <a:chOff x="0" y="0"/>
          <a:chExt cx="0" cy="0"/>
        </a:xfrm>
      </p:grpSpPr>
      <p:sp>
        <p:nvSpPr>
          <p:cNvPr id="837" name="Google Shape;837;g25a78353f55_0_2778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838" name="Google Shape;838;g25a78353f55_0_2778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49"/>
        <p:cNvGrpSpPr/>
        <p:nvPr/>
      </p:nvGrpSpPr>
      <p:grpSpPr>
        <a:xfrm>
          <a:off x="0" y="0"/>
          <a:ext cx="0" cy="0"/>
          <a:chOff x="0" y="0"/>
          <a:chExt cx="0" cy="0"/>
        </a:xfrm>
      </p:grpSpPr>
      <p:sp>
        <p:nvSpPr>
          <p:cNvPr id="850" name="Google Shape;850;g25a78353f55_0_2779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851" name="Google Shape;851;g25a78353f55_0_2779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64"/>
        <p:cNvGrpSpPr/>
        <p:nvPr/>
      </p:nvGrpSpPr>
      <p:grpSpPr>
        <a:xfrm>
          <a:off x="0" y="0"/>
          <a:ext cx="0" cy="0"/>
          <a:chOff x="0" y="0"/>
          <a:chExt cx="0" cy="0"/>
        </a:xfrm>
      </p:grpSpPr>
      <p:sp>
        <p:nvSpPr>
          <p:cNvPr id="865" name="Google Shape;865;g25a78353f55_0_2793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866" name="Google Shape;866;g25a78353f55_0_2793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96"/>
        <p:cNvGrpSpPr/>
        <p:nvPr/>
      </p:nvGrpSpPr>
      <p:grpSpPr>
        <a:xfrm>
          <a:off x="0" y="0"/>
          <a:ext cx="0" cy="0"/>
          <a:chOff x="0" y="0"/>
          <a:chExt cx="0" cy="0"/>
        </a:xfrm>
      </p:grpSpPr>
      <p:sp>
        <p:nvSpPr>
          <p:cNvPr id="897" name="Google Shape;897;g25a78353f55_0_2796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898" name="Google Shape;898;g25a78353f55_0_2796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8"/>
        <p:cNvGrpSpPr/>
        <p:nvPr/>
      </p:nvGrpSpPr>
      <p:grpSpPr>
        <a:xfrm>
          <a:off x="0" y="0"/>
          <a:ext cx="0" cy="0"/>
          <a:chOff x="0" y="0"/>
          <a:chExt cx="0" cy="0"/>
        </a:xfrm>
      </p:grpSpPr>
      <p:sp>
        <p:nvSpPr>
          <p:cNvPr id="9" name="Google Shape;9;p2"/>
          <p:cNvSpPr/>
          <p:nvPr/>
        </p:nvSpPr>
        <p:spPr>
          <a:xfrm>
            <a:off x="171450" y="145800"/>
            <a:ext cx="8801100" cy="4851900"/>
          </a:xfrm>
          <a:prstGeom prst="rect">
            <a:avLst/>
          </a:prstGeom>
          <a:solidFill>
            <a:schemeClr val="lt1"/>
          </a:solidFill>
          <a:ln>
            <a:noFill/>
          </a:ln>
          <a:effectLst>
            <a:outerShdw blurRad="57150" dist="19050" dir="5400000" algn="bl" rotWithShape="0">
              <a:schemeClr val="dk1">
                <a:alpha val="5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 name="Google Shape;10;p2"/>
          <p:cNvSpPr txBox="1">
            <a:spLocks noGrp="1"/>
          </p:cNvSpPr>
          <p:nvPr>
            <p:ph type="ctrTitle"/>
          </p:nvPr>
        </p:nvSpPr>
        <p:spPr>
          <a:xfrm>
            <a:off x="1251700" y="1050088"/>
            <a:ext cx="4890300" cy="1990200"/>
          </a:xfrm>
          <a:prstGeom prst="rect">
            <a:avLst/>
          </a:prstGeom>
        </p:spPr>
        <p:txBody>
          <a:bodyPr spcFirstLastPara="1" wrap="square" lIns="91425" tIns="91425" rIns="91425" bIns="91425" anchor="b" anchorCtr="0">
            <a:noAutofit/>
          </a:bodyPr>
          <a:lstStyle>
            <a:lvl1pPr lvl="0" algn="l" rtl="0">
              <a:lnSpc>
                <a:spcPct val="90000"/>
              </a:lnSpc>
              <a:spcBef>
                <a:spcPts val="0"/>
              </a:spcBef>
              <a:spcAft>
                <a:spcPts val="0"/>
              </a:spcAft>
              <a:buSzPts val="5200"/>
              <a:buNone/>
              <a:defRPr sz="4300"/>
            </a:lvl1pPr>
            <a:lvl2pPr lvl="1" algn="ctr" rtl="0">
              <a:spcBef>
                <a:spcPts val="0"/>
              </a:spcBef>
              <a:spcAft>
                <a:spcPts val="0"/>
              </a:spcAft>
              <a:buSzPts val="5200"/>
              <a:buNone/>
              <a:defRPr sz="5200"/>
            </a:lvl2pPr>
            <a:lvl3pPr lvl="2" algn="ctr" rtl="0">
              <a:spcBef>
                <a:spcPts val="0"/>
              </a:spcBef>
              <a:spcAft>
                <a:spcPts val="0"/>
              </a:spcAft>
              <a:buSzPts val="5200"/>
              <a:buNone/>
              <a:defRPr sz="5200"/>
            </a:lvl3pPr>
            <a:lvl4pPr lvl="3" algn="ctr" rtl="0">
              <a:spcBef>
                <a:spcPts val="0"/>
              </a:spcBef>
              <a:spcAft>
                <a:spcPts val="0"/>
              </a:spcAft>
              <a:buSzPts val="5200"/>
              <a:buNone/>
              <a:defRPr sz="5200"/>
            </a:lvl4pPr>
            <a:lvl5pPr lvl="4" algn="ctr" rtl="0">
              <a:spcBef>
                <a:spcPts val="0"/>
              </a:spcBef>
              <a:spcAft>
                <a:spcPts val="0"/>
              </a:spcAft>
              <a:buSzPts val="5200"/>
              <a:buNone/>
              <a:defRPr sz="5200"/>
            </a:lvl5pPr>
            <a:lvl6pPr lvl="5" algn="ctr" rtl="0">
              <a:spcBef>
                <a:spcPts val="0"/>
              </a:spcBef>
              <a:spcAft>
                <a:spcPts val="0"/>
              </a:spcAft>
              <a:buSzPts val="5200"/>
              <a:buNone/>
              <a:defRPr sz="5200"/>
            </a:lvl6pPr>
            <a:lvl7pPr lvl="6" algn="ctr" rtl="0">
              <a:spcBef>
                <a:spcPts val="0"/>
              </a:spcBef>
              <a:spcAft>
                <a:spcPts val="0"/>
              </a:spcAft>
              <a:buSzPts val="5200"/>
              <a:buNone/>
              <a:defRPr sz="5200"/>
            </a:lvl7pPr>
            <a:lvl8pPr lvl="7" algn="ctr" rtl="0">
              <a:spcBef>
                <a:spcPts val="0"/>
              </a:spcBef>
              <a:spcAft>
                <a:spcPts val="0"/>
              </a:spcAft>
              <a:buSzPts val="5200"/>
              <a:buNone/>
              <a:defRPr sz="5200"/>
            </a:lvl8pPr>
            <a:lvl9pPr lvl="8" algn="ctr" rtl="0">
              <a:spcBef>
                <a:spcPts val="0"/>
              </a:spcBef>
              <a:spcAft>
                <a:spcPts val="0"/>
              </a:spcAft>
              <a:buSzPts val="5200"/>
              <a:buNone/>
              <a:defRPr sz="5200"/>
            </a:lvl9pPr>
          </a:lstStyle>
          <a:p>
            <a:endParaRPr/>
          </a:p>
        </p:txBody>
      </p:sp>
      <p:sp>
        <p:nvSpPr>
          <p:cNvPr id="11" name="Google Shape;11;p2"/>
          <p:cNvSpPr txBox="1">
            <a:spLocks noGrp="1"/>
          </p:cNvSpPr>
          <p:nvPr>
            <p:ph type="subTitle" idx="1"/>
          </p:nvPr>
        </p:nvSpPr>
        <p:spPr>
          <a:xfrm>
            <a:off x="1251700" y="3040063"/>
            <a:ext cx="4890300" cy="4095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SzPts val="1200"/>
              <a:buNone/>
              <a:defRPr sz="1400"/>
            </a:lvl1pPr>
            <a:lvl2pPr lvl="1" algn="ctr" rtl="0">
              <a:lnSpc>
                <a:spcPct val="100000"/>
              </a:lnSpc>
              <a:spcBef>
                <a:spcPts val="0"/>
              </a:spcBef>
              <a:spcAft>
                <a:spcPts val="0"/>
              </a:spcAft>
              <a:buSzPts val="1800"/>
              <a:buNone/>
              <a:defRPr sz="1800"/>
            </a:lvl2pPr>
            <a:lvl3pPr lvl="2" algn="ctr" rtl="0">
              <a:lnSpc>
                <a:spcPct val="100000"/>
              </a:lnSpc>
              <a:spcBef>
                <a:spcPts val="0"/>
              </a:spcBef>
              <a:spcAft>
                <a:spcPts val="0"/>
              </a:spcAft>
              <a:buSzPts val="1800"/>
              <a:buNone/>
              <a:defRPr sz="1800"/>
            </a:lvl3pPr>
            <a:lvl4pPr lvl="3" algn="ctr" rtl="0">
              <a:lnSpc>
                <a:spcPct val="100000"/>
              </a:lnSpc>
              <a:spcBef>
                <a:spcPts val="0"/>
              </a:spcBef>
              <a:spcAft>
                <a:spcPts val="0"/>
              </a:spcAft>
              <a:buSzPts val="1800"/>
              <a:buNone/>
              <a:defRPr sz="1800"/>
            </a:lvl4pPr>
            <a:lvl5pPr lvl="4" algn="ctr" rtl="0">
              <a:lnSpc>
                <a:spcPct val="100000"/>
              </a:lnSpc>
              <a:spcBef>
                <a:spcPts val="0"/>
              </a:spcBef>
              <a:spcAft>
                <a:spcPts val="0"/>
              </a:spcAft>
              <a:buSzPts val="1800"/>
              <a:buNone/>
              <a:defRPr sz="1800"/>
            </a:lvl5pPr>
            <a:lvl6pPr lvl="5" algn="ctr" rtl="0">
              <a:lnSpc>
                <a:spcPct val="100000"/>
              </a:lnSpc>
              <a:spcBef>
                <a:spcPts val="0"/>
              </a:spcBef>
              <a:spcAft>
                <a:spcPts val="0"/>
              </a:spcAft>
              <a:buSzPts val="1800"/>
              <a:buNone/>
              <a:defRPr sz="1800"/>
            </a:lvl6pPr>
            <a:lvl7pPr lvl="6" algn="ctr" rtl="0">
              <a:lnSpc>
                <a:spcPct val="100000"/>
              </a:lnSpc>
              <a:spcBef>
                <a:spcPts val="0"/>
              </a:spcBef>
              <a:spcAft>
                <a:spcPts val="0"/>
              </a:spcAft>
              <a:buSzPts val="1800"/>
              <a:buNone/>
              <a:defRPr sz="1800"/>
            </a:lvl7pPr>
            <a:lvl8pPr lvl="7" algn="ctr" rtl="0">
              <a:lnSpc>
                <a:spcPct val="100000"/>
              </a:lnSpc>
              <a:spcBef>
                <a:spcPts val="0"/>
              </a:spcBef>
              <a:spcAft>
                <a:spcPts val="0"/>
              </a:spcAft>
              <a:buSzPts val="1800"/>
              <a:buNone/>
              <a:defRPr sz="1800"/>
            </a:lvl8pPr>
            <a:lvl9pPr lvl="8" algn="ctr" rtl="0">
              <a:lnSpc>
                <a:spcPct val="100000"/>
              </a:lnSpc>
              <a:spcBef>
                <a:spcPts val="0"/>
              </a:spcBef>
              <a:spcAft>
                <a:spcPts val="0"/>
              </a:spcAft>
              <a:buSzPts val="1800"/>
              <a:buNone/>
              <a:defRPr sz="1800"/>
            </a:lvl9pPr>
          </a:lstStyle>
          <a:p>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12"/>
        <p:cNvGrpSpPr/>
        <p:nvPr/>
      </p:nvGrpSpPr>
      <p:grpSpPr>
        <a:xfrm>
          <a:off x="0" y="0"/>
          <a:ext cx="0" cy="0"/>
          <a:chOff x="0" y="0"/>
          <a:chExt cx="0" cy="0"/>
        </a:xfrm>
      </p:grpSpPr>
      <p:sp>
        <p:nvSpPr>
          <p:cNvPr id="13" name="Google Shape;13;p3"/>
          <p:cNvSpPr/>
          <p:nvPr/>
        </p:nvSpPr>
        <p:spPr>
          <a:xfrm>
            <a:off x="171450" y="145800"/>
            <a:ext cx="8801100" cy="4851900"/>
          </a:xfrm>
          <a:prstGeom prst="rect">
            <a:avLst/>
          </a:prstGeom>
          <a:solidFill>
            <a:schemeClr val="accent2"/>
          </a:solidFill>
          <a:ln>
            <a:noFill/>
          </a:ln>
          <a:effectLst>
            <a:outerShdw blurRad="57150" dist="19050" dir="5400000" algn="bl" rotWithShape="0">
              <a:schemeClr val="dk1">
                <a:alpha val="5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 name="Google Shape;14;p3"/>
          <p:cNvSpPr txBox="1">
            <a:spLocks noGrp="1"/>
          </p:cNvSpPr>
          <p:nvPr>
            <p:ph type="title"/>
          </p:nvPr>
        </p:nvSpPr>
        <p:spPr>
          <a:xfrm>
            <a:off x="1393550" y="2502950"/>
            <a:ext cx="4360200" cy="1282500"/>
          </a:xfrm>
          <a:prstGeom prst="rect">
            <a:avLst/>
          </a:prstGeom>
        </p:spPr>
        <p:txBody>
          <a:bodyPr spcFirstLastPara="1" wrap="square" lIns="91425" tIns="91425" rIns="91425" bIns="91425" anchor="b" anchorCtr="0">
            <a:noAutofit/>
          </a:bodyPr>
          <a:lstStyle>
            <a:lvl1pPr lvl="0" algn="l" rtl="0">
              <a:spcBef>
                <a:spcPts val="0"/>
              </a:spcBef>
              <a:spcAft>
                <a:spcPts val="0"/>
              </a:spcAft>
              <a:buSzPts val="3600"/>
              <a:buNone/>
              <a:defRPr sz="3800">
                <a:solidFill>
                  <a:schemeClr val="lt1"/>
                </a:solidFill>
              </a:defRPr>
            </a:lvl1pPr>
            <a:lvl2pPr lvl="1" algn="ctr" rtl="0">
              <a:spcBef>
                <a:spcPts val="0"/>
              </a:spcBef>
              <a:spcAft>
                <a:spcPts val="0"/>
              </a:spcAft>
              <a:buSzPts val="3600"/>
              <a:buNone/>
              <a:defRPr sz="3600"/>
            </a:lvl2pPr>
            <a:lvl3pPr lvl="2" algn="ctr" rtl="0">
              <a:spcBef>
                <a:spcPts val="0"/>
              </a:spcBef>
              <a:spcAft>
                <a:spcPts val="0"/>
              </a:spcAft>
              <a:buSzPts val="3600"/>
              <a:buNone/>
              <a:defRPr sz="3600"/>
            </a:lvl3pPr>
            <a:lvl4pPr lvl="3" algn="ctr" rtl="0">
              <a:spcBef>
                <a:spcPts val="0"/>
              </a:spcBef>
              <a:spcAft>
                <a:spcPts val="0"/>
              </a:spcAft>
              <a:buSzPts val="3600"/>
              <a:buNone/>
              <a:defRPr sz="3600"/>
            </a:lvl4pPr>
            <a:lvl5pPr lvl="4" algn="ctr" rtl="0">
              <a:spcBef>
                <a:spcPts val="0"/>
              </a:spcBef>
              <a:spcAft>
                <a:spcPts val="0"/>
              </a:spcAft>
              <a:buSzPts val="3600"/>
              <a:buNone/>
              <a:defRPr sz="3600"/>
            </a:lvl5pPr>
            <a:lvl6pPr lvl="5" algn="ctr" rtl="0">
              <a:spcBef>
                <a:spcPts val="0"/>
              </a:spcBef>
              <a:spcAft>
                <a:spcPts val="0"/>
              </a:spcAft>
              <a:buSzPts val="3600"/>
              <a:buNone/>
              <a:defRPr sz="3600"/>
            </a:lvl6pPr>
            <a:lvl7pPr lvl="6" algn="ctr" rtl="0">
              <a:spcBef>
                <a:spcPts val="0"/>
              </a:spcBef>
              <a:spcAft>
                <a:spcPts val="0"/>
              </a:spcAft>
              <a:buSzPts val="3600"/>
              <a:buNone/>
              <a:defRPr sz="3600"/>
            </a:lvl7pPr>
            <a:lvl8pPr lvl="7" algn="ctr" rtl="0">
              <a:spcBef>
                <a:spcPts val="0"/>
              </a:spcBef>
              <a:spcAft>
                <a:spcPts val="0"/>
              </a:spcAft>
              <a:buSzPts val="3600"/>
              <a:buNone/>
              <a:defRPr sz="3600"/>
            </a:lvl8pPr>
            <a:lvl9pPr lvl="8" algn="ctr" rtl="0">
              <a:spcBef>
                <a:spcPts val="0"/>
              </a:spcBef>
              <a:spcAft>
                <a:spcPts val="0"/>
              </a:spcAft>
              <a:buSzPts val="3600"/>
              <a:buNone/>
              <a:defRPr sz="3600"/>
            </a:lvl9pPr>
          </a:lstStyle>
          <a:p>
            <a:endParaRPr/>
          </a:p>
        </p:txBody>
      </p:sp>
      <p:sp>
        <p:nvSpPr>
          <p:cNvPr id="15" name="Google Shape;15;p3"/>
          <p:cNvSpPr txBox="1">
            <a:spLocks noGrp="1"/>
          </p:cNvSpPr>
          <p:nvPr>
            <p:ph type="title" idx="2" hasCustomPrompt="1"/>
          </p:nvPr>
        </p:nvSpPr>
        <p:spPr>
          <a:xfrm>
            <a:off x="1393550" y="1713902"/>
            <a:ext cx="1200000" cy="841800"/>
          </a:xfrm>
          <a:prstGeom prst="rect">
            <a:avLst/>
          </a:prstGeom>
        </p:spPr>
        <p:txBody>
          <a:bodyPr spcFirstLastPara="1" wrap="square" lIns="91425" tIns="91425" rIns="91425" bIns="91425" anchor="ctr" anchorCtr="0">
            <a:noAutofit/>
          </a:bodyPr>
          <a:lstStyle>
            <a:lvl1pPr lvl="0" algn="l" rtl="0">
              <a:spcBef>
                <a:spcPts val="0"/>
              </a:spcBef>
              <a:spcAft>
                <a:spcPts val="0"/>
              </a:spcAft>
              <a:buClr>
                <a:schemeClr val="lt2"/>
              </a:buClr>
              <a:buSzPts val="6000"/>
              <a:buNone/>
              <a:defRPr sz="6000">
                <a:solidFill>
                  <a:schemeClr val="dk2"/>
                </a:solidFill>
              </a:defRPr>
            </a:lvl1pPr>
            <a:lvl2pPr lvl="1" algn="ctr" rtl="0">
              <a:spcBef>
                <a:spcPts val="0"/>
              </a:spcBef>
              <a:spcAft>
                <a:spcPts val="0"/>
              </a:spcAft>
              <a:buSzPts val="6000"/>
              <a:buNone/>
              <a:defRPr sz="6000"/>
            </a:lvl2pPr>
            <a:lvl3pPr lvl="2" algn="ctr" rtl="0">
              <a:spcBef>
                <a:spcPts val="0"/>
              </a:spcBef>
              <a:spcAft>
                <a:spcPts val="0"/>
              </a:spcAft>
              <a:buSzPts val="6000"/>
              <a:buNone/>
              <a:defRPr sz="6000"/>
            </a:lvl3pPr>
            <a:lvl4pPr lvl="3" algn="ctr" rtl="0">
              <a:spcBef>
                <a:spcPts val="0"/>
              </a:spcBef>
              <a:spcAft>
                <a:spcPts val="0"/>
              </a:spcAft>
              <a:buSzPts val="6000"/>
              <a:buNone/>
              <a:defRPr sz="6000"/>
            </a:lvl4pPr>
            <a:lvl5pPr lvl="4" algn="ctr" rtl="0">
              <a:spcBef>
                <a:spcPts val="0"/>
              </a:spcBef>
              <a:spcAft>
                <a:spcPts val="0"/>
              </a:spcAft>
              <a:buSzPts val="6000"/>
              <a:buNone/>
              <a:defRPr sz="6000"/>
            </a:lvl5pPr>
            <a:lvl6pPr lvl="5" algn="ctr" rtl="0">
              <a:spcBef>
                <a:spcPts val="0"/>
              </a:spcBef>
              <a:spcAft>
                <a:spcPts val="0"/>
              </a:spcAft>
              <a:buSzPts val="6000"/>
              <a:buNone/>
              <a:defRPr sz="6000"/>
            </a:lvl6pPr>
            <a:lvl7pPr lvl="6" algn="ctr" rtl="0">
              <a:spcBef>
                <a:spcPts val="0"/>
              </a:spcBef>
              <a:spcAft>
                <a:spcPts val="0"/>
              </a:spcAft>
              <a:buSzPts val="6000"/>
              <a:buNone/>
              <a:defRPr sz="6000"/>
            </a:lvl7pPr>
            <a:lvl8pPr lvl="7" algn="ctr" rtl="0">
              <a:spcBef>
                <a:spcPts val="0"/>
              </a:spcBef>
              <a:spcAft>
                <a:spcPts val="0"/>
              </a:spcAft>
              <a:buSzPts val="6000"/>
              <a:buNone/>
              <a:defRPr sz="6000"/>
            </a:lvl8pPr>
            <a:lvl9pPr lvl="8" algn="ctr" rtl="0">
              <a:spcBef>
                <a:spcPts val="0"/>
              </a:spcBef>
              <a:spcAft>
                <a:spcPts val="0"/>
              </a:spcAft>
              <a:buSzPts val="6000"/>
              <a:buNone/>
              <a:defRPr sz="6000"/>
            </a:lvl9pPr>
          </a:lstStyle>
          <a:p>
            <a:r>
              <a:t>xx%</a:t>
            </a:r>
          </a:p>
        </p:txBody>
      </p:sp>
      <p:sp>
        <p:nvSpPr>
          <p:cNvPr id="16" name="Google Shape;16;p3"/>
          <p:cNvSpPr txBox="1">
            <a:spLocks noGrp="1"/>
          </p:cNvSpPr>
          <p:nvPr>
            <p:ph type="subTitle" idx="1"/>
          </p:nvPr>
        </p:nvSpPr>
        <p:spPr>
          <a:xfrm>
            <a:off x="1393550" y="3743512"/>
            <a:ext cx="4360200" cy="4038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SzPts val="1200"/>
              <a:buNone/>
              <a:defRPr sz="1400">
                <a:solidFill>
                  <a:schemeClr val="lt1"/>
                </a:solidFill>
              </a:defRPr>
            </a:lvl1pPr>
            <a:lvl2pPr lvl="1" algn="ctr" rtl="0">
              <a:lnSpc>
                <a:spcPct val="100000"/>
              </a:lnSpc>
              <a:spcBef>
                <a:spcPts val="0"/>
              </a:spcBef>
              <a:spcAft>
                <a:spcPts val="0"/>
              </a:spcAft>
              <a:buSzPts val="1200"/>
              <a:buNone/>
              <a:defRPr/>
            </a:lvl2pPr>
            <a:lvl3pPr lvl="2" algn="ctr" rtl="0">
              <a:lnSpc>
                <a:spcPct val="100000"/>
              </a:lnSpc>
              <a:spcBef>
                <a:spcPts val="0"/>
              </a:spcBef>
              <a:spcAft>
                <a:spcPts val="0"/>
              </a:spcAft>
              <a:buSzPts val="1200"/>
              <a:buNone/>
              <a:defRPr/>
            </a:lvl3pPr>
            <a:lvl4pPr lvl="3" algn="ctr" rtl="0">
              <a:lnSpc>
                <a:spcPct val="100000"/>
              </a:lnSpc>
              <a:spcBef>
                <a:spcPts val="0"/>
              </a:spcBef>
              <a:spcAft>
                <a:spcPts val="0"/>
              </a:spcAft>
              <a:buSzPts val="1200"/>
              <a:buNone/>
              <a:defRPr/>
            </a:lvl4pPr>
            <a:lvl5pPr lvl="4" algn="ctr" rtl="0">
              <a:lnSpc>
                <a:spcPct val="100000"/>
              </a:lnSpc>
              <a:spcBef>
                <a:spcPts val="0"/>
              </a:spcBef>
              <a:spcAft>
                <a:spcPts val="0"/>
              </a:spcAft>
              <a:buSzPts val="1200"/>
              <a:buNone/>
              <a:defRPr/>
            </a:lvl5pPr>
            <a:lvl6pPr lvl="5" algn="ctr" rtl="0">
              <a:lnSpc>
                <a:spcPct val="100000"/>
              </a:lnSpc>
              <a:spcBef>
                <a:spcPts val="0"/>
              </a:spcBef>
              <a:spcAft>
                <a:spcPts val="0"/>
              </a:spcAft>
              <a:buSzPts val="1200"/>
              <a:buNone/>
              <a:defRPr/>
            </a:lvl6pPr>
            <a:lvl7pPr lvl="6" algn="ctr" rtl="0">
              <a:lnSpc>
                <a:spcPct val="100000"/>
              </a:lnSpc>
              <a:spcBef>
                <a:spcPts val="0"/>
              </a:spcBef>
              <a:spcAft>
                <a:spcPts val="0"/>
              </a:spcAft>
              <a:buSzPts val="1200"/>
              <a:buNone/>
              <a:defRPr/>
            </a:lvl7pPr>
            <a:lvl8pPr lvl="7" algn="ctr" rtl="0">
              <a:lnSpc>
                <a:spcPct val="100000"/>
              </a:lnSpc>
              <a:spcBef>
                <a:spcPts val="0"/>
              </a:spcBef>
              <a:spcAft>
                <a:spcPts val="0"/>
              </a:spcAft>
              <a:buSzPts val="1200"/>
              <a:buNone/>
              <a:defRPr/>
            </a:lvl8pPr>
            <a:lvl9pPr lvl="8" algn="ctr" rtl="0">
              <a:lnSpc>
                <a:spcPct val="100000"/>
              </a:lnSpc>
              <a:spcBef>
                <a:spcPts val="0"/>
              </a:spcBef>
              <a:spcAft>
                <a:spcPts val="0"/>
              </a:spcAft>
              <a:buSzPts val="1200"/>
              <a:buNone/>
              <a:defRPr/>
            </a:lvl9pPr>
          </a:lstStyle>
          <a:p>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and body" type="tx">
  <p:cSld name="TITLE_AND_BODY">
    <p:spTree>
      <p:nvGrpSpPr>
        <p:cNvPr id="1" name="Shape 17"/>
        <p:cNvGrpSpPr/>
        <p:nvPr/>
      </p:nvGrpSpPr>
      <p:grpSpPr>
        <a:xfrm>
          <a:off x="0" y="0"/>
          <a:ext cx="0" cy="0"/>
          <a:chOff x="0" y="0"/>
          <a:chExt cx="0" cy="0"/>
        </a:xfrm>
      </p:grpSpPr>
      <p:sp>
        <p:nvSpPr>
          <p:cNvPr id="18" name="Google Shape;18;p4"/>
          <p:cNvSpPr/>
          <p:nvPr/>
        </p:nvSpPr>
        <p:spPr>
          <a:xfrm>
            <a:off x="171450" y="145800"/>
            <a:ext cx="8801100" cy="4851900"/>
          </a:xfrm>
          <a:prstGeom prst="rect">
            <a:avLst/>
          </a:prstGeom>
          <a:solidFill>
            <a:schemeClr val="lt1"/>
          </a:solidFill>
          <a:ln>
            <a:noFill/>
          </a:ln>
          <a:effectLst>
            <a:outerShdw blurRad="57150" dist="19050" dir="5400000" algn="bl" rotWithShape="0">
              <a:schemeClr val="dk1">
                <a:alpha val="5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 name="Google Shape;19;p4"/>
          <p:cNvSpPr txBox="1">
            <a:spLocks noGrp="1"/>
          </p:cNvSpPr>
          <p:nvPr>
            <p:ph type="title"/>
          </p:nvPr>
        </p:nvSpPr>
        <p:spPr>
          <a:xfrm>
            <a:off x="720000" y="445025"/>
            <a:ext cx="7704000" cy="572700"/>
          </a:xfrm>
          <a:prstGeom prst="rect">
            <a:avLst/>
          </a:prstGeom>
        </p:spPr>
        <p:txBody>
          <a:bodyPr spcFirstLastPara="1" wrap="square" lIns="91425" tIns="91425" rIns="91425" bIns="91425" anchor="t" anchorCtr="0">
            <a:noAutofit/>
          </a:bodyPr>
          <a:lstStyle>
            <a:lvl1pPr lvl="0" rtl="0">
              <a:spcBef>
                <a:spcPts val="0"/>
              </a:spcBef>
              <a:spcAft>
                <a:spcPts val="0"/>
              </a:spcAft>
              <a:buSzPts val="3500"/>
              <a:buNone/>
              <a:defRPr/>
            </a:lvl1pPr>
            <a:lvl2pPr lvl="1" rtl="0">
              <a:spcBef>
                <a:spcPts val="0"/>
              </a:spcBef>
              <a:spcAft>
                <a:spcPts val="0"/>
              </a:spcAft>
              <a:buSzPts val="3500"/>
              <a:buNone/>
              <a:defRPr/>
            </a:lvl2pPr>
            <a:lvl3pPr lvl="2" rtl="0">
              <a:spcBef>
                <a:spcPts val="0"/>
              </a:spcBef>
              <a:spcAft>
                <a:spcPts val="0"/>
              </a:spcAft>
              <a:buSzPts val="3500"/>
              <a:buNone/>
              <a:defRPr/>
            </a:lvl3pPr>
            <a:lvl4pPr lvl="3" rtl="0">
              <a:spcBef>
                <a:spcPts val="0"/>
              </a:spcBef>
              <a:spcAft>
                <a:spcPts val="0"/>
              </a:spcAft>
              <a:buSzPts val="3500"/>
              <a:buNone/>
              <a:defRPr/>
            </a:lvl4pPr>
            <a:lvl5pPr lvl="4" rtl="0">
              <a:spcBef>
                <a:spcPts val="0"/>
              </a:spcBef>
              <a:spcAft>
                <a:spcPts val="0"/>
              </a:spcAft>
              <a:buSzPts val="3500"/>
              <a:buNone/>
              <a:defRPr/>
            </a:lvl5pPr>
            <a:lvl6pPr lvl="5" rtl="0">
              <a:spcBef>
                <a:spcPts val="0"/>
              </a:spcBef>
              <a:spcAft>
                <a:spcPts val="0"/>
              </a:spcAft>
              <a:buSzPts val="3500"/>
              <a:buNone/>
              <a:defRPr/>
            </a:lvl6pPr>
            <a:lvl7pPr lvl="6" rtl="0">
              <a:spcBef>
                <a:spcPts val="0"/>
              </a:spcBef>
              <a:spcAft>
                <a:spcPts val="0"/>
              </a:spcAft>
              <a:buSzPts val="3500"/>
              <a:buNone/>
              <a:defRPr/>
            </a:lvl7pPr>
            <a:lvl8pPr lvl="7" rtl="0">
              <a:spcBef>
                <a:spcPts val="0"/>
              </a:spcBef>
              <a:spcAft>
                <a:spcPts val="0"/>
              </a:spcAft>
              <a:buSzPts val="3500"/>
              <a:buNone/>
              <a:defRPr/>
            </a:lvl8pPr>
            <a:lvl9pPr lvl="8" rtl="0">
              <a:spcBef>
                <a:spcPts val="0"/>
              </a:spcBef>
              <a:spcAft>
                <a:spcPts val="0"/>
              </a:spcAft>
              <a:buSzPts val="3500"/>
              <a:buNone/>
              <a:defRPr/>
            </a:lvl9pPr>
          </a:lstStyle>
          <a:p>
            <a:endParaRPr/>
          </a:p>
        </p:txBody>
      </p:sp>
      <p:sp>
        <p:nvSpPr>
          <p:cNvPr id="20" name="Google Shape;20;p4"/>
          <p:cNvSpPr txBox="1">
            <a:spLocks noGrp="1"/>
          </p:cNvSpPr>
          <p:nvPr>
            <p:ph type="body" idx="1"/>
          </p:nvPr>
        </p:nvSpPr>
        <p:spPr>
          <a:xfrm>
            <a:off x="720000" y="1152475"/>
            <a:ext cx="7704000" cy="346800"/>
          </a:xfrm>
          <a:prstGeom prst="rect">
            <a:avLst/>
          </a:prstGeom>
        </p:spPr>
        <p:txBody>
          <a:bodyPr spcFirstLastPara="1" wrap="square" lIns="91425" tIns="91425" rIns="91425" bIns="91425" anchor="t" anchorCtr="0">
            <a:noAutofit/>
          </a:bodyPr>
          <a:lstStyle>
            <a:lvl1pPr marL="457200" lvl="0" indent="-317500" algn="ctr" rtl="0">
              <a:lnSpc>
                <a:spcPct val="115000"/>
              </a:lnSpc>
              <a:spcBef>
                <a:spcPts val="0"/>
              </a:spcBef>
              <a:spcAft>
                <a:spcPts val="0"/>
              </a:spcAft>
              <a:buSzPts val="1400"/>
              <a:buChar char="●"/>
              <a:defRPr/>
            </a:lvl1pPr>
            <a:lvl2pPr marL="914400" lvl="1" indent="-304800" rtl="0">
              <a:lnSpc>
                <a:spcPct val="115000"/>
              </a:lnSpc>
              <a:spcBef>
                <a:spcPts val="0"/>
              </a:spcBef>
              <a:spcAft>
                <a:spcPts val="0"/>
              </a:spcAft>
              <a:buSzPts val="1200"/>
              <a:buChar char="○"/>
              <a:defRPr/>
            </a:lvl2pPr>
            <a:lvl3pPr marL="1371600" lvl="2" indent="-304800" rtl="0">
              <a:lnSpc>
                <a:spcPct val="115000"/>
              </a:lnSpc>
              <a:spcBef>
                <a:spcPts val="0"/>
              </a:spcBef>
              <a:spcAft>
                <a:spcPts val="0"/>
              </a:spcAft>
              <a:buSzPts val="1200"/>
              <a:buChar char="■"/>
              <a:defRPr/>
            </a:lvl3pPr>
            <a:lvl4pPr marL="1828800" lvl="3" indent="-304800" rtl="0">
              <a:lnSpc>
                <a:spcPct val="115000"/>
              </a:lnSpc>
              <a:spcBef>
                <a:spcPts val="0"/>
              </a:spcBef>
              <a:spcAft>
                <a:spcPts val="0"/>
              </a:spcAft>
              <a:buSzPts val="1200"/>
              <a:buChar char="●"/>
              <a:defRPr/>
            </a:lvl4pPr>
            <a:lvl5pPr marL="2286000" lvl="4" indent="-304800" rtl="0">
              <a:lnSpc>
                <a:spcPct val="115000"/>
              </a:lnSpc>
              <a:spcBef>
                <a:spcPts val="0"/>
              </a:spcBef>
              <a:spcAft>
                <a:spcPts val="0"/>
              </a:spcAft>
              <a:buSzPts val="1200"/>
              <a:buChar char="○"/>
              <a:defRPr/>
            </a:lvl5pPr>
            <a:lvl6pPr marL="2743200" lvl="5" indent="-304800" rtl="0">
              <a:lnSpc>
                <a:spcPct val="115000"/>
              </a:lnSpc>
              <a:spcBef>
                <a:spcPts val="0"/>
              </a:spcBef>
              <a:spcAft>
                <a:spcPts val="0"/>
              </a:spcAft>
              <a:buSzPts val="1200"/>
              <a:buChar char="■"/>
              <a:defRPr/>
            </a:lvl6pPr>
            <a:lvl7pPr marL="3200400" lvl="6" indent="-304800" rtl="0">
              <a:lnSpc>
                <a:spcPct val="115000"/>
              </a:lnSpc>
              <a:spcBef>
                <a:spcPts val="0"/>
              </a:spcBef>
              <a:spcAft>
                <a:spcPts val="0"/>
              </a:spcAft>
              <a:buSzPts val="1200"/>
              <a:buChar char="●"/>
              <a:defRPr/>
            </a:lvl7pPr>
            <a:lvl8pPr marL="3657600" lvl="7" indent="-304800" rtl="0">
              <a:lnSpc>
                <a:spcPct val="115000"/>
              </a:lnSpc>
              <a:spcBef>
                <a:spcPts val="0"/>
              </a:spcBef>
              <a:spcAft>
                <a:spcPts val="0"/>
              </a:spcAft>
              <a:buSzPts val="1200"/>
              <a:buChar char="○"/>
              <a:defRPr/>
            </a:lvl8pPr>
            <a:lvl9pPr marL="4114800" lvl="8" indent="-304800" rtl="0">
              <a:lnSpc>
                <a:spcPct val="115000"/>
              </a:lnSpc>
              <a:spcBef>
                <a:spcPts val="0"/>
              </a:spcBef>
              <a:spcAft>
                <a:spcPts val="0"/>
              </a:spcAft>
              <a:buSzPts val="1200"/>
              <a:buChar char="■"/>
              <a:defRPr/>
            </a:lvl9pPr>
          </a:lstStyle>
          <a:p>
            <a:endParaRPr/>
          </a:p>
        </p:txBody>
      </p:sp>
      <p:grpSp>
        <p:nvGrpSpPr>
          <p:cNvPr id="21" name="Google Shape;21;p4"/>
          <p:cNvGrpSpPr/>
          <p:nvPr/>
        </p:nvGrpSpPr>
        <p:grpSpPr>
          <a:xfrm flipH="1">
            <a:off x="435875" y="1292300"/>
            <a:ext cx="90900" cy="3705900"/>
            <a:chOff x="7952125" y="1292300"/>
            <a:chExt cx="90900" cy="3705900"/>
          </a:xfrm>
        </p:grpSpPr>
        <p:sp>
          <p:nvSpPr>
            <p:cNvPr id="22" name="Google Shape;22;p4"/>
            <p:cNvSpPr/>
            <p:nvPr/>
          </p:nvSpPr>
          <p:spPr>
            <a:xfrm rot="5400000">
              <a:off x="7744975" y="1499450"/>
              <a:ext cx="505200" cy="90900"/>
            </a:xfrm>
            <a:prstGeom prst="rect">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cxnSp>
          <p:nvCxnSpPr>
            <p:cNvPr id="23" name="Google Shape;23;p4"/>
            <p:cNvCxnSpPr/>
            <p:nvPr/>
          </p:nvCxnSpPr>
          <p:spPr>
            <a:xfrm>
              <a:off x="8043025" y="1292300"/>
              <a:ext cx="0" cy="3705900"/>
            </a:xfrm>
            <a:prstGeom prst="straightConnector1">
              <a:avLst/>
            </a:prstGeom>
            <a:noFill/>
            <a:ln w="9525" cap="flat" cmpd="sng">
              <a:solidFill>
                <a:schemeClr val="dk1"/>
              </a:solidFill>
              <a:prstDash val="solid"/>
              <a:round/>
              <a:headEnd type="none" w="med" len="med"/>
              <a:tailEnd type="none" w="med" len="med"/>
            </a:ln>
          </p:spPr>
        </p:cxnSp>
      </p:grpSp>
      <p:grpSp>
        <p:nvGrpSpPr>
          <p:cNvPr id="24" name="Google Shape;24;p4"/>
          <p:cNvGrpSpPr/>
          <p:nvPr/>
        </p:nvGrpSpPr>
        <p:grpSpPr>
          <a:xfrm rot="10800000">
            <a:off x="8617225" y="97275"/>
            <a:ext cx="90900" cy="3705900"/>
            <a:chOff x="7952125" y="1292300"/>
            <a:chExt cx="90900" cy="3705900"/>
          </a:xfrm>
        </p:grpSpPr>
        <p:sp>
          <p:nvSpPr>
            <p:cNvPr id="25" name="Google Shape;25;p4"/>
            <p:cNvSpPr/>
            <p:nvPr/>
          </p:nvSpPr>
          <p:spPr>
            <a:xfrm rot="5400000">
              <a:off x="7744975" y="1499450"/>
              <a:ext cx="505200" cy="90900"/>
            </a:xfrm>
            <a:prstGeom prst="rect">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cxnSp>
          <p:nvCxnSpPr>
            <p:cNvPr id="26" name="Google Shape;26;p4"/>
            <p:cNvCxnSpPr/>
            <p:nvPr/>
          </p:nvCxnSpPr>
          <p:spPr>
            <a:xfrm>
              <a:off x="8043025" y="1292300"/>
              <a:ext cx="0" cy="3705900"/>
            </a:xfrm>
            <a:prstGeom prst="straightConnector1">
              <a:avLst/>
            </a:prstGeom>
            <a:noFill/>
            <a:ln w="9525" cap="flat" cmpd="sng">
              <a:solidFill>
                <a:schemeClr val="dk1"/>
              </a:solidFill>
              <a:prstDash val="solid"/>
              <a:round/>
              <a:headEnd type="none" w="med" len="med"/>
              <a:tailEnd type="none" w="med" len="med"/>
            </a:ln>
          </p:spPr>
        </p:cxnSp>
      </p:gr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itle and two columns" type="twoColTx">
  <p:cSld name="TITLE_AND_TWO_COLUMNS">
    <p:spTree>
      <p:nvGrpSpPr>
        <p:cNvPr id="1" name="Shape 27"/>
        <p:cNvGrpSpPr/>
        <p:nvPr/>
      </p:nvGrpSpPr>
      <p:grpSpPr>
        <a:xfrm>
          <a:off x="0" y="0"/>
          <a:ext cx="0" cy="0"/>
          <a:chOff x="0" y="0"/>
          <a:chExt cx="0" cy="0"/>
        </a:xfrm>
      </p:grpSpPr>
      <p:sp>
        <p:nvSpPr>
          <p:cNvPr id="28" name="Google Shape;28;p5"/>
          <p:cNvSpPr/>
          <p:nvPr/>
        </p:nvSpPr>
        <p:spPr>
          <a:xfrm>
            <a:off x="171450" y="145800"/>
            <a:ext cx="8801100" cy="4851900"/>
          </a:xfrm>
          <a:prstGeom prst="rect">
            <a:avLst/>
          </a:prstGeom>
          <a:solidFill>
            <a:schemeClr val="lt1"/>
          </a:solidFill>
          <a:ln>
            <a:noFill/>
          </a:ln>
          <a:effectLst>
            <a:outerShdw blurRad="57150" dist="19050" dir="5400000" algn="bl" rotWithShape="0">
              <a:schemeClr val="dk1">
                <a:alpha val="5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 name="Google Shape;29;p5"/>
          <p:cNvSpPr txBox="1">
            <a:spLocks noGrp="1"/>
          </p:cNvSpPr>
          <p:nvPr>
            <p:ph type="subTitle" idx="1"/>
          </p:nvPr>
        </p:nvSpPr>
        <p:spPr>
          <a:xfrm>
            <a:off x="1938000" y="1571850"/>
            <a:ext cx="5268000" cy="12330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SzPts val="1200"/>
              <a:buNone/>
              <a:defRPr/>
            </a:lvl1pPr>
            <a:lvl2pPr lvl="1" algn="ctr" rtl="0">
              <a:lnSpc>
                <a:spcPct val="100000"/>
              </a:lnSpc>
              <a:spcBef>
                <a:spcPts val="0"/>
              </a:spcBef>
              <a:spcAft>
                <a:spcPts val="0"/>
              </a:spcAft>
              <a:buSzPts val="1200"/>
              <a:buNone/>
              <a:defRPr/>
            </a:lvl2pPr>
            <a:lvl3pPr lvl="2" algn="ctr" rtl="0">
              <a:lnSpc>
                <a:spcPct val="100000"/>
              </a:lnSpc>
              <a:spcBef>
                <a:spcPts val="0"/>
              </a:spcBef>
              <a:spcAft>
                <a:spcPts val="0"/>
              </a:spcAft>
              <a:buSzPts val="1200"/>
              <a:buNone/>
              <a:defRPr/>
            </a:lvl3pPr>
            <a:lvl4pPr lvl="3" algn="ctr" rtl="0">
              <a:lnSpc>
                <a:spcPct val="100000"/>
              </a:lnSpc>
              <a:spcBef>
                <a:spcPts val="0"/>
              </a:spcBef>
              <a:spcAft>
                <a:spcPts val="0"/>
              </a:spcAft>
              <a:buSzPts val="1200"/>
              <a:buNone/>
              <a:defRPr/>
            </a:lvl4pPr>
            <a:lvl5pPr lvl="4" algn="ctr" rtl="0">
              <a:lnSpc>
                <a:spcPct val="100000"/>
              </a:lnSpc>
              <a:spcBef>
                <a:spcPts val="0"/>
              </a:spcBef>
              <a:spcAft>
                <a:spcPts val="0"/>
              </a:spcAft>
              <a:buSzPts val="1200"/>
              <a:buNone/>
              <a:defRPr/>
            </a:lvl5pPr>
            <a:lvl6pPr lvl="5" algn="ctr" rtl="0">
              <a:lnSpc>
                <a:spcPct val="100000"/>
              </a:lnSpc>
              <a:spcBef>
                <a:spcPts val="0"/>
              </a:spcBef>
              <a:spcAft>
                <a:spcPts val="0"/>
              </a:spcAft>
              <a:buSzPts val="1200"/>
              <a:buNone/>
              <a:defRPr/>
            </a:lvl6pPr>
            <a:lvl7pPr lvl="6" algn="ctr" rtl="0">
              <a:lnSpc>
                <a:spcPct val="100000"/>
              </a:lnSpc>
              <a:spcBef>
                <a:spcPts val="0"/>
              </a:spcBef>
              <a:spcAft>
                <a:spcPts val="0"/>
              </a:spcAft>
              <a:buSzPts val="1200"/>
              <a:buNone/>
              <a:defRPr/>
            </a:lvl7pPr>
            <a:lvl8pPr lvl="7" algn="ctr" rtl="0">
              <a:lnSpc>
                <a:spcPct val="100000"/>
              </a:lnSpc>
              <a:spcBef>
                <a:spcPts val="0"/>
              </a:spcBef>
              <a:spcAft>
                <a:spcPts val="0"/>
              </a:spcAft>
              <a:buSzPts val="1200"/>
              <a:buNone/>
              <a:defRPr/>
            </a:lvl8pPr>
            <a:lvl9pPr lvl="8" algn="ctr" rtl="0">
              <a:lnSpc>
                <a:spcPct val="100000"/>
              </a:lnSpc>
              <a:spcBef>
                <a:spcPts val="0"/>
              </a:spcBef>
              <a:spcAft>
                <a:spcPts val="0"/>
              </a:spcAft>
              <a:buSzPts val="1200"/>
              <a:buNone/>
              <a:defRPr/>
            </a:lvl9pPr>
          </a:lstStyle>
          <a:p>
            <a:endParaRPr/>
          </a:p>
        </p:txBody>
      </p:sp>
      <p:sp>
        <p:nvSpPr>
          <p:cNvPr id="30" name="Google Shape;30;p5"/>
          <p:cNvSpPr txBox="1">
            <a:spLocks noGrp="1"/>
          </p:cNvSpPr>
          <p:nvPr>
            <p:ph type="subTitle" idx="2"/>
          </p:nvPr>
        </p:nvSpPr>
        <p:spPr>
          <a:xfrm>
            <a:off x="1938000" y="3033474"/>
            <a:ext cx="5268000" cy="12330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SzPts val="1200"/>
              <a:buNone/>
              <a:defRPr/>
            </a:lvl1pPr>
            <a:lvl2pPr lvl="1" algn="ctr" rtl="0">
              <a:lnSpc>
                <a:spcPct val="100000"/>
              </a:lnSpc>
              <a:spcBef>
                <a:spcPts val="0"/>
              </a:spcBef>
              <a:spcAft>
                <a:spcPts val="0"/>
              </a:spcAft>
              <a:buSzPts val="1200"/>
              <a:buNone/>
              <a:defRPr/>
            </a:lvl2pPr>
            <a:lvl3pPr lvl="2" algn="ctr" rtl="0">
              <a:lnSpc>
                <a:spcPct val="100000"/>
              </a:lnSpc>
              <a:spcBef>
                <a:spcPts val="0"/>
              </a:spcBef>
              <a:spcAft>
                <a:spcPts val="0"/>
              </a:spcAft>
              <a:buSzPts val="1200"/>
              <a:buNone/>
              <a:defRPr/>
            </a:lvl3pPr>
            <a:lvl4pPr lvl="3" algn="ctr" rtl="0">
              <a:lnSpc>
                <a:spcPct val="100000"/>
              </a:lnSpc>
              <a:spcBef>
                <a:spcPts val="0"/>
              </a:spcBef>
              <a:spcAft>
                <a:spcPts val="0"/>
              </a:spcAft>
              <a:buSzPts val="1200"/>
              <a:buNone/>
              <a:defRPr/>
            </a:lvl4pPr>
            <a:lvl5pPr lvl="4" algn="ctr" rtl="0">
              <a:lnSpc>
                <a:spcPct val="100000"/>
              </a:lnSpc>
              <a:spcBef>
                <a:spcPts val="0"/>
              </a:spcBef>
              <a:spcAft>
                <a:spcPts val="0"/>
              </a:spcAft>
              <a:buSzPts val="1200"/>
              <a:buNone/>
              <a:defRPr/>
            </a:lvl5pPr>
            <a:lvl6pPr lvl="5" algn="ctr" rtl="0">
              <a:lnSpc>
                <a:spcPct val="100000"/>
              </a:lnSpc>
              <a:spcBef>
                <a:spcPts val="0"/>
              </a:spcBef>
              <a:spcAft>
                <a:spcPts val="0"/>
              </a:spcAft>
              <a:buSzPts val="1200"/>
              <a:buNone/>
              <a:defRPr/>
            </a:lvl6pPr>
            <a:lvl7pPr lvl="6" algn="ctr" rtl="0">
              <a:lnSpc>
                <a:spcPct val="100000"/>
              </a:lnSpc>
              <a:spcBef>
                <a:spcPts val="0"/>
              </a:spcBef>
              <a:spcAft>
                <a:spcPts val="0"/>
              </a:spcAft>
              <a:buSzPts val="1200"/>
              <a:buNone/>
              <a:defRPr/>
            </a:lvl7pPr>
            <a:lvl8pPr lvl="7" algn="ctr" rtl="0">
              <a:lnSpc>
                <a:spcPct val="100000"/>
              </a:lnSpc>
              <a:spcBef>
                <a:spcPts val="0"/>
              </a:spcBef>
              <a:spcAft>
                <a:spcPts val="0"/>
              </a:spcAft>
              <a:buSzPts val="1200"/>
              <a:buNone/>
              <a:defRPr/>
            </a:lvl8pPr>
            <a:lvl9pPr lvl="8" algn="ctr" rtl="0">
              <a:lnSpc>
                <a:spcPct val="100000"/>
              </a:lnSpc>
              <a:spcBef>
                <a:spcPts val="0"/>
              </a:spcBef>
              <a:spcAft>
                <a:spcPts val="0"/>
              </a:spcAft>
              <a:buSzPts val="1200"/>
              <a:buNone/>
              <a:defRPr/>
            </a:lvl9pPr>
          </a:lstStyle>
          <a:p>
            <a:endParaRPr/>
          </a:p>
        </p:txBody>
      </p:sp>
      <p:sp>
        <p:nvSpPr>
          <p:cNvPr id="31" name="Google Shape;31;p5"/>
          <p:cNvSpPr txBox="1">
            <a:spLocks noGrp="1"/>
          </p:cNvSpPr>
          <p:nvPr>
            <p:ph type="title"/>
          </p:nvPr>
        </p:nvSpPr>
        <p:spPr>
          <a:xfrm>
            <a:off x="720000" y="445025"/>
            <a:ext cx="7704000" cy="572700"/>
          </a:xfrm>
          <a:prstGeom prst="rect">
            <a:avLst/>
          </a:prstGeom>
        </p:spPr>
        <p:txBody>
          <a:bodyPr spcFirstLastPara="1" wrap="square" lIns="91425" tIns="91425" rIns="91425" bIns="91425" anchor="t" anchorCtr="0">
            <a:noAutofit/>
          </a:bodyPr>
          <a:lstStyle>
            <a:lvl1pPr lvl="0" rtl="0">
              <a:spcBef>
                <a:spcPts val="0"/>
              </a:spcBef>
              <a:spcAft>
                <a:spcPts val="0"/>
              </a:spcAft>
              <a:buSzPts val="3500"/>
              <a:buNone/>
              <a:defRPr/>
            </a:lvl1pPr>
            <a:lvl2pPr lvl="1" rtl="0">
              <a:spcBef>
                <a:spcPts val="0"/>
              </a:spcBef>
              <a:spcAft>
                <a:spcPts val="0"/>
              </a:spcAft>
              <a:buSzPts val="3500"/>
              <a:buNone/>
              <a:defRPr/>
            </a:lvl2pPr>
            <a:lvl3pPr lvl="2" rtl="0">
              <a:spcBef>
                <a:spcPts val="0"/>
              </a:spcBef>
              <a:spcAft>
                <a:spcPts val="0"/>
              </a:spcAft>
              <a:buSzPts val="3500"/>
              <a:buNone/>
              <a:defRPr/>
            </a:lvl3pPr>
            <a:lvl4pPr lvl="3" rtl="0">
              <a:spcBef>
                <a:spcPts val="0"/>
              </a:spcBef>
              <a:spcAft>
                <a:spcPts val="0"/>
              </a:spcAft>
              <a:buSzPts val="3500"/>
              <a:buNone/>
              <a:defRPr/>
            </a:lvl4pPr>
            <a:lvl5pPr lvl="4" rtl="0">
              <a:spcBef>
                <a:spcPts val="0"/>
              </a:spcBef>
              <a:spcAft>
                <a:spcPts val="0"/>
              </a:spcAft>
              <a:buSzPts val="3500"/>
              <a:buNone/>
              <a:defRPr/>
            </a:lvl5pPr>
            <a:lvl6pPr lvl="5" rtl="0">
              <a:spcBef>
                <a:spcPts val="0"/>
              </a:spcBef>
              <a:spcAft>
                <a:spcPts val="0"/>
              </a:spcAft>
              <a:buSzPts val="3500"/>
              <a:buNone/>
              <a:defRPr/>
            </a:lvl6pPr>
            <a:lvl7pPr lvl="6" rtl="0">
              <a:spcBef>
                <a:spcPts val="0"/>
              </a:spcBef>
              <a:spcAft>
                <a:spcPts val="0"/>
              </a:spcAft>
              <a:buSzPts val="3500"/>
              <a:buNone/>
              <a:defRPr/>
            </a:lvl7pPr>
            <a:lvl8pPr lvl="7" rtl="0">
              <a:spcBef>
                <a:spcPts val="0"/>
              </a:spcBef>
              <a:spcAft>
                <a:spcPts val="0"/>
              </a:spcAft>
              <a:buSzPts val="3500"/>
              <a:buNone/>
              <a:defRPr/>
            </a:lvl8pPr>
            <a:lvl9pPr lvl="8" rtl="0">
              <a:spcBef>
                <a:spcPts val="0"/>
              </a:spcBef>
              <a:spcAft>
                <a:spcPts val="0"/>
              </a:spcAft>
              <a:buSzPts val="3500"/>
              <a:buNone/>
              <a:defRPr/>
            </a:lvl9pPr>
          </a:lstStyle>
          <a:p>
            <a:endParaRPr/>
          </a:p>
        </p:txBody>
      </p:sp>
      <p:grpSp>
        <p:nvGrpSpPr>
          <p:cNvPr id="32" name="Google Shape;32;p5"/>
          <p:cNvGrpSpPr/>
          <p:nvPr/>
        </p:nvGrpSpPr>
        <p:grpSpPr>
          <a:xfrm>
            <a:off x="165700" y="1292300"/>
            <a:ext cx="8349200" cy="3705900"/>
            <a:chOff x="165700" y="1292300"/>
            <a:chExt cx="8349200" cy="3705900"/>
          </a:xfrm>
        </p:grpSpPr>
        <p:grpSp>
          <p:nvGrpSpPr>
            <p:cNvPr id="33" name="Google Shape;33;p5"/>
            <p:cNvGrpSpPr/>
            <p:nvPr/>
          </p:nvGrpSpPr>
          <p:grpSpPr>
            <a:xfrm rot="10800000">
              <a:off x="165700" y="4608500"/>
              <a:ext cx="7941000" cy="90900"/>
              <a:chOff x="1239825" y="571500"/>
              <a:chExt cx="7941000" cy="90900"/>
            </a:xfrm>
          </p:grpSpPr>
          <p:cxnSp>
            <p:nvCxnSpPr>
              <p:cNvPr id="34" name="Google Shape;34;p5"/>
              <p:cNvCxnSpPr/>
              <p:nvPr/>
            </p:nvCxnSpPr>
            <p:spPr>
              <a:xfrm>
                <a:off x="1239825" y="571500"/>
                <a:ext cx="7941000" cy="0"/>
              </a:xfrm>
              <a:prstGeom prst="straightConnector1">
                <a:avLst/>
              </a:prstGeom>
              <a:noFill/>
              <a:ln w="9525" cap="flat" cmpd="sng">
                <a:solidFill>
                  <a:schemeClr val="dk1"/>
                </a:solidFill>
                <a:prstDash val="solid"/>
                <a:round/>
                <a:headEnd type="none" w="med" len="med"/>
                <a:tailEnd type="none" w="med" len="med"/>
              </a:ln>
            </p:spPr>
          </p:cxnSp>
          <p:sp>
            <p:nvSpPr>
              <p:cNvPr id="35" name="Google Shape;35;p5"/>
              <p:cNvSpPr/>
              <p:nvPr/>
            </p:nvSpPr>
            <p:spPr>
              <a:xfrm>
                <a:off x="1239825" y="571500"/>
                <a:ext cx="505200" cy="90900"/>
              </a:xfrm>
              <a:prstGeom prst="rect">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36" name="Google Shape;36;p5"/>
            <p:cNvGrpSpPr/>
            <p:nvPr/>
          </p:nvGrpSpPr>
          <p:grpSpPr>
            <a:xfrm flipH="1">
              <a:off x="8424000" y="1292300"/>
              <a:ext cx="90900" cy="3705900"/>
              <a:chOff x="7952125" y="1292300"/>
              <a:chExt cx="90900" cy="3705900"/>
            </a:xfrm>
          </p:grpSpPr>
          <p:sp>
            <p:nvSpPr>
              <p:cNvPr id="37" name="Google Shape;37;p5"/>
              <p:cNvSpPr/>
              <p:nvPr/>
            </p:nvSpPr>
            <p:spPr>
              <a:xfrm rot="5400000">
                <a:off x="7744975" y="1499450"/>
                <a:ext cx="505200" cy="90900"/>
              </a:xfrm>
              <a:prstGeom prst="rect">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cxnSp>
            <p:nvCxnSpPr>
              <p:cNvPr id="38" name="Google Shape;38;p5"/>
              <p:cNvCxnSpPr/>
              <p:nvPr/>
            </p:nvCxnSpPr>
            <p:spPr>
              <a:xfrm>
                <a:off x="8043025" y="1292300"/>
                <a:ext cx="0" cy="3705900"/>
              </a:xfrm>
              <a:prstGeom prst="straightConnector1">
                <a:avLst/>
              </a:prstGeom>
              <a:noFill/>
              <a:ln w="9525" cap="flat" cmpd="sng">
                <a:solidFill>
                  <a:schemeClr val="dk1"/>
                </a:solidFill>
                <a:prstDash val="solid"/>
                <a:round/>
                <a:headEnd type="none" w="med" len="med"/>
                <a:tailEnd type="none" w="med" len="med"/>
              </a:ln>
            </p:spPr>
          </p:cxnSp>
        </p:grpSp>
      </p:gr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39"/>
        <p:cNvGrpSpPr/>
        <p:nvPr/>
      </p:nvGrpSpPr>
      <p:grpSpPr>
        <a:xfrm>
          <a:off x="0" y="0"/>
          <a:ext cx="0" cy="0"/>
          <a:chOff x="0" y="0"/>
          <a:chExt cx="0" cy="0"/>
        </a:xfrm>
      </p:grpSpPr>
      <p:sp>
        <p:nvSpPr>
          <p:cNvPr id="40" name="Google Shape;40;p6"/>
          <p:cNvSpPr/>
          <p:nvPr/>
        </p:nvSpPr>
        <p:spPr>
          <a:xfrm>
            <a:off x="171450" y="145800"/>
            <a:ext cx="8801100" cy="4851900"/>
          </a:xfrm>
          <a:prstGeom prst="rect">
            <a:avLst/>
          </a:prstGeom>
          <a:solidFill>
            <a:schemeClr val="lt1"/>
          </a:solidFill>
          <a:ln>
            <a:noFill/>
          </a:ln>
          <a:effectLst>
            <a:outerShdw blurRad="57150" dist="19050" dir="5400000" algn="bl" rotWithShape="0">
              <a:schemeClr val="dk1">
                <a:alpha val="5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 name="Google Shape;41;p6"/>
          <p:cNvSpPr txBox="1">
            <a:spLocks noGrp="1"/>
          </p:cNvSpPr>
          <p:nvPr>
            <p:ph type="title"/>
          </p:nvPr>
        </p:nvSpPr>
        <p:spPr>
          <a:xfrm>
            <a:off x="720000" y="445025"/>
            <a:ext cx="7704000" cy="572700"/>
          </a:xfrm>
          <a:prstGeom prst="rect">
            <a:avLst/>
          </a:prstGeom>
        </p:spPr>
        <p:txBody>
          <a:bodyPr spcFirstLastPara="1" wrap="square" lIns="91425" tIns="91425" rIns="91425" bIns="91425" anchor="t" anchorCtr="0">
            <a:noAutofit/>
          </a:bodyPr>
          <a:lstStyle>
            <a:lvl1pPr lvl="0" rtl="0">
              <a:spcBef>
                <a:spcPts val="0"/>
              </a:spcBef>
              <a:spcAft>
                <a:spcPts val="0"/>
              </a:spcAft>
              <a:buSzPts val="3500"/>
              <a:buNone/>
              <a:defRPr/>
            </a:lvl1pPr>
            <a:lvl2pPr lvl="1" rtl="0">
              <a:spcBef>
                <a:spcPts val="0"/>
              </a:spcBef>
              <a:spcAft>
                <a:spcPts val="0"/>
              </a:spcAft>
              <a:buSzPts val="3500"/>
              <a:buFont typeface="Noto Serif Ethiopic"/>
              <a:buNone/>
              <a:defRPr>
                <a:latin typeface="Noto Serif Ethiopic"/>
                <a:ea typeface="Noto Serif Ethiopic"/>
                <a:cs typeface="Noto Serif Ethiopic"/>
                <a:sym typeface="Noto Serif Ethiopic"/>
              </a:defRPr>
            </a:lvl2pPr>
            <a:lvl3pPr lvl="2" rtl="0">
              <a:spcBef>
                <a:spcPts val="0"/>
              </a:spcBef>
              <a:spcAft>
                <a:spcPts val="0"/>
              </a:spcAft>
              <a:buSzPts val="3500"/>
              <a:buFont typeface="Noto Serif Ethiopic"/>
              <a:buNone/>
              <a:defRPr>
                <a:latin typeface="Noto Serif Ethiopic"/>
                <a:ea typeface="Noto Serif Ethiopic"/>
                <a:cs typeface="Noto Serif Ethiopic"/>
                <a:sym typeface="Noto Serif Ethiopic"/>
              </a:defRPr>
            </a:lvl3pPr>
            <a:lvl4pPr lvl="3" rtl="0">
              <a:spcBef>
                <a:spcPts val="0"/>
              </a:spcBef>
              <a:spcAft>
                <a:spcPts val="0"/>
              </a:spcAft>
              <a:buSzPts val="3500"/>
              <a:buFont typeface="Noto Serif Ethiopic"/>
              <a:buNone/>
              <a:defRPr>
                <a:latin typeface="Noto Serif Ethiopic"/>
                <a:ea typeface="Noto Serif Ethiopic"/>
                <a:cs typeface="Noto Serif Ethiopic"/>
                <a:sym typeface="Noto Serif Ethiopic"/>
              </a:defRPr>
            </a:lvl4pPr>
            <a:lvl5pPr lvl="4" rtl="0">
              <a:spcBef>
                <a:spcPts val="0"/>
              </a:spcBef>
              <a:spcAft>
                <a:spcPts val="0"/>
              </a:spcAft>
              <a:buSzPts val="3500"/>
              <a:buFont typeface="Noto Serif Ethiopic"/>
              <a:buNone/>
              <a:defRPr>
                <a:latin typeface="Noto Serif Ethiopic"/>
                <a:ea typeface="Noto Serif Ethiopic"/>
                <a:cs typeface="Noto Serif Ethiopic"/>
                <a:sym typeface="Noto Serif Ethiopic"/>
              </a:defRPr>
            </a:lvl5pPr>
            <a:lvl6pPr lvl="5" rtl="0">
              <a:spcBef>
                <a:spcPts val="0"/>
              </a:spcBef>
              <a:spcAft>
                <a:spcPts val="0"/>
              </a:spcAft>
              <a:buSzPts val="3500"/>
              <a:buFont typeface="Noto Serif Ethiopic"/>
              <a:buNone/>
              <a:defRPr>
                <a:latin typeface="Noto Serif Ethiopic"/>
                <a:ea typeface="Noto Serif Ethiopic"/>
                <a:cs typeface="Noto Serif Ethiopic"/>
                <a:sym typeface="Noto Serif Ethiopic"/>
              </a:defRPr>
            </a:lvl6pPr>
            <a:lvl7pPr lvl="6" rtl="0">
              <a:spcBef>
                <a:spcPts val="0"/>
              </a:spcBef>
              <a:spcAft>
                <a:spcPts val="0"/>
              </a:spcAft>
              <a:buSzPts val="3500"/>
              <a:buFont typeface="Noto Serif Ethiopic"/>
              <a:buNone/>
              <a:defRPr>
                <a:latin typeface="Noto Serif Ethiopic"/>
                <a:ea typeface="Noto Serif Ethiopic"/>
                <a:cs typeface="Noto Serif Ethiopic"/>
                <a:sym typeface="Noto Serif Ethiopic"/>
              </a:defRPr>
            </a:lvl7pPr>
            <a:lvl8pPr lvl="7" rtl="0">
              <a:spcBef>
                <a:spcPts val="0"/>
              </a:spcBef>
              <a:spcAft>
                <a:spcPts val="0"/>
              </a:spcAft>
              <a:buSzPts val="3500"/>
              <a:buFont typeface="Noto Serif Ethiopic"/>
              <a:buNone/>
              <a:defRPr>
                <a:latin typeface="Noto Serif Ethiopic"/>
                <a:ea typeface="Noto Serif Ethiopic"/>
                <a:cs typeface="Noto Serif Ethiopic"/>
                <a:sym typeface="Noto Serif Ethiopic"/>
              </a:defRPr>
            </a:lvl8pPr>
            <a:lvl9pPr lvl="8" rtl="0">
              <a:spcBef>
                <a:spcPts val="0"/>
              </a:spcBef>
              <a:spcAft>
                <a:spcPts val="0"/>
              </a:spcAft>
              <a:buSzPts val="3500"/>
              <a:buFont typeface="Noto Serif Ethiopic"/>
              <a:buNone/>
              <a:defRPr>
                <a:latin typeface="Noto Serif Ethiopic"/>
                <a:ea typeface="Noto Serif Ethiopic"/>
                <a:cs typeface="Noto Serif Ethiopic"/>
                <a:sym typeface="Noto Serif Ethiopic"/>
              </a:defRPr>
            </a:lvl9pPr>
          </a:lstStyle>
          <a:p>
            <a:endParaRPr/>
          </a:p>
        </p:txBody>
      </p:sp>
      <p:grpSp>
        <p:nvGrpSpPr>
          <p:cNvPr id="42" name="Google Shape;42;p6"/>
          <p:cNvGrpSpPr/>
          <p:nvPr/>
        </p:nvGrpSpPr>
        <p:grpSpPr>
          <a:xfrm>
            <a:off x="435875" y="97275"/>
            <a:ext cx="8272250" cy="4900925"/>
            <a:chOff x="435875" y="97275"/>
            <a:chExt cx="8272250" cy="4900925"/>
          </a:xfrm>
        </p:grpSpPr>
        <p:grpSp>
          <p:nvGrpSpPr>
            <p:cNvPr id="43" name="Google Shape;43;p6"/>
            <p:cNvGrpSpPr/>
            <p:nvPr/>
          </p:nvGrpSpPr>
          <p:grpSpPr>
            <a:xfrm flipH="1">
              <a:off x="435875" y="1292300"/>
              <a:ext cx="90900" cy="3705900"/>
              <a:chOff x="7952125" y="1292300"/>
              <a:chExt cx="90900" cy="3705900"/>
            </a:xfrm>
          </p:grpSpPr>
          <p:sp>
            <p:nvSpPr>
              <p:cNvPr id="44" name="Google Shape;44;p6"/>
              <p:cNvSpPr/>
              <p:nvPr/>
            </p:nvSpPr>
            <p:spPr>
              <a:xfrm rot="5400000">
                <a:off x="7744975" y="1499450"/>
                <a:ext cx="505200" cy="90900"/>
              </a:xfrm>
              <a:prstGeom prst="rect">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cxnSp>
            <p:nvCxnSpPr>
              <p:cNvPr id="45" name="Google Shape;45;p6"/>
              <p:cNvCxnSpPr/>
              <p:nvPr/>
            </p:nvCxnSpPr>
            <p:spPr>
              <a:xfrm>
                <a:off x="8043025" y="1292300"/>
                <a:ext cx="0" cy="3705900"/>
              </a:xfrm>
              <a:prstGeom prst="straightConnector1">
                <a:avLst/>
              </a:prstGeom>
              <a:noFill/>
              <a:ln w="9525" cap="flat" cmpd="sng">
                <a:solidFill>
                  <a:schemeClr val="dk1"/>
                </a:solidFill>
                <a:prstDash val="solid"/>
                <a:round/>
                <a:headEnd type="none" w="med" len="med"/>
                <a:tailEnd type="none" w="med" len="med"/>
              </a:ln>
            </p:spPr>
          </p:cxnSp>
        </p:grpSp>
        <p:grpSp>
          <p:nvGrpSpPr>
            <p:cNvPr id="46" name="Google Shape;46;p6"/>
            <p:cNvGrpSpPr/>
            <p:nvPr/>
          </p:nvGrpSpPr>
          <p:grpSpPr>
            <a:xfrm rot="10800000">
              <a:off x="8617225" y="97275"/>
              <a:ext cx="90900" cy="3705900"/>
              <a:chOff x="7952125" y="1292300"/>
              <a:chExt cx="90900" cy="3705900"/>
            </a:xfrm>
          </p:grpSpPr>
          <p:sp>
            <p:nvSpPr>
              <p:cNvPr id="47" name="Google Shape;47;p6"/>
              <p:cNvSpPr/>
              <p:nvPr/>
            </p:nvSpPr>
            <p:spPr>
              <a:xfrm rot="5400000">
                <a:off x="7744975" y="1499450"/>
                <a:ext cx="505200" cy="90900"/>
              </a:xfrm>
              <a:prstGeom prst="rect">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cxnSp>
            <p:nvCxnSpPr>
              <p:cNvPr id="48" name="Google Shape;48;p6"/>
              <p:cNvCxnSpPr/>
              <p:nvPr/>
            </p:nvCxnSpPr>
            <p:spPr>
              <a:xfrm>
                <a:off x="8043025" y="1292300"/>
                <a:ext cx="0" cy="3705900"/>
              </a:xfrm>
              <a:prstGeom prst="straightConnector1">
                <a:avLst/>
              </a:prstGeom>
              <a:noFill/>
              <a:ln w="9525" cap="flat" cmpd="sng">
                <a:solidFill>
                  <a:schemeClr val="dk1"/>
                </a:solidFill>
                <a:prstDash val="solid"/>
                <a:round/>
                <a:headEnd type="none" w="med" len="med"/>
                <a:tailEnd type="none" w="med" len="med"/>
              </a:ln>
            </p:spPr>
          </p:cxnSp>
        </p:grpSp>
      </p:gr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One column text">
  <p:cSld name="ONE_COLUMN_TEXT">
    <p:spTree>
      <p:nvGrpSpPr>
        <p:cNvPr id="1" name="Shape 49"/>
        <p:cNvGrpSpPr/>
        <p:nvPr/>
      </p:nvGrpSpPr>
      <p:grpSpPr>
        <a:xfrm>
          <a:off x="0" y="0"/>
          <a:ext cx="0" cy="0"/>
          <a:chOff x="0" y="0"/>
          <a:chExt cx="0" cy="0"/>
        </a:xfrm>
      </p:grpSpPr>
      <p:sp>
        <p:nvSpPr>
          <p:cNvPr id="50" name="Google Shape;50;p7"/>
          <p:cNvSpPr/>
          <p:nvPr/>
        </p:nvSpPr>
        <p:spPr>
          <a:xfrm>
            <a:off x="171450" y="145800"/>
            <a:ext cx="8801100" cy="4851900"/>
          </a:xfrm>
          <a:prstGeom prst="rect">
            <a:avLst/>
          </a:prstGeom>
          <a:solidFill>
            <a:schemeClr val="lt1"/>
          </a:solidFill>
          <a:ln>
            <a:noFill/>
          </a:ln>
          <a:effectLst>
            <a:outerShdw blurRad="57150" dist="19050" dir="5400000" algn="bl" rotWithShape="0">
              <a:schemeClr val="dk1">
                <a:alpha val="5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 name="Google Shape;51;p7"/>
          <p:cNvSpPr txBox="1">
            <a:spLocks noGrp="1"/>
          </p:cNvSpPr>
          <p:nvPr>
            <p:ph type="title"/>
          </p:nvPr>
        </p:nvSpPr>
        <p:spPr>
          <a:xfrm>
            <a:off x="720000" y="445025"/>
            <a:ext cx="7704000" cy="572700"/>
          </a:xfrm>
          <a:prstGeom prst="rect">
            <a:avLst/>
          </a:prstGeom>
        </p:spPr>
        <p:txBody>
          <a:bodyPr spcFirstLastPara="1" wrap="square" lIns="91425" tIns="91425" rIns="91425" bIns="91425" anchor="t" anchorCtr="0">
            <a:noAutofit/>
          </a:bodyPr>
          <a:lstStyle>
            <a:lvl1pPr lvl="0" rtl="0">
              <a:spcBef>
                <a:spcPts val="0"/>
              </a:spcBef>
              <a:spcAft>
                <a:spcPts val="0"/>
              </a:spcAft>
              <a:buSzPts val="3500"/>
              <a:buNone/>
              <a:defRPr/>
            </a:lvl1pPr>
            <a:lvl2pPr lvl="1" rtl="0">
              <a:spcBef>
                <a:spcPts val="0"/>
              </a:spcBef>
              <a:spcAft>
                <a:spcPts val="0"/>
              </a:spcAft>
              <a:buSzPts val="3500"/>
              <a:buNone/>
              <a:defRPr/>
            </a:lvl2pPr>
            <a:lvl3pPr lvl="2" rtl="0">
              <a:spcBef>
                <a:spcPts val="0"/>
              </a:spcBef>
              <a:spcAft>
                <a:spcPts val="0"/>
              </a:spcAft>
              <a:buSzPts val="3500"/>
              <a:buNone/>
              <a:defRPr/>
            </a:lvl3pPr>
            <a:lvl4pPr lvl="3" rtl="0">
              <a:spcBef>
                <a:spcPts val="0"/>
              </a:spcBef>
              <a:spcAft>
                <a:spcPts val="0"/>
              </a:spcAft>
              <a:buSzPts val="3500"/>
              <a:buNone/>
              <a:defRPr/>
            </a:lvl4pPr>
            <a:lvl5pPr lvl="4" rtl="0">
              <a:spcBef>
                <a:spcPts val="0"/>
              </a:spcBef>
              <a:spcAft>
                <a:spcPts val="0"/>
              </a:spcAft>
              <a:buSzPts val="3500"/>
              <a:buNone/>
              <a:defRPr/>
            </a:lvl5pPr>
            <a:lvl6pPr lvl="5" rtl="0">
              <a:spcBef>
                <a:spcPts val="0"/>
              </a:spcBef>
              <a:spcAft>
                <a:spcPts val="0"/>
              </a:spcAft>
              <a:buSzPts val="3500"/>
              <a:buNone/>
              <a:defRPr/>
            </a:lvl6pPr>
            <a:lvl7pPr lvl="6" rtl="0">
              <a:spcBef>
                <a:spcPts val="0"/>
              </a:spcBef>
              <a:spcAft>
                <a:spcPts val="0"/>
              </a:spcAft>
              <a:buSzPts val="3500"/>
              <a:buNone/>
              <a:defRPr/>
            </a:lvl7pPr>
            <a:lvl8pPr lvl="7" rtl="0">
              <a:spcBef>
                <a:spcPts val="0"/>
              </a:spcBef>
              <a:spcAft>
                <a:spcPts val="0"/>
              </a:spcAft>
              <a:buSzPts val="3500"/>
              <a:buNone/>
              <a:defRPr/>
            </a:lvl8pPr>
            <a:lvl9pPr lvl="8" rtl="0">
              <a:spcBef>
                <a:spcPts val="0"/>
              </a:spcBef>
              <a:spcAft>
                <a:spcPts val="0"/>
              </a:spcAft>
              <a:buSzPts val="3500"/>
              <a:buNone/>
              <a:defRPr/>
            </a:lvl9pPr>
          </a:lstStyle>
          <a:p>
            <a:endParaRPr/>
          </a:p>
        </p:txBody>
      </p:sp>
      <p:sp>
        <p:nvSpPr>
          <p:cNvPr id="52" name="Google Shape;52;p7"/>
          <p:cNvSpPr txBox="1">
            <a:spLocks noGrp="1"/>
          </p:cNvSpPr>
          <p:nvPr>
            <p:ph type="body" idx="1"/>
          </p:nvPr>
        </p:nvSpPr>
        <p:spPr>
          <a:xfrm>
            <a:off x="720000" y="1152475"/>
            <a:ext cx="7704000" cy="1911300"/>
          </a:xfrm>
          <a:prstGeom prst="rect">
            <a:avLst/>
          </a:prstGeom>
        </p:spPr>
        <p:txBody>
          <a:bodyPr spcFirstLastPara="1" wrap="square" lIns="91425" tIns="91425" rIns="91425" bIns="91425" anchor="t" anchorCtr="0">
            <a:noAutofit/>
          </a:bodyPr>
          <a:lstStyle>
            <a:lvl1pPr marL="457200" lvl="0" indent="-317500" rtl="0">
              <a:lnSpc>
                <a:spcPct val="115000"/>
              </a:lnSpc>
              <a:spcBef>
                <a:spcPts val="0"/>
              </a:spcBef>
              <a:spcAft>
                <a:spcPts val="0"/>
              </a:spcAft>
              <a:buSzPts val="1400"/>
              <a:buChar char="●"/>
              <a:defRPr/>
            </a:lvl1pPr>
            <a:lvl2pPr marL="914400" lvl="1" indent="-304800" rtl="0">
              <a:lnSpc>
                <a:spcPct val="115000"/>
              </a:lnSpc>
              <a:spcBef>
                <a:spcPts val="0"/>
              </a:spcBef>
              <a:spcAft>
                <a:spcPts val="0"/>
              </a:spcAft>
              <a:buSzPts val="1200"/>
              <a:buChar char="○"/>
              <a:defRPr/>
            </a:lvl2pPr>
            <a:lvl3pPr marL="1371600" lvl="2" indent="-304800" rtl="0">
              <a:lnSpc>
                <a:spcPct val="115000"/>
              </a:lnSpc>
              <a:spcBef>
                <a:spcPts val="0"/>
              </a:spcBef>
              <a:spcAft>
                <a:spcPts val="0"/>
              </a:spcAft>
              <a:buSzPts val="1200"/>
              <a:buChar char="■"/>
              <a:defRPr/>
            </a:lvl3pPr>
            <a:lvl4pPr marL="1828800" lvl="3" indent="-304800" rtl="0">
              <a:lnSpc>
                <a:spcPct val="115000"/>
              </a:lnSpc>
              <a:spcBef>
                <a:spcPts val="0"/>
              </a:spcBef>
              <a:spcAft>
                <a:spcPts val="0"/>
              </a:spcAft>
              <a:buSzPts val="1200"/>
              <a:buChar char="●"/>
              <a:defRPr/>
            </a:lvl4pPr>
            <a:lvl5pPr marL="2286000" lvl="4" indent="-304800" rtl="0">
              <a:lnSpc>
                <a:spcPct val="115000"/>
              </a:lnSpc>
              <a:spcBef>
                <a:spcPts val="0"/>
              </a:spcBef>
              <a:spcAft>
                <a:spcPts val="0"/>
              </a:spcAft>
              <a:buSzPts val="1200"/>
              <a:buChar char="○"/>
              <a:defRPr/>
            </a:lvl5pPr>
            <a:lvl6pPr marL="2743200" lvl="5" indent="-304800" rtl="0">
              <a:lnSpc>
                <a:spcPct val="115000"/>
              </a:lnSpc>
              <a:spcBef>
                <a:spcPts val="0"/>
              </a:spcBef>
              <a:spcAft>
                <a:spcPts val="0"/>
              </a:spcAft>
              <a:buSzPts val="1200"/>
              <a:buChar char="■"/>
              <a:defRPr/>
            </a:lvl6pPr>
            <a:lvl7pPr marL="3200400" lvl="6" indent="-304800" rtl="0">
              <a:lnSpc>
                <a:spcPct val="115000"/>
              </a:lnSpc>
              <a:spcBef>
                <a:spcPts val="0"/>
              </a:spcBef>
              <a:spcAft>
                <a:spcPts val="0"/>
              </a:spcAft>
              <a:buSzPts val="1200"/>
              <a:buChar char="●"/>
              <a:defRPr/>
            </a:lvl7pPr>
            <a:lvl8pPr marL="3657600" lvl="7" indent="-304800" rtl="0">
              <a:lnSpc>
                <a:spcPct val="115000"/>
              </a:lnSpc>
              <a:spcBef>
                <a:spcPts val="0"/>
              </a:spcBef>
              <a:spcAft>
                <a:spcPts val="0"/>
              </a:spcAft>
              <a:buSzPts val="1200"/>
              <a:buChar char="○"/>
              <a:defRPr/>
            </a:lvl8pPr>
            <a:lvl9pPr marL="4114800" lvl="8" indent="-304800" rtl="0">
              <a:lnSpc>
                <a:spcPct val="115000"/>
              </a:lnSpc>
              <a:spcBef>
                <a:spcPts val="0"/>
              </a:spcBef>
              <a:spcAft>
                <a:spcPts val="0"/>
              </a:spcAft>
              <a:buSzPts val="1200"/>
              <a:buChar char="■"/>
              <a:defRPr/>
            </a:lvl9pPr>
          </a:lstStyle>
          <a:p>
            <a:endParaRPr/>
          </a:p>
        </p:txBody>
      </p:sp>
      <p:grpSp>
        <p:nvGrpSpPr>
          <p:cNvPr id="53" name="Google Shape;53;p7"/>
          <p:cNvGrpSpPr/>
          <p:nvPr/>
        </p:nvGrpSpPr>
        <p:grpSpPr>
          <a:xfrm rot="10800000" flipH="1">
            <a:off x="2502023" y="4741850"/>
            <a:ext cx="6506400" cy="90900"/>
            <a:chOff x="1239825" y="571500"/>
            <a:chExt cx="6506400" cy="90900"/>
          </a:xfrm>
        </p:grpSpPr>
        <p:cxnSp>
          <p:nvCxnSpPr>
            <p:cNvPr id="54" name="Google Shape;54;p7"/>
            <p:cNvCxnSpPr/>
            <p:nvPr/>
          </p:nvCxnSpPr>
          <p:spPr>
            <a:xfrm>
              <a:off x="1239825" y="571500"/>
              <a:ext cx="6506400" cy="0"/>
            </a:xfrm>
            <a:prstGeom prst="straightConnector1">
              <a:avLst/>
            </a:prstGeom>
            <a:noFill/>
            <a:ln w="9525" cap="flat" cmpd="sng">
              <a:solidFill>
                <a:schemeClr val="dk1"/>
              </a:solidFill>
              <a:prstDash val="solid"/>
              <a:round/>
              <a:headEnd type="none" w="med" len="med"/>
              <a:tailEnd type="none" w="med" len="med"/>
            </a:ln>
          </p:spPr>
        </p:cxnSp>
        <p:sp>
          <p:nvSpPr>
            <p:cNvPr id="55" name="Google Shape;55;p7"/>
            <p:cNvSpPr/>
            <p:nvPr/>
          </p:nvSpPr>
          <p:spPr>
            <a:xfrm>
              <a:off x="1239825" y="571500"/>
              <a:ext cx="505200" cy="90900"/>
            </a:xfrm>
            <a:prstGeom prst="rect">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Caption">
  <p:cSld name="CAPTION_ONLY">
    <p:spTree>
      <p:nvGrpSpPr>
        <p:cNvPr id="1" name="Shape 69"/>
        <p:cNvGrpSpPr/>
        <p:nvPr/>
      </p:nvGrpSpPr>
      <p:grpSpPr>
        <a:xfrm>
          <a:off x="0" y="0"/>
          <a:ext cx="0" cy="0"/>
          <a:chOff x="0" y="0"/>
          <a:chExt cx="0" cy="0"/>
        </a:xfrm>
      </p:grpSpPr>
      <p:sp>
        <p:nvSpPr>
          <p:cNvPr id="70" name="Google Shape;70;p10"/>
          <p:cNvSpPr>
            <a:spLocks noGrp="1"/>
          </p:cNvSpPr>
          <p:nvPr>
            <p:ph type="pic" idx="2"/>
          </p:nvPr>
        </p:nvSpPr>
        <p:spPr>
          <a:xfrm>
            <a:off x="-11825" y="-11825"/>
            <a:ext cx="9155700" cy="5155200"/>
          </a:xfrm>
          <a:prstGeom prst="rect">
            <a:avLst/>
          </a:prstGeom>
          <a:noFill/>
          <a:ln>
            <a:noFill/>
          </a:ln>
        </p:spPr>
      </p:sp>
      <p:sp>
        <p:nvSpPr>
          <p:cNvPr id="71" name="Google Shape;71;p10"/>
          <p:cNvSpPr txBox="1">
            <a:spLocks noGrp="1"/>
          </p:cNvSpPr>
          <p:nvPr>
            <p:ph type="title"/>
          </p:nvPr>
        </p:nvSpPr>
        <p:spPr>
          <a:xfrm>
            <a:off x="1522200" y="3961375"/>
            <a:ext cx="6099600" cy="572700"/>
          </a:xfrm>
          <a:prstGeom prst="rect">
            <a:avLst/>
          </a:prstGeom>
          <a:solidFill>
            <a:schemeClr val="lt1"/>
          </a:solidFill>
        </p:spPr>
        <p:txBody>
          <a:bodyPr spcFirstLastPara="1" wrap="square" lIns="91425" tIns="91425" rIns="91425" bIns="91425" anchor="ctr" anchorCtr="0">
            <a:noAutofit/>
          </a:bodyPr>
          <a:lstStyle>
            <a:lvl1pPr lvl="0" algn="ctr" rtl="0">
              <a:spcBef>
                <a:spcPts val="0"/>
              </a:spcBef>
              <a:spcAft>
                <a:spcPts val="0"/>
              </a:spcAft>
              <a:buSzPts val="3500"/>
              <a:buNone/>
              <a:defRPr sz="2400"/>
            </a:lvl1pPr>
            <a:lvl2pPr lvl="1" algn="ctr" rtl="0">
              <a:spcBef>
                <a:spcPts val="0"/>
              </a:spcBef>
              <a:spcAft>
                <a:spcPts val="0"/>
              </a:spcAft>
              <a:buSzPts val="3500"/>
              <a:buNone/>
              <a:defRPr/>
            </a:lvl2pPr>
            <a:lvl3pPr lvl="2" algn="ctr" rtl="0">
              <a:spcBef>
                <a:spcPts val="0"/>
              </a:spcBef>
              <a:spcAft>
                <a:spcPts val="0"/>
              </a:spcAft>
              <a:buSzPts val="3500"/>
              <a:buNone/>
              <a:defRPr/>
            </a:lvl3pPr>
            <a:lvl4pPr lvl="3" algn="ctr" rtl="0">
              <a:spcBef>
                <a:spcPts val="0"/>
              </a:spcBef>
              <a:spcAft>
                <a:spcPts val="0"/>
              </a:spcAft>
              <a:buSzPts val="3500"/>
              <a:buNone/>
              <a:defRPr/>
            </a:lvl4pPr>
            <a:lvl5pPr lvl="4" algn="ctr" rtl="0">
              <a:spcBef>
                <a:spcPts val="0"/>
              </a:spcBef>
              <a:spcAft>
                <a:spcPts val="0"/>
              </a:spcAft>
              <a:buSzPts val="3500"/>
              <a:buNone/>
              <a:defRPr/>
            </a:lvl5pPr>
            <a:lvl6pPr lvl="5" algn="ctr" rtl="0">
              <a:spcBef>
                <a:spcPts val="0"/>
              </a:spcBef>
              <a:spcAft>
                <a:spcPts val="0"/>
              </a:spcAft>
              <a:buSzPts val="3500"/>
              <a:buNone/>
              <a:defRPr/>
            </a:lvl6pPr>
            <a:lvl7pPr lvl="6" algn="ctr" rtl="0">
              <a:spcBef>
                <a:spcPts val="0"/>
              </a:spcBef>
              <a:spcAft>
                <a:spcPts val="0"/>
              </a:spcAft>
              <a:buSzPts val="3500"/>
              <a:buNone/>
              <a:defRPr/>
            </a:lvl7pPr>
            <a:lvl8pPr lvl="7" algn="ctr" rtl="0">
              <a:spcBef>
                <a:spcPts val="0"/>
              </a:spcBef>
              <a:spcAft>
                <a:spcPts val="0"/>
              </a:spcAft>
              <a:buSzPts val="3500"/>
              <a:buNone/>
              <a:defRPr/>
            </a:lvl8pPr>
            <a:lvl9pPr lvl="8" algn="ctr" rtl="0">
              <a:spcBef>
                <a:spcPts val="0"/>
              </a:spcBef>
              <a:spcAft>
                <a:spcPts val="0"/>
              </a:spcAft>
              <a:buSzPts val="3500"/>
              <a:buNone/>
              <a:defRPr/>
            </a:lvl9pPr>
          </a:lstStyle>
          <a:p>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Blank" type="blank">
  <p:cSld name="BLANK">
    <p:bg>
      <p:bgPr>
        <a:solidFill>
          <a:schemeClr val="accent3"/>
        </a:solidFill>
        <a:effectLst/>
      </p:bgPr>
    </p:bg>
    <p:spTree>
      <p:nvGrpSpPr>
        <p:cNvPr id="1" name="Shape 82"/>
        <p:cNvGrpSpPr/>
        <p:nvPr/>
      </p:nvGrpSpPr>
      <p:grpSpPr>
        <a:xfrm>
          <a:off x="0" y="0"/>
          <a:ext cx="0" cy="0"/>
          <a:chOff x="0" y="0"/>
          <a:chExt cx="0" cy="0"/>
        </a:xfrm>
      </p:grpSpPr>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Table of contents">
  <p:cSld name="BLANK_1">
    <p:spTree>
      <p:nvGrpSpPr>
        <p:cNvPr id="1" name="Shape 83"/>
        <p:cNvGrpSpPr/>
        <p:nvPr/>
      </p:nvGrpSpPr>
      <p:grpSpPr>
        <a:xfrm>
          <a:off x="0" y="0"/>
          <a:ext cx="0" cy="0"/>
          <a:chOff x="0" y="0"/>
          <a:chExt cx="0" cy="0"/>
        </a:xfrm>
      </p:grpSpPr>
      <p:sp>
        <p:nvSpPr>
          <p:cNvPr id="84" name="Google Shape;84;p13"/>
          <p:cNvSpPr/>
          <p:nvPr/>
        </p:nvSpPr>
        <p:spPr>
          <a:xfrm>
            <a:off x="171450" y="145800"/>
            <a:ext cx="8801100" cy="4851900"/>
          </a:xfrm>
          <a:prstGeom prst="rect">
            <a:avLst/>
          </a:prstGeom>
          <a:solidFill>
            <a:schemeClr val="lt1"/>
          </a:solidFill>
          <a:ln>
            <a:noFill/>
          </a:ln>
          <a:effectLst>
            <a:outerShdw blurRad="57150" dist="19050" dir="5400000" algn="bl" rotWithShape="0">
              <a:schemeClr val="dk1">
                <a:alpha val="5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5" name="Google Shape;85;p13"/>
          <p:cNvSpPr txBox="1">
            <a:spLocks noGrp="1"/>
          </p:cNvSpPr>
          <p:nvPr>
            <p:ph type="title" hasCustomPrompt="1"/>
          </p:nvPr>
        </p:nvSpPr>
        <p:spPr>
          <a:xfrm>
            <a:off x="1245650" y="1073400"/>
            <a:ext cx="1275300" cy="593400"/>
          </a:xfrm>
          <a:prstGeom prst="rect">
            <a:avLst/>
          </a:prstGeom>
        </p:spPr>
        <p:txBody>
          <a:bodyPr spcFirstLastPara="1" wrap="square" lIns="91425" tIns="91425" rIns="91425" bIns="91425" anchor="ctr" anchorCtr="0">
            <a:noAutofit/>
          </a:bodyPr>
          <a:lstStyle>
            <a:lvl1pPr lvl="0" rtl="0">
              <a:spcBef>
                <a:spcPts val="0"/>
              </a:spcBef>
              <a:spcAft>
                <a:spcPts val="0"/>
              </a:spcAft>
              <a:buSzPts val="3000"/>
              <a:buNone/>
              <a:defRPr sz="3000">
                <a:solidFill>
                  <a:schemeClr val="accent1"/>
                </a:solidFill>
              </a:defRPr>
            </a:lvl1pPr>
            <a:lvl2pPr lvl="1" rtl="0">
              <a:spcBef>
                <a:spcPts val="0"/>
              </a:spcBef>
              <a:spcAft>
                <a:spcPts val="0"/>
              </a:spcAft>
              <a:buSzPts val="3000"/>
              <a:buNone/>
              <a:defRPr sz="3000"/>
            </a:lvl2pPr>
            <a:lvl3pPr lvl="2" rtl="0">
              <a:spcBef>
                <a:spcPts val="0"/>
              </a:spcBef>
              <a:spcAft>
                <a:spcPts val="0"/>
              </a:spcAft>
              <a:buSzPts val="3000"/>
              <a:buNone/>
              <a:defRPr sz="3000"/>
            </a:lvl3pPr>
            <a:lvl4pPr lvl="3" rtl="0">
              <a:spcBef>
                <a:spcPts val="0"/>
              </a:spcBef>
              <a:spcAft>
                <a:spcPts val="0"/>
              </a:spcAft>
              <a:buSzPts val="3000"/>
              <a:buNone/>
              <a:defRPr sz="3000"/>
            </a:lvl4pPr>
            <a:lvl5pPr lvl="4" rtl="0">
              <a:spcBef>
                <a:spcPts val="0"/>
              </a:spcBef>
              <a:spcAft>
                <a:spcPts val="0"/>
              </a:spcAft>
              <a:buSzPts val="3000"/>
              <a:buNone/>
              <a:defRPr sz="3000"/>
            </a:lvl5pPr>
            <a:lvl6pPr lvl="5" rtl="0">
              <a:spcBef>
                <a:spcPts val="0"/>
              </a:spcBef>
              <a:spcAft>
                <a:spcPts val="0"/>
              </a:spcAft>
              <a:buSzPts val="3000"/>
              <a:buNone/>
              <a:defRPr sz="3000"/>
            </a:lvl6pPr>
            <a:lvl7pPr lvl="6" rtl="0">
              <a:spcBef>
                <a:spcPts val="0"/>
              </a:spcBef>
              <a:spcAft>
                <a:spcPts val="0"/>
              </a:spcAft>
              <a:buSzPts val="3000"/>
              <a:buNone/>
              <a:defRPr sz="3000"/>
            </a:lvl7pPr>
            <a:lvl8pPr lvl="7" rtl="0">
              <a:spcBef>
                <a:spcPts val="0"/>
              </a:spcBef>
              <a:spcAft>
                <a:spcPts val="0"/>
              </a:spcAft>
              <a:buSzPts val="3000"/>
              <a:buNone/>
              <a:defRPr sz="3000"/>
            </a:lvl8pPr>
            <a:lvl9pPr lvl="8" rtl="0">
              <a:spcBef>
                <a:spcPts val="0"/>
              </a:spcBef>
              <a:spcAft>
                <a:spcPts val="0"/>
              </a:spcAft>
              <a:buSzPts val="3000"/>
              <a:buNone/>
              <a:defRPr sz="3000"/>
            </a:lvl9pPr>
          </a:lstStyle>
          <a:p>
            <a:r>
              <a:t>xx%</a:t>
            </a:r>
          </a:p>
        </p:txBody>
      </p:sp>
      <p:sp>
        <p:nvSpPr>
          <p:cNvPr id="86" name="Google Shape;86;p13"/>
          <p:cNvSpPr txBox="1">
            <a:spLocks noGrp="1"/>
          </p:cNvSpPr>
          <p:nvPr>
            <p:ph type="subTitle" idx="1"/>
          </p:nvPr>
        </p:nvSpPr>
        <p:spPr>
          <a:xfrm>
            <a:off x="720000" y="2211355"/>
            <a:ext cx="2336400" cy="572700"/>
          </a:xfrm>
          <a:prstGeom prst="rect">
            <a:avLst/>
          </a:prstGeom>
          <a:ln>
            <a:noFill/>
          </a:ln>
        </p:spPr>
        <p:txBody>
          <a:bodyPr spcFirstLastPara="1" wrap="square" lIns="91425" tIns="91425" rIns="91425" bIns="91425" anchor="t" anchorCtr="0">
            <a:noAutofit/>
          </a:bodyPr>
          <a:lstStyle>
            <a:lvl1pPr lvl="0" algn="ctr" rtl="0">
              <a:lnSpc>
                <a:spcPct val="100000"/>
              </a:lnSpc>
              <a:spcBef>
                <a:spcPts val="0"/>
              </a:spcBef>
              <a:spcAft>
                <a:spcPts val="0"/>
              </a:spcAft>
              <a:buSzPts val="1400"/>
              <a:buNone/>
              <a:defRPr/>
            </a:lvl1pPr>
            <a:lvl2pPr lvl="1" rtl="0">
              <a:lnSpc>
                <a:spcPct val="100000"/>
              </a:lnSpc>
              <a:spcBef>
                <a:spcPts val="0"/>
              </a:spcBef>
              <a:spcAft>
                <a:spcPts val="0"/>
              </a:spcAft>
              <a:buSzPts val="1200"/>
              <a:buNone/>
              <a:defRPr/>
            </a:lvl2pPr>
            <a:lvl3pPr lvl="2" rtl="0">
              <a:lnSpc>
                <a:spcPct val="100000"/>
              </a:lnSpc>
              <a:spcBef>
                <a:spcPts val="0"/>
              </a:spcBef>
              <a:spcAft>
                <a:spcPts val="0"/>
              </a:spcAft>
              <a:buSzPts val="1200"/>
              <a:buNone/>
              <a:defRPr/>
            </a:lvl3pPr>
            <a:lvl4pPr lvl="3" rtl="0">
              <a:lnSpc>
                <a:spcPct val="100000"/>
              </a:lnSpc>
              <a:spcBef>
                <a:spcPts val="0"/>
              </a:spcBef>
              <a:spcAft>
                <a:spcPts val="0"/>
              </a:spcAft>
              <a:buSzPts val="1200"/>
              <a:buNone/>
              <a:defRPr/>
            </a:lvl4pPr>
            <a:lvl5pPr lvl="4" rtl="0">
              <a:lnSpc>
                <a:spcPct val="100000"/>
              </a:lnSpc>
              <a:spcBef>
                <a:spcPts val="0"/>
              </a:spcBef>
              <a:spcAft>
                <a:spcPts val="0"/>
              </a:spcAft>
              <a:buSzPts val="1200"/>
              <a:buNone/>
              <a:defRPr/>
            </a:lvl5pPr>
            <a:lvl6pPr lvl="5" rtl="0">
              <a:lnSpc>
                <a:spcPct val="100000"/>
              </a:lnSpc>
              <a:spcBef>
                <a:spcPts val="0"/>
              </a:spcBef>
              <a:spcAft>
                <a:spcPts val="0"/>
              </a:spcAft>
              <a:buSzPts val="1200"/>
              <a:buNone/>
              <a:defRPr/>
            </a:lvl6pPr>
            <a:lvl7pPr lvl="6" rtl="0">
              <a:lnSpc>
                <a:spcPct val="100000"/>
              </a:lnSpc>
              <a:spcBef>
                <a:spcPts val="0"/>
              </a:spcBef>
              <a:spcAft>
                <a:spcPts val="0"/>
              </a:spcAft>
              <a:buSzPts val="1200"/>
              <a:buNone/>
              <a:defRPr/>
            </a:lvl7pPr>
            <a:lvl8pPr lvl="7" rtl="0">
              <a:lnSpc>
                <a:spcPct val="100000"/>
              </a:lnSpc>
              <a:spcBef>
                <a:spcPts val="0"/>
              </a:spcBef>
              <a:spcAft>
                <a:spcPts val="0"/>
              </a:spcAft>
              <a:buSzPts val="1200"/>
              <a:buNone/>
              <a:defRPr/>
            </a:lvl8pPr>
            <a:lvl9pPr lvl="8" rtl="0">
              <a:lnSpc>
                <a:spcPct val="100000"/>
              </a:lnSpc>
              <a:spcBef>
                <a:spcPts val="0"/>
              </a:spcBef>
              <a:spcAft>
                <a:spcPts val="0"/>
              </a:spcAft>
              <a:buSzPts val="1200"/>
              <a:buNone/>
              <a:defRPr/>
            </a:lvl9pPr>
          </a:lstStyle>
          <a:p>
            <a:endParaRPr/>
          </a:p>
        </p:txBody>
      </p:sp>
      <p:sp>
        <p:nvSpPr>
          <p:cNvPr id="87" name="Google Shape;87;p13"/>
          <p:cNvSpPr txBox="1">
            <a:spLocks noGrp="1"/>
          </p:cNvSpPr>
          <p:nvPr>
            <p:ph type="title" idx="2" hasCustomPrompt="1"/>
          </p:nvPr>
        </p:nvSpPr>
        <p:spPr>
          <a:xfrm>
            <a:off x="3931900" y="1073400"/>
            <a:ext cx="1275300" cy="593400"/>
          </a:xfrm>
          <a:prstGeom prst="rect">
            <a:avLst/>
          </a:prstGeom>
        </p:spPr>
        <p:txBody>
          <a:bodyPr spcFirstLastPara="1" wrap="square" lIns="91425" tIns="91425" rIns="91425" bIns="91425" anchor="ctr" anchorCtr="0">
            <a:noAutofit/>
          </a:bodyPr>
          <a:lstStyle>
            <a:lvl1pPr lvl="0" rtl="0">
              <a:spcBef>
                <a:spcPts val="0"/>
              </a:spcBef>
              <a:spcAft>
                <a:spcPts val="0"/>
              </a:spcAft>
              <a:buSzPts val="3000"/>
              <a:buNone/>
              <a:defRPr sz="3000">
                <a:solidFill>
                  <a:schemeClr val="accent1"/>
                </a:solidFill>
              </a:defRPr>
            </a:lvl1pPr>
            <a:lvl2pPr lvl="1" rtl="0">
              <a:spcBef>
                <a:spcPts val="0"/>
              </a:spcBef>
              <a:spcAft>
                <a:spcPts val="0"/>
              </a:spcAft>
              <a:buSzPts val="3000"/>
              <a:buNone/>
              <a:defRPr sz="3000"/>
            </a:lvl2pPr>
            <a:lvl3pPr lvl="2" rtl="0">
              <a:spcBef>
                <a:spcPts val="0"/>
              </a:spcBef>
              <a:spcAft>
                <a:spcPts val="0"/>
              </a:spcAft>
              <a:buSzPts val="3000"/>
              <a:buNone/>
              <a:defRPr sz="3000"/>
            </a:lvl3pPr>
            <a:lvl4pPr lvl="3" rtl="0">
              <a:spcBef>
                <a:spcPts val="0"/>
              </a:spcBef>
              <a:spcAft>
                <a:spcPts val="0"/>
              </a:spcAft>
              <a:buSzPts val="3000"/>
              <a:buNone/>
              <a:defRPr sz="3000"/>
            </a:lvl4pPr>
            <a:lvl5pPr lvl="4" rtl="0">
              <a:spcBef>
                <a:spcPts val="0"/>
              </a:spcBef>
              <a:spcAft>
                <a:spcPts val="0"/>
              </a:spcAft>
              <a:buSzPts val="3000"/>
              <a:buNone/>
              <a:defRPr sz="3000"/>
            </a:lvl5pPr>
            <a:lvl6pPr lvl="5" rtl="0">
              <a:spcBef>
                <a:spcPts val="0"/>
              </a:spcBef>
              <a:spcAft>
                <a:spcPts val="0"/>
              </a:spcAft>
              <a:buSzPts val="3000"/>
              <a:buNone/>
              <a:defRPr sz="3000"/>
            </a:lvl6pPr>
            <a:lvl7pPr lvl="6" rtl="0">
              <a:spcBef>
                <a:spcPts val="0"/>
              </a:spcBef>
              <a:spcAft>
                <a:spcPts val="0"/>
              </a:spcAft>
              <a:buSzPts val="3000"/>
              <a:buNone/>
              <a:defRPr sz="3000"/>
            </a:lvl7pPr>
            <a:lvl8pPr lvl="7" rtl="0">
              <a:spcBef>
                <a:spcPts val="0"/>
              </a:spcBef>
              <a:spcAft>
                <a:spcPts val="0"/>
              </a:spcAft>
              <a:buSzPts val="3000"/>
              <a:buNone/>
              <a:defRPr sz="3000"/>
            </a:lvl8pPr>
            <a:lvl9pPr lvl="8" rtl="0">
              <a:spcBef>
                <a:spcPts val="0"/>
              </a:spcBef>
              <a:spcAft>
                <a:spcPts val="0"/>
              </a:spcAft>
              <a:buSzPts val="3000"/>
              <a:buNone/>
              <a:defRPr sz="3000"/>
            </a:lvl9pPr>
          </a:lstStyle>
          <a:p>
            <a:r>
              <a:t>xx%</a:t>
            </a:r>
          </a:p>
        </p:txBody>
      </p:sp>
      <p:sp>
        <p:nvSpPr>
          <p:cNvPr id="88" name="Google Shape;88;p13"/>
          <p:cNvSpPr txBox="1">
            <a:spLocks noGrp="1"/>
          </p:cNvSpPr>
          <p:nvPr>
            <p:ph type="subTitle" idx="3"/>
          </p:nvPr>
        </p:nvSpPr>
        <p:spPr>
          <a:xfrm>
            <a:off x="3403800" y="2211355"/>
            <a:ext cx="2336400" cy="572700"/>
          </a:xfrm>
          <a:prstGeom prst="rect">
            <a:avLst/>
          </a:prstGeom>
          <a:ln>
            <a:noFill/>
          </a:ln>
        </p:spPr>
        <p:txBody>
          <a:bodyPr spcFirstLastPara="1" wrap="square" lIns="91425" tIns="91425" rIns="91425" bIns="91425" anchor="t" anchorCtr="0">
            <a:noAutofit/>
          </a:bodyPr>
          <a:lstStyle>
            <a:lvl1pPr lvl="0" algn="ctr" rtl="0">
              <a:lnSpc>
                <a:spcPct val="100000"/>
              </a:lnSpc>
              <a:spcBef>
                <a:spcPts val="0"/>
              </a:spcBef>
              <a:spcAft>
                <a:spcPts val="0"/>
              </a:spcAft>
              <a:buSzPts val="1400"/>
              <a:buNone/>
              <a:defRPr/>
            </a:lvl1pPr>
            <a:lvl2pPr lvl="1" rtl="0">
              <a:lnSpc>
                <a:spcPct val="100000"/>
              </a:lnSpc>
              <a:spcBef>
                <a:spcPts val="0"/>
              </a:spcBef>
              <a:spcAft>
                <a:spcPts val="0"/>
              </a:spcAft>
              <a:buSzPts val="1200"/>
              <a:buNone/>
              <a:defRPr/>
            </a:lvl2pPr>
            <a:lvl3pPr lvl="2" rtl="0">
              <a:lnSpc>
                <a:spcPct val="100000"/>
              </a:lnSpc>
              <a:spcBef>
                <a:spcPts val="0"/>
              </a:spcBef>
              <a:spcAft>
                <a:spcPts val="0"/>
              </a:spcAft>
              <a:buSzPts val="1200"/>
              <a:buNone/>
              <a:defRPr/>
            </a:lvl3pPr>
            <a:lvl4pPr lvl="3" rtl="0">
              <a:lnSpc>
                <a:spcPct val="100000"/>
              </a:lnSpc>
              <a:spcBef>
                <a:spcPts val="0"/>
              </a:spcBef>
              <a:spcAft>
                <a:spcPts val="0"/>
              </a:spcAft>
              <a:buSzPts val="1200"/>
              <a:buNone/>
              <a:defRPr/>
            </a:lvl4pPr>
            <a:lvl5pPr lvl="4" rtl="0">
              <a:lnSpc>
                <a:spcPct val="100000"/>
              </a:lnSpc>
              <a:spcBef>
                <a:spcPts val="0"/>
              </a:spcBef>
              <a:spcAft>
                <a:spcPts val="0"/>
              </a:spcAft>
              <a:buSzPts val="1200"/>
              <a:buNone/>
              <a:defRPr/>
            </a:lvl5pPr>
            <a:lvl6pPr lvl="5" rtl="0">
              <a:lnSpc>
                <a:spcPct val="100000"/>
              </a:lnSpc>
              <a:spcBef>
                <a:spcPts val="0"/>
              </a:spcBef>
              <a:spcAft>
                <a:spcPts val="0"/>
              </a:spcAft>
              <a:buSzPts val="1200"/>
              <a:buNone/>
              <a:defRPr/>
            </a:lvl6pPr>
            <a:lvl7pPr lvl="6" rtl="0">
              <a:lnSpc>
                <a:spcPct val="100000"/>
              </a:lnSpc>
              <a:spcBef>
                <a:spcPts val="0"/>
              </a:spcBef>
              <a:spcAft>
                <a:spcPts val="0"/>
              </a:spcAft>
              <a:buSzPts val="1200"/>
              <a:buNone/>
              <a:defRPr/>
            </a:lvl7pPr>
            <a:lvl8pPr lvl="7" rtl="0">
              <a:lnSpc>
                <a:spcPct val="100000"/>
              </a:lnSpc>
              <a:spcBef>
                <a:spcPts val="0"/>
              </a:spcBef>
              <a:spcAft>
                <a:spcPts val="0"/>
              </a:spcAft>
              <a:buSzPts val="1200"/>
              <a:buNone/>
              <a:defRPr/>
            </a:lvl8pPr>
            <a:lvl9pPr lvl="8" rtl="0">
              <a:lnSpc>
                <a:spcPct val="100000"/>
              </a:lnSpc>
              <a:spcBef>
                <a:spcPts val="0"/>
              </a:spcBef>
              <a:spcAft>
                <a:spcPts val="0"/>
              </a:spcAft>
              <a:buSzPts val="1200"/>
              <a:buNone/>
              <a:defRPr/>
            </a:lvl9pPr>
          </a:lstStyle>
          <a:p>
            <a:endParaRPr/>
          </a:p>
        </p:txBody>
      </p:sp>
      <p:sp>
        <p:nvSpPr>
          <p:cNvPr id="89" name="Google Shape;89;p13"/>
          <p:cNvSpPr txBox="1">
            <a:spLocks noGrp="1"/>
          </p:cNvSpPr>
          <p:nvPr>
            <p:ph type="title" idx="4" hasCustomPrompt="1"/>
          </p:nvPr>
        </p:nvSpPr>
        <p:spPr>
          <a:xfrm>
            <a:off x="6623050" y="1073400"/>
            <a:ext cx="1275300" cy="593400"/>
          </a:xfrm>
          <a:prstGeom prst="rect">
            <a:avLst/>
          </a:prstGeom>
        </p:spPr>
        <p:txBody>
          <a:bodyPr spcFirstLastPara="1" wrap="square" lIns="91425" tIns="91425" rIns="91425" bIns="91425" anchor="ctr" anchorCtr="0">
            <a:noAutofit/>
          </a:bodyPr>
          <a:lstStyle>
            <a:lvl1pPr lvl="0" rtl="0">
              <a:spcBef>
                <a:spcPts val="0"/>
              </a:spcBef>
              <a:spcAft>
                <a:spcPts val="0"/>
              </a:spcAft>
              <a:buSzPts val="3000"/>
              <a:buNone/>
              <a:defRPr sz="3000">
                <a:solidFill>
                  <a:schemeClr val="accent1"/>
                </a:solidFill>
              </a:defRPr>
            </a:lvl1pPr>
            <a:lvl2pPr lvl="1" rtl="0">
              <a:spcBef>
                <a:spcPts val="0"/>
              </a:spcBef>
              <a:spcAft>
                <a:spcPts val="0"/>
              </a:spcAft>
              <a:buSzPts val="3000"/>
              <a:buNone/>
              <a:defRPr sz="3000"/>
            </a:lvl2pPr>
            <a:lvl3pPr lvl="2" rtl="0">
              <a:spcBef>
                <a:spcPts val="0"/>
              </a:spcBef>
              <a:spcAft>
                <a:spcPts val="0"/>
              </a:spcAft>
              <a:buSzPts val="3000"/>
              <a:buNone/>
              <a:defRPr sz="3000"/>
            </a:lvl3pPr>
            <a:lvl4pPr lvl="3" rtl="0">
              <a:spcBef>
                <a:spcPts val="0"/>
              </a:spcBef>
              <a:spcAft>
                <a:spcPts val="0"/>
              </a:spcAft>
              <a:buSzPts val="3000"/>
              <a:buNone/>
              <a:defRPr sz="3000"/>
            </a:lvl4pPr>
            <a:lvl5pPr lvl="4" rtl="0">
              <a:spcBef>
                <a:spcPts val="0"/>
              </a:spcBef>
              <a:spcAft>
                <a:spcPts val="0"/>
              </a:spcAft>
              <a:buSzPts val="3000"/>
              <a:buNone/>
              <a:defRPr sz="3000"/>
            </a:lvl5pPr>
            <a:lvl6pPr lvl="5" rtl="0">
              <a:spcBef>
                <a:spcPts val="0"/>
              </a:spcBef>
              <a:spcAft>
                <a:spcPts val="0"/>
              </a:spcAft>
              <a:buSzPts val="3000"/>
              <a:buNone/>
              <a:defRPr sz="3000"/>
            </a:lvl6pPr>
            <a:lvl7pPr lvl="6" rtl="0">
              <a:spcBef>
                <a:spcPts val="0"/>
              </a:spcBef>
              <a:spcAft>
                <a:spcPts val="0"/>
              </a:spcAft>
              <a:buSzPts val="3000"/>
              <a:buNone/>
              <a:defRPr sz="3000"/>
            </a:lvl7pPr>
            <a:lvl8pPr lvl="7" rtl="0">
              <a:spcBef>
                <a:spcPts val="0"/>
              </a:spcBef>
              <a:spcAft>
                <a:spcPts val="0"/>
              </a:spcAft>
              <a:buSzPts val="3000"/>
              <a:buNone/>
              <a:defRPr sz="3000"/>
            </a:lvl8pPr>
            <a:lvl9pPr lvl="8" rtl="0">
              <a:spcBef>
                <a:spcPts val="0"/>
              </a:spcBef>
              <a:spcAft>
                <a:spcPts val="0"/>
              </a:spcAft>
              <a:buSzPts val="3000"/>
              <a:buNone/>
              <a:defRPr sz="3000"/>
            </a:lvl9pPr>
          </a:lstStyle>
          <a:p>
            <a:r>
              <a:t>xx%</a:t>
            </a:r>
          </a:p>
        </p:txBody>
      </p:sp>
      <p:sp>
        <p:nvSpPr>
          <p:cNvPr id="90" name="Google Shape;90;p13"/>
          <p:cNvSpPr txBox="1">
            <a:spLocks noGrp="1"/>
          </p:cNvSpPr>
          <p:nvPr>
            <p:ph type="subTitle" idx="5"/>
          </p:nvPr>
        </p:nvSpPr>
        <p:spPr>
          <a:xfrm>
            <a:off x="6087600" y="2211355"/>
            <a:ext cx="2336400" cy="572700"/>
          </a:xfrm>
          <a:prstGeom prst="rect">
            <a:avLst/>
          </a:prstGeom>
          <a:ln>
            <a:noFill/>
          </a:ln>
        </p:spPr>
        <p:txBody>
          <a:bodyPr spcFirstLastPara="1" wrap="square" lIns="91425" tIns="91425" rIns="91425" bIns="91425" anchor="t" anchorCtr="0">
            <a:noAutofit/>
          </a:bodyPr>
          <a:lstStyle>
            <a:lvl1pPr lvl="0" algn="ctr" rtl="0">
              <a:lnSpc>
                <a:spcPct val="100000"/>
              </a:lnSpc>
              <a:spcBef>
                <a:spcPts val="0"/>
              </a:spcBef>
              <a:spcAft>
                <a:spcPts val="0"/>
              </a:spcAft>
              <a:buSzPts val="1400"/>
              <a:buNone/>
              <a:defRPr/>
            </a:lvl1pPr>
            <a:lvl2pPr lvl="1" rtl="0">
              <a:lnSpc>
                <a:spcPct val="100000"/>
              </a:lnSpc>
              <a:spcBef>
                <a:spcPts val="0"/>
              </a:spcBef>
              <a:spcAft>
                <a:spcPts val="0"/>
              </a:spcAft>
              <a:buSzPts val="1200"/>
              <a:buNone/>
              <a:defRPr/>
            </a:lvl2pPr>
            <a:lvl3pPr lvl="2" rtl="0">
              <a:lnSpc>
                <a:spcPct val="100000"/>
              </a:lnSpc>
              <a:spcBef>
                <a:spcPts val="0"/>
              </a:spcBef>
              <a:spcAft>
                <a:spcPts val="0"/>
              </a:spcAft>
              <a:buSzPts val="1200"/>
              <a:buNone/>
              <a:defRPr/>
            </a:lvl3pPr>
            <a:lvl4pPr lvl="3" rtl="0">
              <a:lnSpc>
                <a:spcPct val="100000"/>
              </a:lnSpc>
              <a:spcBef>
                <a:spcPts val="0"/>
              </a:spcBef>
              <a:spcAft>
                <a:spcPts val="0"/>
              </a:spcAft>
              <a:buSzPts val="1200"/>
              <a:buNone/>
              <a:defRPr/>
            </a:lvl4pPr>
            <a:lvl5pPr lvl="4" rtl="0">
              <a:lnSpc>
                <a:spcPct val="100000"/>
              </a:lnSpc>
              <a:spcBef>
                <a:spcPts val="0"/>
              </a:spcBef>
              <a:spcAft>
                <a:spcPts val="0"/>
              </a:spcAft>
              <a:buSzPts val="1200"/>
              <a:buNone/>
              <a:defRPr/>
            </a:lvl5pPr>
            <a:lvl6pPr lvl="5" rtl="0">
              <a:lnSpc>
                <a:spcPct val="100000"/>
              </a:lnSpc>
              <a:spcBef>
                <a:spcPts val="0"/>
              </a:spcBef>
              <a:spcAft>
                <a:spcPts val="0"/>
              </a:spcAft>
              <a:buSzPts val="1200"/>
              <a:buNone/>
              <a:defRPr/>
            </a:lvl6pPr>
            <a:lvl7pPr lvl="6" rtl="0">
              <a:lnSpc>
                <a:spcPct val="100000"/>
              </a:lnSpc>
              <a:spcBef>
                <a:spcPts val="0"/>
              </a:spcBef>
              <a:spcAft>
                <a:spcPts val="0"/>
              </a:spcAft>
              <a:buSzPts val="1200"/>
              <a:buNone/>
              <a:defRPr/>
            </a:lvl7pPr>
            <a:lvl8pPr lvl="7" rtl="0">
              <a:lnSpc>
                <a:spcPct val="100000"/>
              </a:lnSpc>
              <a:spcBef>
                <a:spcPts val="0"/>
              </a:spcBef>
              <a:spcAft>
                <a:spcPts val="0"/>
              </a:spcAft>
              <a:buSzPts val="1200"/>
              <a:buNone/>
              <a:defRPr/>
            </a:lvl8pPr>
            <a:lvl9pPr lvl="8" rtl="0">
              <a:lnSpc>
                <a:spcPct val="100000"/>
              </a:lnSpc>
              <a:spcBef>
                <a:spcPts val="0"/>
              </a:spcBef>
              <a:spcAft>
                <a:spcPts val="0"/>
              </a:spcAft>
              <a:buSzPts val="1200"/>
              <a:buNone/>
              <a:defRPr/>
            </a:lvl9pPr>
          </a:lstStyle>
          <a:p>
            <a:endParaRPr/>
          </a:p>
        </p:txBody>
      </p:sp>
      <p:sp>
        <p:nvSpPr>
          <p:cNvPr id="91" name="Google Shape;91;p13"/>
          <p:cNvSpPr txBox="1">
            <a:spLocks noGrp="1"/>
          </p:cNvSpPr>
          <p:nvPr>
            <p:ph type="title" idx="6" hasCustomPrompt="1"/>
          </p:nvPr>
        </p:nvSpPr>
        <p:spPr>
          <a:xfrm>
            <a:off x="2590000" y="2824525"/>
            <a:ext cx="1275300" cy="593400"/>
          </a:xfrm>
          <a:prstGeom prst="rect">
            <a:avLst/>
          </a:prstGeom>
        </p:spPr>
        <p:txBody>
          <a:bodyPr spcFirstLastPara="1" wrap="square" lIns="91425" tIns="91425" rIns="91425" bIns="91425" anchor="ctr" anchorCtr="0">
            <a:noAutofit/>
          </a:bodyPr>
          <a:lstStyle>
            <a:lvl1pPr lvl="0" rtl="0">
              <a:spcBef>
                <a:spcPts val="0"/>
              </a:spcBef>
              <a:spcAft>
                <a:spcPts val="0"/>
              </a:spcAft>
              <a:buSzPts val="3000"/>
              <a:buNone/>
              <a:defRPr sz="3000">
                <a:solidFill>
                  <a:schemeClr val="accent1"/>
                </a:solidFill>
              </a:defRPr>
            </a:lvl1pPr>
            <a:lvl2pPr lvl="1" rtl="0">
              <a:spcBef>
                <a:spcPts val="0"/>
              </a:spcBef>
              <a:spcAft>
                <a:spcPts val="0"/>
              </a:spcAft>
              <a:buSzPts val="3000"/>
              <a:buNone/>
              <a:defRPr sz="3000"/>
            </a:lvl2pPr>
            <a:lvl3pPr lvl="2" rtl="0">
              <a:spcBef>
                <a:spcPts val="0"/>
              </a:spcBef>
              <a:spcAft>
                <a:spcPts val="0"/>
              </a:spcAft>
              <a:buSzPts val="3000"/>
              <a:buNone/>
              <a:defRPr sz="3000"/>
            </a:lvl3pPr>
            <a:lvl4pPr lvl="3" rtl="0">
              <a:spcBef>
                <a:spcPts val="0"/>
              </a:spcBef>
              <a:spcAft>
                <a:spcPts val="0"/>
              </a:spcAft>
              <a:buSzPts val="3000"/>
              <a:buNone/>
              <a:defRPr sz="3000"/>
            </a:lvl4pPr>
            <a:lvl5pPr lvl="4" rtl="0">
              <a:spcBef>
                <a:spcPts val="0"/>
              </a:spcBef>
              <a:spcAft>
                <a:spcPts val="0"/>
              </a:spcAft>
              <a:buSzPts val="3000"/>
              <a:buNone/>
              <a:defRPr sz="3000"/>
            </a:lvl5pPr>
            <a:lvl6pPr lvl="5" rtl="0">
              <a:spcBef>
                <a:spcPts val="0"/>
              </a:spcBef>
              <a:spcAft>
                <a:spcPts val="0"/>
              </a:spcAft>
              <a:buSzPts val="3000"/>
              <a:buNone/>
              <a:defRPr sz="3000"/>
            </a:lvl6pPr>
            <a:lvl7pPr lvl="6" rtl="0">
              <a:spcBef>
                <a:spcPts val="0"/>
              </a:spcBef>
              <a:spcAft>
                <a:spcPts val="0"/>
              </a:spcAft>
              <a:buSzPts val="3000"/>
              <a:buNone/>
              <a:defRPr sz="3000"/>
            </a:lvl7pPr>
            <a:lvl8pPr lvl="7" rtl="0">
              <a:spcBef>
                <a:spcPts val="0"/>
              </a:spcBef>
              <a:spcAft>
                <a:spcPts val="0"/>
              </a:spcAft>
              <a:buSzPts val="3000"/>
              <a:buNone/>
              <a:defRPr sz="3000"/>
            </a:lvl8pPr>
            <a:lvl9pPr lvl="8" rtl="0">
              <a:spcBef>
                <a:spcPts val="0"/>
              </a:spcBef>
              <a:spcAft>
                <a:spcPts val="0"/>
              </a:spcAft>
              <a:buSzPts val="3000"/>
              <a:buNone/>
              <a:defRPr sz="3000"/>
            </a:lvl9pPr>
          </a:lstStyle>
          <a:p>
            <a:r>
              <a:t>xx%</a:t>
            </a:r>
          </a:p>
        </p:txBody>
      </p:sp>
      <p:sp>
        <p:nvSpPr>
          <p:cNvPr id="92" name="Google Shape;92;p13"/>
          <p:cNvSpPr txBox="1">
            <a:spLocks noGrp="1"/>
          </p:cNvSpPr>
          <p:nvPr>
            <p:ph type="subTitle" idx="7"/>
          </p:nvPr>
        </p:nvSpPr>
        <p:spPr>
          <a:xfrm>
            <a:off x="2064350" y="3970706"/>
            <a:ext cx="2336400" cy="572700"/>
          </a:xfrm>
          <a:prstGeom prst="rect">
            <a:avLst/>
          </a:prstGeom>
          <a:ln>
            <a:noFill/>
          </a:ln>
        </p:spPr>
        <p:txBody>
          <a:bodyPr spcFirstLastPara="1" wrap="square" lIns="91425" tIns="91425" rIns="91425" bIns="91425" anchor="t" anchorCtr="0">
            <a:noAutofit/>
          </a:bodyPr>
          <a:lstStyle>
            <a:lvl1pPr lvl="0" algn="ctr" rtl="0">
              <a:lnSpc>
                <a:spcPct val="100000"/>
              </a:lnSpc>
              <a:spcBef>
                <a:spcPts val="0"/>
              </a:spcBef>
              <a:spcAft>
                <a:spcPts val="0"/>
              </a:spcAft>
              <a:buSzPts val="1400"/>
              <a:buNone/>
              <a:defRPr/>
            </a:lvl1pPr>
            <a:lvl2pPr lvl="1" rtl="0">
              <a:lnSpc>
                <a:spcPct val="100000"/>
              </a:lnSpc>
              <a:spcBef>
                <a:spcPts val="0"/>
              </a:spcBef>
              <a:spcAft>
                <a:spcPts val="0"/>
              </a:spcAft>
              <a:buSzPts val="1200"/>
              <a:buNone/>
              <a:defRPr/>
            </a:lvl2pPr>
            <a:lvl3pPr lvl="2" rtl="0">
              <a:lnSpc>
                <a:spcPct val="100000"/>
              </a:lnSpc>
              <a:spcBef>
                <a:spcPts val="0"/>
              </a:spcBef>
              <a:spcAft>
                <a:spcPts val="0"/>
              </a:spcAft>
              <a:buSzPts val="1200"/>
              <a:buNone/>
              <a:defRPr/>
            </a:lvl3pPr>
            <a:lvl4pPr lvl="3" rtl="0">
              <a:lnSpc>
                <a:spcPct val="100000"/>
              </a:lnSpc>
              <a:spcBef>
                <a:spcPts val="0"/>
              </a:spcBef>
              <a:spcAft>
                <a:spcPts val="0"/>
              </a:spcAft>
              <a:buSzPts val="1200"/>
              <a:buNone/>
              <a:defRPr/>
            </a:lvl4pPr>
            <a:lvl5pPr lvl="4" rtl="0">
              <a:lnSpc>
                <a:spcPct val="100000"/>
              </a:lnSpc>
              <a:spcBef>
                <a:spcPts val="0"/>
              </a:spcBef>
              <a:spcAft>
                <a:spcPts val="0"/>
              </a:spcAft>
              <a:buSzPts val="1200"/>
              <a:buNone/>
              <a:defRPr/>
            </a:lvl5pPr>
            <a:lvl6pPr lvl="5" rtl="0">
              <a:lnSpc>
                <a:spcPct val="100000"/>
              </a:lnSpc>
              <a:spcBef>
                <a:spcPts val="0"/>
              </a:spcBef>
              <a:spcAft>
                <a:spcPts val="0"/>
              </a:spcAft>
              <a:buSzPts val="1200"/>
              <a:buNone/>
              <a:defRPr/>
            </a:lvl6pPr>
            <a:lvl7pPr lvl="6" rtl="0">
              <a:lnSpc>
                <a:spcPct val="100000"/>
              </a:lnSpc>
              <a:spcBef>
                <a:spcPts val="0"/>
              </a:spcBef>
              <a:spcAft>
                <a:spcPts val="0"/>
              </a:spcAft>
              <a:buSzPts val="1200"/>
              <a:buNone/>
              <a:defRPr/>
            </a:lvl7pPr>
            <a:lvl8pPr lvl="7" rtl="0">
              <a:lnSpc>
                <a:spcPct val="100000"/>
              </a:lnSpc>
              <a:spcBef>
                <a:spcPts val="0"/>
              </a:spcBef>
              <a:spcAft>
                <a:spcPts val="0"/>
              </a:spcAft>
              <a:buSzPts val="1200"/>
              <a:buNone/>
              <a:defRPr/>
            </a:lvl8pPr>
            <a:lvl9pPr lvl="8" rtl="0">
              <a:lnSpc>
                <a:spcPct val="100000"/>
              </a:lnSpc>
              <a:spcBef>
                <a:spcPts val="0"/>
              </a:spcBef>
              <a:spcAft>
                <a:spcPts val="0"/>
              </a:spcAft>
              <a:buSzPts val="1200"/>
              <a:buNone/>
              <a:defRPr/>
            </a:lvl9pPr>
          </a:lstStyle>
          <a:p>
            <a:endParaRPr/>
          </a:p>
        </p:txBody>
      </p:sp>
      <p:sp>
        <p:nvSpPr>
          <p:cNvPr id="93" name="Google Shape;93;p13"/>
          <p:cNvSpPr txBox="1">
            <a:spLocks noGrp="1"/>
          </p:cNvSpPr>
          <p:nvPr>
            <p:ph type="title" idx="8" hasCustomPrompt="1"/>
          </p:nvPr>
        </p:nvSpPr>
        <p:spPr>
          <a:xfrm>
            <a:off x="5276250" y="2824525"/>
            <a:ext cx="1275300" cy="593400"/>
          </a:xfrm>
          <a:prstGeom prst="rect">
            <a:avLst/>
          </a:prstGeom>
        </p:spPr>
        <p:txBody>
          <a:bodyPr spcFirstLastPara="1" wrap="square" lIns="91425" tIns="91425" rIns="91425" bIns="91425" anchor="ctr" anchorCtr="0">
            <a:noAutofit/>
          </a:bodyPr>
          <a:lstStyle>
            <a:lvl1pPr lvl="0" rtl="0">
              <a:spcBef>
                <a:spcPts val="0"/>
              </a:spcBef>
              <a:spcAft>
                <a:spcPts val="0"/>
              </a:spcAft>
              <a:buSzPts val="3000"/>
              <a:buNone/>
              <a:defRPr sz="3000">
                <a:solidFill>
                  <a:schemeClr val="accent1"/>
                </a:solidFill>
              </a:defRPr>
            </a:lvl1pPr>
            <a:lvl2pPr lvl="1" rtl="0">
              <a:spcBef>
                <a:spcPts val="0"/>
              </a:spcBef>
              <a:spcAft>
                <a:spcPts val="0"/>
              </a:spcAft>
              <a:buSzPts val="3000"/>
              <a:buNone/>
              <a:defRPr sz="3000"/>
            </a:lvl2pPr>
            <a:lvl3pPr lvl="2" rtl="0">
              <a:spcBef>
                <a:spcPts val="0"/>
              </a:spcBef>
              <a:spcAft>
                <a:spcPts val="0"/>
              </a:spcAft>
              <a:buSzPts val="3000"/>
              <a:buNone/>
              <a:defRPr sz="3000"/>
            </a:lvl3pPr>
            <a:lvl4pPr lvl="3" rtl="0">
              <a:spcBef>
                <a:spcPts val="0"/>
              </a:spcBef>
              <a:spcAft>
                <a:spcPts val="0"/>
              </a:spcAft>
              <a:buSzPts val="3000"/>
              <a:buNone/>
              <a:defRPr sz="3000"/>
            </a:lvl4pPr>
            <a:lvl5pPr lvl="4" rtl="0">
              <a:spcBef>
                <a:spcPts val="0"/>
              </a:spcBef>
              <a:spcAft>
                <a:spcPts val="0"/>
              </a:spcAft>
              <a:buSzPts val="3000"/>
              <a:buNone/>
              <a:defRPr sz="3000"/>
            </a:lvl5pPr>
            <a:lvl6pPr lvl="5" rtl="0">
              <a:spcBef>
                <a:spcPts val="0"/>
              </a:spcBef>
              <a:spcAft>
                <a:spcPts val="0"/>
              </a:spcAft>
              <a:buSzPts val="3000"/>
              <a:buNone/>
              <a:defRPr sz="3000"/>
            </a:lvl6pPr>
            <a:lvl7pPr lvl="6" rtl="0">
              <a:spcBef>
                <a:spcPts val="0"/>
              </a:spcBef>
              <a:spcAft>
                <a:spcPts val="0"/>
              </a:spcAft>
              <a:buSzPts val="3000"/>
              <a:buNone/>
              <a:defRPr sz="3000"/>
            </a:lvl7pPr>
            <a:lvl8pPr lvl="7" rtl="0">
              <a:spcBef>
                <a:spcPts val="0"/>
              </a:spcBef>
              <a:spcAft>
                <a:spcPts val="0"/>
              </a:spcAft>
              <a:buSzPts val="3000"/>
              <a:buNone/>
              <a:defRPr sz="3000"/>
            </a:lvl8pPr>
            <a:lvl9pPr lvl="8" rtl="0">
              <a:spcBef>
                <a:spcPts val="0"/>
              </a:spcBef>
              <a:spcAft>
                <a:spcPts val="0"/>
              </a:spcAft>
              <a:buSzPts val="3000"/>
              <a:buNone/>
              <a:defRPr sz="3000"/>
            </a:lvl9pPr>
          </a:lstStyle>
          <a:p>
            <a:r>
              <a:t>xx%</a:t>
            </a:r>
          </a:p>
        </p:txBody>
      </p:sp>
      <p:sp>
        <p:nvSpPr>
          <p:cNvPr id="94" name="Google Shape;94;p13"/>
          <p:cNvSpPr txBox="1">
            <a:spLocks noGrp="1"/>
          </p:cNvSpPr>
          <p:nvPr>
            <p:ph type="subTitle" idx="9"/>
          </p:nvPr>
        </p:nvSpPr>
        <p:spPr>
          <a:xfrm>
            <a:off x="4748150" y="3970706"/>
            <a:ext cx="2336400" cy="572700"/>
          </a:xfrm>
          <a:prstGeom prst="rect">
            <a:avLst/>
          </a:prstGeom>
          <a:ln>
            <a:noFill/>
          </a:ln>
        </p:spPr>
        <p:txBody>
          <a:bodyPr spcFirstLastPara="1" wrap="square" lIns="91425" tIns="91425" rIns="91425" bIns="91425" anchor="t" anchorCtr="0">
            <a:noAutofit/>
          </a:bodyPr>
          <a:lstStyle>
            <a:lvl1pPr lvl="0" algn="ctr" rtl="0">
              <a:lnSpc>
                <a:spcPct val="100000"/>
              </a:lnSpc>
              <a:spcBef>
                <a:spcPts val="0"/>
              </a:spcBef>
              <a:spcAft>
                <a:spcPts val="0"/>
              </a:spcAft>
              <a:buSzPts val="1400"/>
              <a:buNone/>
              <a:defRPr/>
            </a:lvl1pPr>
            <a:lvl2pPr lvl="1" rtl="0">
              <a:lnSpc>
                <a:spcPct val="100000"/>
              </a:lnSpc>
              <a:spcBef>
                <a:spcPts val="0"/>
              </a:spcBef>
              <a:spcAft>
                <a:spcPts val="0"/>
              </a:spcAft>
              <a:buSzPts val="1200"/>
              <a:buNone/>
              <a:defRPr/>
            </a:lvl2pPr>
            <a:lvl3pPr lvl="2" rtl="0">
              <a:lnSpc>
                <a:spcPct val="100000"/>
              </a:lnSpc>
              <a:spcBef>
                <a:spcPts val="0"/>
              </a:spcBef>
              <a:spcAft>
                <a:spcPts val="0"/>
              </a:spcAft>
              <a:buSzPts val="1200"/>
              <a:buNone/>
              <a:defRPr/>
            </a:lvl3pPr>
            <a:lvl4pPr lvl="3" rtl="0">
              <a:lnSpc>
                <a:spcPct val="100000"/>
              </a:lnSpc>
              <a:spcBef>
                <a:spcPts val="0"/>
              </a:spcBef>
              <a:spcAft>
                <a:spcPts val="0"/>
              </a:spcAft>
              <a:buSzPts val="1200"/>
              <a:buNone/>
              <a:defRPr/>
            </a:lvl4pPr>
            <a:lvl5pPr lvl="4" rtl="0">
              <a:lnSpc>
                <a:spcPct val="100000"/>
              </a:lnSpc>
              <a:spcBef>
                <a:spcPts val="0"/>
              </a:spcBef>
              <a:spcAft>
                <a:spcPts val="0"/>
              </a:spcAft>
              <a:buSzPts val="1200"/>
              <a:buNone/>
              <a:defRPr/>
            </a:lvl5pPr>
            <a:lvl6pPr lvl="5" rtl="0">
              <a:lnSpc>
                <a:spcPct val="100000"/>
              </a:lnSpc>
              <a:spcBef>
                <a:spcPts val="0"/>
              </a:spcBef>
              <a:spcAft>
                <a:spcPts val="0"/>
              </a:spcAft>
              <a:buSzPts val="1200"/>
              <a:buNone/>
              <a:defRPr/>
            </a:lvl6pPr>
            <a:lvl7pPr lvl="6" rtl="0">
              <a:lnSpc>
                <a:spcPct val="100000"/>
              </a:lnSpc>
              <a:spcBef>
                <a:spcPts val="0"/>
              </a:spcBef>
              <a:spcAft>
                <a:spcPts val="0"/>
              </a:spcAft>
              <a:buSzPts val="1200"/>
              <a:buNone/>
              <a:defRPr/>
            </a:lvl7pPr>
            <a:lvl8pPr lvl="7" rtl="0">
              <a:lnSpc>
                <a:spcPct val="100000"/>
              </a:lnSpc>
              <a:spcBef>
                <a:spcPts val="0"/>
              </a:spcBef>
              <a:spcAft>
                <a:spcPts val="0"/>
              </a:spcAft>
              <a:buSzPts val="1200"/>
              <a:buNone/>
              <a:defRPr/>
            </a:lvl8pPr>
            <a:lvl9pPr lvl="8" rtl="0">
              <a:lnSpc>
                <a:spcPct val="100000"/>
              </a:lnSpc>
              <a:spcBef>
                <a:spcPts val="0"/>
              </a:spcBef>
              <a:spcAft>
                <a:spcPts val="0"/>
              </a:spcAft>
              <a:buSzPts val="1200"/>
              <a:buNone/>
              <a:defRPr/>
            </a:lvl9pPr>
          </a:lstStyle>
          <a:p>
            <a:endParaRPr/>
          </a:p>
        </p:txBody>
      </p:sp>
      <p:sp>
        <p:nvSpPr>
          <p:cNvPr id="95" name="Google Shape;95;p13"/>
          <p:cNvSpPr txBox="1">
            <a:spLocks noGrp="1"/>
          </p:cNvSpPr>
          <p:nvPr>
            <p:ph type="title" idx="13"/>
          </p:nvPr>
        </p:nvSpPr>
        <p:spPr>
          <a:xfrm>
            <a:off x="720000" y="445025"/>
            <a:ext cx="7704000" cy="572700"/>
          </a:xfrm>
          <a:prstGeom prst="rect">
            <a:avLst/>
          </a:prstGeom>
        </p:spPr>
        <p:txBody>
          <a:bodyPr spcFirstLastPara="1" wrap="square" lIns="91425" tIns="91425" rIns="91425" bIns="91425" anchor="t" anchorCtr="0">
            <a:noAutofit/>
          </a:bodyPr>
          <a:lstStyle>
            <a:lvl1pPr lvl="0" rtl="0">
              <a:spcBef>
                <a:spcPts val="0"/>
              </a:spcBef>
              <a:spcAft>
                <a:spcPts val="0"/>
              </a:spcAft>
              <a:buSzPts val="3500"/>
              <a:buNone/>
              <a:defRPr/>
            </a:lvl1pPr>
            <a:lvl2pPr lvl="1" rtl="0">
              <a:spcBef>
                <a:spcPts val="0"/>
              </a:spcBef>
              <a:spcAft>
                <a:spcPts val="0"/>
              </a:spcAft>
              <a:buSzPts val="3500"/>
              <a:buNone/>
              <a:defRPr/>
            </a:lvl2pPr>
            <a:lvl3pPr lvl="2" rtl="0">
              <a:spcBef>
                <a:spcPts val="0"/>
              </a:spcBef>
              <a:spcAft>
                <a:spcPts val="0"/>
              </a:spcAft>
              <a:buSzPts val="3500"/>
              <a:buNone/>
              <a:defRPr/>
            </a:lvl3pPr>
            <a:lvl4pPr lvl="3" rtl="0">
              <a:spcBef>
                <a:spcPts val="0"/>
              </a:spcBef>
              <a:spcAft>
                <a:spcPts val="0"/>
              </a:spcAft>
              <a:buSzPts val="3500"/>
              <a:buNone/>
              <a:defRPr/>
            </a:lvl4pPr>
            <a:lvl5pPr lvl="4" rtl="0">
              <a:spcBef>
                <a:spcPts val="0"/>
              </a:spcBef>
              <a:spcAft>
                <a:spcPts val="0"/>
              </a:spcAft>
              <a:buSzPts val="3500"/>
              <a:buNone/>
              <a:defRPr/>
            </a:lvl5pPr>
            <a:lvl6pPr lvl="5" rtl="0">
              <a:spcBef>
                <a:spcPts val="0"/>
              </a:spcBef>
              <a:spcAft>
                <a:spcPts val="0"/>
              </a:spcAft>
              <a:buSzPts val="3500"/>
              <a:buNone/>
              <a:defRPr/>
            </a:lvl6pPr>
            <a:lvl7pPr lvl="6" rtl="0">
              <a:spcBef>
                <a:spcPts val="0"/>
              </a:spcBef>
              <a:spcAft>
                <a:spcPts val="0"/>
              </a:spcAft>
              <a:buSzPts val="3500"/>
              <a:buNone/>
              <a:defRPr/>
            </a:lvl7pPr>
            <a:lvl8pPr lvl="7" rtl="0">
              <a:spcBef>
                <a:spcPts val="0"/>
              </a:spcBef>
              <a:spcAft>
                <a:spcPts val="0"/>
              </a:spcAft>
              <a:buSzPts val="3500"/>
              <a:buNone/>
              <a:defRPr/>
            </a:lvl8pPr>
            <a:lvl9pPr lvl="8" rtl="0">
              <a:spcBef>
                <a:spcPts val="0"/>
              </a:spcBef>
              <a:spcAft>
                <a:spcPts val="0"/>
              </a:spcAft>
              <a:buSzPts val="3500"/>
              <a:buNone/>
              <a:defRPr/>
            </a:lvl9pPr>
          </a:lstStyle>
          <a:p>
            <a:endParaRPr/>
          </a:p>
        </p:txBody>
      </p:sp>
      <p:sp>
        <p:nvSpPr>
          <p:cNvPr id="96" name="Google Shape;96;p13"/>
          <p:cNvSpPr txBox="1">
            <a:spLocks noGrp="1"/>
          </p:cNvSpPr>
          <p:nvPr>
            <p:ph type="subTitle" idx="14"/>
          </p:nvPr>
        </p:nvSpPr>
        <p:spPr>
          <a:xfrm>
            <a:off x="715100" y="1590600"/>
            <a:ext cx="2336400" cy="717900"/>
          </a:xfrm>
          <a:prstGeom prst="rect">
            <a:avLst/>
          </a:prstGeom>
          <a:ln>
            <a:noFill/>
          </a:ln>
        </p:spPr>
        <p:txBody>
          <a:bodyPr spcFirstLastPara="1" wrap="square" lIns="91425" tIns="91425" rIns="91425" bIns="91425" anchor="b" anchorCtr="0">
            <a:noAutofit/>
          </a:bodyPr>
          <a:lstStyle>
            <a:lvl1pPr lvl="0" algn="ctr" rtl="0">
              <a:lnSpc>
                <a:spcPct val="100000"/>
              </a:lnSpc>
              <a:spcBef>
                <a:spcPts val="0"/>
              </a:spcBef>
              <a:spcAft>
                <a:spcPts val="0"/>
              </a:spcAft>
              <a:buClr>
                <a:schemeClr val="dk1"/>
              </a:buClr>
              <a:buSzPts val="2400"/>
              <a:buFont typeface="Noto Serif Ethiopic"/>
              <a:buNone/>
              <a:defRPr sz="2000">
                <a:solidFill>
                  <a:schemeClr val="dk1"/>
                </a:solidFill>
                <a:latin typeface="Noto Serif Ethiopic"/>
                <a:ea typeface="Noto Serif Ethiopic"/>
                <a:cs typeface="Noto Serif Ethiopic"/>
                <a:sym typeface="Noto Serif Ethiopic"/>
              </a:defRPr>
            </a:lvl1pPr>
            <a:lvl2pPr lvl="1" rtl="0">
              <a:lnSpc>
                <a:spcPct val="100000"/>
              </a:lnSpc>
              <a:spcBef>
                <a:spcPts val="0"/>
              </a:spcBef>
              <a:spcAft>
                <a:spcPts val="0"/>
              </a:spcAft>
              <a:buClr>
                <a:schemeClr val="dk1"/>
              </a:buClr>
              <a:buSzPts val="2400"/>
              <a:buFont typeface="Noto Serif Ethiopic"/>
              <a:buNone/>
              <a:defRPr sz="2400">
                <a:solidFill>
                  <a:schemeClr val="dk1"/>
                </a:solidFill>
                <a:latin typeface="Noto Serif Ethiopic"/>
                <a:ea typeface="Noto Serif Ethiopic"/>
                <a:cs typeface="Noto Serif Ethiopic"/>
                <a:sym typeface="Noto Serif Ethiopic"/>
              </a:defRPr>
            </a:lvl2pPr>
            <a:lvl3pPr lvl="2" rtl="0">
              <a:lnSpc>
                <a:spcPct val="100000"/>
              </a:lnSpc>
              <a:spcBef>
                <a:spcPts val="0"/>
              </a:spcBef>
              <a:spcAft>
                <a:spcPts val="0"/>
              </a:spcAft>
              <a:buClr>
                <a:schemeClr val="dk1"/>
              </a:buClr>
              <a:buSzPts val="2400"/>
              <a:buFont typeface="Noto Serif Ethiopic"/>
              <a:buNone/>
              <a:defRPr sz="2400">
                <a:solidFill>
                  <a:schemeClr val="dk1"/>
                </a:solidFill>
                <a:latin typeface="Noto Serif Ethiopic"/>
                <a:ea typeface="Noto Serif Ethiopic"/>
                <a:cs typeface="Noto Serif Ethiopic"/>
                <a:sym typeface="Noto Serif Ethiopic"/>
              </a:defRPr>
            </a:lvl3pPr>
            <a:lvl4pPr lvl="3" rtl="0">
              <a:lnSpc>
                <a:spcPct val="100000"/>
              </a:lnSpc>
              <a:spcBef>
                <a:spcPts val="0"/>
              </a:spcBef>
              <a:spcAft>
                <a:spcPts val="0"/>
              </a:spcAft>
              <a:buClr>
                <a:schemeClr val="dk1"/>
              </a:buClr>
              <a:buSzPts val="2400"/>
              <a:buFont typeface="Noto Serif Ethiopic"/>
              <a:buNone/>
              <a:defRPr sz="2400">
                <a:solidFill>
                  <a:schemeClr val="dk1"/>
                </a:solidFill>
                <a:latin typeface="Noto Serif Ethiopic"/>
                <a:ea typeface="Noto Serif Ethiopic"/>
                <a:cs typeface="Noto Serif Ethiopic"/>
                <a:sym typeface="Noto Serif Ethiopic"/>
              </a:defRPr>
            </a:lvl4pPr>
            <a:lvl5pPr lvl="4" rtl="0">
              <a:lnSpc>
                <a:spcPct val="100000"/>
              </a:lnSpc>
              <a:spcBef>
                <a:spcPts val="0"/>
              </a:spcBef>
              <a:spcAft>
                <a:spcPts val="0"/>
              </a:spcAft>
              <a:buClr>
                <a:schemeClr val="dk1"/>
              </a:buClr>
              <a:buSzPts val="2400"/>
              <a:buFont typeface="Noto Serif Ethiopic"/>
              <a:buNone/>
              <a:defRPr sz="2400">
                <a:solidFill>
                  <a:schemeClr val="dk1"/>
                </a:solidFill>
                <a:latin typeface="Noto Serif Ethiopic"/>
                <a:ea typeface="Noto Serif Ethiopic"/>
                <a:cs typeface="Noto Serif Ethiopic"/>
                <a:sym typeface="Noto Serif Ethiopic"/>
              </a:defRPr>
            </a:lvl5pPr>
            <a:lvl6pPr lvl="5" rtl="0">
              <a:lnSpc>
                <a:spcPct val="100000"/>
              </a:lnSpc>
              <a:spcBef>
                <a:spcPts val="0"/>
              </a:spcBef>
              <a:spcAft>
                <a:spcPts val="0"/>
              </a:spcAft>
              <a:buClr>
                <a:schemeClr val="dk1"/>
              </a:buClr>
              <a:buSzPts val="2400"/>
              <a:buFont typeface="Noto Serif Ethiopic"/>
              <a:buNone/>
              <a:defRPr sz="2400">
                <a:solidFill>
                  <a:schemeClr val="dk1"/>
                </a:solidFill>
                <a:latin typeface="Noto Serif Ethiopic"/>
                <a:ea typeface="Noto Serif Ethiopic"/>
                <a:cs typeface="Noto Serif Ethiopic"/>
                <a:sym typeface="Noto Serif Ethiopic"/>
              </a:defRPr>
            </a:lvl6pPr>
            <a:lvl7pPr lvl="6" rtl="0">
              <a:lnSpc>
                <a:spcPct val="100000"/>
              </a:lnSpc>
              <a:spcBef>
                <a:spcPts val="0"/>
              </a:spcBef>
              <a:spcAft>
                <a:spcPts val="0"/>
              </a:spcAft>
              <a:buClr>
                <a:schemeClr val="dk1"/>
              </a:buClr>
              <a:buSzPts val="2400"/>
              <a:buFont typeface="Noto Serif Ethiopic"/>
              <a:buNone/>
              <a:defRPr sz="2400">
                <a:solidFill>
                  <a:schemeClr val="dk1"/>
                </a:solidFill>
                <a:latin typeface="Noto Serif Ethiopic"/>
                <a:ea typeface="Noto Serif Ethiopic"/>
                <a:cs typeface="Noto Serif Ethiopic"/>
                <a:sym typeface="Noto Serif Ethiopic"/>
              </a:defRPr>
            </a:lvl7pPr>
            <a:lvl8pPr lvl="7" rtl="0">
              <a:lnSpc>
                <a:spcPct val="100000"/>
              </a:lnSpc>
              <a:spcBef>
                <a:spcPts val="0"/>
              </a:spcBef>
              <a:spcAft>
                <a:spcPts val="0"/>
              </a:spcAft>
              <a:buClr>
                <a:schemeClr val="dk1"/>
              </a:buClr>
              <a:buSzPts val="2400"/>
              <a:buFont typeface="Noto Serif Ethiopic"/>
              <a:buNone/>
              <a:defRPr sz="2400">
                <a:solidFill>
                  <a:schemeClr val="dk1"/>
                </a:solidFill>
                <a:latin typeface="Noto Serif Ethiopic"/>
                <a:ea typeface="Noto Serif Ethiopic"/>
                <a:cs typeface="Noto Serif Ethiopic"/>
                <a:sym typeface="Noto Serif Ethiopic"/>
              </a:defRPr>
            </a:lvl8pPr>
            <a:lvl9pPr lvl="8" rtl="0">
              <a:lnSpc>
                <a:spcPct val="100000"/>
              </a:lnSpc>
              <a:spcBef>
                <a:spcPts val="0"/>
              </a:spcBef>
              <a:spcAft>
                <a:spcPts val="0"/>
              </a:spcAft>
              <a:buClr>
                <a:schemeClr val="dk1"/>
              </a:buClr>
              <a:buSzPts val="2400"/>
              <a:buFont typeface="Noto Serif Ethiopic"/>
              <a:buNone/>
              <a:defRPr sz="2400">
                <a:solidFill>
                  <a:schemeClr val="dk1"/>
                </a:solidFill>
                <a:latin typeface="Noto Serif Ethiopic"/>
                <a:ea typeface="Noto Serif Ethiopic"/>
                <a:cs typeface="Noto Serif Ethiopic"/>
                <a:sym typeface="Noto Serif Ethiopic"/>
              </a:defRPr>
            </a:lvl9pPr>
          </a:lstStyle>
          <a:p>
            <a:endParaRPr/>
          </a:p>
        </p:txBody>
      </p:sp>
      <p:sp>
        <p:nvSpPr>
          <p:cNvPr id="97" name="Google Shape;97;p13"/>
          <p:cNvSpPr txBox="1">
            <a:spLocks noGrp="1"/>
          </p:cNvSpPr>
          <p:nvPr>
            <p:ph type="subTitle" idx="15"/>
          </p:nvPr>
        </p:nvSpPr>
        <p:spPr>
          <a:xfrm>
            <a:off x="3403800" y="1590600"/>
            <a:ext cx="2336400" cy="717900"/>
          </a:xfrm>
          <a:prstGeom prst="rect">
            <a:avLst/>
          </a:prstGeom>
          <a:ln>
            <a:noFill/>
          </a:ln>
        </p:spPr>
        <p:txBody>
          <a:bodyPr spcFirstLastPara="1" wrap="square" lIns="91425" tIns="91425" rIns="91425" bIns="91425" anchor="b" anchorCtr="0">
            <a:noAutofit/>
          </a:bodyPr>
          <a:lstStyle>
            <a:lvl1pPr lvl="0" algn="ctr" rtl="0">
              <a:lnSpc>
                <a:spcPct val="100000"/>
              </a:lnSpc>
              <a:spcBef>
                <a:spcPts val="0"/>
              </a:spcBef>
              <a:spcAft>
                <a:spcPts val="0"/>
              </a:spcAft>
              <a:buClr>
                <a:schemeClr val="dk1"/>
              </a:buClr>
              <a:buSzPts val="2400"/>
              <a:buFont typeface="Noto Serif Ethiopic"/>
              <a:buNone/>
              <a:defRPr sz="2000">
                <a:solidFill>
                  <a:schemeClr val="dk1"/>
                </a:solidFill>
                <a:latin typeface="Noto Serif Ethiopic"/>
                <a:ea typeface="Noto Serif Ethiopic"/>
                <a:cs typeface="Noto Serif Ethiopic"/>
                <a:sym typeface="Noto Serif Ethiopic"/>
              </a:defRPr>
            </a:lvl1pPr>
            <a:lvl2pPr lvl="1" rtl="0">
              <a:lnSpc>
                <a:spcPct val="100000"/>
              </a:lnSpc>
              <a:spcBef>
                <a:spcPts val="0"/>
              </a:spcBef>
              <a:spcAft>
                <a:spcPts val="0"/>
              </a:spcAft>
              <a:buClr>
                <a:schemeClr val="dk1"/>
              </a:buClr>
              <a:buSzPts val="2400"/>
              <a:buFont typeface="Noto Serif Ethiopic"/>
              <a:buNone/>
              <a:defRPr sz="2400">
                <a:solidFill>
                  <a:schemeClr val="dk1"/>
                </a:solidFill>
                <a:latin typeface="Noto Serif Ethiopic"/>
                <a:ea typeface="Noto Serif Ethiopic"/>
                <a:cs typeface="Noto Serif Ethiopic"/>
                <a:sym typeface="Noto Serif Ethiopic"/>
              </a:defRPr>
            </a:lvl2pPr>
            <a:lvl3pPr lvl="2" rtl="0">
              <a:lnSpc>
                <a:spcPct val="100000"/>
              </a:lnSpc>
              <a:spcBef>
                <a:spcPts val="0"/>
              </a:spcBef>
              <a:spcAft>
                <a:spcPts val="0"/>
              </a:spcAft>
              <a:buClr>
                <a:schemeClr val="dk1"/>
              </a:buClr>
              <a:buSzPts val="2400"/>
              <a:buFont typeface="Noto Serif Ethiopic"/>
              <a:buNone/>
              <a:defRPr sz="2400">
                <a:solidFill>
                  <a:schemeClr val="dk1"/>
                </a:solidFill>
                <a:latin typeface="Noto Serif Ethiopic"/>
                <a:ea typeface="Noto Serif Ethiopic"/>
                <a:cs typeface="Noto Serif Ethiopic"/>
                <a:sym typeface="Noto Serif Ethiopic"/>
              </a:defRPr>
            </a:lvl3pPr>
            <a:lvl4pPr lvl="3" rtl="0">
              <a:lnSpc>
                <a:spcPct val="100000"/>
              </a:lnSpc>
              <a:spcBef>
                <a:spcPts val="0"/>
              </a:spcBef>
              <a:spcAft>
                <a:spcPts val="0"/>
              </a:spcAft>
              <a:buClr>
                <a:schemeClr val="dk1"/>
              </a:buClr>
              <a:buSzPts val="2400"/>
              <a:buFont typeface="Noto Serif Ethiopic"/>
              <a:buNone/>
              <a:defRPr sz="2400">
                <a:solidFill>
                  <a:schemeClr val="dk1"/>
                </a:solidFill>
                <a:latin typeface="Noto Serif Ethiopic"/>
                <a:ea typeface="Noto Serif Ethiopic"/>
                <a:cs typeface="Noto Serif Ethiopic"/>
                <a:sym typeface="Noto Serif Ethiopic"/>
              </a:defRPr>
            </a:lvl4pPr>
            <a:lvl5pPr lvl="4" rtl="0">
              <a:lnSpc>
                <a:spcPct val="100000"/>
              </a:lnSpc>
              <a:spcBef>
                <a:spcPts val="0"/>
              </a:spcBef>
              <a:spcAft>
                <a:spcPts val="0"/>
              </a:spcAft>
              <a:buClr>
                <a:schemeClr val="dk1"/>
              </a:buClr>
              <a:buSzPts val="2400"/>
              <a:buFont typeface="Noto Serif Ethiopic"/>
              <a:buNone/>
              <a:defRPr sz="2400">
                <a:solidFill>
                  <a:schemeClr val="dk1"/>
                </a:solidFill>
                <a:latin typeface="Noto Serif Ethiopic"/>
                <a:ea typeface="Noto Serif Ethiopic"/>
                <a:cs typeface="Noto Serif Ethiopic"/>
                <a:sym typeface="Noto Serif Ethiopic"/>
              </a:defRPr>
            </a:lvl5pPr>
            <a:lvl6pPr lvl="5" rtl="0">
              <a:lnSpc>
                <a:spcPct val="100000"/>
              </a:lnSpc>
              <a:spcBef>
                <a:spcPts val="0"/>
              </a:spcBef>
              <a:spcAft>
                <a:spcPts val="0"/>
              </a:spcAft>
              <a:buClr>
                <a:schemeClr val="dk1"/>
              </a:buClr>
              <a:buSzPts val="2400"/>
              <a:buFont typeface="Noto Serif Ethiopic"/>
              <a:buNone/>
              <a:defRPr sz="2400">
                <a:solidFill>
                  <a:schemeClr val="dk1"/>
                </a:solidFill>
                <a:latin typeface="Noto Serif Ethiopic"/>
                <a:ea typeface="Noto Serif Ethiopic"/>
                <a:cs typeface="Noto Serif Ethiopic"/>
                <a:sym typeface="Noto Serif Ethiopic"/>
              </a:defRPr>
            </a:lvl6pPr>
            <a:lvl7pPr lvl="6" rtl="0">
              <a:lnSpc>
                <a:spcPct val="100000"/>
              </a:lnSpc>
              <a:spcBef>
                <a:spcPts val="0"/>
              </a:spcBef>
              <a:spcAft>
                <a:spcPts val="0"/>
              </a:spcAft>
              <a:buClr>
                <a:schemeClr val="dk1"/>
              </a:buClr>
              <a:buSzPts val="2400"/>
              <a:buFont typeface="Noto Serif Ethiopic"/>
              <a:buNone/>
              <a:defRPr sz="2400">
                <a:solidFill>
                  <a:schemeClr val="dk1"/>
                </a:solidFill>
                <a:latin typeface="Noto Serif Ethiopic"/>
                <a:ea typeface="Noto Serif Ethiopic"/>
                <a:cs typeface="Noto Serif Ethiopic"/>
                <a:sym typeface="Noto Serif Ethiopic"/>
              </a:defRPr>
            </a:lvl7pPr>
            <a:lvl8pPr lvl="7" rtl="0">
              <a:lnSpc>
                <a:spcPct val="100000"/>
              </a:lnSpc>
              <a:spcBef>
                <a:spcPts val="0"/>
              </a:spcBef>
              <a:spcAft>
                <a:spcPts val="0"/>
              </a:spcAft>
              <a:buClr>
                <a:schemeClr val="dk1"/>
              </a:buClr>
              <a:buSzPts val="2400"/>
              <a:buFont typeface="Noto Serif Ethiopic"/>
              <a:buNone/>
              <a:defRPr sz="2400">
                <a:solidFill>
                  <a:schemeClr val="dk1"/>
                </a:solidFill>
                <a:latin typeface="Noto Serif Ethiopic"/>
                <a:ea typeface="Noto Serif Ethiopic"/>
                <a:cs typeface="Noto Serif Ethiopic"/>
                <a:sym typeface="Noto Serif Ethiopic"/>
              </a:defRPr>
            </a:lvl8pPr>
            <a:lvl9pPr lvl="8" rtl="0">
              <a:lnSpc>
                <a:spcPct val="100000"/>
              </a:lnSpc>
              <a:spcBef>
                <a:spcPts val="0"/>
              </a:spcBef>
              <a:spcAft>
                <a:spcPts val="0"/>
              </a:spcAft>
              <a:buClr>
                <a:schemeClr val="dk1"/>
              </a:buClr>
              <a:buSzPts val="2400"/>
              <a:buFont typeface="Noto Serif Ethiopic"/>
              <a:buNone/>
              <a:defRPr sz="2400">
                <a:solidFill>
                  <a:schemeClr val="dk1"/>
                </a:solidFill>
                <a:latin typeface="Noto Serif Ethiopic"/>
                <a:ea typeface="Noto Serif Ethiopic"/>
                <a:cs typeface="Noto Serif Ethiopic"/>
                <a:sym typeface="Noto Serif Ethiopic"/>
              </a:defRPr>
            </a:lvl9pPr>
          </a:lstStyle>
          <a:p>
            <a:endParaRPr/>
          </a:p>
        </p:txBody>
      </p:sp>
      <p:sp>
        <p:nvSpPr>
          <p:cNvPr id="98" name="Google Shape;98;p13"/>
          <p:cNvSpPr txBox="1">
            <a:spLocks noGrp="1"/>
          </p:cNvSpPr>
          <p:nvPr>
            <p:ph type="subTitle" idx="16"/>
          </p:nvPr>
        </p:nvSpPr>
        <p:spPr>
          <a:xfrm>
            <a:off x="6092500" y="1590600"/>
            <a:ext cx="2336400" cy="717900"/>
          </a:xfrm>
          <a:prstGeom prst="rect">
            <a:avLst/>
          </a:prstGeom>
          <a:ln>
            <a:noFill/>
          </a:ln>
        </p:spPr>
        <p:txBody>
          <a:bodyPr spcFirstLastPara="1" wrap="square" lIns="91425" tIns="91425" rIns="91425" bIns="91425" anchor="b" anchorCtr="0">
            <a:noAutofit/>
          </a:bodyPr>
          <a:lstStyle>
            <a:lvl1pPr lvl="0" algn="ctr" rtl="0">
              <a:lnSpc>
                <a:spcPct val="100000"/>
              </a:lnSpc>
              <a:spcBef>
                <a:spcPts val="0"/>
              </a:spcBef>
              <a:spcAft>
                <a:spcPts val="0"/>
              </a:spcAft>
              <a:buClr>
                <a:schemeClr val="dk1"/>
              </a:buClr>
              <a:buSzPts val="2400"/>
              <a:buFont typeface="Noto Serif Ethiopic"/>
              <a:buNone/>
              <a:defRPr sz="2000">
                <a:solidFill>
                  <a:schemeClr val="dk1"/>
                </a:solidFill>
                <a:latin typeface="Noto Serif Ethiopic"/>
                <a:ea typeface="Noto Serif Ethiopic"/>
                <a:cs typeface="Noto Serif Ethiopic"/>
                <a:sym typeface="Noto Serif Ethiopic"/>
              </a:defRPr>
            </a:lvl1pPr>
            <a:lvl2pPr lvl="1" rtl="0">
              <a:lnSpc>
                <a:spcPct val="100000"/>
              </a:lnSpc>
              <a:spcBef>
                <a:spcPts val="0"/>
              </a:spcBef>
              <a:spcAft>
                <a:spcPts val="0"/>
              </a:spcAft>
              <a:buClr>
                <a:schemeClr val="dk1"/>
              </a:buClr>
              <a:buSzPts val="2400"/>
              <a:buFont typeface="Noto Serif Ethiopic"/>
              <a:buNone/>
              <a:defRPr sz="2400">
                <a:solidFill>
                  <a:schemeClr val="dk1"/>
                </a:solidFill>
                <a:latin typeface="Noto Serif Ethiopic"/>
                <a:ea typeface="Noto Serif Ethiopic"/>
                <a:cs typeface="Noto Serif Ethiopic"/>
                <a:sym typeface="Noto Serif Ethiopic"/>
              </a:defRPr>
            </a:lvl2pPr>
            <a:lvl3pPr lvl="2" rtl="0">
              <a:lnSpc>
                <a:spcPct val="100000"/>
              </a:lnSpc>
              <a:spcBef>
                <a:spcPts val="0"/>
              </a:spcBef>
              <a:spcAft>
                <a:spcPts val="0"/>
              </a:spcAft>
              <a:buClr>
                <a:schemeClr val="dk1"/>
              </a:buClr>
              <a:buSzPts val="2400"/>
              <a:buFont typeface="Noto Serif Ethiopic"/>
              <a:buNone/>
              <a:defRPr sz="2400">
                <a:solidFill>
                  <a:schemeClr val="dk1"/>
                </a:solidFill>
                <a:latin typeface="Noto Serif Ethiopic"/>
                <a:ea typeface="Noto Serif Ethiopic"/>
                <a:cs typeface="Noto Serif Ethiopic"/>
                <a:sym typeface="Noto Serif Ethiopic"/>
              </a:defRPr>
            </a:lvl3pPr>
            <a:lvl4pPr lvl="3" rtl="0">
              <a:lnSpc>
                <a:spcPct val="100000"/>
              </a:lnSpc>
              <a:spcBef>
                <a:spcPts val="0"/>
              </a:spcBef>
              <a:spcAft>
                <a:spcPts val="0"/>
              </a:spcAft>
              <a:buClr>
                <a:schemeClr val="dk1"/>
              </a:buClr>
              <a:buSzPts val="2400"/>
              <a:buFont typeface="Noto Serif Ethiopic"/>
              <a:buNone/>
              <a:defRPr sz="2400">
                <a:solidFill>
                  <a:schemeClr val="dk1"/>
                </a:solidFill>
                <a:latin typeface="Noto Serif Ethiopic"/>
                <a:ea typeface="Noto Serif Ethiopic"/>
                <a:cs typeface="Noto Serif Ethiopic"/>
                <a:sym typeface="Noto Serif Ethiopic"/>
              </a:defRPr>
            </a:lvl4pPr>
            <a:lvl5pPr lvl="4" rtl="0">
              <a:lnSpc>
                <a:spcPct val="100000"/>
              </a:lnSpc>
              <a:spcBef>
                <a:spcPts val="0"/>
              </a:spcBef>
              <a:spcAft>
                <a:spcPts val="0"/>
              </a:spcAft>
              <a:buClr>
                <a:schemeClr val="dk1"/>
              </a:buClr>
              <a:buSzPts val="2400"/>
              <a:buFont typeface="Noto Serif Ethiopic"/>
              <a:buNone/>
              <a:defRPr sz="2400">
                <a:solidFill>
                  <a:schemeClr val="dk1"/>
                </a:solidFill>
                <a:latin typeface="Noto Serif Ethiopic"/>
                <a:ea typeface="Noto Serif Ethiopic"/>
                <a:cs typeface="Noto Serif Ethiopic"/>
                <a:sym typeface="Noto Serif Ethiopic"/>
              </a:defRPr>
            </a:lvl5pPr>
            <a:lvl6pPr lvl="5" rtl="0">
              <a:lnSpc>
                <a:spcPct val="100000"/>
              </a:lnSpc>
              <a:spcBef>
                <a:spcPts val="0"/>
              </a:spcBef>
              <a:spcAft>
                <a:spcPts val="0"/>
              </a:spcAft>
              <a:buClr>
                <a:schemeClr val="dk1"/>
              </a:buClr>
              <a:buSzPts val="2400"/>
              <a:buFont typeface="Noto Serif Ethiopic"/>
              <a:buNone/>
              <a:defRPr sz="2400">
                <a:solidFill>
                  <a:schemeClr val="dk1"/>
                </a:solidFill>
                <a:latin typeface="Noto Serif Ethiopic"/>
                <a:ea typeface="Noto Serif Ethiopic"/>
                <a:cs typeface="Noto Serif Ethiopic"/>
                <a:sym typeface="Noto Serif Ethiopic"/>
              </a:defRPr>
            </a:lvl6pPr>
            <a:lvl7pPr lvl="6" rtl="0">
              <a:lnSpc>
                <a:spcPct val="100000"/>
              </a:lnSpc>
              <a:spcBef>
                <a:spcPts val="0"/>
              </a:spcBef>
              <a:spcAft>
                <a:spcPts val="0"/>
              </a:spcAft>
              <a:buClr>
                <a:schemeClr val="dk1"/>
              </a:buClr>
              <a:buSzPts val="2400"/>
              <a:buFont typeface="Noto Serif Ethiopic"/>
              <a:buNone/>
              <a:defRPr sz="2400">
                <a:solidFill>
                  <a:schemeClr val="dk1"/>
                </a:solidFill>
                <a:latin typeface="Noto Serif Ethiopic"/>
                <a:ea typeface="Noto Serif Ethiopic"/>
                <a:cs typeface="Noto Serif Ethiopic"/>
                <a:sym typeface="Noto Serif Ethiopic"/>
              </a:defRPr>
            </a:lvl7pPr>
            <a:lvl8pPr lvl="7" rtl="0">
              <a:lnSpc>
                <a:spcPct val="100000"/>
              </a:lnSpc>
              <a:spcBef>
                <a:spcPts val="0"/>
              </a:spcBef>
              <a:spcAft>
                <a:spcPts val="0"/>
              </a:spcAft>
              <a:buClr>
                <a:schemeClr val="dk1"/>
              </a:buClr>
              <a:buSzPts val="2400"/>
              <a:buFont typeface="Noto Serif Ethiopic"/>
              <a:buNone/>
              <a:defRPr sz="2400">
                <a:solidFill>
                  <a:schemeClr val="dk1"/>
                </a:solidFill>
                <a:latin typeface="Noto Serif Ethiopic"/>
                <a:ea typeface="Noto Serif Ethiopic"/>
                <a:cs typeface="Noto Serif Ethiopic"/>
                <a:sym typeface="Noto Serif Ethiopic"/>
              </a:defRPr>
            </a:lvl8pPr>
            <a:lvl9pPr lvl="8" rtl="0">
              <a:lnSpc>
                <a:spcPct val="100000"/>
              </a:lnSpc>
              <a:spcBef>
                <a:spcPts val="0"/>
              </a:spcBef>
              <a:spcAft>
                <a:spcPts val="0"/>
              </a:spcAft>
              <a:buClr>
                <a:schemeClr val="dk1"/>
              </a:buClr>
              <a:buSzPts val="2400"/>
              <a:buFont typeface="Noto Serif Ethiopic"/>
              <a:buNone/>
              <a:defRPr sz="2400">
                <a:solidFill>
                  <a:schemeClr val="dk1"/>
                </a:solidFill>
                <a:latin typeface="Noto Serif Ethiopic"/>
                <a:ea typeface="Noto Serif Ethiopic"/>
                <a:cs typeface="Noto Serif Ethiopic"/>
                <a:sym typeface="Noto Serif Ethiopic"/>
              </a:defRPr>
            </a:lvl9pPr>
          </a:lstStyle>
          <a:p>
            <a:endParaRPr/>
          </a:p>
        </p:txBody>
      </p:sp>
      <p:sp>
        <p:nvSpPr>
          <p:cNvPr id="99" name="Google Shape;99;p13"/>
          <p:cNvSpPr txBox="1">
            <a:spLocks noGrp="1"/>
          </p:cNvSpPr>
          <p:nvPr>
            <p:ph type="subTitle" idx="17"/>
          </p:nvPr>
        </p:nvSpPr>
        <p:spPr>
          <a:xfrm>
            <a:off x="2059450" y="3350000"/>
            <a:ext cx="2336400" cy="717900"/>
          </a:xfrm>
          <a:prstGeom prst="rect">
            <a:avLst/>
          </a:prstGeom>
          <a:ln>
            <a:noFill/>
          </a:ln>
        </p:spPr>
        <p:txBody>
          <a:bodyPr spcFirstLastPara="1" wrap="square" lIns="91425" tIns="91425" rIns="91425" bIns="91425" anchor="b" anchorCtr="0">
            <a:noAutofit/>
          </a:bodyPr>
          <a:lstStyle>
            <a:lvl1pPr lvl="0" algn="ctr" rtl="0">
              <a:lnSpc>
                <a:spcPct val="100000"/>
              </a:lnSpc>
              <a:spcBef>
                <a:spcPts val="0"/>
              </a:spcBef>
              <a:spcAft>
                <a:spcPts val="0"/>
              </a:spcAft>
              <a:buClr>
                <a:schemeClr val="dk1"/>
              </a:buClr>
              <a:buSzPts val="2400"/>
              <a:buFont typeface="Noto Serif Ethiopic"/>
              <a:buNone/>
              <a:defRPr sz="2000">
                <a:solidFill>
                  <a:schemeClr val="dk1"/>
                </a:solidFill>
                <a:latin typeface="Noto Serif Ethiopic"/>
                <a:ea typeface="Noto Serif Ethiopic"/>
                <a:cs typeface="Noto Serif Ethiopic"/>
                <a:sym typeface="Noto Serif Ethiopic"/>
              </a:defRPr>
            </a:lvl1pPr>
            <a:lvl2pPr lvl="1" rtl="0">
              <a:lnSpc>
                <a:spcPct val="100000"/>
              </a:lnSpc>
              <a:spcBef>
                <a:spcPts val="0"/>
              </a:spcBef>
              <a:spcAft>
                <a:spcPts val="0"/>
              </a:spcAft>
              <a:buClr>
                <a:schemeClr val="dk1"/>
              </a:buClr>
              <a:buSzPts val="2400"/>
              <a:buFont typeface="Noto Serif Ethiopic"/>
              <a:buNone/>
              <a:defRPr sz="2400">
                <a:solidFill>
                  <a:schemeClr val="dk1"/>
                </a:solidFill>
                <a:latin typeface="Noto Serif Ethiopic"/>
                <a:ea typeface="Noto Serif Ethiopic"/>
                <a:cs typeface="Noto Serif Ethiopic"/>
                <a:sym typeface="Noto Serif Ethiopic"/>
              </a:defRPr>
            </a:lvl2pPr>
            <a:lvl3pPr lvl="2" rtl="0">
              <a:lnSpc>
                <a:spcPct val="100000"/>
              </a:lnSpc>
              <a:spcBef>
                <a:spcPts val="0"/>
              </a:spcBef>
              <a:spcAft>
                <a:spcPts val="0"/>
              </a:spcAft>
              <a:buClr>
                <a:schemeClr val="dk1"/>
              </a:buClr>
              <a:buSzPts val="2400"/>
              <a:buFont typeface="Noto Serif Ethiopic"/>
              <a:buNone/>
              <a:defRPr sz="2400">
                <a:solidFill>
                  <a:schemeClr val="dk1"/>
                </a:solidFill>
                <a:latin typeface="Noto Serif Ethiopic"/>
                <a:ea typeface="Noto Serif Ethiopic"/>
                <a:cs typeface="Noto Serif Ethiopic"/>
                <a:sym typeface="Noto Serif Ethiopic"/>
              </a:defRPr>
            </a:lvl3pPr>
            <a:lvl4pPr lvl="3" rtl="0">
              <a:lnSpc>
                <a:spcPct val="100000"/>
              </a:lnSpc>
              <a:spcBef>
                <a:spcPts val="0"/>
              </a:spcBef>
              <a:spcAft>
                <a:spcPts val="0"/>
              </a:spcAft>
              <a:buClr>
                <a:schemeClr val="dk1"/>
              </a:buClr>
              <a:buSzPts val="2400"/>
              <a:buFont typeface="Noto Serif Ethiopic"/>
              <a:buNone/>
              <a:defRPr sz="2400">
                <a:solidFill>
                  <a:schemeClr val="dk1"/>
                </a:solidFill>
                <a:latin typeface="Noto Serif Ethiopic"/>
                <a:ea typeface="Noto Serif Ethiopic"/>
                <a:cs typeface="Noto Serif Ethiopic"/>
                <a:sym typeface="Noto Serif Ethiopic"/>
              </a:defRPr>
            </a:lvl4pPr>
            <a:lvl5pPr lvl="4" rtl="0">
              <a:lnSpc>
                <a:spcPct val="100000"/>
              </a:lnSpc>
              <a:spcBef>
                <a:spcPts val="0"/>
              </a:spcBef>
              <a:spcAft>
                <a:spcPts val="0"/>
              </a:spcAft>
              <a:buClr>
                <a:schemeClr val="dk1"/>
              </a:buClr>
              <a:buSzPts val="2400"/>
              <a:buFont typeface="Noto Serif Ethiopic"/>
              <a:buNone/>
              <a:defRPr sz="2400">
                <a:solidFill>
                  <a:schemeClr val="dk1"/>
                </a:solidFill>
                <a:latin typeface="Noto Serif Ethiopic"/>
                <a:ea typeface="Noto Serif Ethiopic"/>
                <a:cs typeface="Noto Serif Ethiopic"/>
                <a:sym typeface="Noto Serif Ethiopic"/>
              </a:defRPr>
            </a:lvl5pPr>
            <a:lvl6pPr lvl="5" rtl="0">
              <a:lnSpc>
                <a:spcPct val="100000"/>
              </a:lnSpc>
              <a:spcBef>
                <a:spcPts val="0"/>
              </a:spcBef>
              <a:spcAft>
                <a:spcPts val="0"/>
              </a:spcAft>
              <a:buClr>
                <a:schemeClr val="dk1"/>
              </a:buClr>
              <a:buSzPts val="2400"/>
              <a:buFont typeface="Noto Serif Ethiopic"/>
              <a:buNone/>
              <a:defRPr sz="2400">
                <a:solidFill>
                  <a:schemeClr val="dk1"/>
                </a:solidFill>
                <a:latin typeface="Noto Serif Ethiopic"/>
                <a:ea typeface="Noto Serif Ethiopic"/>
                <a:cs typeface="Noto Serif Ethiopic"/>
                <a:sym typeface="Noto Serif Ethiopic"/>
              </a:defRPr>
            </a:lvl6pPr>
            <a:lvl7pPr lvl="6" rtl="0">
              <a:lnSpc>
                <a:spcPct val="100000"/>
              </a:lnSpc>
              <a:spcBef>
                <a:spcPts val="0"/>
              </a:spcBef>
              <a:spcAft>
                <a:spcPts val="0"/>
              </a:spcAft>
              <a:buClr>
                <a:schemeClr val="dk1"/>
              </a:buClr>
              <a:buSzPts val="2400"/>
              <a:buFont typeface="Noto Serif Ethiopic"/>
              <a:buNone/>
              <a:defRPr sz="2400">
                <a:solidFill>
                  <a:schemeClr val="dk1"/>
                </a:solidFill>
                <a:latin typeface="Noto Serif Ethiopic"/>
                <a:ea typeface="Noto Serif Ethiopic"/>
                <a:cs typeface="Noto Serif Ethiopic"/>
                <a:sym typeface="Noto Serif Ethiopic"/>
              </a:defRPr>
            </a:lvl7pPr>
            <a:lvl8pPr lvl="7" rtl="0">
              <a:lnSpc>
                <a:spcPct val="100000"/>
              </a:lnSpc>
              <a:spcBef>
                <a:spcPts val="0"/>
              </a:spcBef>
              <a:spcAft>
                <a:spcPts val="0"/>
              </a:spcAft>
              <a:buClr>
                <a:schemeClr val="dk1"/>
              </a:buClr>
              <a:buSzPts val="2400"/>
              <a:buFont typeface="Noto Serif Ethiopic"/>
              <a:buNone/>
              <a:defRPr sz="2400">
                <a:solidFill>
                  <a:schemeClr val="dk1"/>
                </a:solidFill>
                <a:latin typeface="Noto Serif Ethiopic"/>
                <a:ea typeface="Noto Serif Ethiopic"/>
                <a:cs typeface="Noto Serif Ethiopic"/>
                <a:sym typeface="Noto Serif Ethiopic"/>
              </a:defRPr>
            </a:lvl8pPr>
            <a:lvl9pPr lvl="8" rtl="0">
              <a:lnSpc>
                <a:spcPct val="100000"/>
              </a:lnSpc>
              <a:spcBef>
                <a:spcPts val="0"/>
              </a:spcBef>
              <a:spcAft>
                <a:spcPts val="0"/>
              </a:spcAft>
              <a:buClr>
                <a:schemeClr val="dk1"/>
              </a:buClr>
              <a:buSzPts val="2400"/>
              <a:buFont typeface="Noto Serif Ethiopic"/>
              <a:buNone/>
              <a:defRPr sz="2400">
                <a:solidFill>
                  <a:schemeClr val="dk1"/>
                </a:solidFill>
                <a:latin typeface="Noto Serif Ethiopic"/>
                <a:ea typeface="Noto Serif Ethiopic"/>
                <a:cs typeface="Noto Serif Ethiopic"/>
                <a:sym typeface="Noto Serif Ethiopic"/>
              </a:defRPr>
            </a:lvl9pPr>
          </a:lstStyle>
          <a:p>
            <a:endParaRPr/>
          </a:p>
        </p:txBody>
      </p:sp>
      <p:sp>
        <p:nvSpPr>
          <p:cNvPr id="100" name="Google Shape;100;p13"/>
          <p:cNvSpPr txBox="1">
            <a:spLocks noGrp="1"/>
          </p:cNvSpPr>
          <p:nvPr>
            <p:ph type="subTitle" idx="18"/>
          </p:nvPr>
        </p:nvSpPr>
        <p:spPr>
          <a:xfrm>
            <a:off x="4748150" y="3350000"/>
            <a:ext cx="2336400" cy="717900"/>
          </a:xfrm>
          <a:prstGeom prst="rect">
            <a:avLst/>
          </a:prstGeom>
          <a:ln>
            <a:noFill/>
          </a:ln>
        </p:spPr>
        <p:txBody>
          <a:bodyPr spcFirstLastPara="1" wrap="square" lIns="91425" tIns="91425" rIns="91425" bIns="91425" anchor="b" anchorCtr="0">
            <a:noAutofit/>
          </a:bodyPr>
          <a:lstStyle>
            <a:lvl1pPr lvl="0" algn="ctr" rtl="0">
              <a:lnSpc>
                <a:spcPct val="100000"/>
              </a:lnSpc>
              <a:spcBef>
                <a:spcPts val="0"/>
              </a:spcBef>
              <a:spcAft>
                <a:spcPts val="0"/>
              </a:spcAft>
              <a:buClr>
                <a:schemeClr val="dk1"/>
              </a:buClr>
              <a:buSzPts val="2400"/>
              <a:buFont typeface="Noto Serif Ethiopic"/>
              <a:buNone/>
              <a:defRPr sz="2000">
                <a:solidFill>
                  <a:schemeClr val="dk1"/>
                </a:solidFill>
                <a:latin typeface="Noto Serif Ethiopic"/>
                <a:ea typeface="Noto Serif Ethiopic"/>
                <a:cs typeface="Noto Serif Ethiopic"/>
                <a:sym typeface="Noto Serif Ethiopic"/>
              </a:defRPr>
            </a:lvl1pPr>
            <a:lvl2pPr lvl="1" rtl="0">
              <a:lnSpc>
                <a:spcPct val="100000"/>
              </a:lnSpc>
              <a:spcBef>
                <a:spcPts val="0"/>
              </a:spcBef>
              <a:spcAft>
                <a:spcPts val="0"/>
              </a:spcAft>
              <a:buClr>
                <a:schemeClr val="dk1"/>
              </a:buClr>
              <a:buSzPts val="2400"/>
              <a:buFont typeface="Noto Serif Ethiopic"/>
              <a:buNone/>
              <a:defRPr sz="2400">
                <a:solidFill>
                  <a:schemeClr val="dk1"/>
                </a:solidFill>
                <a:latin typeface="Noto Serif Ethiopic"/>
                <a:ea typeface="Noto Serif Ethiopic"/>
                <a:cs typeface="Noto Serif Ethiopic"/>
                <a:sym typeface="Noto Serif Ethiopic"/>
              </a:defRPr>
            </a:lvl2pPr>
            <a:lvl3pPr lvl="2" rtl="0">
              <a:lnSpc>
                <a:spcPct val="100000"/>
              </a:lnSpc>
              <a:spcBef>
                <a:spcPts val="0"/>
              </a:spcBef>
              <a:spcAft>
                <a:spcPts val="0"/>
              </a:spcAft>
              <a:buClr>
                <a:schemeClr val="dk1"/>
              </a:buClr>
              <a:buSzPts val="2400"/>
              <a:buFont typeface="Noto Serif Ethiopic"/>
              <a:buNone/>
              <a:defRPr sz="2400">
                <a:solidFill>
                  <a:schemeClr val="dk1"/>
                </a:solidFill>
                <a:latin typeface="Noto Serif Ethiopic"/>
                <a:ea typeface="Noto Serif Ethiopic"/>
                <a:cs typeface="Noto Serif Ethiopic"/>
                <a:sym typeface="Noto Serif Ethiopic"/>
              </a:defRPr>
            </a:lvl3pPr>
            <a:lvl4pPr lvl="3" rtl="0">
              <a:lnSpc>
                <a:spcPct val="100000"/>
              </a:lnSpc>
              <a:spcBef>
                <a:spcPts val="0"/>
              </a:spcBef>
              <a:spcAft>
                <a:spcPts val="0"/>
              </a:spcAft>
              <a:buClr>
                <a:schemeClr val="dk1"/>
              </a:buClr>
              <a:buSzPts val="2400"/>
              <a:buFont typeface="Noto Serif Ethiopic"/>
              <a:buNone/>
              <a:defRPr sz="2400">
                <a:solidFill>
                  <a:schemeClr val="dk1"/>
                </a:solidFill>
                <a:latin typeface="Noto Serif Ethiopic"/>
                <a:ea typeface="Noto Serif Ethiopic"/>
                <a:cs typeface="Noto Serif Ethiopic"/>
                <a:sym typeface="Noto Serif Ethiopic"/>
              </a:defRPr>
            </a:lvl4pPr>
            <a:lvl5pPr lvl="4" rtl="0">
              <a:lnSpc>
                <a:spcPct val="100000"/>
              </a:lnSpc>
              <a:spcBef>
                <a:spcPts val="0"/>
              </a:spcBef>
              <a:spcAft>
                <a:spcPts val="0"/>
              </a:spcAft>
              <a:buClr>
                <a:schemeClr val="dk1"/>
              </a:buClr>
              <a:buSzPts val="2400"/>
              <a:buFont typeface="Noto Serif Ethiopic"/>
              <a:buNone/>
              <a:defRPr sz="2400">
                <a:solidFill>
                  <a:schemeClr val="dk1"/>
                </a:solidFill>
                <a:latin typeface="Noto Serif Ethiopic"/>
                <a:ea typeface="Noto Serif Ethiopic"/>
                <a:cs typeface="Noto Serif Ethiopic"/>
                <a:sym typeface="Noto Serif Ethiopic"/>
              </a:defRPr>
            </a:lvl5pPr>
            <a:lvl6pPr lvl="5" rtl="0">
              <a:lnSpc>
                <a:spcPct val="100000"/>
              </a:lnSpc>
              <a:spcBef>
                <a:spcPts val="0"/>
              </a:spcBef>
              <a:spcAft>
                <a:spcPts val="0"/>
              </a:spcAft>
              <a:buClr>
                <a:schemeClr val="dk1"/>
              </a:buClr>
              <a:buSzPts val="2400"/>
              <a:buFont typeface="Noto Serif Ethiopic"/>
              <a:buNone/>
              <a:defRPr sz="2400">
                <a:solidFill>
                  <a:schemeClr val="dk1"/>
                </a:solidFill>
                <a:latin typeface="Noto Serif Ethiopic"/>
                <a:ea typeface="Noto Serif Ethiopic"/>
                <a:cs typeface="Noto Serif Ethiopic"/>
                <a:sym typeface="Noto Serif Ethiopic"/>
              </a:defRPr>
            </a:lvl6pPr>
            <a:lvl7pPr lvl="6" rtl="0">
              <a:lnSpc>
                <a:spcPct val="100000"/>
              </a:lnSpc>
              <a:spcBef>
                <a:spcPts val="0"/>
              </a:spcBef>
              <a:spcAft>
                <a:spcPts val="0"/>
              </a:spcAft>
              <a:buClr>
                <a:schemeClr val="dk1"/>
              </a:buClr>
              <a:buSzPts val="2400"/>
              <a:buFont typeface="Noto Serif Ethiopic"/>
              <a:buNone/>
              <a:defRPr sz="2400">
                <a:solidFill>
                  <a:schemeClr val="dk1"/>
                </a:solidFill>
                <a:latin typeface="Noto Serif Ethiopic"/>
                <a:ea typeface="Noto Serif Ethiopic"/>
                <a:cs typeface="Noto Serif Ethiopic"/>
                <a:sym typeface="Noto Serif Ethiopic"/>
              </a:defRPr>
            </a:lvl7pPr>
            <a:lvl8pPr lvl="7" rtl="0">
              <a:lnSpc>
                <a:spcPct val="100000"/>
              </a:lnSpc>
              <a:spcBef>
                <a:spcPts val="0"/>
              </a:spcBef>
              <a:spcAft>
                <a:spcPts val="0"/>
              </a:spcAft>
              <a:buClr>
                <a:schemeClr val="dk1"/>
              </a:buClr>
              <a:buSzPts val="2400"/>
              <a:buFont typeface="Noto Serif Ethiopic"/>
              <a:buNone/>
              <a:defRPr sz="2400">
                <a:solidFill>
                  <a:schemeClr val="dk1"/>
                </a:solidFill>
                <a:latin typeface="Noto Serif Ethiopic"/>
                <a:ea typeface="Noto Serif Ethiopic"/>
                <a:cs typeface="Noto Serif Ethiopic"/>
                <a:sym typeface="Noto Serif Ethiopic"/>
              </a:defRPr>
            </a:lvl8pPr>
            <a:lvl9pPr lvl="8" rtl="0">
              <a:lnSpc>
                <a:spcPct val="100000"/>
              </a:lnSpc>
              <a:spcBef>
                <a:spcPts val="0"/>
              </a:spcBef>
              <a:spcAft>
                <a:spcPts val="0"/>
              </a:spcAft>
              <a:buClr>
                <a:schemeClr val="dk1"/>
              </a:buClr>
              <a:buSzPts val="2400"/>
              <a:buFont typeface="Noto Serif Ethiopic"/>
              <a:buNone/>
              <a:defRPr sz="2400">
                <a:solidFill>
                  <a:schemeClr val="dk1"/>
                </a:solidFill>
                <a:latin typeface="Noto Serif Ethiopic"/>
                <a:ea typeface="Noto Serif Ethiopic"/>
                <a:cs typeface="Noto Serif Ethiopic"/>
                <a:sym typeface="Noto Serif Ethiopic"/>
              </a:defRPr>
            </a:lvl9pPr>
          </a:lstStyle>
          <a:p>
            <a:endParaRPr/>
          </a:p>
        </p:txBody>
      </p:sp>
      <p:grpSp>
        <p:nvGrpSpPr>
          <p:cNvPr id="101" name="Google Shape;101;p13"/>
          <p:cNvGrpSpPr/>
          <p:nvPr/>
        </p:nvGrpSpPr>
        <p:grpSpPr>
          <a:xfrm rot="10800000">
            <a:off x="165548" y="4741850"/>
            <a:ext cx="6506400" cy="90900"/>
            <a:chOff x="1239825" y="571500"/>
            <a:chExt cx="6506400" cy="90900"/>
          </a:xfrm>
        </p:grpSpPr>
        <p:cxnSp>
          <p:nvCxnSpPr>
            <p:cNvPr id="102" name="Google Shape;102;p13"/>
            <p:cNvCxnSpPr/>
            <p:nvPr/>
          </p:nvCxnSpPr>
          <p:spPr>
            <a:xfrm>
              <a:off x="1239825" y="571500"/>
              <a:ext cx="6506400" cy="0"/>
            </a:xfrm>
            <a:prstGeom prst="straightConnector1">
              <a:avLst/>
            </a:prstGeom>
            <a:noFill/>
            <a:ln w="9525" cap="flat" cmpd="sng">
              <a:solidFill>
                <a:schemeClr val="dk1"/>
              </a:solidFill>
              <a:prstDash val="solid"/>
              <a:round/>
              <a:headEnd type="none" w="med" len="med"/>
              <a:tailEnd type="none" w="med" len="med"/>
            </a:ln>
          </p:spPr>
        </p:cxnSp>
        <p:sp>
          <p:nvSpPr>
            <p:cNvPr id="103" name="Google Shape;103;p13"/>
            <p:cNvSpPr/>
            <p:nvPr/>
          </p:nvSpPr>
          <p:spPr>
            <a:xfrm>
              <a:off x="1239825" y="571500"/>
              <a:ext cx="505200" cy="90900"/>
            </a:xfrm>
            <a:prstGeom prst="rect">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Quote">
  <p:cSld name="BLANK_1_1">
    <p:spTree>
      <p:nvGrpSpPr>
        <p:cNvPr id="1" name="Shape 104"/>
        <p:cNvGrpSpPr/>
        <p:nvPr/>
      </p:nvGrpSpPr>
      <p:grpSpPr>
        <a:xfrm>
          <a:off x="0" y="0"/>
          <a:ext cx="0" cy="0"/>
          <a:chOff x="0" y="0"/>
          <a:chExt cx="0" cy="0"/>
        </a:xfrm>
      </p:grpSpPr>
      <p:sp>
        <p:nvSpPr>
          <p:cNvPr id="105" name="Google Shape;105;p14"/>
          <p:cNvSpPr/>
          <p:nvPr/>
        </p:nvSpPr>
        <p:spPr>
          <a:xfrm>
            <a:off x="171450" y="145800"/>
            <a:ext cx="8801100" cy="4851900"/>
          </a:xfrm>
          <a:prstGeom prst="rect">
            <a:avLst/>
          </a:prstGeom>
          <a:solidFill>
            <a:schemeClr val="lt1"/>
          </a:solidFill>
          <a:ln>
            <a:noFill/>
          </a:ln>
          <a:effectLst>
            <a:outerShdw blurRad="57150" dist="19050" dir="5400000" algn="bl" rotWithShape="0">
              <a:schemeClr val="dk1">
                <a:alpha val="5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6" name="Google Shape;106;p14"/>
          <p:cNvSpPr txBox="1">
            <a:spLocks noGrp="1"/>
          </p:cNvSpPr>
          <p:nvPr>
            <p:ph type="title"/>
          </p:nvPr>
        </p:nvSpPr>
        <p:spPr>
          <a:xfrm>
            <a:off x="1717938" y="3040950"/>
            <a:ext cx="5708100" cy="531900"/>
          </a:xfrm>
          <a:prstGeom prst="rect">
            <a:avLst/>
          </a:prstGeom>
        </p:spPr>
        <p:txBody>
          <a:bodyPr spcFirstLastPara="1" wrap="square" lIns="91425" tIns="91425" rIns="91425" bIns="91425" anchor="t" anchorCtr="0">
            <a:noAutofit/>
          </a:bodyPr>
          <a:lstStyle>
            <a:lvl1pPr lvl="0" algn="l" rtl="0">
              <a:spcBef>
                <a:spcPts val="0"/>
              </a:spcBef>
              <a:spcAft>
                <a:spcPts val="0"/>
              </a:spcAft>
              <a:buSzPts val="2200"/>
              <a:buNone/>
              <a:defRPr sz="2400"/>
            </a:lvl1pPr>
            <a:lvl2pPr lvl="1" algn="ctr" rtl="0">
              <a:spcBef>
                <a:spcPts val="0"/>
              </a:spcBef>
              <a:spcAft>
                <a:spcPts val="0"/>
              </a:spcAft>
              <a:buSzPts val="3000"/>
              <a:buNone/>
              <a:defRPr sz="3000"/>
            </a:lvl2pPr>
            <a:lvl3pPr lvl="2" algn="ctr" rtl="0">
              <a:spcBef>
                <a:spcPts val="0"/>
              </a:spcBef>
              <a:spcAft>
                <a:spcPts val="0"/>
              </a:spcAft>
              <a:buSzPts val="3000"/>
              <a:buNone/>
              <a:defRPr sz="3000"/>
            </a:lvl3pPr>
            <a:lvl4pPr lvl="3" algn="ctr" rtl="0">
              <a:spcBef>
                <a:spcPts val="0"/>
              </a:spcBef>
              <a:spcAft>
                <a:spcPts val="0"/>
              </a:spcAft>
              <a:buSzPts val="3000"/>
              <a:buNone/>
              <a:defRPr sz="3000"/>
            </a:lvl4pPr>
            <a:lvl5pPr lvl="4" algn="ctr" rtl="0">
              <a:spcBef>
                <a:spcPts val="0"/>
              </a:spcBef>
              <a:spcAft>
                <a:spcPts val="0"/>
              </a:spcAft>
              <a:buSzPts val="3000"/>
              <a:buNone/>
              <a:defRPr sz="3000"/>
            </a:lvl5pPr>
            <a:lvl6pPr lvl="5" algn="ctr" rtl="0">
              <a:spcBef>
                <a:spcPts val="0"/>
              </a:spcBef>
              <a:spcAft>
                <a:spcPts val="0"/>
              </a:spcAft>
              <a:buSzPts val="3000"/>
              <a:buNone/>
              <a:defRPr sz="3000"/>
            </a:lvl6pPr>
            <a:lvl7pPr lvl="6" algn="ctr" rtl="0">
              <a:spcBef>
                <a:spcPts val="0"/>
              </a:spcBef>
              <a:spcAft>
                <a:spcPts val="0"/>
              </a:spcAft>
              <a:buSzPts val="3000"/>
              <a:buNone/>
              <a:defRPr sz="3000"/>
            </a:lvl7pPr>
            <a:lvl8pPr lvl="7" algn="ctr" rtl="0">
              <a:spcBef>
                <a:spcPts val="0"/>
              </a:spcBef>
              <a:spcAft>
                <a:spcPts val="0"/>
              </a:spcAft>
              <a:buSzPts val="3000"/>
              <a:buNone/>
              <a:defRPr sz="3000"/>
            </a:lvl8pPr>
            <a:lvl9pPr lvl="8" algn="ctr" rtl="0">
              <a:spcBef>
                <a:spcPts val="0"/>
              </a:spcBef>
              <a:spcAft>
                <a:spcPts val="0"/>
              </a:spcAft>
              <a:buSzPts val="3000"/>
              <a:buNone/>
              <a:defRPr sz="3000"/>
            </a:lvl9pPr>
          </a:lstStyle>
          <a:p>
            <a:endParaRPr/>
          </a:p>
        </p:txBody>
      </p:sp>
      <p:sp>
        <p:nvSpPr>
          <p:cNvPr id="107" name="Google Shape;107;p14"/>
          <p:cNvSpPr txBox="1">
            <a:spLocks noGrp="1"/>
          </p:cNvSpPr>
          <p:nvPr>
            <p:ph type="subTitle" idx="1"/>
          </p:nvPr>
        </p:nvSpPr>
        <p:spPr>
          <a:xfrm>
            <a:off x="1717960" y="1570650"/>
            <a:ext cx="5708100" cy="1470300"/>
          </a:xfrm>
          <a:prstGeom prst="rect">
            <a:avLst/>
          </a:prstGeom>
        </p:spPr>
        <p:txBody>
          <a:bodyPr spcFirstLastPara="1" wrap="square" lIns="91425" tIns="91425" rIns="91425" bIns="91425" anchor="b" anchorCtr="0">
            <a:noAutofit/>
          </a:bodyPr>
          <a:lstStyle>
            <a:lvl1pPr lvl="0" rtl="0">
              <a:lnSpc>
                <a:spcPct val="100000"/>
              </a:lnSpc>
              <a:spcBef>
                <a:spcPts val="0"/>
              </a:spcBef>
              <a:spcAft>
                <a:spcPts val="0"/>
              </a:spcAft>
              <a:buSzPts val="2500"/>
              <a:buNone/>
              <a:defRPr sz="2400"/>
            </a:lvl1pPr>
            <a:lvl2pPr lvl="1" algn="ctr" rtl="0">
              <a:lnSpc>
                <a:spcPct val="100000"/>
              </a:lnSpc>
              <a:spcBef>
                <a:spcPts val="0"/>
              </a:spcBef>
              <a:spcAft>
                <a:spcPts val="0"/>
              </a:spcAft>
              <a:buSzPts val="2500"/>
              <a:buNone/>
              <a:defRPr sz="2500"/>
            </a:lvl2pPr>
            <a:lvl3pPr lvl="2" algn="ctr" rtl="0">
              <a:lnSpc>
                <a:spcPct val="100000"/>
              </a:lnSpc>
              <a:spcBef>
                <a:spcPts val="0"/>
              </a:spcBef>
              <a:spcAft>
                <a:spcPts val="0"/>
              </a:spcAft>
              <a:buSzPts val="2500"/>
              <a:buNone/>
              <a:defRPr sz="2500"/>
            </a:lvl3pPr>
            <a:lvl4pPr lvl="3" algn="ctr" rtl="0">
              <a:lnSpc>
                <a:spcPct val="100000"/>
              </a:lnSpc>
              <a:spcBef>
                <a:spcPts val="0"/>
              </a:spcBef>
              <a:spcAft>
                <a:spcPts val="0"/>
              </a:spcAft>
              <a:buSzPts val="2500"/>
              <a:buNone/>
              <a:defRPr sz="2500"/>
            </a:lvl4pPr>
            <a:lvl5pPr lvl="4" algn="ctr" rtl="0">
              <a:lnSpc>
                <a:spcPct val="100000"/>
              </a:lnSpc>
              <a:spcBef>
                <a:spcPts val="0"/>
              </a:spcBef>
              <a:spcAft>
                <a:spcPts val="0"/>
              </a:spcAft>
              <a:buSzPts val="2500"/>
              <a:buNone/>
              <a:defRPr sz="2500"/>
            </a:lvl5pPr>
            <a:lvl6pPr lvl="5" algn="ctr" rtl="0">
              <a:lnSpc>
                <a:spcPct val="100000"/>
              </a:lnSpc>
              <a:spcBef>
                <a:spcPts val="0"/>
              </a:spcBef>
              <a:spcAft>
                <a:spcPts val="0"/>
              </a:spcAft>
              <a:buSzPts val="2500"/>
              <a:buNone/>
              <a:defRPr sz="2500"/>
            </a:lvl6pPr>
            <a:lvl7pPr lvl="6" algn="ctr" rtl="0">
              <a:lnSpc>
                <a:spcPct val="100000"/>
              </a:lnSpc>
              <a:spcBef>
                <a:spcPts val="0"/>
              </a:spcBef>
              <a:spcAft>
                <a:spcPts val="0"/>
              </a:spcAft>
              <a:buSzPts val="2500"/>
              <a:buNone/>
              <a:defRPr sz="2500"/>
            </a:lvl7pPr>
            <a:lvl8pPr lvl="7" algn="ctr" rtl="0">
              <a:lnSpc>
                <a:spcPct val="100000"/>
              </a:lnSpc>
              <a:spcBef>
                <a:spcPts val="0"/>
              </a:spcBef>
              <a:spcAft>
                <a:spcPts val="0"/>
              </a:spcAft>
              <a:buSzPts val="2500"/>
              <a:buNone/>
              <a:defRPr sz="2500"/>
            </a:lvl8pPr>
            <a:lvl9pPr lvl="8" algn="ctr" rtl="0">
              <a:lnSpc>
                <a:spcPct val="100000"/>
              </a:lnSpc>
              <a:spcBef>
                <a:spcPts val="0"/>
              </a:spcBef>
              <a:spcAft>
                <a:spcPts val="0"/>
              </a:spcAft>
              <a:buSzPts val="2500"/>
              <a:buNone/>
              <a:defRPr sz="2500"/>
            </a:lvl9pPr>
          </a:lstStyle>
          <a:p>
            <a:endParaRPr/>
          </a:p>
        </p:txBody>
      </p:sp>
      <p:grpSp>
        <p:nvGrpSpPr>
          <p:cNvPr id="108" name="Google Shape;108;p14"/>
          <p:cNvGrpSpPr/>
          <p:nvPr/>
        </p:nvGrpSpPr>
        <p:grpSpPr>
          <a:xfrm>
            <a:off x="435875" y="97275"/>
            <a:ext cx="8272250" cy="4900925"/>
            <a:chOff x="435875" y="97275"/>
            <a:chExt cx="8272250" cy="4900925"/>
          </a:xfrm>
        </p:grpSpPr>
        <p:grpSp>
          <p:nvGrpSpPr>
            <p:cNvPr id="109" name="Google Shape;109;p14"/>
            <p:cNvGrpSpPr/>
            <p:nvPr/>
          </p:nvGrpSpPr>
          <p:grpSpPr>
            <a:xfrm rot="10800000">
              <a:off x="435875" y="97275"/>
              <a:ext cx="90900" cy="3705900"/>
              <a:chOff x="7952125" y="1292300"/>
              <a:chExt cx="90900" cy="3705900"/>
            </a:xfrm>
          </p:grpSpPr>
          <p:sp>
            <p:nvSpPr>
              <p:cNvPr id="110" name="Google Shape;110;p14"/>
              <p:cNvSpPr/>
              <p:nvPr/>
            </p:nvSpPr>
            <p:spPr>
              <a:xfrm rot="5400000">
                <a:off x="7744975" y="1499450"/>
                <a:ext cx="505200" cy="90900"/>
              </a:xfrm>
              <a:prstGeom prst="rect">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cxnSp>
            <p:nvCxnSpPr>
              <p:cNvPr id="111" name="Google Shape;111;p14"/>
              <p:cNvCxnSpPr/>
              <p:nvPr/>
            </p:nvCxnSpPr>
            <p:spPr>
              <a:xfrm>
                <a:off x="8043025" y="1292300"/>
                <a:ext cx="0" cy="3705900"/>
              </a:xfrm>
              <a:prstGeom prst="straightConnector1">
                <a:avLst/>
              </a:prstGeom>
              <a:noFill/>
              <a:ln w="9525" cap="flat" cmpd="sng">
                <a:solidFill>
                  <a:schemeClr val="dk1"/>
                </a:solidFill>
                <a:prstDash val="solid"/>
                <a:round/>
                <a:headEnd type="none" w="med" len="med"/>
                <a:tailEnd type="none" w="med" len="med"/>
              </a:ln>
            </p:spPr>
          </p:cxnSp>
        </p:grpSp>
        <p:grpSp>
          <p:nvGrpSpPr>
            <p:cNvPr id="112" name="Google Shape;112;p14"/>
            <p:cNvGrpSpPr/>
            <p:nvPr/>
          </p:nvGrpSpPr>
          <p:grpSpPr>
            <a:xfrm flipH="1">
              <a:off x="8617225" y="1292300"/>
              <a:ext cx="90900" cy="3705900"/>
              <a:chOff x="7952125" y="1292300"/>
              <a:chExt cx="90900" cy="3705900"/>
            </a:xfrm>
          </p:grpSpPr>
          <p:sp>
            <p:nvSpPr>
              <p:cNvPr id="113" name="Google Shape;113;p14"/>
              <p:cNvSpPr/>
              <p:nvPr/>
            </p:nvSpPr>
            <p:spPr>
              <a:xfrm rot="5400000">
                <a:off x="7744975" y="1499450"/>
                <a:ext cx="505200" cy="90900"/>
              </a:xfrm>
              <a:prstGeom prst="rect">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cxnSp>
            <p:nvCxnSpPr>
              <p:cNvPr id="114" name="Google Shape;114;p14"/>
              <p:cNvCxnSpPr/>
              <p:nvPr/>
            </p:nvCxnSpPr>
            <p:spPr>
              <a:xfrm>
                <a:off x="8043025" y="1292300"/>
                <a:ext cx="0" cy="3705900"/>
              </a:xfrm>
              <a:prstGeom prst="straightConnector1">
                <a:avLst/>
              </a:prstGeom>
              <a:noFill/>
              <a:ln w="9525" cap="flat" cmpd="sng">
                <a:solidFill>
                  <a:schemeClr val="dk1"/>
                </a:solidFill>
                <a:prstDash val="solid"/>
                <a:round/>
                <a:headEnd type="none" w="med" len="med"/>
                <a:tailEnd type="none" w="med" len="med"/>
              </a:ln>
            </p:spPr>
          </p:cxnSp>
        </p:grpSp>
      </p:gr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Section header 1">
  <p:cSld name="SECTION_HEADER_1">
    <p:spTree>
      <p:nvGrpSpPr>
        <p:cNvPr id="1" name="Shape 115"/>
        <p:cNvGrpSpPr/>
        <p:nvPr/>
      </p:nvGrpSpPr>
      <p:grpSpPr>
        <a:xfrm>
          <a:off x="0" y="0"/>
          <a:ext cx="0" cy="0"/>
          <a:chOff x="0" y="0"/>
          <a:chExt cx="0" cy="0"/>
        </a:xfrm>
      </p:grpSpPr>
      <p:sp>
        <p:nvSpPr>
          <p:cNvPr id="116" name="Google Shape;116;p15"/>
          <p:cNvSpPr/>
          <p:nvPr/>
        </p:nvSpPr>
        <p:spPr>
          <a:xfrm>
            <a:off x="171450" y="145800"/>
            <a:ext cx="8801100" cy="4851900"/>
          </a:xfrm>
          <a:prstGeom prst="rect">
            <a:avLst/>
          </a:prstGeom>
          <a:solidFill>
            <a:schemeClr val="accent2"/>
          </a:solidFill>
          <a:ln>
            <a:noFill/>
          </a:ln>
          <a:effectLst>
            <a:outerShdw blurRad="57150" dist="19050" dir="5400000" algn="bl" rotWithShape="0">
              <a:schemeClr val="dk1">
                <a:alpha val="5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7" name="Google Shape;117;p15"/>
          <p:cNvSpPr txBox="1">
            <a:spLocks noGrp="1"/>
          </p:cNvSpPr>
          <p:nvPr>
            <p:ph type="title"/>
          </p:nvPr>
        </p:nvSpPr>
        <p:spPr>
          <a:xfrm>
            <a:off x="2352125" y="2350750"/>
            <a:ext cx="3555300" cy="1367700"/>
          </a:xfrm>
          <a:prstGeom prst="rect">
            <a:avLst/>
          </a:prstGeom>
        </p:spPr>
        <p:txBody>
          <a:bodyPr spcFirstLastPara="1" wrap="square" lIns="91425" tIns="91425" rIns="91425" bIns="91425" anchor="b" anchorCtr="0">
            <a:noAutofit/>
          </a:bodyPr>
          <a:lstStyle>
            <a:lvl1pPr lvl="0" algn="l" rtl="0">
              <a:spcBef>
                <a:spcPts val="0"/>
              </a:spcBef>
              <a:spcAft>
                <a:spcPts val="0"/>
              </a:spcAft>
              <a:buSzPts val="3600"/>
              <a:buNone/>
              <a:defRPr sz="3800">
                <a:solidFill>
                  <a:schemeClr val="lt1"/>
                </a:solidFill>
              </a:defRPr>
            </a:lvl1pPr>
            <a:lvl2pPr lvl="1" algn="ctr" rtl="0">
              <a:spcBef>
                <a:spcPts val="0"/>
              </a:spcBef>
              <a:spcAft>
                <a:spcPts val="0"/>
              </a:spcAft>
              <a:buSzPts val="3600"/>
              <a:buNone/>
              <a:defRPr sz="3600"/>
            </a:lvl2pPr>
            <a:lvl3pPr lvl="2" algn="ctr" rtl="0">
              <a:spcBef>
                <a:spcPts val="0"/>
              </a:spcBef>
              <a:spcAft>
                <a:spcPts val="0"/>
              </a:spcAft>
              <a:buSzPts val="3600"/>
              <a:buNone/>
              <a:defRPr sz="3600"/>
            </a:lvl3pPr>
            <a:lvl4pPr lvl="3" algn="ctr" rtl="0">
              <a:spcBef>
                <a:spcPts val="0"/>
              </a:spcBef>
              <a:spcAft>
                <a:spcPts val="0"/>
              </a:spcAft>
              <a:buSzPts val="3600"/>
              <a:buNone/>
              <a:defRPr sz="3600"/>
            </a:lvl4pPr>
            <a:lvl5pPr lvl="4" algn="ctr" rtl="0">
              <a:spcBef>
                <a:spcPts val="0"/>
              </a:spcBef>
              <a:spcAft>
                <a:spcPts val="0"/>
              </a:spcAft>
              <a:buSzPts val="3600"/>
              <a:buNone/>
              <a:defRPr sz="3600"/>
            </a:lvl5pPr>
            <a:lvl6pPr lvl="5" algn="ctr" rtl="0">
              <a:spcBef>
                <a:spcPts val="0"/>
              </a:spcBef>
              <a:spcAft>
                <a:spcPts val="0"/>
              </a:spcAft>
              <a:buSzPts val="3600"/>
              <a:buNone/>
              <a:defRPr sz="3600"/>
            </a:lvl6pPr>
            <a:lvl7pPr lvl="6" algn="ctr" rtl="0">
              <a:spcBef>
                <a:spcPts val="0"/>
              </a:spcBef>
              <a:spcAft>
                <a:spcPts val="0"/>
              </a:spcAft>
              <a:buSzPts val="3600"/>
              <a:buNone/>
              <a:defRPr sz="3600"/>
            </a:lvl7pPr>
            <a:lvl8pPr lvl="7" algn="ctr" rtl="0">
              <a:spcBef>
                <a:spcPts val="0"/>
              </a:spcBef>
              <a:spcAft>
                <a:spcPts val="0"/>
              </a:spcAft>
              <a:buSzPts val="3600"/>
              <a:buNone/>
              <a:defRPr sz="3600"/>
            </a:lvl8pPr>
            <a:lvl9pPr lvl="8" algn="ctr" rtl="0">
              <a:spcBef>
                <a:spcPts val="0"/>
              </a:spcBef>
              <a:spcAft>
                <a:spcPts val="0"/>
              </a:spcAft>
              <a:buSzPts val="3600"/>
              <a:buNone/>
              <a:defRPr sz="3600"/>
            </a:lvl9pPr>
          </a:lstStyle>
          <a:p>
            <a:endParaRPr/>
          </a:p>
        </p:txBody>
      </p:sp>
      <p:sp>
        <p:nvSpPr>
          <p:cNvPr id="118" name="Google Shape;118;p15"/>
          <p:cNvSpPr txBox="1">
            <a:spLocks noGrp="1"/>
          </p:cNvSpPr>
          <p:nvPr>
            <p:ph type="title" idx="2" hasCustomPrompt="1"/>
          </p:nvPr>
        </p:nvSpPr>
        <p:spPr>
          <a:xfrm>
            <a:off x="1152125" y="2350752"/>
            <a:ext cx="1200000" cy="841800"/>
          </a:xfrm>
          <a:prstGeom prst="rect">
            <a:avLst/>
          </a:prstGeom>
        </p:spPr>
        <p:txBody>
          <a:bodyPr spcFirstLastPara="1" wrap="square" lIns="91425" tIns="91425" rIns="91425" bIns="91425" anchor="ctr" anchorCtr="0">
            <a:noAutofit/>
          </a:bodyPr>
          <a:lstStyle>
            <a:lvl1pPr lvl="0" algn="l" rtl="0">
              <a:spcBef>
                <a:spcPts val="0"/>
              </a:spcBef>
              <a:spcAft>
                <a:spcPts val="0"/>
              </a:spcAft>
              <a:buClr>
                <a:schemeClr val="lt2"/>
              </a:buClr>
              <a:buSzPts val="6000"/>
              <a:buNone/>
              <a:defRPr sz="6000">
                <a:solidFill>
                  <a:schemeClr val="dk2"/>
                </a:solidFill>
              </a:defRPr>
            </a:lvl1pPr>
            <a:lvl2pPr lvl="1" algn="ctr" rtl="0">
              <a:spcBef>
                <a:spcPts val="0"/>
              </a:spcBef>
              <a:spcAft>
                <a:spcPts val="0"/>
              </a:spcAft>
              <a:buSzPts val="6000"/>
              <a:buNone/>
              <a:defRPr sz="6000"/>
            </a:lvl2pPr>
            <a:lvl3pPr lvl="2" algn="ctr" rtl="0">
              <a:spcBef>
                <a:spcPts val="0"/>
              </a:spcBef>
              <a:spcAft>
                <a:spcPts val="0"/>
              </a:spcAft>
              <a:buSzPts val="6000"/>
              <a:buNone/>
              <a:defRPr sz="6000"/>
            </a:lvl3pPr>
            <a:lvl4pPr lvl="3" algn="ctr" rtl="0">
              <a:spcBef>
                <a:spcPts val="0"/>
              </a:spcBef>
              <a:spcAft>
                <a:spcPts val="0"/>
              </a:spcAft>
              <a:buSzPts val="6000"/>
              <a:buNone/>
              <a:defRPr sz="6000"/>
            </a:lvl4pPr>
            <a:lvl5pPr lvl="4" algn="ctr" rtl="0">
              <a:spcBef>
                <a:spcPts val="0"/>
              </a:spcBef>
              <a:spcAft>
                <a:spcPts val="0"/>
              </a:spcAft>
              <a:buSzPts val="6000"/>
              <a:buNone/>
              <a:defRPr sz="6000"/>
            </a:lvl5pPr>
            <a:lvl6pPr lvl="5" algn="ctr" rtl="0">
              <a:spcBef>
                <a:spcPts val="0"/>
              </a:spcBef>
              <a:spcAft>
                <a:spcPts val="0"/>
              </a:spcAft>
              <a:buSzPts val="6000"/>
              <a:buNone/>
              <a:defRPr sz="6000"/>
            </a:lvl6pPr>
            <a:lvl7pPr lvl="6" algn="ctr" rtl="0">
              <a:spcBef>
                <a:spcPts val="0"/>
              </a:spcBef>
              <a:spcAft>
                <a:spcPts val="0"/>
              </a:spcAft>
              <a:buSzPts val="6000"/>
              <a:buNone/>
              <a:defRPr sz="6000"/>
            </a:lvl7pPr>
            <a:lvl8pPr lvl="7" algn="ctr" rtl="0">
              <a:spcBef>
                <a:spcPts val="0"/>
              </a:spcBef>
              <a:spcAft>
                <a:spcPts val="0"/>
              </a:spcAft>
              <a:buSzPts val="6000"/>
              <a:buNone/>
              <a:defRPr sz="6000"/>
            </a:lvl8pPr>
            <a:lvl9pPr lvl="8" algn="ctr" rtl="0">
              <a:spcBef>
                <a:spcPts val="0"/>
              </a:spcBef>
              <a:spcAft>
                <a:spcPts val="0"/>
              </a:spcAft>
              <a:buSzPts val="6000"/>
              <a:buNone/>
              <a:defRPr sz="6000"/>
            </a:lvl9pPr>
          </a:lstStyle>
          <a:p>
            <a:r>
              <a:t>xx%</a:t>
            </a:r>
          </a:p>
        </p:txBody>
      </p:sp>
      <p:sp>
        <p:nvSpPr>
          <p:cNvPr id="119" name="Google Shape;119;p15"/>
          <p:cNvSpPr txBox="1">
            <a:spLocks noGrp="1"/>
          </p:cNvSpPr>
          <p:nvPr>
            <p:ph type="subTitle" idx="1"/>
          </p:nvPr>
        </p:nvSpPr>
        <p:spPr>
          <a:xfrm>
            <a:off x="2352125" y="3718300"/>
            <a:ext cx="3555300" cy="4038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SzPts val="1200"/>
              <a:buNone/>
              <a:defRPr sz="1400">
                <a:solidFill>
                  <a:schemeClr val="lt1"/>
                </a:solidFill>
              </a:defRPr>
            </a:lvl1pPr>
            <a:lvl2pPr lvl="1" algn="ctr" rtl="0">
              <a:lnSpc>
                <a:spcPct val="100000"/>
              </a:lnSpc>
              <a:spcBef>
                <a:spcPts val="0"/>
              </a:spcBef>
              <a:spcAft>
                <a:spcPts val="0"/>
              </a:spcAft>
              <a:buSzPts val="1200"/>
              <a:buNone/>
              <a:defRPr/>
            </a:lvl2pPr>
            <a:lvl3pPr lvl="2" algn="ctr" rtl="0">
              <a:lnSpc>
                <a:spcPct val="100000"/>
              </a:lnSpc>
              <a:spcBef>
                <a:spcPts val="0"/>
              </a:spcBef>
              <a:spcAft>
                <a:spcPts val="0"/>
              </a:spcAft>
              <a:buSzPts val="1200"/>
              <a:buNone/>
              <a:defRPr/>
            </a:lvl3pPr>
            <a:lvl4pPr lvl="3" algn="ctr" rtl="0">
              <a:lnSpc>
                <a:spcPct val="100000"/>
              </a:lnSpc>
              <a:spcBef>
                <a:spcPts val="0"/>
              </a:spcBef>
              <a:spcAft>
                <a:spcPts val="0"/>
              </a:spcAft>
              <a:buSzPts val="1200"/>
              <a:buNone/>
              <a:defRPr/>
            </a:lvl4pPr>
            <a:lvl5pPr lvl="4" algn="ctr" rtl="0">
              <a:lnSpc>
                <a:spcPct val="100000"/>
              </a:lnSpc>
              <a:spcBef>
                <a:spcPts val="0"/>
              </a:spcBef>
              <a:spcAft>
                <a:spcPts val="0"/>
              </a:spcAft>
              <a:buSzPts val="1200"/>
              <a:buNone/>
              <a:defRPr/>
            </a:lvl5pPr>
            <a:lvl6pPr lvl="5" algn="ctr" rtl="0">
              <a:lnSpc>
                <a:spcPct val="100000"/>
              </a:lnSpc>
              <a:spcBef>
                <a:spcPts val="0"/>
              </a:spcBef>
              <a:spcAft>
                <a:spcPts val="0"/>
              </a:spcAft>
              <a:buSzPts val="1200"/>
              <a:buNone/>
              <a:defRPr/>
            </a:lvl6pPr>
            <a:lvl7pPr lvl="6" algn="ctr" rtl="0">
              <a:lnSpc>
                <a:spcPct val="100000"/>
              </a:lnSpc>
              <a:spcBef>
                <a:spcPts val="0"/>
              </a:spcBef>
              <a:spcAft>
                <a:spcPts val="0"/>
              </a:spcAft>
              <a:buSzPts val="1200"/>
              <a:buNone/>
              <a:defRPr/>
            </a:lvl7pPr>
            <a:lvl8pPr lvl="7" algn="ctr" rtl="0">
              <a:lnSpc>
                <a:spcPct val="100000"/>
              </a:lnSpc>
              <a:spcBef>
                <a:spcPts val="0"/>
              </a:spcBef>
              <a:spcAft>
                <a:spcPts val="0"/>
              </a:spcAft>
              <a:buSzPts val="1200"/>
              <a:buNone/>
              <a:defRPr/>
            </a:lvl8pPr>
            <a:lvl9pPr lvl="8" algn="ctr" rtl="0">
              <a:lnSpc>
                <a:spcPct val="100000"/>
              </a:lnSpc>
              <a:spcBef>
                <a:spcPts val="0"/>
              </a:spcBef>
              <a:spcAft>
                <a:spcPts val="0"/>
              </a:spcAft>
              <a:buSzPts val="1200"/>
              <a:buNone/>
              <a:defRPr/>
            </a:lvl9pPr>
          </a:lstStyle>
          <a:p>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Section header 2">
  <p:cSld name="SECTION_HEADER_1_1">
    <p:spTree>
      <p:nvGrpSpPr>
        <p:cNvPr id="1" name="Shape 120"/>
        <p:cNvGrpSpPr/>
        <p:nvPr/>
      </p:nvGrpSpPr>
      <p:grpSpPr>
        <a:xfrm>
          <a:off x="0" y="0"/>
          <a:ext cx="0" cy="0"/>
          <a:chOff x="0" y="0"/>
          <a:chExt cx="0" cy="0"/>
        </a:xfrm>
      </p:grpSpPr>
      <p:sp>
        <p:nvSpPr>
          <p:cNvPr id="121" name="Google Shape;121;p16"/>
          <p:cNvSpPr/>
          <p:nvPr/>
        </p:nvSpPr>
        <p:spPr>
          <a:xfrm>
            <a:off x="171450" y="145800"/>
            <a:ext cx="8801100" cy="4851900"/>
          </a:xfrm>
          <a:prstGeom prst="rect">
            <a:avLst/>
          </a:prstGeom>
          <a:solidFill>
            <a:schemeClr val="accent2"/>
          </a:solidFill>
          <a:ln>
            <a:noFill/>
          </a:ln>
          <a:effectLst>
            <a:outerShdw blurRad="57150" dist="19050" dir="5400000" algn="bl" rotWithShape="0">
              <a:schemeClr val="dk1">
                <a:alpha val="5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2" name="Google Shape;122;p16"/>
          <p:cNvSpPr txBox="1">
            <a:spLocks noGrp="1"/>
          </p:cNvSpPr>
          <p:nvPr>
            <p:ph type="title"/>
          </p:nvPr>
        </p:nvSpPr>
        <p:spPr>
          <a:xfrm>
            <a:off x="3854900" y="2450375"/>
            <a:ext cx="3733800" cy="1405200"/>
          </a:xfrm>
          <a:prstGeom prst="rect">
            <a:avLst/>
          </a:prstGeom>
        </p:spPr>
        <p:txBody>
          <a:bodyPr spcFirstLastPara="1" wrap="square" lIns="91425" tIns="91425" rIns="91425" bIns="91425" anchor="b" anchorCtr="0">
            <a:noAutofit/>
          </a:bodyPr>
          <a:lstStyle>
            <a:lvl1pPr lvl="0" rtl="0">
              <a:spcBef>
                <a:spcPts val="0"/>
              </a:spcBef>
              <a:spcAft>
                <a:spcPts val="0"/>
              </a:spcAft>
              <a:buSzPts val="3600"/>
              <a:buNone/>
              <a:defRPr sz="3800">
                <a:solidFill>
                  <a:schemeClr val="lt1"/>
                </a:solidFill>
              </a:defRPr>
            </a:lvl1pPr>
            <a:lvl2pPr lvl="1" algn="ctr" rtl="0">
              <a:spcBef>
                <a:spcPts val="0"/>
              </a:spcBef>
              <a:spcAft>
                <a:spcPts val="0"/>
              </a:spcAft>
              <a:buSzPts val="3600"/>
              <a:buNone/>
              <a:defRPr sz="3600"/>
            </a:lvl2pPr>
            <a:lvl3pPr lvl="2" algn="ctr" rtl="0">
              <a:spcBef>
                <a:spcPts val="0"/>
              </a:spcBef>
              <a:spcAft>
                <a:spcPts val="0"/>
              </a:spcAft>
              <a:buSzPts val="3600"/>
              <a:buNone/>
              <a:defRPr sz="3600"/>
            </a:lvl3pPr>
            <a:lvl4pPr lvl="3" algn="ctr" rtl="0">
              <a:spcBef>
                <a:spcPts val="0"/>
              </a:spcBef>
              <a:spcAft>
                <a:spcPts val="0"/>
              </a:spcAft>
              <a:buSzPts val="3600"/>
              <a:buNone/>
              <a:defRPr sz="3600"/>
            </a:lvl4pPr>
            <a:lvl5pPr lvl="4" algn="ctr" rtl="0">
              <a:spcBef>
                <a:spcPts val="0"/>
              </a:spcBef>
              <a:spcAft>
                <a:spcPts val="0"/>
              </a:spcAft>
              <a:buSzPts val="3600"/>
              <a:buNone/>
              <a:defRPr sz="3600"/>
            </a:lvl5pPr>
            <a:lvl6pPr lvl="5" algn="ctr" rtl="0">
              <a:spcBef>
                <a:spcPts val="0"/>
              </a:spcBef>
              <a:spcAft>
                <a:spcPts val="0"/>
              </a:spcAft>
              <a:buSzPts val="3600"/>
              <a:buNone/>
              <a:defRPr sz="3600"/>
            </a:lvl6pPr>
            <a:lvl7pPr lvl="6" algn="ctr" rtl="0">
              <a:spcBef>
                <a:spcPts val="0"/>
              </a:spcBef>
              <a:spcAft>
                <a:spcPts val="0"/>
              </a:spcAft>
              <a:buSzPts val="3600"/>
              <a:buNone/>
              <a:defRPr sz="3600"/>
            </a:lvl7pPr>
            <a:lvl8pPr lvl="7" algn="ctr" rtl="0">
              <a:spcBef>
                <a:spcPts val="0"/>
              </a:spcBef>
              <a:spcAft>
                <a:spcPts val="0"/>
              </a:spcAft>
              <a:buSzPts val="3600"/>
              <a:buNone/>
              <a:defRPr sz="3600"/>
            </a:lvl8pPr>
            <a:lvl9pPr lvl="8" algn="ctr" rtl="0">
              <a:spcBef>
                <a:spcPts val="0"/>
              </a:spcBef>
              <a:spcAft>
                <a:spcPts val="0"/>
              </a:spcAft>
              <a:buSzPts val="3600"/>
              <a:buNone/>
              <a:defRPr sz="3600"/>
            </a:lvl9pPr>
          </a:lstStyle>
          <a:p>
            <a:endParaRPr/>
          </a:p>
        </p:txBody>
      </p:sp>
      <p:sp>
        <p:nvSpPr>
          <p:cNvPr id="123" name="Google Shape;123;p16"/>
          <p:cNvSpPr txBox="1">
            <a:spLocks noGrp="1"/>
          </p:cNvSpPr>
          <p:nvPr>
            <p:ph type="title" idx="2" hasCustomPrompt="1"/>
          </p:nvPr>
        </p:nvSpPr>
        <p:spPr>
          <a:xfrm>
            <a:off x="5121800" y="1643052"/>
            <a:ext cx="1200000" cy="841800"/>
          </a:xfrm>
          <a:prstGeom prst="rect">
            <a:avLst/>
          </a:prstGeom>
        </p:spPr>
        <p:txBody>
          <a:bodyPr spcFirstLastPara="1" wrap="square" lIns="91425" tIns="91425" rIns="91425" bIns="91425" anchor="ctr" anchorCtr="0">
            <a:noAutofit/>
          </a:bodyPr>
          <a:lstStyle>
            <a:lvl1pPr lvl="0" rtl="0">
              <a:spcBef>
                <a:spcPts val="0"/>
              </a:spcBef>
              <a:spcAft>
                <a:spcPts val="0"/>
              </a:spcAft>
              <a:buClr>
                <a:schemeClr val="lt2"/>
              </a:buClr>
              <a:buSzPts val="6000"/>
              <a:buNone/>
              <a:defRPr sz="6000">
                <a:solidFill>
                  <a:schemeClr val="dk2"/>
                </a:solidFill>
              </a:defRPr>
            </a:lvl1pPr>
            <a:lvl2pPr lvl="1" algn="ctr" rtl="0">
              <a:spcBef>
                <a:spcPts val="0"/>
              </a:spcBef>
              <a:spcAft>
                <a:spcPts val="0"/>
              </a:spcAft>
              <a:buSzPts val="6000"/>
              <a:buNone/>
              <a:defRPr sz="6000"/>
            </a:lvl2pPr>
            <a:lvl3pPr lvl="2" algn="ctr" rtl="0">
              <a:spcBef>
                <a:spcPts val="0"/>
              </a:spcBef>
              <a:spcAft>
                <a:spcPts val="0"/>
              </a:spcAft>
              <a:buSzPts val="6000"/>
              <a:buNone/>
              <a:defRPr sz="6000"/>
            </a:lvl3pPr>
            <a:lvl4pPr lvl="3" algn="ctr" rtl="0">
              <a:spcBef>
                <a:spcPts val="0"/>
              </a:spcBef>
              <a:spcAft>
                <a:spcPts val="0"/>
              </a:spcAft>
              <a:buSzPts val="6000"/>
              <a:buNone/>
              <a:defRPr sz="6000"/>
            </a:lvl4pPr>
            <a:lvl5pPr lvl="4" algn="ctr" rtl="0">
              <a:spcBef>
                <a:spcPts val="0"/>
              </a:spcBef>
              <a:spcAft>
                <a:spcPts val="0"/>
              </a:spcAft>
              <a:buSzPts val="6000"/>
              <a:buNone/>
              <a:defRPr sz="6000"/>
            </a:lvl5pPr>
            <a:lvl6pPr lvl="5" algn="ctr" rtl="0">
              <a:spcBef>
                <a:spcPts val="0"/>
              </a:spcBef>
              <a:spcAft>
                <a:spcPts val="0"/>
              </a:spcAft>
              <a:buSzPts val="6000"/>
              <a:buNone/>
              <a:defRPr sz="6000"/>
            </a:lvl6pPr>
            <a:lvl7pPr lvl="6" algn="ctr" rtl="0">
              <a:spcBef>
                <a:spcPts val="0"/>
              </a:spcBef>
              <a:spcAft>
                <a:spcPts val="0"/>
              </a:spcAft>
              <a:buSzPts val="6000"/>
              <a:buNone/>
              <a:defRPr sz="6000"/>
            </a:lvl7pPr>
            <a:lvl8pPr lvl="7" algn="ctr" rtl="0">
              <a:spcBef>
                <a:spcPts val="0"/>
              </a:spcBef>
              <a:spcAft>
                <a:spcPts val="0"/>
              </a:spcAft>
              <a:buSzPts val="6000"/>
              <a:buNone/>
              <a:defRPr sz="6000"/>
            </a:lvl8pPr>
            <a:lvl9pPr lvl="8" algn="ctr" rtl="0">
              <a:spcBef>
                <a:spcPts val="0"/>
              </a:spcBef>
              <a:spcAft>
                <a:spcPts val="0"/>
              </a:spcAft>
              <a:buSzPts val="6000"/>
              <a:buNone/>
              <a:defRPr sz="6000"/>
            </a:lvl9pPr>
          </a:lstStyle>
          <a:p>
            <a:r>
              <a:t>xx%</a:t>
            </a:r>
          </a:p>
        </p:txBody>
      </p:sp>
      <p:sp>
        <p:nvSpPr>
          <p:cNvPr id="124" name="Google Shape;124;p16"/>
          <p:cNvSpPr txBox="1">
            <a:spLocks noGrp="1"/>
          </p:cNvSpPr>
          <p:nvPr>
            <p:ph type="subTitle" idx="1"/>
          </p:nvPr>
        </p:nvSpPr>
        <p:spPr>
          <a:xfrm>
            <a:off x="3854900" y="3855551"/>
            <a:ext cx="3733800" cy="4038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SzPts val="1200"/>
              <a:buNone/>
              <a:defRPr sz="1400">
                <a:solidFill>
                  <a:schemeClr val="lt1"/>
                </a:solidFill>
              </a:defRPr>
            </a:lvl1pPr>
            <a:lvl2pPr lvl="1" algn="ctr" rtl="0">
              <a:lnSpc>
                <a:spcPct val="100000"/>
              </a:lnSpc>
              <a:spcBef>
                <a:spcPts val="0"/>
              </a:spcBef>
              <a:spcAft>
                <a:spcPts val="0"/>
              </a:spcAft>
              <a:buSzPts val="1200"/>
              <a:buNone/>
              <a:defRPr/>
            </a:lvl2pPr>
            <a:lvl3pPr lvl="2" algn="ctr" rtl="0">
              <a:lnSpc>
                <a:spcPct val="100000"/>
              </a:lnSpc>
              <a:spcBef>
                <a:spcPts val="0"/>
              </a:spcBef>
              <a:spcAft>
                <a:spcPts val="0"/>
              </a:spcAft>
              <a:buSzPts val="1200"/>
              <a:buNone/>
              <a:defRPr/>
            </a:lvl3pPr>
            <a:lvl4pPr lvl="3" algn="ctr" rtl="0">
              <a:lnSpc>
                <a:spcPct val="100000"/>
              </a:lnSpc>
              <a:spcBef>
                <a:spcPts val="0"/>
              </a:spcBef>
              <a:spcAft>
                <a:spcPts val="0"/>
              </a:spcAft>
              <a:buSzPts val="1200"/>
              <a:buNone/>
              <a:defRPr/>
            </a:lvl4pPr>
            <a:lvl5pPr lvl="4" algn="ctr" rtl="0">
              <a:lnSpc>
                <a:spcPct val="100000"/>
              </a:lnSpc>
              <a:spcBef>
                <a:spcPts val="0"/>
              </a:spcBef>
              <a:spcAft>
                <a:spcPts val="0"/>
              </a:spcAft>
              <a:buSzPts val="1200"/>
              <a:buNone/>
              <a:defRPr/>
            </a:lvl5pPr>
            <a:lvl6pPr lvl="5" algn="ctr" rtl="0">
              <a:lnSpc>
                <a:spcPct val="100000"/>
              </a:lnSpc>
              <a:spcBef>
                <a:spcPts val="0"/>
              </a:spcBef>
              <a:spcAft>
                <a:spcPts val="0"/>
              </a:spcAft>
              <a:buSzPts val="1200"/>
              <a:buNone/>
              <a:defRPr/>
            </a:lvl6pPr>
            <a:lvl7pPr lvl="6" algn="ctr" rtl="0">
              <a:lnSpc>
                <a:spcPct val="100000"/>
              </a:lnSpc>
              <a:spcBef>
                <a:spcPts val="0"/>
              </a:spcBef>
              <a:spcAft>
                <a:spcPts val="0"/>
              </a:spcAft>
              <a:buSzPts val="1200"/>
              <a:buNone/>
              <a:defRPr/>
            </a:lvl7pPr>
            <a:lvl8pPr lvl="7" algn="ctr" rtl="0">
              <a:lnSpc>
                <a:spcPct val="100000"/>
              </a:lnSpc>
              <a:spcBef>
                <a:spcPts val="0"/>
              </a:spcBef>
              <a:spcAft>
                <a:spcPts val="0"/>
              </a:spcAft>
              <a:buSzPts val="1200"/>
              <a:buNone/>
              <a:defRPr/>
            </a:lvl8pPr>
            <a:lvl9pPr lvl="8" algn="ctr" rtl="0">
              <a:lnSpc>
                <a:spcPct val="100000"/>
              </a:lnSpc>
              <a:spcBef>
                <a:spcPts val="0"/>
              </a:spcBef>
              <a:spcAft>
                <a:spcPts val="0"/>
              </a:spcAft>
              <a:buSzPts val="1200"/>
              <a:buNone/>
              <a:defRPr/>
            </a:lvl9pPr>
          </a:lstStyle>
          <a:p>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matchingName="Title only 1">
  <p:cSld name="TITLE_ONLY_1">
    <p:spTree>
      <p:nvGrpSpPr>
        <p:cNvPr id="1" name="Shape 125"/>
        <p:cNvGrpSpPr/>
        <p:nvPr/>
      </p:nvGrpSpPr>
      <p:grpSpPr>
        <a:xfrm>
          <a:off x="0" y="0"/>
          <a:ext cx="0" cy="0"/>
          <a:chOff x="0" y="0"/>
          <a:chExt cx="0" cy="0"/>
        </a:xfrm>
      </p:grpSpPr>
      <p:sp>
        <p:nvSpPr>
          <p:cNvPr id="126" name="Google Shape;126;p17"/>
          <p:cNvSpPr/>
          <p:nvPr/>
        </p:nvSpPr>
        <p:spPr>
          <a:xfrm>
            <a:off x="171450" y="145800"/>
            <a:ext cx="8801100" cy="4851900"/>
          </a:xfrm>
          <a:prstGeom prst="rect">
            <a:avLst/>
          </a:prstGeom>
          <a:solidFill>
            <a:schemeClr val="lt1"/>
          </a:solidFill>
          <a:ln>
            <a:noFill/>
          </a:ln>
          <a:effectLst>
            <a:outerShdw blurRad="57150" dist="19050" dir="5400000" algn="bl" rotWithShape="0">
              <a:schemeClr val="dk1">
                <a:alpha val="5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7" name="Google Shape;127;p17"/>
          <p:cNvSpPr txBox="1">
            <a:spLocks noGrp="1"/>
          </p:cNvSpPr>
          <p:nvPr>
            <p:ph type="title"/>
          </p:nvPr>
        </p:nvSpPr>
        <p:spPr>
          <a:xfrm>
            <a:off x="720000" y="445025"/>
            <a:ext cx="7704000" cy="572700"/>
          </a:xfrm>
          <a:prstGeom prst="rect">
            <a:avLst/>
          </a:prstGeom>
        </p:spPr>
        <p:txBody>
          <a:bodyPr spcFirstLastPara="1" wrap="square" lIns="91425" tIns="91425" rIns="91425" bIns="91425" anchor="t" anchorCtr="0">
            <a:noAutofit/>
          </a:bodyPr>
          <a:lstStyle>
            <a:lvl1pPr lvl="0" rtl="0">
              <a:spcBef>
                <a:spcPts val="0"/>
              </a:spcBef>
              <a:spcAft>
                <a:spcPts val="0"/>
              </a:spcAft>
              <a:buSzPts val="3500"/>
              <a:buNone/>
              <a:defRPr/>
            </a:lvl1pPr>
            <a:lvl2pPr lvl="1" rtl="0">
              <a:spcBef>
                <a:spcPts val="0"/>
              </a:spcBef>
              <a:spcAft>
                <a:spcPts val="0"/>
              </a:spcAft>
              <a:buSzPts val="3500"/>
              <a:buNone/>
              <a:defRPr/>
            </a:lvl2pPr>
            <a:lvl3pPr lvl="2" rtl="0">
              <a:spcBef>
                <a:spcPts val="0"/>
              </a:spcBef>
              <a:spcAft>
                <a:spcPts val="0"/>
              </a:spcAft>
              <a:buSzPts val="3500"/>
              <a:buNone/>
              <a:defRPr/>
            </a:lvl3pPr>
            <a:lvl4pPr lvl="3" rtl="0">
              <a:spcBef>
                <a:spcPts val="0"/>
              </a:spcBef>
              <a:spcAft>
                <a:spcPts val="0"/>
              </a:spcAft>
              <a:buSzPts val="3500"/>
              <a:buNone/>
              <a:defRPr/>
            </a:lvl4pPr>
            <a:lvl5pPr lvl="4" rtl="0">
              <a:spcBef>
                <a:spcPts val="0"/>
              </a:spcBef>
              <a:spcAft>
                <a:spcPts val="0"/>
              </a:spcAft>
              <a:buSzPts val="3500"/>
              <a:buNone/>
              <a:defRPr/>
            </a:lvl5pPr>
            <a:lvl6pPr lvl="5" rtl="0">
              <a:spcBef>
                <a:spcPts val="0"/>
              </a:spcBef>
              <a:spcAft>
                <a:spcPts val="0"/>
              </a:spcAft>
              <a:buSzPts val="3500"/>
              <a:buNone/>
              <a:defRPr/>
            </a:lvl6pPr>
            <a:lvl7pPr lvl="6" rtl="0">
              <a:spcBef>
                <a:spcPts val="0"/>
              </a:spcBef>
              <a:spcAft>
                <a:spcPts val="0"/>
              </a:spcAft>
              <a:buSzPts val="3500"/>
              <a:buNone/>
              <a:defRPr/>
            </a:lvl7pPr>
            <a:lvl8pPr lvl="7" rtl="0">
              <a:spcBef>
                <a:spcPts val="0"/>
              </a:spcBef>
              <a:spcAft>
                <a:spcPts val="0"/>
              </a:spcAft>
              <a:buSzPts val="3500"/>
              <a:buNone/>
              <a:defRPr/>
            </a:lvl8pPr>
            <a:lvl9pPr lvl="8" rtl="0">
              <a:spcBef>
                <a:spcPts val="0"/>
              </a:spcBef>
              <a:spcAft>
                <a:spcPts val="0"/>
              </a:spcAft>
              <a:buSzPts val="3500"/>
              <a:buNone/>
              <a:defRPr/>
            </a:lvl9pPr>
          </a:lstStyle>
          <a:p>
            <a:endParaRPr/>
          </a:p>
        </p:txBody>
      </p:sp>
      <p:grpSp>
        <p:nvGrpSpPr>
          <p:cNvPr id="128" name="Google Shape;128;p17"/>
          <p:cNvGrpSpPr/>
          <p:nvPr/>
        </p:nvGrpSpPr>
        <p:grpSpPr>
          <a:xfrm rot="10800000">
            <a:off x="165700" y="4608500"/>
            <a:ext cx="7941000" cy="90900"/>
            <a:chOff x="1239825" y="571500"/>
            <a:chExt cx="7941000" cy="90900"/>
          </a:xfrm>
        </p:grpSpPr>
        <p:cxnSp>
          <p:nvCxnSpPr>
            <p:cNvPr id="129" name="Google Shape;129;p17"/>
            <p:cNvCxnSpPr/>
            <p:nvPr/>
          </p:nvCxnSpPr>
          <p:spPr>
            <a:xfrm>
              <a:off x="1239825" y="571500"/>
              <a:ext cx="7941000" cy="0"/>
            </a:xfrm>
            <a:prstGeom prst="straightConnector1">
              <a:avLst/>
            </a:prstGeom>
            <a:noFill/>
            <a:ln w="9525" cap="flat" cmpd="sng">
              <a:solidFill>
                <a:schemeClr val="dk1"/>
              </a:solidFill>
              <a:prstDash val="solid"/>
              <a:round/>
              <a:headEnd type="none" w="med" len="med"/>
              <a:tailEnd type="none" w="med" len="med"/>
            </a:ln>
          </p:spPr>
        </p:cxnSp>
        <p:sp>
          <p:nvSpPr>
            <p:cNvPr id="130" name="Google Shape;130;p17"/>
            <p:cNvSpPr/>
            <p:nvPr/>
          </p:nvSpPr>
          <p:spPr>
            <a:xfrm>
              <a:off x="1239825" y="571500"/>
              <a:ext cx="505200" cy="90900"/>
            </a:xfrm>
            <a:prstGeom prst="rect">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matchingName="Title only 2">
  <p:cSld name="TITLE_ONLY_1_1">
    <p:spTree>
      <p:nvGrpSpPr>
        <p:cNvPr id="1" name="Shape 131"/>
        <p:cNvGrpSpPr/>
        <p:nvPr/>
      </p:nvGrpSpPr>
      <p:grpSpPr>
        <a:xfrm>
          <a:off x="0" y="0"/>
          <a:ext cx="0" cy="0"/>
          <a:chOff x="0" y="0"/>
          <a:chExt cx="0" cy="0"/>
        </a:xfrm>
      </p:grpSpPr>
      <p:sp>
        <p:nvSpPr>
          <p:cNvPr id="132" name="Google Shape;132;p18"/>
          <p:cNvSpPr/>
          <p:nvPr/>
        </p:nvSpPr>
        <p:spPr>
          <a:xfrm>
            <a:off x="171450" y="145800"/>
            <a:ext cx="8801100" cy="4851900"/>
          </a:xfrm>
          <a:prstGeom prst="rect">
            <a:avLst/>
          </a:prstGeom>
          <a:solidFill>
            <a:schemeClr val="lt1"/>
          </a:solidFill>
          <a:ln>
            <a:noFill/>
          </a:ln>
          <a:effectLst>
            <a:outerShdw blurRad="57150" dist="19050" dir="5400000" algn="bl" rotWithShape="0">
              <a:schemeClr val="dk1">
                <a:alpha val="5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3" name="Google Shape;133;p18"/>
          <p:cNvSpPr txBox="1">
            <a:spLocks noGrp="1"/>
          </p:cNvSpPr>
          <p:nvPr>
            <p:ph type="title"/>
          </p:nvPr>
        </p:nvSpPr>
        <p:spPr>
          <a:xfrm>
            <a:off x="720000" y="445025"/>
            <a:ext cx="7704000" cy="572700"/>
          </a:xfrm>
          <a:prstGeom prst="rect">
            <a:avLst/>
          </a:prstGeom>
        </p:spPr>
        <p:txBody>
          <a:bodyPr spcFirstLastPara="1" wrap="square" lIns="91425" tIns="91425" rIns="91425" bIns="91425" anchor="t" anchorCtr="0">
            <a:noAutofit/>
          </a:bodyPr>
          <a:lstStyle>
            <a:lvl1pPr lvl="0" rtl="0">
              <a:spcBef>
                <a:spcPts val="0"/>
              </a:spcBef>
              <a:spcAft>
                <a:spcPts val="0"/>
              </a:spcAft>
              <a:buSzPts val="3500"/>
              <a:buNone/>
              <a:defRPr/>
            </a:lvl1pPr>
            <a:lvl2pPr lvl="1" rtl="0">
              <a:spcBef>
                <a:spcPts val="0"/>
              </a:spcBef>
              <a:spcAft>
                <a:spcPts val="0"/>
              </a:spcAft>
              <a:buSzPts val="3500"/>
              <a:buNone/>
              <a:defRPr/>
            </a:lvl2pPr>
            <a:lvl3pPr lvl="2" rtl="0">
              <a:spcBef>
                <a:spcPts val="0"/>
              </a:spcBef>
              <a:spcAft>
                <a:spcPts val="0"/>
              </a:spcAft>
              <a:buSzPts val="3500"/>
              <a:buNone/>
              <a:defRPr/>
            </a:lvl3pPr>
            <a:lvl4pPr lvl="3" rtl="0">
              <a:spcBef>
                <a:spcPts val="0"/>
              </a:spcBef>
              <a:spcAft>
                <a:spcPts val="0"/>
              </a:spcAft>
              <a:buSzPts val="3500"/>
              <a:buNone/>
              <a:defRPr/>
            </a:lvl4pPr>
            <a:lvl5pPr lvl="4" rtl="0">
              <a:spcBef>
                <a:spcPts val="0"/>
              </a:spcBef>
              <a:spcAft>
                <a:spcPts val="0"/>
              </a:spcAft>
              <a:buSzPts val="3500"/>
              <a:buNone/>
              <a:defRPr/>
            </a:lvl5pPr>
            <a:lvl6pPr lvl="5" rtl="0">
              <a:spcBef>
                <a:spcPts val="0"/>
              </a:spcBef>
              <a:spcAft>
                <a:spcPts val="0"/>
              </a:spcAft>
              <a:buSzPts val="3500"/>
              <a:buNone/>
              <a:defRPr/>
            </a:lvl6pPr>
            <a:lvl7pPr lvl="6" rtl="0">
              <a:spcBef>
                <a:spcPts val="0"/>
              </a:spcBef>
              <a:spcAft>
                <a:spcPts val="0"/>
              </a:spcAft>
              <a:buSzPts val="3500"/>
              <a:buNone/>
              <a:defRPr/>
            </a:lvl7pPr>
            <a:lvl8pPr lvl="7" rtl="0">
              <a:spcBef>
                <a:spcPts val="0"/>
              </a:spcBef>
              <a:spcAft>
                <a:spcPts val="0"/>
              </a:spcAft>
              <a:buSzPts val="3500"/>
              <a:buNone/>
              <a:defRPr/>
            </a:lvl8pPr>
            <a:lvl9pPr lvl="8" rtl="0">
              <a:spcBef>
                <a:spcPts val="0"/>
              </a:spcBef>
              <a:spcAft>
                <a:spcPts val="0"/>
              </a:spcAft>
              <a:buSzPts val="3500"/>
              <a:buNone/>
              <a:defRPr/>
            </a:lvl9pPr>
          </a:lstStyle>
          <a:p>
            <a:endParaRPr/>
          </a:p>
        </p:txBody>
      </p:sp>
      <p:grpSp>
        <p:nvGrpSpPr>
          <p:cNvPr id="134" name="Google Shape;134;p18"/>
          <p:cNvGrpSpPr/>
          <p:nvPr/>
        </p:nvGrpSpPr>
        <p:grpSpPr>
          <a:xfrm flipH="1">
            <a:off x="8617225" y="1292300"/>
            <a:ext cx="90900" cy="3705900"/>
            <a:chOff x="7952125" y="1292300"/>
            <a:chExt cx="90900" cy="3705900"/>
          </a:xfrm>
        </p:grpSpPr>
        <p:sp>
          <p:nvSpPr>
            <p:cNvPr id="135" name="Google Shape;135;p18"/>
            <p:cNvSpPr/>
            <p:nvPr/>
          </p:nvSpPr>
          <p:spPr>
            <a:xfrm rot="5400000">
              <a:off x="7744975" y="1499450"/>
              <a:ext cx="505200" cy="90900"/>
            </a:xfrm>
            <a:prstGeom prst="rect">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cxnSp>
          <p:nvCxnSpPr>
            <p:cNvPr id="136" name="Google Shape;136;p18"/>
            <p:cNvCxnSpPr/>
            <p:nvPr/>
          </p:nvCxnSpPr>
          <p:spPr>
            <a:xfrm>
              <a:off x="8043025" y="1292300"/>
              <a:ext cx="0" cy="3705900"/>
            </a:xfrm>
            <a:prstGeom prst="straightConnector1">
              <a:avLst/>
            </a:prstGeom>
            <a:noFill/>
            <a:ln w="9525" cap="flat" cmpd="sng">
              <a:solidFill>
                <a:schemeClr val="dk1"/>
              </a:solidFill>
              <a:prstDash val="solid"/>
              <a:round/>
              <a:headEnd type="none" w="med" len="med"/>
              <a:tailEnd type="none" w="med" len="med"/>
            </a:ln>
          </p:spPr>
        </p:cxnSp>
      </p:gr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matchingName="Title and text">
  <p:cSld name="CUSTOM">
    <p:spTree>
      <p:nvGrpSpPr>
        <p:cNvPr id="1" name="Shape 137"/>
        <p:cNvGrpSpPr/>
        <p:nvPr/>
      </p:nvGrpSpPr>
      <p:grpSpPr>
        <a:xfrm>
          <a:off x="0" y="0"/>
          <a:ext cx="0" cy="0"/>
          <a:chOff x="0" y="0"/>
          <a:chExt cx="0" cy="0"/>
        </a:xfrm>
      </p:grpSpPr>
      <p:sp>
        <p:nvSpPr>
          <p:cNvPr id="138" name="Google Shape;138;p19"/>
          <p:cNvSpPr/>
          <p:nvPr/>
        </p:nvSpPr>
        <p:spPr>
          <a:xfrm>
            <a:off x="171450" y="145800"/>
            <a:ext cx="8801100" cy="4851900"/>
          </a:xfrm>
          <a:prstGeom prst="rect">
            <a:avLst/>
          </a:prstGeom>
          <a:solidFill>
            <a:schemeClr val="lt1"/>
          </a:solidFill>
          <a:ln>
            <a:noFill/>
          </a:ln>
          <a:effectLst>
            <a:outerShdw blurRad="57150" dist="19050" dir="5400000" algn="bl" rotWithShape="0">
              <a:schemeClr val="dk1">
                <a:alpha val="5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9" name="Google Shape;139;p19"/>
          <p:cNvSpPr txBox="1">
            <a:spLocks noGrp="1"/>
          </p:cNvSpPr>
          <p:nvPr>
            <p:ph type="subTitle" idx="1"/>
          </p:nvPr>
        </p:nvSpPr>
        <p:spPr>
          <a:xfrm>
            <a:off x="1068813" y="2004274"/>
            <a:ext cx="3615600" cy="16740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SzPts val="1200"/>
              <a:buChar char="●"/>
              <a:defRPr/>
            </a:lvl1pPr>
            <a:lvl2pPr lvl="1" algn="ctr" rtl="0">
              <a:lnSpc>
                <a:spcPct val="100000"/>
              </a:lnSpc>
              <a:spcBef>
                <a:spcPts val="0"/>
              </a:spcBef>
              <a:spcAft>
                <a:spcPts val="0"/>
              </a:spcAft>
              <a:buSzPts val="1200"/>
              <a:buChar char="○"/>
              <a:defRPr/>
            </a:lvl2pPr>
            <a:lvl3pPr lvl="2" algn="ctr" rtl="0">
              <a:lnSpc>
                <a:spcPct val="100000"/>
              </a:lnSpc>
              <a:spcBef>
                <a:spcPts val="0"/>
              </a:spcBef>
              <a:spcAft>
                <a:spcPts val="0"/>
              </a:spcAft>
              <a:buSzPts val="1200"/>
              <a:buChar char="■"/>
              <a:defRPr/>
            </a:lvl3pPr>
            <a:lvl4pPr lvl="3" algn="ctr" rtl="0">
              <a:lnSpc>
                <a:spcPct val="100000"/>
              </a:lnSpc>
              <a:spcBef>
                <a:spcPts val="0"/>
              </a:spcBef>
              <a:spcAft>
                <a:spcPts val="0"/>
              </a:spcAft>
              <a:buSzPts val="1200"/>
              <a:buChar char="●"/>
              <a:defRPr/>
            </a:lvl4pPr>
            <a:lvl5pPr lvl="4" algn="ctr" rtl="0">
              <a:lnSpc>
                <a:spcPct val="100000"/>
              </a:lnSpc>
              <a:spcBef>
                <a:spcPts val="0"/>
              </a:spcBef>
              <a:spcAft>
                <a:spcPts val="0"/>
              </a:spcAft>
              <a:buSzPts val="1200"/>
              <a:buChar char="○"/>
              <a:defRPr/>
            </a:lvl5pPr>
            <a:lvl6pPr lvl="5" algn="ctr" rtl="0">
              <a:lnSpc>
                <a:spcPct val="100000"/>
              </a:lnSpc>
              <a:spcBef>
                <a:spcPts val="0"/>
              </a:spcBef>
              <a:spcAft>
                <a:spcPts val="0"/>
              </a:spcAft>
              <a:buSzPts val="1200"/>
              <a:buChar char="■"/>
              <a:defRPr/>
            </a:lvl6pPr>
            <a:lvl7pPr lvl="6" algn="ctr" rtl="0">
              <a:lnSpc>
                <a:spcPct val="100000"/>
              </a:lnSpc>
              <a:spcBef>
                <a:spcPts val="0"/>
              </a:spcBef>
              <a:spcAft>
                <a:spcPts val="0"/>
              </a:spcAft>
              <a:buSzPts val="1200"/>
              <a:buChar char="●"/>
              <a:defRPr/>
            </a:lvl7pPr>
            <a:lvl8pPr lvl="7" algn="ctr" rtl="0">
              <a:lnSpc>
                <a:spcPct val="100000"/>
              </a:lnSpc>
              <a:spcBef>
                <a:spcPts val="0"/>
              </a:spcBef>
              <a:spcAft>
                <a:spcPts val="0"/>
              </a:spcAft>
              <a:buSzPts val="1200"/>
              <a:buChar char="○"/>
              <a:defRPr/>
            </a:lvl8pPr>
            <a:lvl9pPr lvl="8" algn="ctr" rtl="0">
              <a:lnSpc>
                <a:spcPct val="100000"/>
              </a:lnSpc>
              <a:spcBef>
                <a:spcPts val="0"/>
              </a:spcBef>
              <a:spcAft>
                <a:spcPts val="0"/>
              </a:spcAft>
              <a:buSzPts val="1200"/>
              <a:buChar char="■"/>
              <a:defRPr/>
            </a:lvl9pPr>
          </a:lstStyle>
          <a:p>
            <a:endParaRPr/>
          </a:p>
        </p:txBody>
      </p:sp>
      <p:sp>
        <p:nvSpPr>
          <p:cNvPr id="140" name="Google Shape;140;p19"/>
          <p:cNvSpPr txBox="1">
            <a:spLocks noGrp="1"/>
          </p:cNvSpPr>
          <p:nvPr>
            <p:ph type="title"/>
          </p:nvPr>
        </p:nvSpPr>
        <p:spPr>
          <a:xfrm>
            <a:off x="720000" y="445025"/>
            <a:ext cx="7704000" cy="572700"/>
          </a:xfrm>
          <a:prstGeom prst="rect">
            <a:avLst/>
          </a:prstGeom>
        </p:spPr>
        <p:txBody>
          <a:bodyPr spcFirstLastPara="1" wrap="square" lIns="91425" tIns="91425" rIns="91425" bIns="91425" anchor="t" anchorCtr="0">
            <a:noAutofit/>
          </a:bodyPr>
          <a:lstStyle>
            <a:lvl1pPr lvl="0" rtl="0">
              <a:spcBef>
                <a:spcPts val="0"/>
              </a:spcBef>
              <a:spcAft>
                <a:spcPts val="0"/>
              </a:spcAft>
              <a:buSzPts val="3500"/>
              <a:buNone/>
              <a:defRPr/>
            </a:lvl1pPr>
            <a:lvl2pPr lvl="1" rtl="0">
              <a:spcBef>
                <a:spcPts val="0"/>
              </a:spcBef>
              <a:spcAft>
                <a:spcPts val="0"/>
              </a:spcAft>
              <a:buSzPts val="3500"/>
              <a:buNone/>
              <a:defRPr/>
            </a:lvl2pPr>
            <a:lvl3pPr lvl="2" rtl="0">
              <a:spcBef>
                <a:spcPts val="0"/>
              </a:spcBef>
              <a:spcAft>
                <a:spcPts val="0"/>
              </a:spcAft>
              <a:buSzPts val="3500"/>
              <a:buNone/>
              <a:defRPr/>
            </a:lvl3pPr>
            <a:lvl4pPr lvl="3" rtl="0">
              <a:spcBef>
                <a:spcPts val="0"/>
              </a:spcBef>
              <a:spcAft>
                <a:spcPts val="0"/>
              </a:spcAft>
              <a:buSzPts val="3500"/>
              <a:buNone/>
              <a:defRPr/>
            </a:lvl4pPr>
            <a:lvl5pPr lvl="4" rtl="0">
              <a:spcBef>
                <a:spcPts val="0"/>
              </a:spcBef>
              <a:spcAft>
                <a:spcPts val="0"/>
              </a:spcAft>
              <a:buSzPts val="3500"/>
              <a:buNone/>
              <a:defRPr/>
            </a:lvl5pPr>
            <a:lvl6pPr lvl="5" rtl="0">
              <a:spcBef>
                <a:spcPts val="0"/>
              </a:spcBef>
              <a:spcAft>
                <a:spcPts val="0"/>
              </a:spcAft>
              <a:buSzPts val="3500"/>
              <a:buNone/>
              <a:defRPr/>
            </a:lvl6pPr>
            <a:lvl7pPr lvl="6" rtl="0">
              <a:spcBef>
                <a:spcPts val="0"/>
              </a:spcBef>
              <a:spcAft>
                <a:spcPts val="0"/>
              </a:spcAft>
              <a:buSzPts val="3500"/>
              <a:buNone/>
              <a:defRPr/>
            </a:lvl7pPr>
            <a:lvl8pPr lvl="7" rtl="0">
              <a:spcBef>
                <a:spcPts val="0"/>
              </a:spcBef>
              <a:spcAft>
                <a:spcPts val="0"/>
              </a:spcAft>
              <a:buSzPts val="3500"/>
              <a:buNone/>
              <a:defRPr/>
            </a:lvl8pPr>
            <a:lvl9pPr lvl="8" rtl="0">
              <a:spcBef>
                <a:spcPts val="0"/>
              </a:spcBef>
              <a:spcAft>
                <a:spcPts val="0"/>
              </a:spcAft>
              <a:buSzPts val="3500"/>
              <a:buNone/>
              <a:defRPr/>
            </a:lvl9pPr>
          </a:lstStyle>
          <a:p>
            <a:endParaRPr/>
          </a:p>
        </p:txBody>
      </p:sp>
      <p:grpSp>
        <p:nvGrpSpPr>
          <p:cNvPr id="141" name="Google Shape;141;p19"/>
          <p:cNvGrpSpPr/>
          <p:nvPr/>
        </p:nvGrpSpPr>
        <p:grpSpPr>
          <a:xfrm rot="10800000">
            <a:off x="165548" y="4741850"/>
            <a:ext cx="6506400" cy="90900"/>
            <a:chOff x="1239825" y="571500"/>
            <a:chExt cx="6506400" cy="90900"/>
          </a:xfrm>
        </p:grpSpPr>
        <p:cxnSp>
          <p:nvCxnSpPr>
            <p:cNvPr id="142" name="Google Shape;142;p19"/>
            <p:cNvCxnSpPr/>
            <p:nvPr/>
          </p:nvCxnSpPr>
          <p:spPr>
            <a:xfrm>
              <a:off x="1239825" y="571500"/>
              <a:ext cx="6506400" cy="0"/>
            </a:xfrm>
            <a:prstGeom prst="straightConnector1">
              <a:avLst/>
            </a:prstGeom>
            <a:noFill/>
            <a:ln w="9525" cap="flat" cmpd="sng">
              <a:solidFill>
                <a:schemeClr val="dk1"/>
              </a:solidFill>
              <a:prstDash val="solid"/>
              <a:round/>
              <a:headEnd type="none" w="med" len="med"/>
              <a:tailEnd type="none" w="med" len="med"/>
            </a:ln>
          </p:spPr>
        </p:cxnSp>
        <p:sp>
          <p:nvSpPr>
            <p:cNvPr id="143" name="Google Shape;143;p19"/>
            <p:cNvSpPr/>
            <p:nvPr/>
          </p:nvSpPr>
          <p:spPr>
            <a:xfrm>
              <a:off x="1239825" y="571500"/>
              <a:ext cx="505200" cy="90900"/>
            </a:xfrm>
            <a:prstGeom prst="rect">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44" name="Google Shape;144;p19"/>
          <p:cNvGrpSpPr/>
          <p:nvPr/>
        </p:nvGrpSpPr>
        <p:grpSpPr>
          <a:xfrm rot="10800000" flipH="1">
            <a:off x="402371" y="298450"/>
            <a:ext cx="8394600" cy="90900"/>
            <a:chOff x="1239825" y="571500"/>
            <a:chExt cx="8394600" cy="90900"/>
          </a:xfrm>
        </p:grpSpPr>
        <p:cxnSp>
          <p:nvCxnSpPr>
            <p:cNvPr id="145" name="Google Shape;145;p19"/>
            <p:cNvCxnSpPr/>
            <p:nvPr/>
          </p:nvCxnSpPr>
          <p:spPr>
            <a:xfrm>
              <a:off x="1239825" y="571500"/>
              <a:ext cx="8394600" cy="0"/>
            </a:xfrm>
            <a:prstGeom prst="straightConnector1">
              <a:avLst/>
            </a:prstGeom>
            <a:noFill/>
            <a:ln w="9525" cap="flat" cmpd="sng">
              <a:solidFill>
                <a:schemeClr val="dk1"/>
              </a:solidFill>
              <a:prstDash val="solid"/>
              <a:round/>
              <a:headEnd type="none" w="med" len="med"/>
              <a:tailEnd type="none" w="med" len="med"/>
            </a:ln>
          </p:spPr>
        </p:cxnSp>
        <p:sp>
          <p:nvSpPr>
            <p:cNvPr id="146" name="Google Shape;146;p19"/>
            <p:cNvSpPr/>
            <p:nvPr/>
          </p:nvSpPr>
          <p:spPr>
            <a:xfrm>
              <a:off x="1239825" y="571500"/>
              <a:ext cx="505200" cy="90900"/>
            </a:xfrm>
            <a:prstGeom prst="rect">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147" name="Google Shape;147;p19"/>
          <p:cNvSpPr>
            <a:spLocks noGrp="1"/>
          </p:cNvSpPr>
          <p:nvPr>
            <p:ph type="pic" idx="2"/>
          </p:nvPr>
        </p:nvSpPr>
        <p:spPr>
          <a:xfrm>
            <a:off x="4789588" y="1603025"/>
            <a:ext cx="3285600" cy="2476500"/>
          </a:xfrm>
          <a:prstGeom prst="rect">
            <a:avLst/>
          </a:prstGeom>
          <a:noFill/>
          <a:ln>
            <a:noFill/>
          </a:ln>
        </p:spPr>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matchingName="Title and text 1">
  <p:cSld name="CUSTOM_1">
    <p:spTree>
      <p:nvGrpSpPr>
        <p:cNvPr id="1" name="Shape 148"/>
        <p:cNvGrpSpPr/>
        <p:nvPr/>
      </p:nvGrpSpPr>
      <p:grpSpPr>
        <a:xfrm>
          <a:off x="0" y="0"/>
          <a:ext cx="0" cy="0"/>
          <a:chOff x="0" y="0"/>
          <a:chExt cx="0" cy="0"/>
        </a:xfrm>
      </p:grpSpPr>
      <p:sp>
        <p:nvSpPr>
          <p:cNvPr id="149" name="Google Shape;149;p20"/>
          <p:cNvSpPr/>
          <p:nvPr/>
        </p:nvSpPr>
        <p:spPr>
          <a:xfrm>
            <a:off x="171450" y="145800"/>
            <a:ext cx="8801100" cy="4851900"/>
          </a:xfrm>
          <a:prstGeom prst="rect">
            <a:avLst/>
          </a:prstGeom>
          <a:solidFill>
            <a:schemeClr val="lt1"/>
          </a:solidFill>
          <a:ln>
            <a:noFill/>
          </a:ln>
          <a:effectLst>
            <a:outerShdw blurRad="57150" dist="19050" dir="5400000" algn="bl" rotWithShape="0">
              <a:schemeClr val="dk1">
                <a:alpha val="5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0" name="Google Shape;150;p20"/>
          <p:cNvSpPr txBox="1">
            <a:spLocks noGrp="1"/>
          </p:cNvSpPr>
          <p:nvPr>
            <p:ph type="subTitle" idx="1"/>
          </p:nvPr>
        </p:nvSpPr>
        <p:spPr>
          <a:xfrm>
            <a:off x="4507381" y="3382988"/>
            <a:ext cx="3615600" cy="7050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SzPts val="1200"/>
              <a:buChar char="●"/>
              <a:defRPr/>
            </a:lvl1pPr>
            <a:lvl2pPr lvl="1" algn="ctr" rtl="0">
              <a:lnSpc>
                <a:spcPct val="100000"/>
              </a:lnSpc>
              <a:spcBef>
                <a:spcPts val="0"/>
              </a:spcBef>
              <a:spcAft>
                <a:spcPts val="0"/>
              </a:spcAft>
              <a:buSzPts val="1200"/>
              <a:buChar char="○"/>
              <a:defRPr/>
            </a:lvl2pPr>
            <a:lvl3pPr lvl="2" algn="ctr" rtl="0">
              <a:lnSpc>
                <a:spcPct val="100000"/>
              </a:lnSpc>
              <a:spcBef>
                <a:spcPts val="0"/>
              </a:spcBef>
              <a:spcAft>
                <a:spcPts val="0"/>
              </a:spcAft>
              <a:buSzPts val="1200"/>
              <a:buChar char="■"/>
              <a:defRPr/>
            </a:lvl3pPr>
            <a:lvl4pPr lvl="3" algn="ctr" rtl="0">
              <a:lnSpc>
                <a:spcPct val="100000"/>
              </a:lnSpc>
              <a:spcBef>
                <a:spcPts val="0"/>
              </a:spcBef>
              <a:spcAft>
                <a:spcPts val="0"/>
              </a:spcAft>
              <a:buSzPts val="1200"/>
              <a:buChar char="●"/>
              <a:defRPr/>
            </a:lvl4pPr>
            <a:lvl5pPr lvl="4" algn="ctr" rtl="0">
              <a:lnSpc>
                <a:spcPct val="100000"/>
              </a:lnSpc>
              <a:spcBef>
                <a:spcPts val="0"/>
              </a:spcBef>
              <a:spcAft>
                <a:spcPts val="0"/>
              </a:spcAft>
              <a:buSzPts val="1200"/>
              <a:buChar char="○"/>
              <a:defRPr/>
            </a:lvl5pPr>
            <a:lvl6pPr lvl="5" algn="ctr" rtl="0">
              <a:lnSpc>
                <a:spcPct val="100000"/>
              </a:lnSpc>
              <a:spcBef>
                <a:spcPts val="0"/>
              </a:spcBef>
              <a:spcAft>
                <a:spcPts val="0"/>
              </a:spcAft>
              <a:buSzPts val="1200"/>
              <a:buChar char="■"/>
              <a:defRPr/>
            </a:lvl6pPr>
            <a:lvl7pPr lvl="6" algn="ctr" rtl="0">
              <a:lnSpc>
                <a:spcPct val="100000"/>
              </a:lnSpc>
              <a:spcBef>
                <a:spcPts val="0"/>
              </a:spcBef>
              <a:spcAft>
                <a:spcPts val="0"/>
              </a:spcAft>
              <a:buSzPts val="1200"/>
              <a:buChar char="●"/>
              <a:defRPr/>
            </a:lvl7pPr>
            <a:lvl8pPr lvl="7" algn="ctr" rtl="0">
              <a:lnSpc>
                <a:spcPct val="100000"/>
              </a:lnSpc>
              <a:spcBef>
                <a:spcPts val="0"/>
              </a:spcBef>
              <a:spcAft>
                <a:spcPts val="0"/>
              </a:spcAft>
              <a:buSzPts val="1200"/>
              <a:buChar char="○"/>
              <a:defRPr/>
            </a:lvl8pPr>
            <a:lvl9pPr lvl="8" algn="ctr" rtl="0">
              <a:lnSpc>
                <a:spcPct val="100000"/>
              </a:lnSpc>
              <a:spcBef>
                <a:spcPts val="0"/>
              </a:spcBef>
              <a:spcAft>
                <a:spcPts val="0"/>
              </a:spcAft>
              <a:buSzPts val="1200"/>
              <a:buChar char="■"/>
              <a:defRPr/>
            </a:lvl9pPr>
          </a:lstStyle>
          <a:p>
            <a:endParaRPr/>
          </a:p>
        </p:txBody>
      </p:sp>
      <p:sp>
        <p:nvSpPr>
          <p:cNvPr id="151" name="Google Shape;151;p20"/>
          <p:cNvSpPr txBox="1">
            <a:spLocks noGrp="1"/>
          </p:cNvSpPr>
          <p:nvPr>
            <p:ph type="title"/>
          </p:nvPr>
        </p:nvSpPr>
        <p:spPr>
          <a:xfrm>
            <a:off x="4507456" y="1055513"/>
            <a:ext cx="3615600" cy="2327400"/>
          </a:xfrm>
          <a:prstGeom prst="rect">
            <a:avLst/>
          </a:prstGeom>
        </p:spPr>
        <p:txBody>
          <a:bodyPr spcFirstLastPara="1" wrap="square" lIns="91425" tIns="91425" rIns="91425" bIns="91425" anchor="b" anchorCtr="0">
            <a:noAutofit/>
          </a:bodyPr>
          <a:lstStyle>
            <a:lvl1pPr lvl="0" algn="l" rtl="0">
              <a:spcBef>
                <a:spcPts val="0"/>
              </a:spcBef>
              <a:spcAft>
                <a:spcPts val="0"/>
              </a:spcAft>
              <a:buSzPts val="3500"/>
              <a:buNone/>
              <a:defRPr/>
            </a:lvl1pPr>
            <a:lvl2pPr lvl="1" rtl="0">
              <a:spcBef>
                <a:spcPts val="0"/>
              </a:spcBef>
              <a:spcAft>
                <a:spcPts val="0"/>
              </a:spcAft>
              <a:buSzPts val="3500"/>
              <a:buNone/>
              <a:defRPr/>
            </a:lvl2pPr>
            <a:lvl3pPr lvl="2" rtl="0">
              <a:spcBef>
                <a:spcPts val="0"/>
              </a:spcBef>
              <a:spcAft>
                <a:spcPts val="0"/>
              </a:spcAft>
              <a:buSzPts val="3500"/>
              <a:buNone/>
              <a:defRPr/>
            </a:lvl3pPr>
            <a:lvl4pPr lvl="3" rtl="0">
              <a:spcBef>
                <a:spcPts val="0"/>
              </a:spcBef>
              <a:spcAft>
                <a:spcPts val="0"/>
              </a:spcAft>
              <a:buSzPts val="3500"/>
              <a:buNone/>
              <a:defRPr/>
            </a:lvl4pPr>
            <a:lvl5pPr lvl="4" rtl="0">
              <a:spcBef>
                <a:spcPts val="0"/>
              </a:spcBef>
              <a:spcAft>
                <a:spcPts val="0"/>
              </a:spcAft>
              <a:buSzPts val="3500"/>
              <a:buNone/>
              <a:defRPr/>
            </a:lvl5pPr>
            <a:lvl6pPr lvl="5" rtl="0">
              <a:spcBef>
                <a:spcPts val="0"/>
              </a:spcBef>
              <a:spcAft>
                <a:spcPts val="0"/>
              </a:spcAft>
              <a:buSzPts val="3500"/>
              <a:buNone/>
              <a:defRPr/>
            </a:lvl6pPr>
            <a:lvl7pPr lvl="6" rtl="0">
              <a:spcBef>
                <a:spcPts val="0"/>
              </a:spcBef>
              <a:spcAft>
                <a:spcPts val="0"/>
              </a:spcAft>
              <a:buSzPts val="3500"/>
              <a:buNone/>
              <a:defRPr/>
            </a:lvl7pPr>
            <a:lvl8pPr lvl="7" rtl="0">
              <a:spcBef>
                <a:spcPts val="0"/>
              </a:spcBef>
              <a:spcAft>
                <a:spcPts val="0"/>
              </a:spcAft>
              <a:buSzPts val="3500"/>
              <a:buNone/>
              <a:defRPr/>
            </a:lvl8pPr>
            <a:lvl9pPr lvl="8" rtl="0">
              <a:spcBef>
                <a:spcPts val="0"/>
              </a:spcBef>
              <a:spcAft>
                <a:spcPts val="0"/>
              </a:spcAft>
              <a:buSzPts val="3500"/>
              <a:buNone/>
              <a:defRPr/>
            </a:lvl9pPr>
          </a:lstStyle>
          <a:p>
            <a:endParaRPr/>
          </a:p>
        </p:txBody>
      </p:sp>
      <p:sp>
        <p:nvSpPr>
          <p:cNvPr id="152" name="Google Shape;152;p20"/>
          <p:cNvSpPr>
            <a:spLocks noGrp="1"/>
          </p:cNvSpPr>
          <p:nvPr>
            <p:ph type="pic" idx="2"/>
          </p:nvPr>
        </p:nvSpPr>
        <p:spPr>
          <a:xfrm>
            <a:off x="1020944" y="1333499"/>
            <a:ext cx="3285600" cy="2476500"/>
          </a:xfrm>
          <a:prstGeom prst="rect">
            <a:avLst/>
          </a:prstGeom>
          <a:noFill/>
          <a:ln>
            <a:noFill/>
          </a:ln>
        </p:spPr>
      </p:sp>
      <p:grpSp>
        <p:nvGrpSpPr>
          <p:cNvPr id="153" name="Google Shape;153;p20"/>
          <p:cNvGrpSpPr/>
          <p:nvPr/>
        </p:nvGrpSpPr>
        <p:grpSpPr>
          <a:xfrm>
            <a:off x="435875" y="97275"/>
            <a:ext cx="90900" cy="3705900"/>
            <a:chOff x="435875" y="97275"/>
            <a:chExt cx="90900" cy="3705900"/>
          </a:xfrm>
        </p:grpSpPr>
        <p:cxnSp>
          <p:nvCxnSpPr>
            <p:cNvPr id="154" name="Google Shape;154;p20"/>
            <p:cNvCxnSpPr/>
            <p:nvPr/>
          </p:nvCxnSpPr>
          <p:spPr>
            <a:xfrm rot="10800000">
              <a:off x="435875" y="97275"/>
              <a:ext cx="0" cy="3705900"/>
            </a:xfrm>
            <a:prstGeom prst="straightConnector1">
              <a:avLst/>
            </a:prstGeom>
            <a:noFill/>
            <a:ln w="9525" cap="flat" cmpd="sng">
              <a:solidFill>
                <a:schemeClr val="dk1"/>
              </a:solidFill>
              <a:prstDash val="solid"/>
              <a:round/>
              <a:headEnd type="none" w="med" len="med"/>
              <a:tailEnd type="none" w="med" len="med"/>
            </a:ln>
          </p:spPr>
        </p:cxnSp>
        <p:sp>
          <p:nvSpPr>
            <p:cNvPr id="155" name="Google Shape;155;p20"/>
            <p:cNvSpPr/>
            <p:nvPr/>
          </p:nvSpPr>
          <p:spPr>
            <a:xfrm rot="-5400000">
              <a:off x="228725" y="3505125"/>
              <a:ext cx="505200" cy="90900"/>
            </a:xfrm>
            <a:prstGeom prst="rect">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matchingName="Title and two columns 1">
  <p:cSld name="TITLE_AND_TWO_COLUMNS_1">
    <p:spTree>
      <p:nvGrpSpPr>
        <p:cNvPr id="1" name="Shape 196"/>
        <p:cNvGrpSpPr/>
        <p:nvPr/>
      </p:nvGrpSpPr>
      <p:grpSpPr>
        <a:xfrm>
          <a:off x="0" y="0"/>
          <a:ext cx="0" cy="0"/>
          <a:chOff x="0" y="0"/>
          <a:chExt cx="0" cy="0"/>
        </a:xfrm>
      </p:grpSpPr>
      <p:sp>
        <p:nvSpPr>
          <p:cNvPr id="197" name="Google Shape;197;p25"/>
          <p:cNvSpPr/>
          <p:nvPr/>
        </p:nvSpPr>
        <p:spPr>
          <a:xfrm>
            <a:off x="171450" y="145800"/>
            <a:ext cx="8801100" cy="4851900"/>
          </a:xfrm>
          <a:prstGeom prst="rect">
            <a:avLst/>
          </a:prstGeom>
          <a:solidFill>
            <a:schemeClr val="lt1"/>
          </a:solidFill>
          <a:ln>
            <a:noFill/>
          </a:ln>
          <a:effectLst>
            <a:outerShdw blurRad="57150" dist="19050" dir="5400000" algn="bl" rotWithShape="0">
              <a:schemeClr val="dk1">
                <a:alpha val="5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8" name="Google Shape;198;p25"/>
          <p:cNvSpPr txBox="1">
            <a:spLocks noGrp="1"/>
          </p:cNvSpPr>
          <p:nvPr>
            <p:ph type="subTitle" idx="1"/>
          </p:nvPr>
        </p:nvSpPr>
        <p:spPr>
          <a:xfrm>
            <a:off x="948188" y="2303125"/>
            <a:ext cx="3211200" cy="476100"/>
          </a:xfrm>
          <a:prstGeom prst="rect">
            <a:avLst/>
          </a:prstGeom>
        </p:spPr>
        <p:txBody>
          <a:bodyPr spcFirstLastPara="1" wrap="square" lIns="91425" tIns="91425" rIns="91425" bIns="91425" anchor="b" anchorCtr="0">
            <a:noAutofit/>
          </a:bodyPr>
          <a:lstStyle>
            <a:lvl1pPr lvl="0" algn="r" rtl="0">
              <a:lnSpc>
                <a:spcPct val="100000"/>
              </a:lnSpc>
              <a:spcBef>
                <a:spcPts val="0"/>
              </a:spcBef>
              <a:spcAft>
                <a:spcPts val="0"/>
              </a:spcAft>
              <a:buClr>
                <a:schemeClr val="dk1"/>
              </a:buClr>
              <a:buSzPts val="2400"/>
              <a:buFont typeface="Noto Serif Ethiopic"/>
              <a:buNone/>
              <a:defRPr sz="2400">
                <a:solidFill>
                  <a:schemeClr val="dk1"/>
                </a:solidFill>
                <a:latin typeface="Noto Serif Ethiopic"/>
                <a:ea typeface="Noto Serif Ethiopic"/>
                <a:cs typeface="Noto Serif Ethiopic"/>
                <a:sym typeface="Noto Serif Ethiopic"/>
              </a:defRPr>
            </a:lvl1pPr>
            <a:lvl2pPr lvl="1" algn="ctr" rtl="0">
              <a:lnSpc>
                <a:spcPct val="100000"/>
              </a:lnSpc>
              <a:spcBef>
                <a:spcPts val="0"/>
              </a:spcBef>
              <a:spcAft>
                <a:spcPts val="0"/>
              </a:spcAft>
              <a:buClr>
                <a:schemeClr val="dk1"/>
              </a:buClr>
              <a:buSzPts val="2400"/>
              <a:buFont typeface="Noto Serif Ethiopic"/>
              <a:buNone/>
              <a:defRPr sz="2400">
                <a:solidFill>
                  <a:schemeClr val="dk1"/>
                </a:solidFill>
                <a:latin typeface="Noto Serif Ethiopic"/>
                <a:ea typeface="Noto Serif Ethiopic"/>
                <a:cs typeface="Noto Serif Ethiopic"/>
                <a:sym typeface="Noto Serif Ethiopic"/>
              </a:defRPr>
            </a:lvl2pPr>
            <a:lvl3pPr lvl="2" algn="ctr" rtl="0">
              <a:lnSpc>
                <a:spcPct val="100000"/>
              </a:lnSpc>
              <a:spcBef>
                <a:spcPts val="0"/>
              </a:spcBef>
              <a:spcAft>
                <a:spcPts val="0"/>
              </a:spcAft>
              <a:buClr>
                <a:schemeClr val="dk1"/>
              </a:buClr>
              <a:buSzPts val="2400"/>
              <a:buFont typeface="Noto Serif Ethiopic"/>
              <a:buNone/>
              <a:defRPr sz="2400">
                <a:solidFill>
                  <a:schemeClr val="dk1"/>
                </a:solidFill>
                <a:latin typeface="Noto Serif Ethiopic"/>
                <a:ea typeface="Noto Serif Ethiopic"/>
                <a:cs typeface="Noto Serif Ethiopic"/>
                <a:sym typeface="Noto Serif Ethiopic"/>
              </a:defRPr>
            </a:lvl3pPr>
            <a:lvl4pPr lvl="3" algn="ctr" rtl="0">
              <a:lnSpc>
                <a:spcPct val="100000"/>
              </a:lnSpc>
              <a:spcBef>
                <a:spcPts val="0"/>
              </a:spcBef>
              <a:spcAft>
                <a:spcPts val="0"/>
              </a:spcAft>
              <a:buClr>
                <a:schemeClr val="dk1"/>
              </a:buClr>
              <a:buSzPts val="2400"/>
              <a:buFont typeface="Noto Serif Ethiopic"/>
              <a:buNone/>
              <a:defRPr sz="2400">
                <a:solidFill>
                  <a:schemeClr val="dk1"/>
                </a:solidFill>
                <a:latin typeface="Noto Serif Ethiopic"/>
                <a:ea typeface="Noto Serif Ethiopic"/>
                <a:cs typeface="Noto Serif Ethiopic"/>
                <a:sym typeface="Noto Serif Ethiopic"/>
              </a:defRPr>
            </a:lvl4pPr>
            <a:lvl5pPr lvl="4" algn="ctr" rtl="0">
              <a:lnSpc>
                <a:spcPct val="100000"/>
              </a:lnSpc>
              <a:spcBef>
                <a:spcPts val="0"/>
              </a:spcBef>
              <a:spcAft>
                <a:spcPts val="0"/>
              </a:spcAft>
              <a:buClr>
                <a:schemeClr val="dk1"/>
              </a:buClr>
              <a:buSzPts val="2400"/>
              <a:buFont typeface="Noto Serif Ethiopic"/>
              <a:buNone/>
              <a:defRPr sz="2400">
                <a:solidFill>
                  <a:schemeClr val="dk1"/>
                </a:solidFill>
                <a:latin typeface="Noto Serif Ethiopic"/>
                <a:ea typeface="Noto Serif Ethiopic"/>
                <a:cs typeface="Noto Serif Ethiopic"/>
                <a:sym typeface="Noto Serif Ethiopic"/>
              </a:defRPr>
            </a:lvl5pPr>
            <a:lvl6pPr lvl="5" algn="ctr" rtl="0">
              <a:lnSpc>
                <a:spcPct val="100000"/>
              </a:lnSpc>
              <a:spcBef>
                <a:spcPts val="0"/>
              </a:spcBef>
              <a:spcAft>
                <a:spcPts val="0"/>
              </a:spcAft>
              <a:buClr>
                <a:schemeClr val="dk1"/>
              </a:buClr>
              <a:buSzPts val="2400"/>
              <a:buFont typeface="Noto Serif Ethiopic"/>
              <a:buNone/>
              <a:defRPr sz="2400">
                <a:solidFill>
                  <a:schemeClr val="dk1"/>
                </a:solidFill>
                <a:latin typeface="Noto Serif Ethiopic"/>
                <a:ea typeface="Noto Serif Ethiopic"/>
                <a:cs typeface="Noto Serif Ethiopic"/>
                <a:sym typeface="Noto Serif Ethiopic"/>
              </a:defRPr>
            </a:lvl6pPr>
            <a:lvl7pPr lvl="6" algn="ctr" rtl="0">
              <a:lnSpc>
                <a:spcPct val="100000"/>
              </a:lnSpc>
              <a:spcBef>
                <a:spcPts val="0"/>
              </a:spcBef>
              <a:spcAft>
                <a:spcPts val="0"/>
              </a:spcAft>
              <a:buClr>
                <a:schemeClr val="dk1"/>
              </a:buClr>
              <a:buSzPts val="2400"/>
              <a:buFont typeface="Noto Serif Ethiopic"/>
              <a:buNone/>
              <a:defRPr sz="2400">
                <a:solidFill>
                  <a:schemeClr val="dk1"/>
                </a:solidFill>
                <a:latin typeface="Noto Serif Ethiopic"/>
                <a:ea typeface="Noto Serif Ethiopic"/>
                <a:cs typeface="Noto Serif Ethiopic"/>
                <a:sym typeface="Noto Serif Ethiopic"/>
              </a:defRPr>
            </a:lvl7pPr>
            <a:lvl8pPr lvl="7" algn="ctr" rtl="0">
              <a:lnSpc>
                <a:spcPct val="100000"/>
              </a:lnSpc>
              <a:spcBef>
                <a:spcPts val="0"/>
              </a:spcBef>
              <a:spcAft>
                <a:spcPts val="0"/>
              </a:spcAft>
              <a:buClr>
                <a:schemeClr val="dk1"/>
              </a:buClr>
              <a:buSzPts val="2400"/>
              <a:buFont typeface="Noto Serif Ethiopic"/>
              <a:buNone/>
              <a:defRPr sz="2400">
                <a:solidFill>
                  <a:schemeClr val="dk1"/>
                </a:solidFill>
                <a:latin typeface="Noto Serif Ethiopic"/>
                <a:ea typeface="Noto Serif Ethiopic"/>
                <a:cs typeface="Noto Serif Ethiopic"/>
                <a:sym typeface="Noto Serif Ethiopic"/>
              </a:defRPr>
            </a:lvl8pPr>
            <a:lvl9pPr lvl="8" algn="ctr" rtl="0">
              <a:lnSpc>
                <a:spcPct val="100000"/>
              </a:lnSpc>
              <a:spcBef>
                <a:spcPts val="0"/>
              </a:spcBef>
              <a:spcAft>
                <a:spcPts val="0"/>
              </a:spcAft>
              <a:buClr>
                <a:schemeClr val="dk1"/>
              </a:buClr>
              <a:buSzPts val="2400"/>
              <a:buFont typeface="Noto Serif Ethiopic"/>
              <a:buNone/>
              <a:defRPr sz="2400">
                <a:solidFill>
                  <a:schemeClr val="dk1"/>
                </a:solidFill>
                <a:latin typeface="Noto Serif Ethiopic"/>
                <a:ea typeface="Noto Serif Ethiopic"/>
                <a:cs typeface="Noto Serif Ethiopic"/>
                <a:sym typeface="Noto Serif Ethiopic"/>
              </a:defRPr>
            </a:lvl9pPr>
          </a:lstStyle>
          <a:p>
            <a:endParaRPr/>
          </a:p>
        </p:txBody>
      </p:sp>
      <p:sp>
        <p:nvSpPr>
          <p:cNvPr id="199" name="Google Shape;199;p25"/>
          <p:cNvSpPr txBox="1">
            <a:spLocks noGrp="1"/>
          </p:cNvSpPr>
          <p:nvPr>
            <p:ph type="subTitle" idx="2"/>
          </p:nvPr>
        </p:nvSpPr>
        <p:spPr>
          <a:xfrm>
            <a:off x="4984609" y="2303125"/>
            <a:ext cx="3211200" cy="476100"/>
          </a:xfrm>
          <a:prstGeom prst="rect">
            <a:avLst/>
          </a:prstGeom>
        </p:spPr>
        <p:txBody>
          <a:bodyPr spcFirstLastPara="1" wrap="square" lIns="91425" tIns="91425" rIns="91425" bIns="91425" anchor="b" anchorCtr="0">
            <a:noAutofit/>
          </a:bodyPr>
          <a:lstStyle>
            <a:lvl1pPr lvl="0" rtl="0">
              <a:lnSpc>
                <a:spcPct val="100000"/>
              </a:lnSpc>
              <a:spcBef>
                <a:spcPts val="0"/>
              </a:spcBef>
              <a:spcAft>
                <a:spcPts val="0"/>
              </a:spcAft>
              <a:buClr>
                <a:schemeClr val="dk1"/>
              </a:buClr>
              <a:buSzPts val="2400"/>
              <a:buFont typeface="Noto Serif Ethiopic"/>
              <a:buNone/>
              <a:defRPr sz="2400">
                <a:solidFill>
                  <a:schemeClr val="dk1"/>
                </a:solidFill>
                <a:latin typeface="Noto Serif Ethiopic"/>
                <a:ea typeface="Noto Serif Ethiopic"/>
                <a:cs typeface="Noto Serif Ethiopic"/>
                <a:sym typeface="Noto Serif Ethiopic"/>
              </a:defRPr>
            </a:lvl1pPr>
            <a:lvl2pPr lvl="1" algn="ctr" rtl="0">
              <a:lnSpc>
                <a:spcPct val="100000"/>
              </a:lnSpc>
              <a:spcBef>
                <a:spcPts val="0"/>
              </a:spcBef>
              <a:spcAft>
                <a:spcPts val="0"/>
              </a:spcAft>
              <a:buClr>
                <a:schemeClr val="dk1"/>
              </a:buClr>
              <a:buSzPts val="2400"/>
              <a:buFont typeface="Noto Serif Ethiopic"/>
              <a:buNone/>
              <a:defRPr sz="2400">
                <a:solidFill>
                  <a:schemeClr val="dk1"/>
                </a:solidFill>
                <a:latin typeface="Noto Serif Ethiopic"/>
                <a:ea typeface="Noto Serif Ethiopic"/>
                <a:cs typeface="Noto Serif Ethiopic"/>
                <a:sym typeface="Noto Serif Ethiopic"/>
              </a:defRPr>
            </a:lvl2pPr>
            <a:lvl3pPr lvl="2" algn="ctr" rtl="0">
              <a:lnSpc>
                <a:spcPct val="100000"/>
              </a:lnSpc>
              <a:spcBef>
                <a:spcPts val="0"/>
              </a:spcBef>
              <a:spcAft>
                <a:spcPts val="0"/>
              </a:spcAft>
              <a:buClr>
                <a:schemeClr val="dk1"/>
              </a:buClr>
              <a:buSzPts val="2400"/>
              <a:buFont typeface="Noto Serif Ethiopic"/>
              <a:buNone/>
              <a:defRPr sz="2400">
                <a:solidFill>
                  <a:schemeClr val="dk1"/>
                </a:solidFill>
                <a:latin typeface="Noto Serif Ethiopic"/>
                <a:ea typeface="Noto Serif Ethiopic"/>
                <a:cs typeface="Noto Serif Ethiopic"/>
                <a:sym typeface="Noto Serif Ethiopic"/>
              </a:defRPr>
            </a:lvl3pPr>
            <a:lvl4pPr lvl="3" algn="ctr" rtl="0">
              <a:lnSpc>
                <a:spcPct val="100000"/>
              </a:lnSpc>
              <a:spcBef>
                <a:spcPts val="0"/>
              </a:spcBef>
              <a:spcAft>
                <a:spcPts val="0"/>
              </a:spcAft>
              <a:buClr>
                <a:schemeClr val="dk1"/>
              </a:buClr>
              <a:buSzPts val="2400"/>
              <a:buFont typeface="Noto Serif Ethiopic"/>
              <a:buNone/>
              <a:defRPr sz="2400">
                <a:solidFill>
                  <a:schemeClr val="dk1"/>
                </a:solidFill>
                <a:latin typeface="Noto Serif Ethiopic"/>
                <a:ea typeface="Noto Serif Ethiopic"/>
                <a:cs typeface="Noto Serif Ethiopic"/>
                <a:sym typeface="Noto Serif Ethiopic"/>
              </a:defRPr>
            </a:lvl4pPr>
            <a:lvl5pPr lvl="4" algn="ctr" rtl="0">
              <a:lnSpc>
                <a:spcPct val="100000"/>
              </a:lnSpc>
              <a:spcBef>
                <a:spcPts val="0"/>
              </a:spcBef>
              <a:spcAft>
                <a:spcPts val="0"/>
              </a:spcAft>
              <a:buClr>
                <a:schemeClr val="dk1"/>
              </a:buClr>
              <a:buSzPts val="2400"/>
              <a:buFont typeface="Noto Serif Ethiopic"/>
              <a:buNone/>
              <a:defRPr sz="2400">
                <a:solidFill>
                  <a:schemeClr val="dk1"/>
                </a:solidFill>
                <a:latin typeface="Noto Serif Ethiopic"/>
                <a:ea typeface="Noto Serif Ethiopic"/>
                <a:cs typeface="Noto Serif Ethiopic"/>
                <a:sym typeface="Noto Serif Ethiopic"/>
              </a:defRPr>
            </a:lvl5pPr>
            <a:lvl6pPr lvl="5" algn="ctr" rtl="0">
              <a:lnSpc>
                <a:spcPct val="100000"/>
              </a:lnSpc>
              <a:spcBef>
                <a:spcPts val="0"/>
              </a:spcBef>
              <a:spcAft>
                <a:spcPts val="0"/>
              </a:spcAft>
              <a:buClr>
                <a:schemeClr val="dk1"/>
              </a:buClr>
              <a:buSzPts val="2400"/>
              <a:buFont typeface="Noto Serif Ethiopic"/>
              <a:buNone/>
              <a:defRPr sz="2400">
                <a:solidFill>
                  <a:schemeClr val="dk1"/>
                </a:solidFill>
                <a:latin typeface="Noto Serif Ethiopic"/>
                <a:ea typeface="Noto Serif Ethiopic"/>
                <a:cs typeface="Noto Serif Ethiopic"/>
                <a:sym typeface="Noto Serif Ethiopic"/>
              </a:defRPr>
            </a:lvl6pPr>
            <a:lvl7pPr lvl="6" algn="ctr" rtl="0">
              <a:lnSpc>
                <a:spcPct val="100000"/>
              </a:lnSpc>
              <a:spcBef>
                <a:spcPts val="0"/>
              </a:spcBef>
              <a:spcAft>
                <a:spcPts val="0"/>
              </a:spcAft>
              <a:buClr>
                <a:schemeClr val="dk1"/>
              </a:buClr>
              <a:buSzPts val="2400"/>
              <a:buFont typeface="Noto Serif Ethiopic"/>
              <a:buNone/>
              <a:defRPr sz="2400">
                <a:solidFill>
                  <a:schemeClr val="dk1"/>
                </a:solidFill>
                <a:latin typeface="Noto Serif Ethiopic"/>
                <a:ea typeface="Noto Serif Ethiopic"/>
                <a:cs typeface="Noto Serif Ethiopic"/>
                <a:sym typeface="Noto Serif Ethiopic"/>
              </a:defRPr>
            </a:lvl7pPr>
            <a:lvl8pPr lvl="7" algn="ctr" rtl="0">
              <a:lnSpc>
                <a:spcPct val="100000"/>
              </a:lnSpc>
              <a:spcBef>
                <a:spcPts val="0"/>
              </a:spcBef>
              <a:spcAft>
                <a:spcPts val="0"/>
              </a:spcAft>
              <a:buClr>
                <a:schemeClr val="dk1"/>
              </a:buClr>
              <a:buSzPts val="2400"/>
              <a:buFont typeface="Noto Serif Ethiopic"/>
              <a:buNone/>
              <a:defRPr sz="2400">
                <a:solidFill>
                  <a:schemeClr val="dk1"/>
                </a:solidFill>
                <a:latin typeface="Noto Serif Ethiopic"/>
                <a:ea typeface="Noto Serif Ethiopic"/>
                <a:cs typeface="Noto Serif Ethiopic"/>
                <a:sym typeface="Noto Serif Ethiopic"/>
              </a:defRPr>
            </a:lvl8pPr>
            <a:lvl9pPr lvl="8" algn="ctr" rtl="0">
              <a:lnSpc>
                <a:spcPct val="100000"/>
              </a:lnSpc>
              <a:spcBef>
                <a:spcPts val="0"/>
              </a:spcBef>
              <a:spcAft>
                <a:spcPts val="0"/>
              </a:spcAft>
              <a:buClr>
                <a:schemeClr val="dk1"/>
              </a:buClr>
              <a:buSzPts val="2400"/>
              <a:buFont typeface="Noto Serif Ethiopic"/>
              <a:buNone/>
              <a:defRPr sz="2400">
                <a:solidFill>
                  <a:schemeClr val="dk1"/>
                </a:solidFill>
                <a:latin typeface="Noto Serif Ethiopic"/>
                <a:ea typeface="Noto Serif Ethiopic"/>
                <a:cs typeface="Noto Serif Ethiopic"/>
                <a:sym typeface="Noto Serif Ethiopic"/>
              </a:defRPr>
            </a:lvl9pPr>
          </a:lstStyle>
          <a:p>
            <a:endParaRPr/>
          </a:p>
        </p:txBody>
      </p:sp>
      <p:sp>
        <p:nvSpPr>
          <p:cNvPr id="200" name="Google Shape;200;p25"/>
          <p:cNvSpPr txBox="1">
            <a:spLocks noGrp="1"/>
          </p:cNvSpPr>
          <p:nvPr>
            <p:ph type="subTitle" idx="3"/>
          </p:nvPr>
        </p:nvSpPr>
        <p:spPr>
          <a:xfrm>
            <a:off x="948188" y="2779225"/>
            <a:ext cx="3211200" cy="713400"/>
          </a:xfrm>
          <a:prstGeom prst="rect">
            <a:avLst/>
          </a:prstGeom>
        </p:spPr>
        <p:txBody>
          <a:bodyPr spcFirstLastPara="1" wrap="square" lIns="91425" tIns="91425" rIns="91425" bIns="91425" anchor="t" anchorCtr="0">
            <a:noAutofit/>
          </a:bodyPr>
          <a:lstStyle>
            <a:lvl1pPr lvl="0" algn="r" rtl="0">
              <a:lnSpc>
                <a:spcPct val="100000"/>
              </a:lnSpc>
              <a:spcBef>
                <a:spcPts val="0"/>
              </a:spcBef>
              <a:spcAft>
                <a:spcPts val="0"/>
              </a:spcAft>
              <a:buSzPts val="1200"/>
              <a:buNone/>
              <a:defRPr/>
            </a:lvl1pPr>
            <a:lvl2pPr lvl="1" algn="ctr" rtl="0">
              <a:lnSpc>
                <a:spcPct val="100000"/>
              </a:lnSpc>
              <a:spcBef>
                <a:spcPts val="0"/>
              </a:spcBef>
              <a:spcAft>
                <a:spcPts val="0"/>
              </a:spcAft>
              <a:buSzPts val="1200"/>
              <a:buNone/>
              <a:defRPr/>
            </a:lvl2pPr>
            <a:lvl3pPr lvl="2" algn="ctr" rtl="0">
              <a:lnSpc>
                <a:spcPct val="100000"/>
              </a:lnSpc>
              <a:spcBef>
                <a:spcPts val="0"/>
              </a:spcBef>
              <a:spcAft>
                <a:spcPts val="0"/>
              </a:spcAft>
              <a:buSzPts val="1200"/>
              <a:buNone/>
              <a:defRPr/>
            </a:lvl3pPr>
            <a:lvl4pPr lvl="3" algn="ctr" rtl="0">
              <a:lnSpc>
                <a:spcPct val="100000"/>
              </a:lnSpc>
              <a:spcBef>
                <a:spcPts val="0"/>
              </a:spcBef>
              <a:spcAft>
                <a:spcPts val="0"/>
              </a:spcAft>
              <a:buSzPts val="1200"/>
              <a:buNone/>
              <a:defRPr/>
            </a:lvl4pPr>
            <a:lvl5pPr lvl="4" algn="ctr" rtl="0">
              <a:lnSpc>
                <a:spcPct val="100000"/>
              </a:lnSpc>
              <a:spcBef>
                <a:spcPts val="0"/>
              </a:spcBef>
              <a:spcAft>
                <a:spcPts val="0"/>
              </a:spcAft>
              <a:buSzPts val="1200"/>
              <a:buNone/>
              <a:defRPr/>
            </a:lvl5pPr>
            <a:lvl6pPr lvl="5" algn="ctr" rtl="0">
              <a:lnSpc>
                <a:spcPct val="100000"/>
              </a:lnSpc>
              <a:spcBef>
                <a:spcPts val="0"/>
              </a:spcBef>
              <a:spcAft>
                <a:spcPts val="0"/>
              </a:spcAft>
              <a:buSzPts val="1200"/>
              <a:buNone/>
              <a:defRPr/>
            </a:lvl6pPr>
            <a:lvl7pPr lvl="6" algn="ctr" rtl="0">
              <a:lnSpc>
                <a:spcPct val="100000"/>
              </a:lnSpc>
              <a:spcBef>
                <a:spcPts val="0"/>
              </a:spcBef>
              <a:spcAft>
                <a:spcPts val="0"/>
              </a:spcAft>
              <a:buSzPts val="1200"/>
              <a:buNone/>
              <a:defRPr/>
            </a:lvl7pPr>
            <a:lvl8pPr lvl="7" algn="ctr" rtl="0">
              <a:lnSpc>
                <a:spcPct val="100000"/>
              </a:lnSpc>
              <a:spcBef>
                <a:spcPts val="0"/>
              </a:spcBef>
              <a:spcAft>
                <a:spcPts val="0"/>
              </a:spcAft>
              <a:buSzPts val="1200"/>
              <a:buNone/>
              <a:defRPr/>
            </a:lvl8pPr>
            <a:lvl9pPr lvl="8" algn="ctr" rtl="0">
              <a:lnSpc>
                <a:spcPct val="100000"/>
              </a:lnSpc>
              <a:spcBef>
                <a:spcPts val="0"/>
              </a:spcBef>
              <a:spcAft>
                <a:spcPts val="0"/>
              </a:spcAft>
              <a:buSzPts val="1200"/>
              <a:buNone/>
              <a:defRPr/>
            </a:lvl9pPr>
          </a:lstStyle>
          <a:p>
            <a:endParaRPr/>
          </a:p>
        </p:txBody>
      </p:sp>
      <p:sp>
        <p:nvSpPr>
          <p:cNvPr id="201" name="Google Shape;201;p25"/>
          <p:cNvSpPr txBox="1">
            <a:spLocks noGrp="1"/>
          </p:cNvSpPr>
          <p:nvPr>
            <p:ph type="subTitle" idx="4"/>
          </p:nvPr>
        </p:nvSpPr>
        <p:spPr>
          <a:xfrm>
            <a:off x="4984609" y="2779225"/>
            <a:ext cx="3211200" cy="7134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SzPts val="1200"/>
              <a:buNone/>
              <a:defRPr/>
            </a:lvl1pPr>
            <a:lvl2pPr lvl="1" algn="ctr" rtl="0">
              <a:lnSpc>
                <a:spcPct val="100000"/>
              </a:lnSpc>
              <a:spcBef>
                <a:spcPts val="0"/>
              </a:spcBef>
              <a:spcAft>
                <a:spcPts val="0"/>
              </a:spcAft>
              <a:buSzPts val="1200"/>
              <a:buNone/>
              <a:defRPr/>
            </a:lvl2pPr>
            <a:lvl3pPr lvl="2" algn="ctr" rtl="0">
              <a:lnSpc>
                <a:spcPct val="100000"/>
              </a:lnSpc>
              <a:spcBef>
                <a:spcPts val="0"/>
              </a:spcBef>
              <a:spcAft>
                <a:spcPts val="0"/>
              </a:spcAft>
              <a:buSzPts val="1200"/>
              <a:buNone/>
              <a:defRPr/>
            </a:lvl3pPr>
            <a:lvl4pPr lvl="3" algn="ctr" rtl="0">
              <a:lnSpc>
                <a:spcPct val="100000"/>
              </a:lnSpc>
              <a:spcBef>
                <a:spcPts val="0"/>
              </a:spcBef>
              <a:spcAft>
                <a:spcPts val="0"/>
              </a:spcAft>
              <a:buSzPts val="1200"/>
              <a:buNone/>
              <a:defRPr/>
            </a:lvl4pPr>
            <a:lvl5pPr lvl="4" algn="ctr" rtl="0">
              <a:lnSpc>
                <a:spcPct val="100000"/>
              </a:lnSpc>
              <a:spcBef>
                <a:spcPts val="0"/>
              </a:spcBef>
              <a:spcAft>
                <a:spcPts val="0"/>
              </a:spcAft>
              <a:buSzPts val="1200"/>
              <a:buNone/>
              <a:defRPr/>
            </a:lvl5pPr>
            <a:lvl6pPr lvl="5" algn="ctr" rtl="0">
              <a:lnSpc>
                <a:spcPct val="100000"/>
              </a:lnSpc>
              <a:spcBef>
                <a:spcPts val="0"/>
              </a:spcBef>
              <a:spcAft>
                <a:spcPts val="0"/>
              </a:spcAft>
              <a:buSzPts val="1200"/>
              <a:buNone/>
              <a:defRPr/>
            </a:lvl6pPr>
            <a:lvl7pPr lvl="6" algn="ctr" rtl="0">
              <a:lnSpc>
                <a:spcPct val="100000"/>
              </a:lnSpc>
              <a:spcBef>
                <a:spcPts val="0"/>
              </a:spcBef>
              <a:spcAft>
                <a:spcPts val="0"/>
              </a:spcAft>
              <a:buSzPts val="1200"/>
              <a:buNone/>
              <a:defRPr/>
            </a:lvl7pPr>
            <a:lvl8pPr lvl="7" algn="ctr" rtl="0">
              <a:lnSpc>
                <a:spcPct val="100000"/>
              </a:lnSpc>
              <a:spcBef>
                <a:spcPts val="0"/>
              </a:spcBef>
              <a:spcAft>
                <a:spcPts val="0"/>
              </a:spcAft>
              <a:buSzPts val="1200"/>
              <a:buNone/>
              <a:defRPr/>
            </a:lvl8pPr>
            <a:lvl9pPr lvl="8" algn="ctr" rtl="0">
              <a:lnSpc>
                <a:spcPct val="100000"/>
              </a:lnSpc>
              <a:spcBef>
                <a:spcPts val="0"/>
              </a:spcBef>
              <a:spcAft>
                <a:spcPts val="0"/>
              </a:spcAft>
              <a:buSzPts val="1200"/>
              <a:buNone/>
              <a:defRPr/>
            </a:lvl9pPr>
          </a:lstStyle>
          <a:p>
            <a:endParaRPr/>
          </a:p>
        </p:txBody>
      </p:sp>
      <p:sp>
        <p:nvSpPr>
          <p:cNvPr id="202" name="Google Shape;202;p25"/>
          <p:cNvSpPr txBox="1">
            <a:spLocks noGrp="1"/>
          </p:cNvSpPr>
          <p:nvPr>
            <p:ph type="title"/>
          </p:nvPr>
        </p:nvSpPr>
        <p:spPr>
          <a:xfrm>
            <a:off x="720000" y="445025"/>
            <a:ext cx="7704000" cy="572700"/>
          </a:xfrm>
          <a:prstGeom prst="rect">
            <a:avLst/>
          </a:prstGeom>
        </p:spPr>
        <p:txBody>
          <a:bodyPr spcFirstLastPara="1" wrap="square" lIns="91425" tIns="91425" rIns="91425" bIns="91425" anchor="t" anchorCtr="0">
            <a:noAutofit/>
          </a:bodyPr>
          <a:lstStyle>
            <a:lvl1pPr lvl="0" rtl="0">
              <a:spcBef>
                <a:spcPts val="0"/>
              </a:spcBef>
              <a:spcAft>
                <a:spcPts val="0"/>
              </a:spcAft>
              <a:buSzPts val="3500"/>
              <a:buNone/>
              <a:defRPr/>
            </a:lvl1pPr>
            <a:lvl2pPr lvl="1" rtl="0">
              <a:spcBef>
                <a:spcPts val="0"/>
              </a:spcBef>
              <a:spcAft>
                <a:spcPts val="0"/>
              </a:spcAft>
              <a:buSzPts val="3500"/>
              <a:buNone/>
              <a:defRPr/>
            </a:lvl2pPr>
            <a:lvl3pPr lvl="2" rtl="0">
              <a:spcBef>
                <a:spcPts val="0"/>
              </a:spcBef>
              <a:spcAft>
                <a:spcPts val="0"/>
              </a:spcAft>
              <a:buSzPts val="3500"/>
              <a:buNone/>
              <a:defRPr/>
            </a:lvl3pPr>
            <a:lvl4pPr lvl="3" rtl="0">
              <a:spcBef>
                <a:spcPts val="0"/>
              </a:spcBef>
              <a:spcAft>
                <a:spcPts val="0"/>
              </a:spcAft>
              <a:buSzPts val="3500"/>
              <a:buNone/>
              <a:defRPr/>
            </a:lvl4pPr>
            <a:lvl5pPr lvl="4" rtl="0">
              <a:spcBef>
                <a:spcPts val="0"/>
              </a:spcBef>
              <a:spcAft>
                <a:spcPts val="0"/>
              </a:spcAft>
              <a:buSzPts val="3500"/>
              <a:buNone/>
              <a:defRPr/>
            </a:lvl5pPr>
            <a:lvl6pPr lvl="5" rtl="0">
              <a:spcBef>
                <a:spcPts val="0"/>
              </a:spcBef>
              <a:spcAft>
                <a:spcPts val="0"/>
              </a:spcAft>
              <a:buSzPts val="3500"/>
              <a:buNone/>
              <a:defRPr/>
            </a:lvl6pPr>
            <a:lvl7pPr lvl="6" rtl="0">
              <a:spcBef>
                <a:spcPts val="0"/>
              </a:spcBef>
              <a:spcAft>
                <a:spcPts val="0"/>
              </a:spcAft>
              <a:buSzPts val="3500"/>
              <a:buNone/>
              <a:defRPr/>
            </a:lvl7pPr>
            <a:lvl8pPr lvl="7" rtl="0">
              <a:spcBef>
                <a:spcPts val="0"/>
              </a:spcBef>
              <a:spcAft>
                <a:spcPts val="0"/>
              </a:spcAft>
              <a:buSzPts val="3500"/>
              <a:buNone/>
              <a:defRPr/>
            </a:lvl8pPr>
            <a:lvl9pPr lvl="8" rtl="0">
              <a:spcBef>
                <a:spcPts val="0"/>
              </a:spcBef>
              <a:spcAft>
                <a:spcPts val="0"/>
              </a:spcAft>
              <a:buSzPts val="3500"/>
              <a:buNone/>
              <a:defRPr/>
            </a:lvl9pPr>
          </a:lstStyle>
          <a:p>
            <a:endParaRPr/>
          </a:p>
        </p:txBody>
      </p:sp>
      <p:grpSp>
        <p:nvGrpSpPr>
          <p:cNvPr id="203" name="Google Shape;203;p25"/>
          <p:cNvGrpSpPr/>
          <p:nvPr/>
        </p:nvGrpSpPr>
        <p:grpSpPr>
          <a:xfrm rot="10800000">
            <a:off x="165548" y="4741850"/>
            <a:ext cx="6506400" cy="90900"/>
            <a:chOff x="1239825" y="571500"/>
            <a:chExt cx="6506400" cy="90900"/>
          </a:xfrm>
        </p:grpSpPr>
        <p:cxnSp>
          <p:nvCxnSpPr>
            <p:cNvPr id="204" name="Google Shape;204;p25"/>
            <p:cNvCxnSpPr/>
            <p:nvPr/>
          </p:nvCxnSpPr>
          <p:spPr>
            <a:xfrm>
              <a:off x="1239825" y="571500"/>
              <a:ext cx="6506400" cy="0"/>
            </a:xfrm>
            <a:prstGeom prst="straightConnector1">
              <a:avLst/>
            </a:prstGeom>
            <a:noFill/>
            <a:ln w="9525" cap="flat" cmpd="sng">
              <a:solidFill>
                <a:schemeClr val="dk1"/>
              </a:solidFill>
              <a:prstDash val="solid"/>
              <a:round/>
              <a:headEnd type="none" w="med" len="med"/>
              <a:tailEnd type="none" w="med" len="med"/>
            </a:ln>
          </p:spPr>
        </p:cxnSp>
        <p:sp>
          <p:nvSpPr>
            <p:cNvPr id="205" name="Google Shape;205;p25"/>
            <p:cNvSpPr/>
            <p:nvPr/>
          </p:nvSpPr>
          <p:spPr>
            <a:xfrm>
              <a:off x="1239825" y="571500"/>
              <a:ext cx="505200" cy="90900"/>
            </a:xfrm>
            <a:prstGeom prst="rect">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206" name="Google Shape;206;p25"/>
          <p:cNvGrpSpPr/>
          <p:nvPr/>
        </p:nvGrpSpPr>
        <p:grpSpPr>
          <a:xfrm rot="10800000" flipH="1">
            <a:off x="456371" y="298450"/>
            <a:ext cx="8307000" cy="90900"/>
            <a:chOff x="1239825" y="571500"/>
            <a:chExt cx="8307000" cy="90900"/>
          </a:xfrm>
        </p:grpSpPr>
        <p:cxnSp>
          <p:nvCxnSpPr>
            <p:cNvPr id="207" name="Google Shape;207;p25"/>
            <p:cNvCxnSpPr/>
            <p:nvPr/>
          </p:nvCxnSpPr>
          <p:spPr>
            <a:xfrm>
              <a:off x="1239825" y="571500"/>
              <a:ext cx="8307000" cy="0"/>
            </a:xfrm>
            <a:prstGeom prst="straightConnector1">
              <a:avLst/>
            </a:prstGeom>
            <a:noFill/>
            <a:ln w="9525" cap="flat" cmpd="sng">
              <a:solidFill>
                <a:schemeClr val="dk1"/>
              </a:solidFill>
              <a:prstDash val="solid"/>
              <a:round/>
              <a:headEnd type="none" w="med" len="med"/>
              <a:tailEnd type="none" w="med" len="med"/>
            </a:ln>
          </p:spPr>
        </p:cxnSp>
        <p:sp>
          <p:nvSpPr>
            <p:cNvPr id="208" name="Google Shape;208;p25"/>
            <p:cNvSpPr/>
            <p:nvPr/>
          </p:nvSpPr>
          <p:spPr>
            <a:xfrm>
              <a:off x="1239825" y="571500"/>
              <a:ext cx="505200" cy="90900"/>
            </a:xfrm>
            <a:prstGeom prst="rect">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matchingName="Title and two columns 2">
  <p:cSld name="TITLE_AND_TWO_COLUMNS_1_1">
    <p:spTree>
      <p:nvGrpSpPr>
        <p:cNvPr id="1" name="Shape 209"/>
        <p:cNvGrpSpPr/>
        <p:nvPr/>
      </p:nvGrpSpPr>
      <p:grpSpPr>
        <a:xfrm>
          <a:off x="0" y="0"/>
          <a:ext cx="0" cy="0"/>
          <a:chOff x="0" y="0"/>
          <a:chExt cx="0" cy="0"/>
        </a:xfrm>
      </p:grpSpPr>
      <p:sp>
        <p:nvSpPr>
          <p:cNvPr id="210" name="Google Shape;210;p26"/>
          <p:cNvSpPr/>
          <p:nvPr/>
        </p:nvSpPr>
        <p:spPr>
          <a:xfrm>
            <a:off x="171450" y="145800"/>
            <a:ext cx="8801100" cy="4851900"/>
          </a:xfrm>
          <a:prstGeom prst="rect">
            <a:avLst/>
          </a:prstGeom>
          <a:solidFill>
            <a:schemeClr val="lt1"/>
          </a:solidFill>
          <a:ln>
            <a:noFill/>
          </a:ln>
          <a:effectLst>
            <a:outerShdw blurRad="57150" dist="19050" dir="5400000" algn="bl" rotWithShape="0">
              <a:schemeClr val="dk1">
                <a:alpha val="5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1" name="Google Shape;211;p26"/>
          <p:cNvSpPr txBox="1">
            <a:spLocks noGrp="1"/>
          </p:cNvSpPr>
          <p:nvPr>
            <p:ph type="subTitle" idx="1"/>
          </p:nvPr>
        </p:nvSpPr>
        <p:spPr>
          <a:xfrm>
            <a:off x="4572000" y="1598050"/>
            <a:ext cx="2505600" cy="494100"/>
          </a:xfrm>
          <a:prstGeom prst="rect">
            <a:avLst/>
          </a:prstGeom>
        </p:spPr>
        <p:txBody>
          <a:bodyPr spcFirstLastPara="1" wrap="square" lIns="91425" tIns="91425" rIns="91425" bIns="91425" anchor="b" anchorCtr="0">
            <a:noAutofit/>
          </a:bodyPr>
          <a:lstStyle>
            <a:lvl1pPr lvl="0" rtl="0">
              <a:lnSpc>
                <a:spcPct val="100000"/>
              </a:lnSpc>
              <a:spcBef>
                <a:spcPts val="0"/>
              </a:spcBef>
              <a:spcAft>
                <a:spcPts val="0"/>
              </a:spcAft>
              <a:buClr>
                <a:schemeClr val="dk1"/>
              </a:buClr>
              <a:buSzPts val="2400"/>
              <a:buFont typeface="Noto Serif Ethiopic"/>
              <a:buNone/>
              <a:defRPr sz="2400">
                <a:solidFill>
                  <a:schemeClr val="dk1"/>
                </a:solidFill>
                <a:latin typeface="Noto Serif Ethiopic"/>
                <a:ea typeface="Noto Serif Ethiopic"/>
                <a:cs typeface="Noto Serif Ethiopic"/>
                <a:sym typeface="Noto Serif Ethiopic"/>
              </a:defRPr>
            </a:lvl1pPr>
            <a:lvl2pPr lvl="1" algn="ctr" rtl="0">
              <a:lnSpc>
                <a:spcPct val="100000"/>
              </a:lnSpc>
              <a:spcBef>
                <a:spcPts val="0"/>
              </a:spcBef>
              <a:spcAft>
                <a:spcPts val="0"/>
              </a:spcAft>
              <a:buClr>
                <a:schemeClr val="dk1"/>
              </a:buClr>
              <a:buSzPts val="2400"/>
              <a:buFont typeface="Noto Serif Ethiopic"/>
              <a:buNone/>
              <a:defRPr sz="2400">
                <a:solidFill>
                  <a:schemeClr val="dk1"/>
                </a:solidFill>
                <a:latin typeface="Noto Serif Ethiopic"/>
                <a:ea typeface="Noto Serif Ethiopic"/>
                <a:cs typeface="Noto Serif Ethiopic"/>
                <a:sym typeface="Noto Serif Ethiopic"/>
              </a:defRPr>
            </a:lvl2pPr>
            <a:lvl3pPr lvl="2" algn="ctr" rtl="0">
              <a:lnSpc>
                <a:spcPct val="100000"/>
              </a:lnSpc>
              <a:spcBef>
                <a:spcPts val="0"/>
              </a:spcBef>
              <a:spcAft>
                <a:spcPts val="0"/>
              </a:spcAft>
              <a:buClr>
                <a:schemeClr val="dk1"/>
              </a:buClr>
              <a:buSzPts val="2400"/>
              <a:buFont typeface="Noto Serif Ethiopic"/>
              <a:buNone/>
              <a:defRPr sz="2400">
                <a:solidFill>
                  <a:schemeClr val="dk1"/>
                </a:solidFill>
                <a:latin typeface="Noto Serif Ethiopic"/>
                <a:ea typeface="Noto Serif Ethiopic"/>
                <a:cs typeface="Noto Serif Ethiopic"/>
                <a:sym typeface="Noto Serif Ethiopic"/>
              </a:defRPr>
            </a:lvl3pPr>
            <a:lvl4pPr lvl="3" algn="ctr" rtl="0">
              <a:lnSpc>
                <a:spcPct val="100000"/>
              </a:lnSpc>
              <a:spcBef>
                <a:spcPts val="0"/>
              </a:spcBef>
              <a:spcAft>
                <a:spcPts val="0"/>
              </a:spcAft>
              <a:buClr>
                <a:schemeClr val="dk1"/>
              </a:buClr>
              <a:buSzPts val="2400"/>
              <a:buFont typeface="Noto Serif Ethiopic"/>
              <a:buNone/>
              <a:defRPr sz="2400">
                <a:solidFill>
                  <a:schemeClr val="dk1"/>
                </a:solidFill>
                <a:latin typeface="Noto Serif Ethiopic"/>
                <a:ea typeface="Noto Serif Ethiopic"/>
                <a:cs typeface="Noto Serif Ethiopic"/>
                <a:sym typeface="Noto Serif Ethiopic"/>
              </a:defRPr>
            </a:lvl4pPr>
            <a:lvl5pPr lvl="4" algn="ctr" rtl="0">
              <a:lnSpc>
                <a:spcPct val="100000"/>
              </a:lnSpc>
              <a:spcBef>
                <a:spcPts val="0"/>
              </a:spcBef>
              <a:spcAft>
                <a:spcPts val="0"/>
              </a:spcAft>
              <a:buClr>
                <a:schemeClr val="dk1"/>
              </a:buClr>
              <a:buSzPts val="2400"/>
              <a:buFont typeface="Noto Serif Ethiopic"/>
              <a:buNone/>
              <a:defRPr sz="2400">
                <a:solidFill>
                  <a:schemeClr val="dk1"/>
                </a:solidFill>
                <a:latin typeface="Noto Serif Ethiopic"/>
                <a:ea typeface="Noto Serif Ethiopic"/>
                <a:cs typeface="Noto Serif Ethiopic"/>
                <a:sym typeface="Noto Serif Ethiopic"/>
              </a:defRPr>
            </a:lvl5pPr>
            <a:lvl6pPr lvl="5" algn="ctr" rtl="0">
              <a:lnSpc>
                <a:spcPct val="100000"/>
              </a:lnSpc>
              <a:spcBef>
                <a:spcPts val="0"/>
              </a:spcBef>
              <a:spcAft>
                <a:spcPts val="0"/>
              </a:spcAft>
              <a:buClr>
                <a:schemeClr val="dk1"/>
              </a:buClr>
              <a:buSzPts val="2400"/>
              <a:buFont typeface="Noto Serif Ethiopic"/>
              <a:buNone/>
              <a:defRPr sz="2400">
                <a:solidFill>
                  <a:schemeClr val="dk1"/>
                </a:solidFill>
                <a:latin typeface="Noto Serif Ethiopic"/>
                <a:ea typeface="Noto Serif Ethiopic"/>
                <a:cs typeface="Noto Serif Ethiopic"/>
                <a:sym typeface="Noto Serif Ethiopic"/>
              </a:defRPr>
            </a:lvl6pPr>
            <a:lvl7pPr lvl="6" algn="ctr" rtl="0">
              <a:lnSpc>
                <a:spcPct val="100000"/>
              </a:lnSpc>
              <a:spcBef>
                <a:spcPts val="0"/>
              </a:spcBef>
              <a:spcAft>
                <a:spcPts val="0"/>
              </a:spcAft>
              <a:buClr>
                <a:schemeClr val="dk1"/>
              </a:buClr>
              <a:buSzPts val="2400"/>
              <a:buFont typeface="Noto Serif Ethiopic"/>
              <a:buNone/>
              <a:defRPr sz="2400">
                <a:solidFill>
                  <a:schemeClr val="dk1"/>
                </a:solidFill>
                <a:latin typeface="Noto Serif Ethiopic"/>
                <a:ea typeface="Noto Serif Ethiopic"/>
                <a:cs typeface="Noto Serif Ethiopic"/>
                <a:sym typeface="Noto Serif Ethiopic"/>
              </a:defRPr>
            </a:lvl7pPr>
            <a:lvl8pPr lvl="7" algn="ctr" rtl="0">
              <a:lnSpc>
                <a:spcPct val="100000"/>
              </a:lnSpc>
              <a:spcBef>
                <a:spcPts val="0"/>
              </a:spcBef>
              <a:spcAft>
                <a:spcPts val="0"/>
              </a:spcAft>
              <a:buClr>
                <a:schemeClr val="dk1"/>
              </a:buClr>
              <a:buSzPts val="2400"/>
              <a:buFont typeface="Noto Serif Ethiopic"/>
              <a:buNone/>
              <a:defRPr sz="2400">
                <a:solidFill>
                  <a:schemeClr val="dk1"/>
                </a:solidFill>
                <a:latin typeface="Noto Serif Ethiopic"/>
                <a:ea typeface="Noto Serif Ethiopic"/>
                <a:cs typeface="Noto Serif Ethiopic"/>
                <a:sym typeface="Noto Serif Ethiopic"/>
              </a:defRPr>
            </a:lvl8pPr>
            <a:lvl9pPr lvl="8" algn="ctr" rtl="0">
              <a:lnSpc>
                <a:spcPct val="100000"/>
              </a:lnSpc>
              <a:spcBef>
                <a:spcPts val="0"/>
              </a:spcBef>
              <a:spcAft>
                <a:spcPts val="0"/>
              </a:spcAft>
              <a:buClr>
                <a:schemeClr val="dk1"/>
              </a:buClr>
              <a:buSzPts val="2400"/>
              <a:buFont typeface="Noto Serif Ethiopic"/>
              <a:buNone/>
              <a:defRPr sz="2400">
                <a:solidFill>
                  <a:schemeClr val="dk1"/>
                </a:solidFill>
                <a:latin typeface="Noto Serif Ethiopic"/>
                <a:ea typeface="Noto Serif Ethiopic"/>
                <a:cs typeface="Noto Serif Ethiopic"/>
                <a:sym typeface="Noto Serif Ethiopic"/>
              </a:defRPr>
            </a:lvl9pPr>
          </a:lstStyle>
          <a:p>
            <a:endParaRPr/>
          </a:p>
        </p:txBody>
      </p:sp>
      <p:sp>
        <p:nvSpPr>
          <p:cNvPr id="212" name="Google Shape;212;p26"/>
          <p:cNvSpPr txBox="1">
            <a:spLocks noGrp="1"/>
          </p:cNvSpPr>
          <p:nvPr>
            <p:ph type="subTitle" idx="2"/>
          </p:nvPr>
        </p:nvSpPr>
        <p:spPr>
          <a:xfrm>
            <a:off x="2066400" y="2938825"/>
            <a:ext cx="2505600" cy="494100"/>
          </a:xfrm>
          <a:prstGeom prst="rect">
            <a:avLst/>
          </a:prstGeom>
        </p:spPr>
        <p:txBody>
          <a:bodyPr spcFirstLastPara="1" wrap="square" lIns="91425" tIns="91425" rIns="91425" bIns="91425" anchor="b" anchorCtr="0">
            <a:noAutofit/>
          </a:bodyPr>
          <a:lstStyle>
            <a:lvl1pPr lvl="0" algn="r" rtl="0">
              <a:lnSpc>
                <a:spcPct val="100000"/>
              </a:lnSpc>
              <a:spcBef>
                <a:spcPts val="0"/>
              </a:spcBef>
              <a:spcAft>
                <a:spcPts val="0"/>
              </a:spcAft>
              <a:buClr>
                <a:schemeClr val="dk1"/>
              </a:buClr>
              <a:buSzPts val="2400"/>
              <a:buFont typeface="Noto Serif Ethiopic"/>
              <a:buNone/>
              <a:defRPr sz="2400">
                <a:solidFill>
                  <a:schemeClr val="dk1"/>
                </a:solidFill>
                <a:latin typeface="Noto Serif Ethiopic"/>
                <a:ea typeface="Noto Serif Ethiopic"/>
                <a:cs typeface="Noto Serif Ethiopic"/>
                <a:sym typeface="Noto Serif Ethiopic"/>
              </a:defRPr>
            </a:lvl1pPr>
            <a:lvl2pPr lvl="1" algn="ctr" rtl="0">
              <a:lnSpc>
                <a:spcPct val="100000"/>
              </a:lnSpc>
              <a:spcBef>
                <a:spcPts val="0"/>
              </a:spcBef>
              <a:spcAft>
                <a:spcPts val="0"/>
              </a:spcAft>
              <a:buClr>
                <a:schemeClr val="dk1"/>
              </a:buClr>
              <a:buSzPts val="2400"/>
              <a:buFont typeface="Noto Serif Ethiopic"/>
              <a:buNone/>
              <a:defRPr sz="2400">
                <a:solidFill>
                  <a:schemeClr val="dk1"/>
                </a:solidFill>
                <a:latin typeface="Noto Serif Ethiopic"/>
                <a:ea typeface="Noto Serif Ethiopic"/>
                <a:cs typeface="Noto Serif Ethiopic"/>
                <a:sym typeface="Noto Serif Ethiopic"/>
              </a:defRPr>
            </a:lvl2pPr>
            <a:lvl3pPr lvl="2" algn="ctr" rtl="0">
              <a:lnSpc>
                <a:spcPct val="100000"/>
              </a:lnSpc>
              <a:spcBef>
                <a:spcPts val="0"/>
              </a:spcBef>
              <a:spcAft>
                <a:spcPts val="0"/>
              </a:spcAft>
              <a:buClr>
                <a:schemeClr val="dk1"/>
              </a:buClr>
              <a:buSzPts val="2400"/>
              <a:buFont typeface="Noto Serif Ethiopic"/>
              <a:buNone/>
              <a:defRPr sz="2400">
                <a:solidFill>
                  <a:schemeClr val="dk1"/>
                </a:solidFill>
                <a:latin typeface="Noto Serif Ethiopic"/>
                <a:ea typeface="Noto Serif Ethiopic"/>
                <a:cs typeface="Noto Serif Ethiopic"/>
                <a:sym typeface="Noto Serif Ethiopic"/>
              </a:defRPr>
            </a:lvl3pPr>
            <a:lvl4pPr lvl="3" algn="ctr" rtl="0">
              <a:lnSpc>
                <a:spcPct val="100000"/>
              </a:lnSpc>
              <a:spcBef>
                <a:spcPts val="0"/>
              </a:spcBef>
              <a:spcAft>
                <a:spcPts val="0"/>
              </a:spcAft>
              <a:buClr>
                <a:schemeClr val="dk1"/>
              </a:buClr>
              <a:buSzPts val="2400"/>
              <a:buFont typeface="Noto Serif Ethiopic"/>
              <a:buNone/>
              <a:defRPr sz="2400">
                <a:solidFill>
                  <a:schemeClr val="dk1"/>
                </a:solidFill>
                <a:latin typeface="Noto Serif Ethiopic"/>
                <a:ea typeface="Noto Serif Ethiopic"/>
                <a:cs typeface="Noto Serif Ethiopic"/>
                <a:sym typeface="Noto Serif Ethiopic"/>
              </a:defRPr>
            </a:lvl4pPr>
            <a:lvl5pPr lvl="4" algn="ctr" rtl="0">
              <a:lnSpc>
                <a:spcPct val="100000"/>
              </a:lnSpc>
              <a:spcBef>
                <a:spcPts val="0"/>
              </a:spcBef>
              <a:spcAft>
                <a:spcPts val="0"/>
              </a:spcAft>
              <a:buClr>
                <a:schemeClr val="dk1"/>
              </a:buClr>
              <a:buSzPts val="2400"/>
              <a:buFont typeface="Noto Serif Ethiopic"/>
              <a:buNone/>
              <a:defRPr sz="2400">
                <a:solidFill>
                  <a:schemeClr val="dk1"/>
                </a:solidFill>
                <a:latin typeface="Noto Serif Ethiopic"/>
                <a:ea typeface="Noto Serif Ethiopic"/>
                <a:cs typeface="Noto Serif Ethiopic"/>
                <a:sym typeface="Noto Serif Ethiopic"/>
              </a:defRPr>
            </a:lvl5pPr>
            <a:lvl6pPr lvl="5" algn="ctr" rtl="0">
              <a:lnSpc>
                <a:spcPct val="100000"/>
              </a:lnSpc>
              <a:spcBef>
                <a:spcPts val="0"/>
              </a:spcBef>
              <a:spcAft>
                <a:spcPts val="0"/>
              </a:spcAft>
              <a:buClr>
                <a:schemeClr val="dk1"/>
              </a:buClr>
              <a:buSzPts val="2400"/>
              <a:buFont typeface="Noto Serif Ethiopic"/>
              <a:buNone/>
              <a:defRPr sz="2400">
                <a:solidFill>
                  <a:schemeClr val="dk1"/>
                </a:solidFill>
                <a:latin typeface="Noto Serif Ethiopic"/>
                <a:ea typeface="Noto Serif Ethiopic"/>
                <a:cs typeface="Noto Serif Ethiopic"/>
                <a:sym typeface="Noto Serif Ethiopic"/>
              </a:defRPr>
            </a:lvl6pPr>
            <a:lvl7pPr lvl="6" algn="ctr" rtl="0">
              <a:lnSpc>
                <a:spcPct val="100000"/>
              </a:lnSpc>
              <a:spcBef>
                <a:spcPts val="0"/>
              </a:spcBef>
              <a:spcAft>
                <a:spcPts val="0"/>
              </a:spcAft>
              <a:buClr>
                <a:schemeClr val="dk1"/>
              </a:buClr>
              <a:buSzPts val="2400"/>
              <a:buFont typeface="Noto Serif Ethiopic"/>
              <a:buNone/>
              <a:defRPr sz="2400">
                <a:solidFill>
                  <a:schemeClr val="dk1"/>
                </a:solidFill>
                <a:latin typeface="Noto Serif Ethiopic"/>
                <a:ea typeface="Noto Serif Ethiopic"/>
                <a:cs typeface="Noto Serif Ethiopic"/>
                <a:sym typeface="Noto Serif Ethiopic"/>
              </a:defRPr>
            </a:lvl7pPr>
            <a:lvl8pPr lvl="7" algn="ctr" rtl="0">
              <a:lnSpc>
                <a:spcPct val="100000"/>
              </a:lnSpc>
              <a:spcBef>
                <a:spcPts val="0"/>
              </a:spcBef>
              <a:spcAft>
                <a:spcPts val="0"/>
              </a:spcAft>
              <a:buClr>
                <a:schemeClr val="dk1"/>
              </a:buClr>
              <a:buSzPts val="2400"/>
              <a:buFont typeface="Noto Serif Ethiopic"/>
              <a:buNone/>
              <a:defRPr sz="2400">
                <a:solidFill>
                  <a:schemeClr val="dk1"/>
                </a:solidFill>
                <a:latin typeface="Noto Serif Ethiopic"/>
                <a:ea typeface="Noto Serif Ethiopic"/>
                <a:cs typeface="Noto Serif Ethiopic"/>
                <a:sym typeface="Noto Serif Ethiopic"/>
              </a:defRPr>
            </a:lvl8pPr>
            <a:lvl9pPr lvl="8" algn="ctr" rtl="0">
              <a:lnSpc>
                <a:spcPct val="100000"/>
              </a:lnSpc>
              <a:spcBef>
                <a:spcPts val="0"/>
              </a:spcBef>
              <a:spcAft>
                <a:spcPts val="0"/>
              </a:spcAft>
              <a:buClr>
                <a:schemeClr val="dk1"/>
              </a:buClr>
              <a:buSzPts val="2400"/>
              <a:buFont typeface="Noto Serif Ethiopic"/>
              <a:buNone/>
              <a:defRPr sz="2400">
                <a:solidFill>
                  <a:schemeClr val="dk1"/>
                </a:solidFill>
                <a:latin typeface="Noto Serif Ethiopic"/>
                <a:ea typeface="Noto Serif Ethiopic"/>
                <a:cs typeface="Noto Serif Ethiopic"/>
                <a:sym typeface="Noto Serif Ethiopic"/>
              </a:defRPr>
            </a:lvl9pPr>
          </a:lstStyle>
          <a:p>
            <a:endParaRPr/>
          </a:p>
        </p:txBody>
      </p:sp>
      <p:sp>
        <p:nvSpPr>
          <p:cNvPr id="213" name="Google Shape;213;p26"/>
          <p:cNvSpPr txBox="1">
            <a:spLocks noGrp="1"/>
          </p:cNvSpPr>
          <p:nvPr>
            <p:ph type="subTitle" idx="3"/>
          </p:nvPr>
        </p:nvSpPr>
        <p:spPr>
          <a:xfrm>
            <a:off x="4572000" y="2092150"/>
            <a:ext cx="2505600" cy="5727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SzPts val="1200"/>
              <a:buNone/>
              <a:defRPr/>
            </a:lvl1pPr>
            <a:lvl2pPr lvl="1" algn="ctr" rtl="0">
              <a:lnSpc>
                <a:spcPct val="100000"/>
              </a:lnSpc>
              <a:spcBef>
                <a:spcPts val="0"/>
              </a:spcBef>
              <a:spcAft>
                <a:spcPts val="0"/>
              </a:spcAft>
              <a:buSzPts val="1200"/>
              <a:buNone/>
              <a:defRPr/>
            </a:lvl2pPr>
            <a:lvl3pPr lvl="2" algn="ctr" rtl="0">
              <a:lnSpc>
                <a:spcPct val="100000"/>
              </a:lnSpc>
              <a:spcBef>
                <a:spcPts val="0"/>
              </a:spcBef>
              <a:spcAft>
                <a:spcPts val="0"/>
              </a:spcAft>
              <a:buSzPts val="1200"/>
              <a:buNone/>
              <a:defRPr/>
            </a:lvl3pPr>
            <a:lvl4pPr lvl="3" algn="ctr" rtl="0">
              <a:lnSpc>
                <a:spcPct val="100000"/>
              </a:lnSpc>
              <a:spcBef>
                <a:spcPts val="0"/>
              </a:spcBef>
              <a:spcAft>
                <a:spcPts val="0"/>
              </a:spcAft>
              <a:buSzPts val="1200"/>
              <a:buNone/>
              <a:defRPr/>
            </a:lvl4pPr>
            <a:lvl5pPr lvl="4" algn="ctr" rtl="0">
              <a:lnSpc>
                <a:spcPct val="100000"/>
              </a:lnSpc>
              <a:spcBef>
                <a:spcPts val="0"/>
              </a:spcBef>
              <a:spcAft>
                <a:spcPts val="0"/>
              </a:spcAft>
              <a:buSzPts val="1200"/>
              <a:buNone/>
              <a:defRPr/>
            </a:lvl5pPr>
            <a:lvl6pPr lvl="5" algn="ctr" rtl="0">
              <a:lnSpc>
                <a:spcPct val="100000"/>
              </a:lnSpc>
              <a:spcBef>
                <a:spcPts val="0"/>
              </a:spcBef>
              <a:spcAft>
                <a:spcPts val="0"/>
              </a:spcAft>
              <a:buSzPts val="1200"/>
              <a:buNone/>
              <a:defRPr/>
            </a:lvl6pPr>
            <a:lvl7pPr lvl="6" algn="ctr" rtl="0">
              <a:lnSpc>
                <a:spcPct val="100000"/>
              </a:lnSpc>
              <a:spcBef>
                <a:spcPts val="0"/>
              </a:spcBef>
              <a:spcAft>
                <a:spcPts val="0"/>
              </a:spcAft>
              <a:buSzPts val="1200"/>
              <a:buNone/>
              <a:defRPr/>
            </a:lvl7pPr>
            <a:lvl8pPr lvl="7" algn="ctr" rtl="0">
              <a:lnSpc>
                <a:spcPct val="100000"/>
              </a:lnSpc>
              <a:spcBef>
                <a:spcPts val="0"/>
              </a:spcBef>
              <a:spcAft>
                <a:spcPts val="0"/>
              </a:spcAft>
              <a:buSzPts val="1200"/>
              <a:buNone/>
              <a:defRPr/>
            </a:lvl8pPr>
            <a:lvl9pPr lvl="8" algn="ctr" rtl="0">
              <a:lnSpc>
                <a:spcPct val="100000"/>
              </a:lnSpc>
              <a:spcBef>
                <a:spcPts val="0"/>
              </a:spcBef>
              <a:spcAft>
                <a:spcPts val="0"/>
              </a:spcAft>
              <a:buSzPts val="1200"/>
              <a:buNone/>
              <a:defRPr/>
            </a:lvl9pPr>
          </a:lstStyle>
          <a:p>
            <a:endParaRPr/>
          </a:p>
        </p:txBody>
      </p:sp>
      <p:sp>
        <p:nvSpPr>
          <p:cNvPr id="214" name="Google Shape;214;p26"/>
          <p:cNvSpPr txBox="1">
            <a:spLocks noGrp="1"/>
          </p:cNvSpPr>
          <p:nvPr>
            <p:ph type="subTitle" idx="4"/>
          </p:nvPr>
        </p:nvSpPr>
        <p:spPr>
          <a:xfrm>
            <a:off x="2066400" y="3432925"/>
            <a:ext cx="2505600" cy="572700"/>
          </a:xfrm>
          <a:prstGeom prst="rect">
            <a:avLst/>
          </a:prstGeom>
        </p:spPr>
        <p:txBody>
          <a:bodyPr spcFirstLastPara="1" wrap="square" lIns="91425" tIns="91425" rIns="91425" bIns="91425" anchor="t" anchorCtr="0">
            <a:noAutofit/>
          </a:bodyPr>
          <a:lstStyle>
            <a:lvl1pPr lvl="0" algn="r" rtl="0">
              <a:lnSpc>
                <a:spcPct val="100000"/>
              </a:lnSpc>
              <a:spcBef>
                <a:spcPts val="0"/>
              </a:spcBef>
              <a:spcAft>
                <a:spcPts val="0"/>
              </a:spcAft>
              <a:buSzPts val="1200"/>
              <a:buNone/>
              <a:defRPr/>
            </a:lvl1pPr>
            <a:lvl2pPr lvl="1" algn="ctr" rtl="0">
              <a:lnSpc>
                <a:spcPct val="100000"/>
              </a:lnSpc>
              <a:spcBef>
                <a:spcPts val="0"/>
              </a:spcBef>
              <a:spcAft>
                <a:spcPts val="0"/>
              </a:spcAft>
              <a:buSzPts val="1200"/>
              <a:buNone/>
              <a:defRPr/>
            </a:lvl2pPr>
            <a:lvl3pPr lvl="2" algn="ctr" rtl="0">
              <a:lnSpc>
                <a:spcPct val="100000"/>
              </a:lnSpc>
              <a:spcBef>
                <a:spcPts val="0"/>
              </a:spcBef>
              <a:spcAft>
                <a:spcPts val="0"/>
              </a:spcAft>
              <a:buSzPts val="1200"/>
              <a:buNone/>
              <a:defRPr/>
            </a:lvl3pPr>
            <a:lvl4pPr lvl="3" algn="ctr" rtl="0">
              <a:lnSpc>
                <a:spcPct val="100000"/>
              </a:lnSpc>
              <a:spcBef>
                <a:spcPts val="0"/>
              </a:spcBef>
              <a:spcAft>
                <a:spcPts val="0"/>
              </a:spcAft>
              <a:buSzPts val="1200"/>
              <a:buNone/>
              <a:defRPr/>
            </a:lvl4pPr>
            <a:lvl5pPr lvl="4" algn="ctr" rtl="0">
              <a:lnSpc>
                <a:spcPct val="100000"/>
              </a:lnSpc>
              <a:spcBef>
                <a:spcPts val="0"/>
              </a:spcBef>
              <a:spcAft>
                <a:spcPts val="0"/>
              </a:spcAft>
              <a:buSzPts val="1200"/>
              <a:buNone/>
              <a:defRPr/>
            </a:lvl5pPr>
            <a:lvl6pPr lvl="5" algn="ctr" rtl="0">
              <a:lnSpc>
                <a:spcPct val="100000"/>
              </a:lnSpc>
              <a:spcBef>
                <a:spcPts val="0"/>
              </a:spcBef>
              <a:spcAft>
                <a:spcPts val="0"/>
              </a:spcAft>
              <a:buSzPts val="1200"/>
              <a:buNone/>
              <a:defRPr/>
            </a:lvl6pPr>
            <a:lvl7pPr lvl="6" algn="ctr" rtl="0">
              <a:lnSpc>
                <a:spcPct val="100000"/>
              </a:lnSpc>
              <a:spcBef>
                <a:spcPts val="0"/>
              </a:spcBef>
              <a:spcAft>
                <a:spcPts val="0"/>
              </a:spcAft>
              <a:buSzPts val="1200"/>
              <a:buNone/>
              <a:defRPr/>
            </a:lvl7pPr>
            <a:lvl8pPr lvl="7" algn="ctr" rtl="0">
              <a:lnSpc>
                <a:spcPct val="100000"/>
              </a:lnSpc>
              <a:spcBef>
                <a:spcPts val="0"/>
              </a:spcBef>
              <a:spcAft>
                <a:spcPts val="0"/>
              </a:spcAft>
              <a:buSzPts val="1200"/>
              <a:buNone/>
              <a:defRPr/>
            </a:lvl8pPr>
            <a:lvl9pPr lvl="8" algn="ctr" rtl="0">
              <a:lnSpc>
                <a:spcPct val="100000"/>
              </a:lnSpc>
              <a:spcBef>
                <a:spcPts val="0"/>
              </a:spcBef>
              <a:spcAft>
                <a:spcPts val="0"/>
              </a:spcAft>
              <a:buSzPts val="1200"/>
              <a:buNone/>
              <a:defRPr/>
            </a:lvl9pPr>
          </a:lstStyle>
          <a:p>
            <a:endParaRPr/>
          </a:p>
        </p:txBody>
      </p:sp>
      <p:sp>
        <p:nvSpPr>
          <p:cNvPr id="215" name="Google Shape;215;p26"/>
          <p:cNvSpPr txBox="1">
            <a:spLocks noGrp="1"/>
          </p:cNvSpPr>
          <p:nvPr>
            <p:ph type="title"/>
          </p:nvPr>
        </p:nvSpPr>
        <p:spPr>
          <a:xfrm>
            <a:off x="720000" y="445025"/>
            <a:ext cx="7704000" cy="572700"/>
          </a:xfrm>
          <a:prstGeom prst="rect">
            <a:avLst/>
          </a:prstGeom>
        </p:spPr>
        <p:txBody>
          <a:bodyPr spcFirstLastPara="1" wrap="square" lIns="91425" tIns="91425" rIns="91425" bIns="91425" anchor="t" anchorCtr="0">
            <a:noAutofit/>
          </a:bodyPr>
          <a:lstStyle>
            <a:lvl1pPr lvl="0" rtl="0">
              <a:spcBef>
                <a:spcPts val="0"/>
              </a:spcBef>
              <a:spcAft>
                <a:spcPts val="0"/>
              </a:spcAft>
              <a:buSzPts val="3500"/>
              <a:buNone/>
              <a:defRPr/>
            </a:lvl1pPr>
            <a:lvl2pPr lvl="1" rtl="0">
              <a:spcBef>
                <a:spcPts val="0"/>
              </a:spcBef>
              <a:spcAft>
                <a:spcPts val="0"/>
              </a:spcAft>
              <a:buSzPts val="3500"/>
              <a:buNone/>
              <a:defRPr/>
            </a:lvl2pPr>
            <a:lvl3pPr lvl="2" rtl="0">
              <a:spcBef>
                <a:spcPts val="0"/>
              </a:spcBef>
              <a:spcAft>
                <a:spcPts val="0"/>
              </a:spcAft>
              <a:buSzPts val="3500"/>
              <a:buNone/>
              <a:defRPr/>
            </a:lvl3pPr>
            <a:lvl4pPr lvl="3" rtl="0">
              <a:spcBef>
                <a:spcPts val="0"/>
              </a:spcBef>
              <a:spcAft>
                <a:spcPts val="0"/>
              </a:spcAft>
              <a:buSzPts val="3500"/>
              <a:buNone/>
              <a:defRPr/>
            </a:lvl4pPr>
            <a:lvl5pPr lvl="4" rtl="0">
              <a:spcBef>
                <a:spcPts val="0"/>
              </a:spcBef>
              <a:spcAft>
                <a:spcPts val="0"/>
              </a:spcAft>
              <a:buSzPts val="3500"/>
              <a:buNone/>
              <a:defRPr/>
            </a:lvl5pPr>
            <a:lvl6pPr lvl="5" rtl="0">
              <a:spcBef>
                <a:spcPts val="0"/>
              </a:spcBef>
              <a:spcAft>
                <a:spcPts val="0"/>
              </a:spcAft>
              <a:buSzPts val="3500"/>
              <a:buNone/>
              <a:defRPr/>
            </a:lvl6pPr>
            <a:lvl7pPr lvl="6" rtl="0">
              <a:spcBef>
                <a:spcPts val="0"/>
              </a:spcBef>
              <a:spcAft>
                <a:spcPts val="0"/>
              </a:spcAft>
              <a:buSzPts val="3500"/>
              <a:buNone/>
              <a:defRPr/>
            </a:lvl7pPr>
            <a:lvl8pPr lvl="7" rtl="0">
              <a:spcBef>
                <a:spcPts val="0"/>
              </a:spcBef>
              <a:spcAft>
                <a:spcPts val="0"/>
              </a:spcAft>
              <a:buSzPts val="3500"/>
              <a:buNone/>
              <a:defRPr/>
            </a:lvl8pPr>
            <a:lvl9pPr lvl="8" rtl="0">
              <a:spcBef>
                <a:spcPts val="0"/>
              </a:spcBef>
              <a:spcAft>
                <a:spcPts val="0"/>
              </a:spcAft>
              <a:buSzPts val="3500"/>
              <a:buNone/>
              <a:defRPr/>
            </a:lvl9pPr>
          </a:lstStyle>
          <a:p>
            <a:endParaRPr/>
          </a:p>
        </p:txBody>
      </p:sp>
      <p:grpSp>
        <p:nvGrpSpPr>
          <p:cNvPr id="216" name="Google Shape;216;p26"/>
          <p:cNvGrpSpPr/>
          <p:nvPr/>
        </p:nvGrpSpPr>
        <p:grpSpPr>
          <a:xfrm rot="10800000">
            <a:off x="165548" y="4741850"/>
            <a:ext cx="6506400" cy="90900"/>
            <a:chOff x="1239825" y="571500"/>
            <a:chExt cx="6506400" cy="90900"/>
          </a:xfrm>
        </p:grpSpPr>
        <p:cxnSp>
          <p:nvCxnSpPr>
            <p:cNvPr id="217" name="Google Shape;217;p26"/>
            <p:cNvCxnSpPr/>
            <p:nvPr/>
          </p:nvCxnSpPr>
          <p:spPr>
            <a:xfrm>
              <a:off x="1239825" y="571500"/>
              <a:ext cx="6506400" cy="0"/>
            </a:xfrm>
            <a:prstGeom prst="straightConnector1">
              <a:avLst/>
            </a:prstGeom>
            <a:noFill/>
            <a:ln w="9525" cap="flat" cmpd="sng">
              <a:solidFill>
                <a:schemeClr val="dk1"/>
              </a:solidFill>
              <a:prstDash val="solid"/>
              <a:round/>
              <a:headEnd type="none" w="med" len="med"/>
              <a:tailEnd type="none" w="med" len="med"/>
            </a:ln>
          </p:spPr>
        </p:cxnSp>
        <p:sp>
          <p:nvSpPr>
            <p:cNvPr id="218" name="Google Shape;218;p26"/>
            <p:cNvSpPr/>
            <p:nvPr/>
          </p:nvSpPr>
          <p:spPr>
            <a:xfrm>
              <a:off x="1239825" y="571500"/>
              <a:ext cx="505200" cy="90900"/>
            </a:xfrm>
            <a:prstGeom prst="rect">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219" name="Google Shape;219;p26"/>
          <p:cNvGrpSpPr/>
          <p:nvPr/>
        </p:nvGrpSpPr>
        <p:grpSpPr>
          <a:xfrm rot="10800000" flipH="1">
            <a:off x="2467871" y="298450"/>
            <a:ext cx="6506400" cy="90900"/>
            <a:chOff x="1239825" y="571500"/>
            <a:chExt cx="6506400" cy="90900"/>
          </a:xfrm>
        </p:grpSpPr>
        <p:cxnSp>
          <p:nvCxnSpPr>
            <p:cNvPr id="220" name="Google Shape;220;p26"/>
            <p:cNvCxnSpPr/>
            <p:nvPr/>
          </p:nvCxnSpPr>
          <p:spPr>
            <a:xfrm>
              <a:off x="1239825" y="571500"/>
              <a:ext cx="6506400" cy="0"/>
            </a:xfrm>
            <a:prstGeom prst="straightConnector1">
              <a:avLst/>
            </a:prstGeom>
            <a:noFill/>
            <a:ln w="9525" cap="flat" cmpd="sng">
              <a:solidFill>
                <a:schemeClr val="dk1"/>
              </a:solidFill>
              <a:prstDash val="solid"/>
              <a:round/>
              <a:headEnd type="none" w="med" len="med"/>
              <a:tailEnd type="none" w="med" len="med"/>
            </a:ln>
          </p:spPr>
        </p:cxnSp>
        <p:sp>
          <p:nvSpPr>
            <p:cNvPr id="221" name="Google Shape;221;p26"/>
            <p:cNvSpPr/>
            <p:nvPr/>
          </p:nvSpPr>
          <p:spPr>
            <a:xfrm>
              <a:off x="1239825" y="571500"/>
              <a:ext cx="505200" cy="90900"/>
            </a:xfrm>
            <a:prstGeom prst="rect">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matchingName="Title and three columns">
  <p:cSld name="BLANK_1_1_1_2">
    <p:spTree>
      <p:nvGrpSpPr>
        <p:cNvPr id="1" name="Shape 222"/>
        <p:cNvGrpSpPr/>
        <p:nvPr/>
      </p:nvGrpSpPr>
      <p:grpSpPr>
        <a:xfrm>
          <a:off x="0" y="0"/>
          <a:ext cx="0" cy="0"/>
          <a:chOff x="0" y="0"/>
          <a:chExt cx="0" cy="0"/>
        </a:xfrm>
      </p:grpSpPr>
      <p:sp>
        <p:nvSpPr>
          <p:cNvPr id="223" name="Google Shape;223;p27"/>
          <p:cNvSpPr/>
          <p:nvPr/>
        </p:nvSpPr>
        <p:spPr>
          <a:xfrm>
            <a:off x="171450" y="145800"/>
            <a:ext cx="8801100" cy="4851900"/>
          </a:xfrm>
          <a:prstGeom prst="rect">
            <a:avLst/>
          </a:prstGeom>
          <a:solidFill>
            <a:schemeClr val="lt1"/>
          </a:solidFill>
          <a:ln>
            <a:noFill/>
          </a:ln>
          <a:effectLst>
            <a:outerShdw blurRad="57150" dist="19050" dir="5400000" algn="bl" rotWithShape="0">
              <a:schemeClr val="dk1">
                <a:alpha val="5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4" name="Google Shape;224;p27"/>
          <p:cNvSpPr txBox="1">
            <a:spLocks noGrp="1"/>
          </p:cNvSpPr>
          <p:nvPr>
            <p:ph type="subTitle" idx="1"/>
          </p:nvPr>
        </p:nvSpPr>
        <p:spPr>
          <a:xfrm>
            <a:off x="720000" y="2515000"/>
            <a:ext cx="2336400" cy="484800"/>
          </a:xfrm>
          <a:prstGeom prst="rect">
            <a:avLst/>
          </a:prstGeom>
          <a:ln>
            <a:noFill/>
          </a:ln>
        </p:spPr>
        <p:txBody>
          <a:bodyPr spcFirstLastPara="1" wrap="square" lIns="91425" tIns="91425" rIns="91425" bIns="91425" anchor="b" anchorCtr="0">
            <a:noAutofit/>
          </a:bodyPr>
          <a:lstStyle>
            <a:lvl1pPr lvl="0" algn="r" rtl="0">
              <a:lnSpc>
                <a:spcPct val="100000"/>
              </a:lnSpc>
              <a:spcBef>
                <a:spcPts val="0"/>
              </a:spcBef>
              <a:spcAft>
                <a:spcPts val="0"/>
              </a:spcAft>
              <a:buClr>
                <a:schemeClr val="dk1"/>
              </a:buClr>
              <a:buSzPts val="2400"/>
              <a:buFont typeface="Noto Serif Ethiopic"/>
              <a:buNone/>
              <a:defRPr sz="2400">
                <a:solidFill>
                  <a:schemeClr val="dk1"/>
                </a:solidFill>
                <a:latin typeface="Noto Serif Ethiopic"/>
                <a:ea typeface="Noto Serif Ethiopic"/>
                <a:cs typeface="Noto Serif Ethiopic"/>
                <a:sym typeface="Noto Serif Ethiopic"/>
              </a:defRPr>
            </a:lvl1pPr>
            <a:lvl2pPr lvl="1" algn="ctr" rtl="0">
              <a:lnSpc>
                <a:spcPct val="100000"/>
              </a:lnSpc>
              <a:spcBef>
                <a:spcPts val="0"/>
              </a:spcBef>
              <a:spcAft>
                <a:spcPts val="0"/>
              </a:spcAft>
              <a:buClr>
                <a:schemeClr val="dk1"/>
              </a:buClr>
              <a:buSzPts val="2400"/>
              <a:buFont typeface="Noto Serif Ethiopic"/>
              <a:buNone/>
              <a:defRPr sz="2400">
                <a:solidFill>
                  <a:schemeClr val="dk1"/>
                </a:solidFill>
                <a:latin typeface="Noto Serif Ethiopic"/>
                <a:ea typeface="Noto Serif Ethiopic"/>
                <a:cs typeface="Noto Serif Ethiopic"/>
                <a:sym typeface="Noto Serif Ethiopic"/>
              </a:defRPr>
            </a:lvl2pPr>
            <a:lvl3pPr lvl="2" algn="ctr" rtl="0">
              <a:lnSpc>
                <a:spcPct val="100000"/>
              </a:lnSpc>
              <a:spcBef>
                <a:spcPts val="0"/>
              </a:spcBef>
              <a:spcAft>
                <a:spcPts val="0"/>
              </a:spcAft>
              <a:buClr>
                <a:schemeClr val="dk1"/>
              </a:buClr>
              <a:buSzPts val="2400"/>
              <a:buFont typeface="Noto Serif Ethiopic"/>
              <a:buNone/>
              <a:defRPr sz="2400">
                <a:solidFill>
                  <a:schemeClr val="dk1"/>
                </a:solidFill>
                <a:latin typeface="Noto Serif Ethiopic"/>
                <a:ea typeface="Noto Serif Ethiopic"/>
                <a:cs typeface="Noto Serif Ethiopic"/>
                <a:sym typeface="Noto Serif Ethiopic"/>
              </a:defRPr>
            </a:lvl3pPr>
            <a:lvl4pPr lvl="3" algn="ctr" rtl="0">
              <a:lnSpc>
                <a:spcPct val="100000"/>
              </a:lnSpc>
              <a:spcBef>
                <a:spcPts val="0"/>
              </a:spcBef>
              <a:spcAft>
                <a:spcPts val="0"/>
              </a:spcAft>
              <a:buClr>
                <a:schemeClr val="dk1"/>
              </a:buClr>
              <a:buSzPts val="2400"/>
              <a:buFont typeface="Noto Serif Ethiopic"/>
              <a:buNone/>
              <a:defRPr sz="2400">
                <a:solidFill>
                  <a:schemeClr val="dk1"/>
                </a:solidFill>
                <a:latin typeface="Noto Serif Ethiopic"/>
                <a:ea typeface="Noto Serif Ethiopic"/>
                <a:cs typeface="Noto Serif Ethiopic"/>
                <a:sym typeface="Noto Serif Ethiopic"/>
              </a:defRPr>
            </a:lvl4pPr>
            <a:lvl5pPr lvl="4" algn="ctr" rtl="0">
              <a:lnSpc>
                <a:spcPct val="100000"/>
              </a:lnSpc>
              <a:spcBef>
                <a:spcPts val="0"/>
              </a:spcBef>
              <a:spcAft>
                <a:spcPts val="0"/>
              </a:spcAft>
              <a:buClr>
                <a:schemeClr val="dk1"/>
              </a:buClr>
              <a:buSzPts val="2400"/>
              <a:buFont typeface="Noto Serif Ethiopic"/>
              <a:buNone/>
              <a:defRPr sz="2400">
                <a:solidFill>
                  <a:schemeClr val="dk1"/>
                </a:solidFill>
                <a:latin typeface="Noto Serif Ethiopic"/>
                <a:ea typeface="Noto Serif Ethiopic"/>
                <a:cs typeface="Noto Serif Ethiopic"/>
                <a:sym typeface="Noto Serif Ethiopic"/>
              </a:defRPr>
            </a:lvl5pPr>
            <a:lvl6pPr lvl="5" algn="ctr" rtl="0">
              <a:lnSpc>
                <a:spcPct val="100000"/>
              </a:lnSpc>
              <a:spcBef>
                <a:spcPts val="0"/>
              </a:spcBef>
              <a:spcAft>
                <a:spcPts val="0"/>
              </a:spcAft>
              <a:buClr>
                <a:schemeClr val="dk1"/>
              </a:buClr>
              <a:buSzPts val="2400"/>
              <a:buFont typeface="Noto Serif Ethiopic"/>
              <a:buNone/>
              <a:defRPr sz="2400">
                <a:solidFill>
                  <a:schemeClr val="dk1"/>
                </a:solidFill>
                <a:latin typeface="Noto Serif Ethiopic"/>
                <a:ea typeface="Noto Serif Ethiopic"/>
                <a:cs typeface="Noto Serif Ethiopic"/>
                <a:sym typeface="Noto Serif Ethiopic"/>
              </a:defRPr>
            </a:lvl6pPr>
            <a:lvl7pPr lvl="6" algn="ctr" rtl="0">
              <a:lnSpc>
                <a:spcPct val="100000"/>
              </a:lnSpc>
              <a:spcBef>
                <a:spcPts val="0"/>
              </a:spcBef>
              <a:spcAft>
                <a:spcPts val="0"/>
              </a:spcAft>
              <a:buClr>
                <a:schemeClr val="dk1"/>
              </a:buClr>
              <a:buSzPts val="2400"/>
              <a:buFont typeface="Noto Serif Ethiopic"/>
              <a:buNone/>
              <a:defRPr sz="2400">
                <a:solidFill>
                  <a:schemeClr val="dk1"/>
                </a:solidFill>
                <a:latin typeface="Noto Serif Ethiopic"/>
                <a:ea typeface="Noto Serif Ethiopic"/>
                <a:cs typeface="Noto Serif Ethiopic"/>
                <a:sym typeface="Noto Serif Ethiopic"/>
              </a:defRPr>
            </a:lvl7pPr>
            <a:lvl8pPr lvl="7" algn="ctr" rtl="0">
              <a:lnSpc>
                <a:spcPct val="100000"/>
              </a:lnSpc>
              <a:spcBef>
                <a:spcPts val="0"/>
              </a:spcBef>
              <a:spcAft>
                <a:spcPts val="0"/>
              </a:spcAft>
              <a:buClr>
                <a:schemeClr val="dk1"/>
              </a:buClr>
              <a:buSzPts val="2400"/>
              <a:buFont typeface="Noto Serif Ethiopic"/>
              <a:buNone/>
              <a:defRPr sz="2400">
                <a:solidFill>
                  <a:schemeClr val="dk1"/>
                </a:solidFill>
                <a:latin typeface="Noto Serif Ethiopic"/>
                <a:ea typeface="Noto Serif Ethiopic"/>
                <a:cs typeface="Noto Serif Ethiopic"/>
                <a:sym typeface="Noto Serif Ethiopic"/>
              </a:defRPr>
            </a:lvl8pPr>
            <a:lvl9pPr lvl="8" algn="ctr" rtl="0">
              <a:lnSpc>
                <a:spcPct val="100000"/>
              </a:lnSpc>
              <a:spcBef>
                <a:spcPts val="0"/>
              </a:spcBef>
              <a:spcAft>
                <a:spcPts val="0"/>
              </a:spcAft>
              <a:buClr>
                <a:schemeClr val="dk1"/>
              </a:buClr>
              <a:buSzPts val="2400"/>
              <a:buFont typeface="Noto Serif Ethiopic"/>
              <a:buNone/>
              <a:defRPr sz="2400">
                <a:solidFill>
                  <a:schemeClr val="dk1"/>
                </a:solidFill>
                <a:latin typeface="Noto Serif Ethiopic"/>
                <a:ea typeface="Noto Serif Ethiopic"/>
                <a:cs typeface="Noto Serif Ethiopic"/>
                <a:sym typeface="Noto Serif Ethiopic"/>
              </a:defRPr>
            </a:lvl9pPr>
          </a:lstStyle>
          <a:p>
            <a:endParaRPr/>
          </a:p>
        </p:txBody>
      </p:sp>
      <p:sp>
        <p:nvSpPr>
          <p:cNvPr id="225" name="Google Shape;225;p27"/>
          <p:cNvSpPr txBox="1">
            <a:spLocks noGrp="1"/>
          </p:cNvSpPr>
          <p:nvPr>
            <p:ph type="subTitle" idx="2"/>
          </p:nvPr>
        </p:nvSpPr>
        <p:spPr>
          <a:xfrm>
            <a:off x="720000" y="2999805"/>
            <a:ext cx="2336400" cy="679500"/>
          </a:xfrm>
          <a:prstGeom prst="rect">
            <a:avLst/>
          </a:prstGeom>
        </p:spPr>
        <p:txBody>
          <a:bodyPr spcFirstLastPara="1" wrap="square" lIns="91425" tIns="91425" rIns="91425" bIns="91425" anchor="t" anchorCtr="0">
            <a:noAutofit/>
          </a:bodyPr>
          <a:lstStyle>
            <a:lvl1pPr lvl="0" algn="r" rtl="0">
              <a:lnSpc>
                <a:spcPct val="100000"/>
              </a:lnSpc>
              <a:spcBef>
                <a:spcPts val="0"/>
              </a:spcBef>
              <a:spcAft>
                <a:spcPts val="0"/>
              </a:spcAft>
              <a:buSzPts val="1400"/>
              <a:buNone/>
              <a:defRPr/>
            </a:lvl1pPr>
            <a:lvl2pPr lvl="1" algn="ctr" rtl="0">
              <a:lnSpc>
                <a:spcPct val="100000"/>
              </a:lnSpc>
              <a:spcBef>
                <a:spcPts val="0"/>
              </a:spcBef>
              <a:spcAft>
                <a:spcPts val="0"/>
              </a:spcAft>
              <a:buSzPts val="1200"/>
              <a:buNone/>
              <a:defRPr/>
            </a:lvl2pPr>
            <a:lvl3pPr lvl="2" algn="ctr" rtl="0">
              <a:lnSpc>
                <a:spcPct val="100000"/>
              </a:lnSpc>
              <a:spcBef>
                <a:spcPts val="0"/>
              </a:spcBef>
              <a:spcAft>
                <a:spcPts val="0"/>
              </a:spcAft>
              <a:buSzPts val="1200"/>
              <a:buNone/>
              <a:defRPr/>
            </a:lvl3pPr>
            <a:lvl4pPr lvl="3" algn="ctr" rtl="0">
              <a:lnSpc>
                <a:spcPct val="100000"/>
              </a:lnSpc>
              <a:spcBef>
                <a:spcPts val="0"/>
              </a:spcBef>
              <a:spcAft>
                <a:spcPts val="0"/>
              </a:spcAft>
              <a:buSzPts val="1200"/>
              <a:buNone/>
              <a:defRPr/>
            </a:lvl4pPr>
            <a:lvl5pPr lvl="4" algn="ctr" rtl="0">
              <a:lnSpc>
                <a:spcPct val="100000"/>
              </a:lnSpc>
              <a:spcBef>
                <a:spcPts val="0"/>
              </a:spcBef>
              <a:spcAft>
                <a:spcPts val="0"/>
              </a:spcAft>
              <a:buSzPts val="1200"/>
              <a:buNone/>
              <a:defRPr/>
            </a:lvl5pPr>
            <a:lvl6pPr lvl="5" algn="ctr" rtl="0">
              <a:lnSpc>
                <a:spcPct val="100000"/>
              </a:lnSpc>
              <a:spcBef>
                <a:spcPts val="0"/>
              </a:spcBef>
              <a:spcAft>
                <a:spcPts val="0"/>
              </a:spcAft>
              <a:buSzPts val="1200"/>
              <a:buNone/>
              <a:defRPr/>
            </a:lvl6pPr>
            <a:lvl7pPr lvl="6" algn="ctr" rtl="0">
              <a:lnSpc>
                <a:spcPct val="100000"/>
              </a:lnSpc>
              <a:spcBef>
                <a:spcPts val="0"/>
              </a:spcBef>
              <a:spcAft>
                <a:spcPts val="0"/>
              </a:spcAft>
              <a:buSzPts val="1200"/>
              <a:buNone/>
              <a:defRPr/>
            </a:lvl7pPr>
            <a:lvl8pPr lvl="7" algn="ctr" rtl="0">
              <a:lnSpc>
                <a:spcPct val="100000"/>
              </a:lnSpc>
              <a:spcBef>
                <a:spcPts val="0"/>
              </a:spcBef>
              <a:spcAft>
                <a:spcPts val="0"/>
              </a:spcAft>
              <a:buSzPts val="1200"/>
              <a:buNone/>
              <a:defRPr/>
            </a:lvl8pPr>
            <a:lvl9pPr lvl="8" algn="ctr" rtl="0">
              <a:lnSpc>
                <a:spcPct val="100000"/>
              </a:lnSpc>
              <a:spcBef>
                <a:spcPts val="0"/>
              </a:spcBef>
              <a:spcAft>
                <a:spcPts val="0"/>
              </a:spcAft>
              <a:buSzPts val="1200"/>
              <a:buNone/>
              <a:defRPr/>
            </a:lvl9pPr>
          </a:lstStyle>
          <a:p>
            <a:endParaRPr/>
          </a:p>
        </p:txBody>
      </p:sp>
      <p:sp>
        <p:nvSpPr>
          <p:cNvPr id="226" name="Google Shape;226;p27"/>
          <p:cNvSpPr txBox="1">
            <a:spLocks noGrp="1"/>
          </p:cNvSpPr>
          <p:nvPr>
            <p:ph type="subTitle" idx="3"/>
          </p:nvPr>
        </p:nvSpPr>
        <p:spPr>
          <a:xfrm>
            <a:off x="3403800" y="2320305"/>
            <a:ext cx="2336400" cy="6795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SzPts val="1400"/>
              <a:buNone/>
              <a:defRPr/>
            </a:lvl1pPr>
            <a:lvl2pPr lvl="1" algn="ctr" rtl="0">
              <a:lnSpc>
                <a:spcPct val="100000"/>
              </a:lnSpc>
              <a:spcBef>
                <a:spcPts val="0"/>
              </a:spcBef>
              <a:spcAft>
                <a:spcPts val="0"/>
              </a:spcAft>
              <a:buSzPts val="1200"/>
              <a:buNone/>
              <a:defRPr/>
            </a:lvl2pPr>
            <a:lvl3pPr lvl="2" algn="ctr" rtl="0">
              <a:lnSpc>
                <a:spcPct val="100000"/>
              </a:lnSpc>
              <a:spcBef>
                <a:spcPts val="0"/>
              </a:spcBef>
              <a:spcAft>
                <a:spcPts val="0"/>
              </a:spcAft>
              <a:buSzPts val="1200"/>
              <a:buNone/>
              <a:defRPr/>
            </a:lvl3pPr>
            <a:lvl4pPr lvl="3" algn="ctr" rtl="0">
              <a:lnSpc>
                <a:spcPct val="100000"/>
              </a:lnSpc>
              <a:spcBef>
                <a:spcPts val="0"/>
              </a:spcBef>
              <a:spcAft>
                <a:spcPts val="0"/>
              </a:spcAft>
              <a:buSzPts val="1200"/>
              <a:buNone/>
              <a:defRPr/>
            </a:lvl4pPr>
            <a:lvl5pPr lvl="4" algn="ctr" rtl="0">
              <a:lnSpc>
                <a:spcPct val="100000"/>
              </a:lnSpc>
              <a:spcBef>
                <a:spcPts val="0"/>
              </a:spcBef>
              <a:spcAft>
                <a:spcPts val="0"/>
              </a:spcAft>
              <a:buSzPts val="1200"/>
              <a:buNone/>
              <a:defRPr/>
            </a:lvl5pPr>
            <a:lvl6pPr lvl="5" algn="ctr" rtl="0">
              <a:lnSpc>
                <a:spcPct val="100000"/>
              </a:lnSpc>
              <a:spcBef>
                <a:spcPts val="0"/>
              </a:spcBef>
              <a:spcAft>
                <a:spcPts val="0"/>
              </a:spcAft>
              <a:buSzPts val="1200"/>
              <a:buNone/>
              <a:defRPr/>
            </a:lvl6pPr>
            <a:lvl7pPr lvl="6" algn="ctr" rtl="0">
              <a:lnSpc>
                <a:spcPct val="100000"/>
              </a:lnSpc>
              <a:spcBef>
                <a:spcPts val="0"/>
              </a:spcBef>
              <a:spcAft>
                <a:spcPts val="0"/>
              </a:spcAft>
              <a:buSzPts val="1200"/>
              <a:buNone/>
              <a:defRPr/>
            </a:lvl7pPr>
            <a:lvl8pPr lvl="7" algn="ctr" rtl="0">
              <a:lnSpc>
                <a:spcPct val="100000"/>
              </a:lnSpc>
              <a:spcBef>
                <a:spcPts val="0"/>
              </a:spcBef>
              <a:spcAft>
                <a:spcPts val="0"/>
              </a:spcAft>
              <a:buSzPts val="1200"/>
              <a:buNone/>
              <a:defRPr/>
            </a:lvl8pPr>
            <a:lvl9pPr lvl="8" algn="ctr" rtl="0">
              <a:lnSpc>
                <a:spcPct val="100000"/>
              </a:lnSpc>
              <a:spcBef>
                <a:spcPts val="0"/>
              </a:spcBef>
              <a:spcAft>
                <a:spcPts val="0"/>
              </a:spcAft>
              <a:buSzPts val="1200"/>
              <a:buNone/>
              <a:defRPr/>
            </a:lvl9pPr>
          </a:lstStyle>
          <a:p>
            <a:endParaRPr/>
          </a:p>
        </p:txBody>
      </p:sp>
      <p:sp>
        <p:nvSpPr>
          <p:cNvPr id="227" name="Google Shape;227;p27"/>
          <p:cNvSpPr txBox="1">
            <a:spLocks noGrp="1"/>
          </p:cNvSpPr>
          <p:nvPr>
            <p:ph type="subTitle" idx="4"/>
          </p:nvPr>
        </p:nvSpPr>
        <p:spPr>
          <a:xfrm>
            <a:off x="6087600" y="2999805"/>
            <a:ext cx="2336400" cy="6795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SzPts val="1400"/>
              <a:buNone/>
              <a:defRPr/>
            </a:lvl1pPr>
            <a:lvl2pPr lvl="1" algn="ctr" rtl="0">
              <a:lnSpc>
                <a:spcPct val="100000"/>
              </a:lnSpc>
              <a:spcBef>
                <a:spcPts val="0"/>
              </a:spcBef>
              <a:spcAft>
                <a:spcPts val="0"/>
              </a:spcAft>
              <a:buSzPts val="1200"/>
              <a:buNone/>
              <a:defRPr/>
            </a:lvl2pPr>
            <a:lvl3pPr lvl="2" algn="ctr" rtl="0">
              <a:lnSpc>
                <a:spcPct val="100000"/>
              </a:lnSpc>
              <a:spcBef>
                <a:spcPts val="0"/>
              </a:spcBef>
              <a:spcAft>
                <a:spcPts val="0"/>
              </a:spcAft>
              <a:buSzPts val="1200"/>
              <a:buNone/>
              <a:defRPr/>
            </a:lvl3pPr>
            <a:lvl4pPr lvl="3" algn="ctr" rtl="0">
              <a:lnSpc>
                <a:spcPct val="100000"/>
              </a:lnSpc>
              <a:spcBef>
                <a:spcPts val="0"/>
              </a:spcBef>
              <a:spcAft>
                <a:spcPts val="0"/>
              </a:spcAft>
              <a:buSzPts val="1200"/>
              <a:buNone/>
              <a:defRPr/>
            </a:lvl4pPr>
            <a:lvl5pPr lvl="4" algn="ctr" rtl="0">
              <a:lnSpc>
                <a:spcPct val="100000"/>
              </a:lnSpc>
              <a:spcBef>
                <a:spcPts val="0"/>
              </a:spcBef>
              <a:spcAft>
                <a:spcPts val="0"/>
              </a:spcAft>
              <a:buSzPts val="1200"/>
              <a:buNone/>
              <a:defRPr/>
            </a:lvl5pPr>
            <a:lvl6pPr lvl="5" algn="ctr" rtl="0">
              <a:lnSpc>
                <a:spcPct val="100000"/>
              </a:lnSpc>
              <a:spcBef>
                <a:spcPts val="0"/>
              </a:spcBef>
              <a:spcAft>
                <a:spcPts val="0"/>
              </a:spcAft>
              <a:buSzPts val="1200"/>
              <a:buNone/>
              <a:defRPr/>
            </a:lvl6pPr>
            <a:lvl7pPr lvl="6" algn="ctr" rtl="0">
              <a:lnSpc>
                <a:spcPct val="100000"/>
              </a:lnSpc>
              <a:spcBef>
                <a:spcPts val="0"/>
              </a:spcBef>
              <a:spcAft>
                <a:spcPts val="0"/>
              </a:spcAft>
              <a:buSzPts val="1200"/>
              <a:buNone/>
              <a:defRPr/>
            </a:lvl7pPr>
            <a:lvl8pPr lvl="7" algn="ctr" rtl="0">
              <a:lnSpc>
                <a:spcPct val="100000"/>
              </a:lnSpc>
              <a:spcBef>
                <a:spcPts val="0"/>
              </a:spcBef>
              <a:spcAft>
                <a:spcPts val="0"/>
              </a:spcAft>
              <a:buSzPts val="1200"/>
              <a:buNone/>
              <a:defRPr/>
            </a:lvl8pPr>
            <a:lvl9pPr lvl="8" algn="ctr" rtl="0">
              <a:lnSpc>
                <a:spcPct val="100000"/>
              </a:lnSpc>
              <a:spcBef>
                <a:spcPts val="0"/>
              </a:spcBef>
              <a:spcAft>
                <a:spcPts val="0"/>
              </a:spcAft>
              <a:buSzPts val="1200"/>
              <a:buNone/>
              <a:defRPr/>
            </a:lvl9pPr>
          </a:lstStyle>
          <a:p>
            <a:endParaRPr/>
          </a:p>
        </p:txBody>
      </p:sp>
      <p:sp>
        <p:nvSpPr>
          <p:cNvPr id="228" name="Google Shape;228;p27"/>
          <p:cNvSpPr txBox="1">
            <a:spLocks noGrp="1"/>
          </p:cNvSpPr>
          <p:nvPr>
            <p:ph type="title"/>
          </p:nvPr>
        </p:nvSpPr>
        <p:spPr>
          <a:xfrm>
            <a:off x="720000" y="445025"/>
            <a:ext cx="7704000" cy="572700"/>
          </a:xfrm>
          <a:prstGeom prst="rect">
            <a:avLst/>
          </a:prstGeom>
        </p:spPr>
        <p:txBody>
          <a:bodyPr spcFirstLastPara="1" wrap="square" lIns="91425" tIns="91425" rIns="91425" bIns="91425" anchor="t" anchorCtr="0">
            <a:noAutofit/>
          </a:bodyPr>
          <a:lstStyle>
            <a:lvl1pPr lvl="0" rtl="0">
              <a:spcBef>
                <a:spcPts val="0"/>
              </a:spcBef>
              <a:spcAft>
                <a:spcPts val="0"/>
              </a:spcAft>
              <a:buSzPts val="3500"/>
              <a:buNone/>
              <a:defRPr/>
            </a:lvl1pPr>
            <a:lvl2pPr lvl="1" rtl="0">
              <a:spcBef>
                <a:spcPts val="0"/>
              </a:spcBef>
              <a:spcAft>
                <a:spcPts val="0"/>
              </a:spcAft>
              <a:buSzPts val="3500"/>
              <a:buNone/>
              <a:defRPr/>
            </a:lvl2pPr>
            <a:lvl3pPr lvl="2" rtl="0">
              <a:spcBef>
                <a:spcPts val="0"/>
              </a:spcBef>
              <a:spcAft>
                <a:spcPts val="0"/>
              </a:spcAft>
              <a:buSzPts val="3500"/>
              <a:buNone/>
              <a:defRPr/>
            </a:lvl3pPr>
            <a:lvl4pPr lvl="3" rtl="0">
              <a:spcBef>
                <a:spcPts val="0"/>
              </a:spcBef>
              <a:spcAft>
                <a:spcPts val="0"/>
              </a:spcAft>
              <a:buSzPts val="3500"/>
              <a:buNone/>
              <a:defRPr/>
            </a:lvl4pPr>
            <a:lvl5pPr lvl="4" rtl="0">
              <a:spcBef>
                <a:spcPts val="0"/>
              </a:spcBef>
              <a:spcAft>
                <a:spcPts val="0"/>
              </a:spcAft>
              <a:buSzPts val="3500"/>
              <a:buNone/>
              <a:defRPr/>
            </a:lvl5pPr>
            <a:lvl6pPr lvl="5" rtl="0">
              <a:spcBef>
                <a:spcPts val="0"/>
              </a:spcBef>
              <a:spcAft>
                <a:spcPts val="0"/>
              </a:spcAft>
              <a:buSzPts val="3500"/>
              <a:buNone/>
              <a:defRPr/>
            </a:lvl6pPr>
            <a:lvl7pPr lvl="6" rtl="0">
              <a:spcBef>
                <a:spcPts val="0"/>
              </a:spcBef>
              <a:spcAft>
                <a:spcPts val="0"/>
              </a:spcAft>
              <a:buSzPts val="3500"/>
              <a:buNone/>
              <a:defRPr/>
            </a:lvl7pPr>
            <a:lvl8pPr lvl="7" rtl="0">
              <a:spcBef>
                <a:spcPts val="0"/>
              </a:spcBef>
              <a:spcAft>
                <a:spcPts val="0"/>
              </a:spcAft>
              <a:buSzPts val="3500"/>
              <a:buNone/>
              <a:defRPr/>
            </a:lvl8pPr>
            <a:lvl9pPr lvl="8" rtl="0">
              <a:spcBef>
                <a:spcPts val="0"/>
              </a:spcBef>
              <a:spcAft>
                <a:spcPts val="0"/>
              </a:spcAft>
              <a:buSzPts val="3500"/>
              <a:buNone/>
              <a:defRPr/>
            </a:lvl9pPr>
          </a:lstStyle>
          <a:p>
            <a:endParaRPr/>
          </a:p>
        </p:txBody>
      </p:sp>
      <p:sp>
        <p:nvSpPr>
          <p:cNvPr id="229" name="Google Shape;229;p27"/>
          <p:cNvSpPr txBox="1">
            <a:spLocks noGrp="1"/>
          </p:cNvSpPr>
          <p:nvPr>
            <p:ph type="subTitle" idx="5"/>
          </p:nvPr>
        </p:nvSpPr>
        <p:spPr>
          <a:xfrm>
            <a:off x="3403800" y="1835500"/>
            <a:ext cx="2336400" cy="484800"/>
          </a:xfrm>
          <a:prstGeom prst="rect">
            <a:avLst/>
          </a:prstGeom>
          <a:ln>
            <a:noFill/>
          </a:ln>
        </p:spPr>
        <p:txBody>
          <a:bodyPr spcFirstLastPara="1" wrap="square" lIns="91425" tIns="91425" rIns="91425" bIns="91425" anchor="b" anchorCtr="0">
            <a:noAutofit/>
          </a:bodyPr>
          <a:lstStyle>
            <a:lvl1pPr lvl="0" algn="ctr" rtl="0">
              <a:lnSpc>
                <a:spcPct val="100000"/>
              </a:lnSpc>
              <a:spcBef>
                <a:spcPts val="0"/>
              </a:spcBef>
              <a:spcAft>
                <a:spcPts val="0"/>
              </a:spcAft>
              <a:buClr>
                <a:schemeClr val="dk1"/>
              </a:buClr>
              <a:buSzPts val="2400"/>
              <a:buFont typeface="Noto Serif Ethiopic"/>
              <a:buNone/>
              <a:defRPr sz="2400">
                <a:solidFill>
                  <a:schemeClr val="dk1"/>
                </a:solidFill>
                <a:latin typeface="Noto Serif Ethiopic"/>
                <a:ea typeface="Noto Serif Ethiopic"/>
                <a:cs typeface="Noto Serif Ethiopic"/>
                <a:sym typeface="Noto Serif Ethiopic"/>
              </a:defRPr>
            </a:lvl1pPr>
            <a:lvl2pPr lvl="1" algn="ctr" rtl="0">
              <a:lnSpc>
                <a:spcPct val="100000"/>
              </a:lnSpc>
              <a:spcBef>
                <a:spcPts val="0"/>
              </a:spcBef>
              <a:spcAft>
                <a:spcPts val="0"/>
              </a:spcAft>
              <a:buClr>
                <a:schemeClr val="dk1"/>
              </a:buClr>
              <a:buSzPts val="2400"/>
              <a:buFont typeface="Noto Serif Ethiopic"/>
              <a:buNone/>
              <a:defRPr sz="2400">
                <a:solidFill>
                  <a:schemeClr val="dk1"/>
                </a:solidFill>
                <a:latin typeface="Noto Serif Ethiopic"/>
                <a:ea typeface="Noto Serif Ethiopic"/>
                <a:cs typeface="Noto Serif Ethiopic"/>
                <a:sym typeface="Noto Serif Ethiopic"/>
              </a:defRPr>
            </a:lvl2pPr>
            <a:lvl3pPr lvl="2" algn="ctr" rtl="0">
              <a:lnSpc>
                <a:spcPct val="100000"/>
              </a:lnSpc>
              <a:spcBef>
                <a:spcPts val="0"/>
              </a:spcBef>
              <a:spcAft>
                <a:spcPts val="0"/>
              </a:spcAft>
              <a:buClr>
                <a:schemeClr val="dk1"/>
              </a:buClr>
              <a:buSzPts val="2400"/>
              <a:buFont typeface="Noto Serif Ethiopic"/>
              <a:buNone/>
              <a:defRPr sz="2400">
                <a:solidFill>
                  <a:schemeClr val="dk1"/>
                </a:solidFill>
                <a:latin typeface="Noto Serif Ethiopic"/>
                <a:ea typeface="Noto Serif Ethiopic"/>
                <a:cs typeface="Noto Serif Ethiopic"/>
                <a:sym typeface="Noto Serif Ethiopic"/>
              </a:defRPr>
            </a:lvl3pPr>
            <a:lvl4pPr lvl="3" algn="ctr" rtl="0">
              <a:lnSpc>
                <a:spcPct val="100000"/>
              </a:lnSpc>
              <a:spcBef>
                <a:spcPts val="0"/>
              </a:spcBef>
              <a:spcAft>
                <a:spcPts val="0"/>
              </a:spcAft>
              <a:buClr>
                <a:schemeClr val="dk1"/>
              </a:buClr>
              <a:buSzPts val="2400"/>
              <a:buFont typeface="Noto Serif Ethiopic"/>
              <a:buNone/>
              <a:defRPr sz="2400">
                <a:solidFill>
                  <a:schemeClr val="dk1"/>
                </a:solidFill>
                <a:latin typeface="Noto Serif Ethiopic"/>
                <a:ea typeface="Noto Serif Ethiopic"/>
                <a:cs typeface="Noto Serif Ethiopic"/>
                <a:sym typeface="Noto Serif Ethiopic"/>
              </a:defRPr>
            </a:lvl4pPr>
            <a:lvl5pPr lvl="4" algn="ctr" rtl="0">
              <a:lnSpc>
                <a:spcPct val="100000"/>
              </a:lnSpc>
              <a:spcBef>
                <a:spcPts val="0"/>
              </a:spcBef>
              <a:spcAft>
                <a:spcPts val="0"/>
              </a:spcAft>
              <a:buClr>
                <a:schemeClr val="dk1"/>
              </a:buClr>
              <a:buSzPts val="2400"/>
              <a:buFont typeface="Noto Serif Ethiopic"/>
              <a:buNone/>
              <a:defRPr sz="2400">
                <a:solidFill>
                  <a:schemeClr val="dk1"/>
                </a:solidFill>
                <a:latin typeface="Noto Serif Ethiopic"/>
                <a:ea typeface="Noto Serif Ethiopic"/>
                <a:cs typeface="Noto Serif Ethiopic"/>
                <a:sym typeface="Noto Serif Ethiopic"/>
              </a:defRPr>
            </a:lvl5pPr>
            <a:lvl6pPr lvl="5" algn="ctr" rtl="0">
              <a:lnSpc>
                <a:spcPct val="100000"/>
              </a:lnSpc>
              <a:spcBef>
                <a:spcPts val="0"/>
              </a:spcBef>
              <a:spcAft>
                <a:spcPts val="0"/>
              </a:spcAft>
              <a:buClr>
                <a:schemeClr val="dk1"/>
              </a:buClr>
              <a:buSzPts val="2400"/>
              <a:buFont typeface="Noto Serif Ethiopic"/>
              <a:buNone/>
              <a:defRPr sz="2400">
                <a:solidFill>
                  <a:schemeClr val="dk1"/>
                </a:solidFill>
                <a:latin typeface="Noto Serif Ethiopic"/>
                <a:ea typeface="Noto Serif Ethiopic"/>
                <a:cs typeface="Noto Serif Ethiopic"/>
                <a:sym typeface="Noto Serif Ethiopic"/>
              </a:defRPr>
            </a:lvl6pPr>
            <a:lvl7pPr lvl="6" algn="ctr" rtl="0">
              <a:lnSpc>
                <a:spcPct val="100000"/>
              </a:lnSpc>
              <a:spcBef>
                <a:spcPts val="0"/>
              </a:spcBef>
              <a:spcAft>
                <a:spcPts val="0"/>
              </a:spcAft>
              <a:buClr>
                <a:schemeClr val="dk1"/>
              </a:buClr>
              <a:buSzPts val="2400"/>
              <a:buFont typeface="Noto Serif Ethiopic"/>
              <a:buNone/>
              <a:defRPr sz="2400">
                <a:solidFill>
                  <a:schemeClr val="dk1"/>
                </a:solidFill>
                <a:latin typeface="Noto Serif Ethiopic"/>
                <a:ea typeface="Noto Serif Ethiopic"/>
                <a:cs typeface="Noto Serif Ethiopic"/>
                <a:sym typeface="Noto Serif Ethiopic"/>
              </a:defRPr>
            </a:lvl7pPr>
            <a:lvl8pPr lvl="7" algn="ctr" rtl="0">
              <a:lnSpc>
                <a:spcPct val="100000"/>
              </a:lnSpc>
              <a:spcBef>
                <a:spcPts val="0"/>
              </a:spcBef>
              <a:spcAft>
                <a:spcPts val="0"/>
              </a:spcAft>
              <a:buClr>
                <a:schemeClr val="dk1"/>
              </a:buClr>
              <a:buSzPts val="2400"/>
              <a:buFont typeface="Noto Serif Ethiopic"/>
              <a:buNone/>
              <a:defRPr sz="2400">
                <a:solidFill>
                  <a:schemeClr val="dk1"/>
                </a:solidFill>
                <a:latin typeface="Noto Serif Ethiopic"/>
                <a:ea typeface="Noto Serif Ethiopic"/>
                <a:cs typeface="Noto Serif Ethiopic"/>
                <a:sym typeface="Noto Serif Ethiopic"/>
              </a:defRPr>
            </a:lvl8pPr>
            <a:lvl9pPr lvl="8" algn="ctr" rtl="0">
              <a:lnSpc>
                <a:spcPct val="100000"/>
              </a:lnSpc>
              <a:spcBef>
                <a:spcPts val="0"/>
              </a:spcBef>
              <a:spcAft>
                <a:spcPts val="0"/>
              </a:spcAft>
              <a:buClr>
                <a:schemeClr val="dk1"/>
              </a:buClr>
              <a:buSzPts val="2400"/>
              <a:buFont typeface="Noto Serif Ethiopic"/>
              <a:buNone/>
              <a:defRPr sz="2400">
                <a:solidFill>
                  <a:schemeClr val="dk1"/>
                </a:solidFill>
                <a:latin typeface="Noto Serif Ethiopic"/>
                <a:ea typeface="Noto Serif Ethiopic"/>
                <a:cs typeface="Noto Serif Ethiopic"/>
                <a:sym typeface="Noto Serif Ethiopic"/>
              </a:defRPr>
            </a:lvl9pPr>
          </a:lstStyle>
          <a:p>
            <a:endParaRPr/>
          </a:p>
        </p:txBody>
      </p:sp>
      <p:sp>
        <p:nvSpPr>
          <p:cNvPr id="230" name="Google Shape;230;p27"/>
          <p:cNvSpPr txBox="1">
            <a:spLocks noGrp="1"/>
          </p:cNvSpPr>
          <p:nvPr>
            <p:ph type="subTitle" idx="6"/>
          </p:nvPr>
        </p:nvSpPr>
        <p:spPr>
          <a:xfrm>
            <a:off x="6087600" y="2515000"/>
            <a:ext cx="2336400" cy="484800"/>
          </a:xfrm>
          <a:prstGeom prst="rect">
            <a:avLst/>
          </a:prstGeom>
          <a:ln>
            <a:noFill/>
          </a:ln>
        </p:spPr>
        <p:txBody>
          <a:bodyPr spcFirstLastPara="1" wrap="square" lIns="91425" tIns="91425" rIns="91425" bIns="91425" anchor="b" anchorCtr="0">
            <a:noAutofit/>
          </a:bodyPr>
          <a:lstStyle>
            <a:lvl1pPr lvl="0" rtl="0">
              <a:lnSpc>
                <a:spcPct val="100000"/>
              </a:lnSpc>
              <a:spcBef>
                <a:spcPts val="0"/>
              </a:spcBef>
              <a:spcAft>
                <a:spcPts val="0"/>
              </a:spcAft>
              <a:buClr>
                <a:schemeClr val="dk1"/>
              </a:buClr>
              <a:buSzPts val="2400"/>
              <a:buFont typeface="Noto Serif Ethiopic"/>
              <a:buNone/>
              <a:defRPr sz="2400">
                <a:solidFill>
                  <a:schemeClr val="dk1"/>
                </a:solidFill>
                <a:latin typeface="Noto Serif Ethiopic"/>
                <a:ea typeface="Noto Serif Ethiopic"/>
                <a:cs typeface="Noto Serif Ethiopic"/>
                <a:sym typeface="Noto Serif Ethiopic"/>
              </a:defRPr>
            </a:lvl1pPr>
            <a:lvl2pPr lvl="1" algn="ctr" rtl="0">
              <a:lnSpc>
                <a:spcPct val="100000"/>
              </a:lnSpc>
              <a:spcBef>
                <a:spcPts val="0"/>
              </a:spcBef>
              <a:spcAft>
                <a:spcPts val="0"/>
              </a:spcAft>
              <a:buClr>
                <a:schemeClr val="dk1"/>
              </a:buClr>
              <a:buSzPts val="2400"/>
              <a:buFont typeface="Noto Serif Ethiopic"/>
              <a:buNone/>
              <a:defRPr sz="2400">
                <a:solidFill>
                  <a:schemeClr val="dk1"/>
                </a:solidFill>
                <a:latin typeface="Noto Serif Ethiopic"/>
                <a:ea typeface="Noto Serif Ethiopic"/>
                <a:cs typeface="Noto Serif Ethiopic"/>
                <a:sym typeface="Noto Serif Ethiopic"/>
              </a:defRPr>
            </a:lvl2pPr>
            <a:lvl3pPr lvl="2" algn="ctr" rtl="0">
              <a:lnSpc>
                <a:spcPct val="100000"/>
              </a:lnSpc>
              <a:spcBef>
                <a:spcPts val="0"/>
              </a:spcBef>
              <a:spcAft>
                <a:spcPts val="0"/>
              </a:spcAft>
              <a:buClr>
                <a:schemeClr val="dk1"/>
              </a:buClr>
              <a:buSzPts val="2400"/>
              <a:buFont typeface="Noto Serif Ethiopic"/>
              <a:buNone/>
              <a:defRPr sz="2400">
                <a:solidFill>
                  <a:schemeClr val="dk1"/>
                </a:solidFill>
                <a:latin typeface="Noto Serif Ethiopic"/>
                <a:ea typeface="Noto Serif Ethiopic"/>
                <a:cs typeface="Noto Serif Ethiopic"/>
                <a:sym typeface="Noto Serif Ethiopic"/>
              </a:defRPr>
            </a:lvl3pPr>
            <a:lvl4pPr lvl="3" algn="ctr" rtl="0">
              <a:lnSpc>
                <a:spcPct val="100000"/>
              </a:lnSpc>
              <a:spcBef>
                <a:spcPts val="0"/>
              </a:spcBef>
              <a:spcAft>
                <a:spcPts val="0"/>
              </a:spcAft>
              <a:buClr>
                <a:schemeClr val="dk1"/>
              </a:buClr>
              <a:buSzPts val="2400"/>
              <a:buFont typeface="Noto Serif Ethiopic"/>
              <a:buNone/>
              <a:defRPr sz="2400">
                <a:solidFill>
                  <a:schemeClr val="dk1"/>
                </a:solidFill>
                <a:latin typeface="Noto Serif Ethiopic"/>
                <a:ea typeface="Noto Serif Ethiopic"/>
                <a:cs typeface="Noto Serif Ethiopic"/>
                <a:sym typeface="Noto Serif Ethiopic"/>
              </a:defRPr>
            </a:lvl4pPr>
            <a:lvl5pPr lvl="4" algn="ctr" rtl="0">
              <a:lnSpc>
                <a:spcPct val="100000"/>
              </a:lnSpc>
              <a:spcBef>
                <a:spcPts val="0"/>
              </a:spcBef>
              <a:spcAft>
                <a:spcPts val="0"/>
              </a:spcAft>
              <a:buClr>
                <a:schemeClr val="dk1"/>
              </a:buClr>
              <a:buSzPts val="2400"/>
              <a:buFont typeface="Noto Serif Ethiopic"/>
              <a:buNone/>
              <a:defRPr sz="2400">
                <a:solidFill>
                  <a:schemeClr val="dk1"/>
                </a:solidFill>
                <a:latin typeface="Noto Serif Ethiopic"/>
                <a:ea typeface="Noto Serif Ethiopic"/>
                <a:cs typeface="Noto Serif Ethiopic"/>
                <a:sym typeface="Noto Serif Ethiopic"/>
              </a:defRPr>
            </a:lvl5pPr>
            <a:lvl6pPr lvl="5" algn="ctr" rtl="0">
              <a:lnSpc>
                <a:spcPct val="100000"/>
              </a:lnSpc>
              <a:spcBef>
                <a:spcPts val="0"/>
              </a:spcBef>
              <a:spcAft>
                <a:spcPts val="0"/>
              </a:spcAft>
              <a:buClr>
                <a:schemeClr val="dk1"/>
              </a:buClr>
              <a:buSzPts val="2400"/>
              <a:buFont typeface="Noto Serif Ethiopic"/>
              <a:buNone/>
              <a:defRPr sz="2400">
                <a:solidFill>
                  <a:schemeClr val="dk1"/>
                </a:solidFill>
                <a:latin typeface="Noto Serif Ethiopic"/>
                <a:ea typeface="Noto Serif Ethiopic"/>
                <a:cs typeface="Noto Serif Ethiopic"/>
                <a:sym typeface="Noto Serif Ethiopic"/>
              </a:defRPr>
            </a:lvl6pPr>
            <a:lvl7pPr lvl="6" algn="ctr" rtl="0">
              <a:lnSpc>
                <a:spcPct val="100000"/>
              </a:lnSpc>
              <a:spcBef>
                <a:spcPts val="0"/>
              </a:spcBef>
              <a:spcAft>
                <a:spcPts val="0"/>
              </a:spcAft>
              <a:buClr>
                <a:schemeClr val="dk1"/>
              </a:buClr>
              <a:buSzPts val="2400"/>
              <a:buFont typeface="Noto Serif Ethiopic"/>
              <a:buNone/>
              <a:defRPr sz="2400">
                <a:solidFill>
                  <a:schemeClr val="dk1"/>
                </a:solidFill>
                <a:latin typeface="Noto Serif Ethiopic"/>
                <a:ea typeface="Noto Serif Ethiopic"/>
                <a:cs typeface="Noto Serif Ethiopic"/>
                <a:sym typeface="Noto Serif Ethiopic"/>
              </a:defRPr>
            </a:lvl7pPr>
            <a:lvl8pPr lvl="7" algn="ctr" rtl="0">
              <a:lnSpc>
                <a:spcPct val="100000"/>
              </a:lnSpc>
              <a:spcBef>
                <a:spcPts val="0"/>
              </a:spcBef>
              <a:spcAft>
                <a:spcPts val="0"/>
              </a:spcAft>
              <a:buClr>
                <a:schemeClr val="dk1"/>
              </a:buClr>
              <a:buSzPts val="2400"/>
              <a:buFont typeface="Noto Serif Ethiopic"/>
              <a:buNone/>
              <a:defRPr sz="2400">
                <a:solidFill>
                  <a:schemeClr val="dk1"/>
                </a:solidFill>
                <a:latin typeface="Noto Serif Ethiopic"/>
                <a:ea typeface="Noto Serif Ethiopic"/>
                <a:cs typeface="Noto Serif Ethiopic"/>
                <a:sym typeface="Noto Serif Ethiopic"/>
              </a:defRPr>
            </a:lvl8pPr>
            <a:lvl9pPr lvl="8" algn="ctr" rtl="0">
              <a:lnSpc>
                <a:spcPct val="100000"/>
              </a:lnSpc>
              <a:spcBef>
                <a:spcPts val="0"/>
              </a:spcBef>
              <a:spcAft>
                <a:spcPts val="0"/>
              </a:spcAft>
              <a:buClr>
                <a:schemeClr val="dk1"/>
              </a:buClr>
              <a:buSzPts val="2400"/>
              <a:buFont typeface="Noto Serif Ethiopic"/>
              <a:buNone/>
              <a:defRPr sz="2400">
                <a:solidFill>
                  <a:schemeClr val="dk1"/>
                </a:solidFill>
                <a:latin typeface="Noto Serif Ethiopic"/>
                <a:ea typeface="Noto Serif Ethiopic"/>
                <a:cs typeface="Noto Serif Ethiopic"/>
                <a:sym typeface="Noto Serif Ethiopic"/>
              </a:defRPr>
            </a:lvl9pPr>
          </a:lstStyle>
          <a:p>
            <a:endParaRPr/>
          </a:p>
        </p:txBody>
      </p:sp>
      <p:grpSp>
        <p:nvGrpSpPr>
          <p:cNvPr id="231" name="Google Shape;231;p27"/>
          <p:cNvGrpSpPr/>
          <p:nvPr/>
        </p:nvGrpSpPr>
        <p:grpSpPr>
          <a:xfrm>
            <a:off x="435875" y="97275"/>
            <a:ext cx="8272250" cy="4900925"/>
            <a:chOff x="435875" y="97275"/>
            <a:chExt cx="8272250" cy="4900925"/>
          </a:xfrm>
        </p:grpSpPr>
        <p:grpSp>
          <p:nvGrpSpPr>
            <p:cNvPr id="232" name="Google Shape;232;p27"/>
            <p:cNvGrpSpPr/>
            <p:nvPr/>
          </p:nvGrpSpPr>
          <p:grpSpPr>
            <a:xfrm flipH="1">
              <a:off x="435875" y="1292300"/>
              <a:ext cx="90900" cy="3705900"/>
              <a:chOff x="7952125" y="1292300"/>
              <a:chExt cx="90900" cy="3705900"/>
            </a:xfrm>
          </p:grpSpPr>
          <p:sp>
            <p:nvSpPr>
              <p:cNvPr id="233" name="Google Shape;233;p27"/>
              <p:cNvSpPr/>
              <p:nvPr/>
            </p:nvSpPr>
            <p:spPr>
              <a:xfrm rot="5400000">
                <a:off x="7744975" y="1499450"/>
                <a:ext cx="505200" cy="90900"/>
              </a:xfrm>
              <a:prstGeom prst="rect">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cxnSp>
            <p:nvCxnSpPr>
              <p:cNvPr id="234" name="Google Shape;234;p27"/>
              <p:cNvCxnSpPr/>
              <p:nvPr/>
            </p:nvCxnSpPr>
            <p:spPr>
              <a:xfrm>
                <a:off x="8043025" y="1292300"/>
                <a:ext cx="0" cy="3705900"/>
              </a:xfrm>
              <a:prstGeom prst="straightConnector1">
                <a:avLst/>
              </a:prstGeom>
              <a:noFill/>
              <a:ln w="9525" cap="flat" cmpd="sng">
                <a:solidFill>
                  <a:schemeClr val="dk1"/>
                </a:solidFill>
                <a:prstDash val="solid"/>
                <a:round/>
                <a:headEnd type="none" w="med" len="med"/>
                <a:tailEnd type="none" w="med" len="med"/>
              </a:ln>
            </p:spPr>
          </p:cxnSp>
        </p:grpSp>
        <p:grpSp>
          <p:nvGrpSpPr>
            <p:cNvPr id="235" name="Google Shape;235;p27"/>
            <p:cNvGrpSpPr/>
            <p:nvPr/>
          </p:nvGrpSpPr>
          <p:grpSpPr>
            <a:xfrm rot="10800000">
              <a:off x="8617225" y="97275"/>
              <a:ext cx="90900" cy="3705900"/>
              <a:chOff x="7952125" y="1292300"/>
              <a:chExt cx="90900" cy="3705900"/>
            </a:xfrm>
          </p:grpSpPr>
          <p:sp>
            <p:nvSpPr>
              <p:cNvPr id="236" name="Google Shape;236;p27"/>
              <p:cNvSpPr/>
              <p:nvPr/>
            </p:nvSpPr>
            <p:spPr>
              <a:xfrm rot="5400000">
                <a:off x="7744975" y="1499450"/>
                <a:ext cx="505200" cy="90900"/>
              </a:xfrm>
              <a:prstGeom prst="rect">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cxnSp>
            <p:nvCxnSpPr>
              <p:cNvPr id="237" name="Google Shape;237;p27"/>
              <p:cNvCxnSpPr/>
              <p:nvPr/>
            </p:nvCxnSpPr>
            <p:spPr>
              <a:xfrm>
                <a:off x="8043025" y="1292300"/>
                <a:ext cx="0" cy="3705900"/>
              </a:xfrm>
              <a:prstGeom prst="straightConnector1">
                <a:avLst/>
              </a:prstGeom>
              <a:noFill/>
              <a:ln w="9525" cap="flat" cmpd="sng">
                <a:solidFill>
                  <a:schemeClr val="dk1"/>
                </a:solidFill>
                <a:prstDash val="solid"/>
                <a:round/>
                <a:headEnd type="none" w="med" len="med"/>
                <a:tailEnd type="none" w="med" len="med"/>
              </a:ln>
            </p:spPr>
          </p:cxnSp>
        </p:grpSp>
      </p:grpSp>
    </p:spTree>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matchingName="Title and three columns 1">
  <p:cSld name="BLANK_1_1_1_2_1">
    <p:spTree>
      <p:nvGrpSpPr>
        <p:cNvPr id="1" name="Shape 238"/>
        <p:cNvGrpSpPr/>
        <p:nvPr/>
      </p:nvGrpSpPr>
      <p:grpSpPr>
        <a:xfrm>
          <a:off x="0" y="0"/>
          <a:ext cx="0" cy="0"/>
          <a:chOff x="0" y="0"/>
          <a:chExt cx="0" cy="0"/>
        </a:xfrm>
      </p:grpSpPr>
      <p:sp>
        <p:nvSpPr>
          <p:cNvPr id="239" name="Google Shape;239;p28"/>
          <p:cNvSpPr/>
          <p:nvPr/>
        </p:nvSpPr>
        <p:spPr>
          <a:xfrm>
            <a:off x="171450" y="145800"/>
            <a:ext cx="8801100" cy="4851900"/>
          </a:xfrm>
          <a:prstGeom prst="rect">
            <a:avLst/>
          </a:prstGeom>
          <a:solidFill>
            <a:schemeClr val="lt1"/>
          </a:solidFill>
          <a:ln>
            <a:noFill/>
          </a:ln>
          <a:effectLst>
            <a:outerShdw blurRad="57150" dist="19050" dir="5400000" algn="bl" rotWithShape="0">
              <a:schemeClr val="dk1">
                <a:alpha val="5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0" name="Google Shape;240;p28"/>
          <p:cNvSpPr txBox="1">
            <a:spLocks noGrp="1"/>
          </p:cNvSpPr>
          <p:nvPr>
            <p:ph type="title"/>
          </p:nvPr>
        </p:nvSpPr>
        <p:spPr>
          <a:xfrm>
            <a:off x="720000" y="445025"/>
            <a:ext cx="7704000" cy="572700"/>
          </a:xfrm>
          <a:prstGeom prst="rect">
            <a:avLst/>
          </a:prstGeom>
        </p:spPr>
        <p:txBody>
          <a:bodyPr spcFirstLastPara="1" wrap="square" lIns="91425" tIns="91425" rIns="91425" bIns="91425" anchor="t" anchorCtr="0">
            <a:noAutofit/>
          </a:bodyPr>
          <a:lstStyle>
            <a:lvl1pPr lvl="0" rtl="0">
              <a:spcBef>
                <a:spcPts val="0"/>
              </a:spcBef>
              <a:spcAft>
                <a:spcPts val="0"/>
              </a:spcAft>
              <a:buSzPts val="3500"/>
              <a:buNone/>
              <a:defRPr/>
            </a:lvl1pPr>
            <a:lvl2pPr lvl="1" rtl="0">
              <a:spcBef>
                <a:spcPts val="0"/>
              </a:spcBef>
              <a:spcAft>
                <a:spcPts val="0"/>
              </a:spcAft>
              <a:buSzPts val="3500"/>
              <a:buNone/>
              <a:defRPr/>
            </a:lvl2pPr>
            <a:lvl3pPr lvl="2" rtl="0">
              <a:spcBef>
                <a:spcPts val="0"/>
              </a:spcBef>
              <a:spcAft>
                <a:spcPts val="0"/>
              </a:spcAft>
              <a:buSzPts val="3500"/>
              <a:buNone/>
              <a:defRPr/>
            </a:lvl3pPr>
            <a:lvl4pPr lvl="3" rtl="0">
              <a:spcBef>
                <a:spcPts val="0"/>
              </a:spcBef>
              <a:spcAft>
                <a:spcPts val="0"/>
              </a:spcAft>
              <a:buSzPts val="3500"/>
              <a:buNone/>
              <a:defRPr/>
            </a:lvl4pPr>
            <a:lvl5pPr lvl="4" rtl="0">
              <a:spcBef>
                <a:spcPts val="0"/>
              </a:spcBef>
              <a:spcAft>
                <a:spcPts val="0"/>
              </a:spcAft>
              <a:buSzPts val="3500"/>
              <a:buNone/>
              <a:defRPr/>
            </a:lvl5pPr>
            <a:lvl6pPr lvl="5" rtl="0">
              <a:spcBef>
                <a:spcPts val="0"/>
              </a:spcBef>
              <a:spcAft>
                <a:spcPts val="0"/>
              </a:spcAft>
              <a:buSzPts val="3500"/>
              <a:buNone/>
              <a:defRPr/>
            </a:lvl6pPr>
            <a:lvl7pPr lvl="6" rtl="0">
              <a:spcBef>
                <a:spcPts val="0"/>
              </a:spcBef>
              <a:spcAft>
                <a:spcPts val="0"/>
              </a:spcAft>
              <a:buSzPts val="3500"/>
              <a:buNone/>
              <a:defRPr/>
            </a:lvl7pPr>
            <a:lvl8pPr lvl="7" rtl="0">
              <a:spcBef>
                <a:spcPts val="0"/>
              </a:spcBef>
              <a:spcAft>
                <a:spcPts val="0"/>
              </a:spcAft>
              <a:buSzPts val="3500"/>
              <a:buNone/>
              <a:defRPr/>
            </a:lvl8pPr>
            <a:lvl9pPr lvl="8" rtl="0">
              <a:spcBef>
                <a:spcPts val="0"/>
              </a:spcBef>
              <a:spcAft>
                <a:spcPts val="0"/>
              </a:spcAft>
              <a:buSzPts val="3500"/>
              <a:buNone/>
              <a:defRPr/>
            </a:lvl9pPr>
          </a:lstStyle>
          <a:p>
            <a:endParaRPr/>
          </a:p>
        </p:txBody>
      </p:sp>
      <p:sp>
        <p:nvSpPr>
          <p:cNvPr id="241" name="Google Shape;241;p28"/>
          <p:cNvSpPr txBox="1">
            <a:spLocks noGrp="1"/>
          </p:cNvSpPr>
          <p:nvPr>
            <p:ph type="subTitle" idx="1"/>
          </p:nvPr>
        </p:nvSpPr>
        <p:spPr>
          <a:xfrm>
            <a:off x="3037207" y="1417350"/>
            <a:ext cx="3069600" cy="484800"/>
          </a:xfrm>
          <a:prstGeom prst="rect">
            <a:avLst/>
          </a:prstGeom>
          <a:ln>
            <a:noFill/>
          </a:ln>
        </p:spPr>
        <p:txBody>
          <a:bodyPr spcFirstLastPara="1" wrap="square" lIns="91425" tIns="91425" rIns="91425" bIns="91425" anchor="b" anchorCtr="0">
            <a:noAutofit/>
          </a:bodyPr>
          <a:lstStyle>
            <a:lvl1pPr lvl="0" rtl="0">
              <a:lnSpc>
                <a:spcPct val="100000"/>
              </a:lnSpc>
              <a:spcBef>
                <a:spcPts val="0"/>
              </a:spcBef>
              <a:spcAft>
                <a:spcPts val="0"/>
              </a:spcAft>
              <a:buClr>
                <a:schemeClr val="dk1"/>
              </a:buClr>
              <a:buSzPts val="2400"/>
              <a:buFont typeface="Noto Serif Ethiopic"/>
              <a:buNone/>
              <a:defRPr sz="2400">
                <a:solidFill>
                  <a:schemeClr val="dk1"/>
                </a:solidFill>
                <a:latin typeface="Noto Serif Ethiopic"/>
                <a:ea typeface="Noto Serif Ethiopic"/>
                <a:cs typeface="Noto Serif Ethiopic"/>
                <a:sym typeface="Noto Serif Ethiopic"/>
              </a:defRPr>
            </a:lvl1pPr>
            <a:lvl2pPr lvl="1" algn="ctr" rtl="0">
              <a:lnSpc>
                <a:spcPct val="100000"/>
              </a:lnSpc>
              <a:spcBef>
                <a:spcPts val="0"/>
              </a:spcBef>
              <a:spcAft>
                <a:spcPts val="0"/>
              </a:spcAft>
              <a:buClr>
                <a:schemeClr val="dk1"/>
              </a:buClr>
              <a:buSzPts val="2400"/>
              <a:buFont typeface="Noto Serif Ethiopic"/>
              <a:buNone/>
              <a:defRPr sz="2400">
                <a:solidFill>
                  <a:schemeClr val="dk1"/>
                </a:solidFill>
                <a:latin typeface="Noto Serif Ethiopic"/>
                <a:ea typeface="Noto Serif Ethiopic"/>
                <a:cs typeface="Noto Serif Ethiopic"/>
                <a:sym typeface="Noto Serif Ethiopic"/>
              </a:defRPr>
            </a:lvl2pPr>
            <a:lvl3pPr lvl="2" algn="ctr" rtl="0">
              <a:lnSpc>
                <a:spcPct val="100000"/>
              </a:lnSpc>
              <a:spcBef>
                <a:spcPts val="0"/>
              </a:spcBef>
              <a:spcAft>
                <a:spcPts val="0"/>
              </a:spcAft>
              <a:buClr>
                <a:schemeClr val="dk1"/>
              </a:buClr>
              <a:buSzPts val="2400"/>
              <a:buFont typeface="Noto Serif Ethiopic"/>
              <a:buNone/>
              <a:defRPr sz="2400">
                <a:solidFill>
                  <a:schemeClr val="dk1"/>
                </a:solidFill>
                <a:latin typeface="Noto Serif Ethiopic"/>
                <a:ea typeface="Noto Serif Ethiopic"/>
                <a:cs typeface="Noto Serif Ethiopic"/>
                <a:sym typeface="Noto Serif Ethiopic"/>
              </a:defRPr>
            </a:lvl3pPr>
            <a:lvl4pPr lvl="3" algn="ctr" rtl="0">
              <a:lnSpc>
                <a:spcPct val="100000"/>
              </a:lnSpc>
              <a:spcBef>
                <a:spcPts val="0"/>
              </a:spcBef>
              <a:spcAft>
                <a:spcPts val="0"/>
              </a:spcAft>
              <a:buClr>
                <a:schemeClr val="dk1"/>
              </a:buClr>
              <a:buSzPts val="2400"/>
              <a:buFont typeface="Noto Serif Ethiopic"/>
              <a:buNone/>
              <a:defRPr sz="2400">
                <a:solidFill>
                  <a:schemeClr val="dk1"/>
                </a:solidFill>
                <a:latin typeface="Noto Serif Ethiopic"/>
                <a:ea typeface="Noto Serif Ethiopic"/>
                <a:cs typeface="Noto Serif Ethiopic"/>
                <a:sym typeface="Noto Serif Ethiopic"/>
              </a:defRPr>
            </a:lvl4pPr>
            <a:lvl5pPr lvl="4" algn="ctr" rtl="0">
              <a:lnSpc>
                <a:spcPct val="100000"/>
              </a:lnSpc>
              <a:spcBef>
                <a:spcPts val="0"/>
              </a:spcBef>
              <a:spcAft>
                <a:spcPts val="0"/>
              </a:spcAft>
              <a:buClr>
                <a:schemeClr val="dk1"/>
              </a:buClr>
              <a:buSzPts val="2400"/>
              <a:buFont typeface="Noto Serif Ethiopic"/>
              <a:buNone/>
              <a:defRPr sz="2400">
                <a:solidFill>
                  <a:schemeClr val="dk1"/>
                </a:solidFill>
                <a:latin typeface="Noto Serif Ethiopic"/>
                <a:ea typeface="Noto Serif Ethiopic"/>
                <a:cs typeface="Noto Serif Ethiopic"/>
                <a:sym typeface="Noto Serif Ethiopic"/>
              </a:defRPr>
            </a:lvl5pPr>
            <a:lvl6pPr lvl="5" algn="ctr" rtl="0">
              <a:lnSpc>
                <a:spcPct val="100000"/>
              </a:lnSpc>
              <a:spcBef>
                <a:spcPts val="0"/>
              </a:spcBef>
              <a:spcAft>
                <a:spcPts val="0"/>
              </a:spcAft>
              <a:buClr>
                <a:schemeClr val="dk1"/>
              </a:buClr>
              <a:buSzPts val="2400"/>
              <a:buFont typeface="Noto Serif Ethiopic"/>
              <a:buNone/>
              <a:defRPr sz="2400">
                <a:solidFill>
                  <a:schemeClr val="dk1"/>
                </a:solidFill>
                <a:latin typeface="Noto Serif Ethiopic"/>
                <a:ea typeface="Noto Serif Ethiopic"/>
                <a:cs typeface="Noto Serif Ethiopic"/>
                <a:sym typeface="Noto Serif Ethiopic"/>
              </a:defRPr>
            </a:lvl6pPr>
            <a:lvl7pPr lvl="6" algn="ctr" rtl="0">
              <a:lnSpc>
                <a:spcPct val="100000"/>
              </a:lnSpc>
              <a:spcBef>
                <a:spcPts val="0"/>
              </a:spcBef>
              <a:spcAft>
                <a:spcPts val="0"/>
              </a:spcAft>
              <a:buClr>
                <a:schemeClr val="dk1"/>
              </a:buClr>
              <a:buSzPts val="2400"/>
              <a:buFont typeface="Noto Serif Ethiopic"/>
              <a:buNone/>
              <a:defRPr sz="2400">
                <a:solidFill>
                  <a:schemeClr val="dk1"/>
                </a:solidFill>
                <a:latin typeface="Noto Serif Ethiopic"/>
                <a:ea typeface="Noto Serif Ethiopic"/>
                <a:cs typeface="Noto Serif Ethiopic"/>
                <a:sym typeface="Noto Serif Ethiopic"/>
              </a:defRPr>
            </a:lvl7pPr>
            <a:lvl8pPr lvl="7" algn="ctr" rtl="0">
              <a:lnSpc>
                <a:spcPct val="100000"/>
              </a:lnSpc>
              <a:spcBef>
                <a:spcPts val="0"/>
              </a:spcBef>
              <a:spcAft>
                <a:spcPts val="0"/>
              </a:spcAft>
              <a:buClr>
                <a:schemeClr val="dk1"/>
              </a:buClr>
              <a:buSzPts val="2400"/>
              <a:buFont typeface="Noto Serif Ethiopic"/>
              <a:buNone/>
              <a:defRPr sz="2400">
                <a:solidFill>
                  <a:schemeClr val="dk1"/>
                </a:solidFill>
                <a:latin typeface="Noto Serif Ethiopic"/>
                <a:ea typeface="Noto Serif Ethiopic"/>
                <a:cs typeface="Noto Serif Ethiopic"/>
                <a:sym typeface="Noto Serif Ethiopic"/>
              </a:defRPr>
            </a:lvl8pPr>
            <a:lvl9pPr lvl="8" algn="ctr" rtl="0">
              <a:lnSpc>
                <a:spcPct val="100000"/>
              </a:lnSpc>
              <a:spcBef>
                <a:spcPts val="0"/>
              </a:spcBef>
              <a:spcAft>
                <a:spcPts val="0"/>
              </a:spcAft>
              <a:buClr>
                <a:schemeClr val="dk1"/>
              </a:buClr>
              <a:buSzPts val="2400"/>
              <a:buFont typeface="Noto Serif Ethiopic"/>
              <a:buNone/>
              <a:defRPr sz="2400">
                <a:solidFill>
                  <a:schemeClr val="dk1"/>
                </a:solidFill>
                <a:latin typeface="Noto Serif Ethiopic"/>
                <a:ea typeface="Noto Serif Ethiopic"/>
                <a:cs typeface="Noto Serif Ethiopic"/>
                <a:sym typeface="Noto Serif Ethiopic"/>
              </a:defRPr>
            </a:lvl9pPr>
          </a:lstStyle>
          <a:p>
            <a:endParaRPr/>
          </a:p>
        </p:txBody>
      </p:sp>
      <p:sp>
        <p:nvSpPr>
          <p:cNvPr id="242" name="Google Shape;242;p28"/>
          <p:cNvSpPr txBox="1">
            <a:spLocks noGrp="1"/>
          </p:cNvSpPr>
          <p:nvPr>
            <p:ph type="subTitle" idx="2"/>
          </p:nvPr>
        </p:nvSpPr>
        <p:spPr>
          <a:xfrm>
            <a:off x="3037207" y="1902150"/>
            <a:ext cx="3069600" cy="7263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SzPts val="1400"/>
              <a:buNone/>
              <a:defRPr/>
            </a:lvl1pPr>
            <a:lvl2pPr lvl="1" algn="ctr" rtl="0">
              <a:lnSpc>
                <a:spcPct val="100000"/>
              </a:lnSpc>
              <a:spcBef>
                <a:spcPts val="0"/>
              </a:spcBef>
              <a:spcAft>
                <a:spcPts val="0"/>
              </a:spcAft>
              <a:buSzPts val="1200"/>
              <a:buNone/>
              <a:defRPr/>
            </a:lvl2pPr>
            <a:lvl3pPr lvl="2" algn="ctr" rtl="0">
              <a:lnSpc>
                <a:spcPct val="100000"/>
              </a:lnSpc>
              <a:spcBef>
                <a:spcPts val="0"/>
              </a:spcBef>
              <a:spcAft>
                <a:spcPts val="0"/>
              </a:spcAft>
              <a:buSzPts val="1200"/>
              <a:buNone/>
              <a:defRPr/>
            </a:lvl3pPr>
            <a:lvl4pPr lvl="3" algn="ctr" rtl="0">
              <a:lnSpc>
                <a:spcPct val="100000"/>
              </a:lnSpc>
              <a:spcBef>
                <a:spcPts val="0"/>
              </a:spcBef>
              <a:spcAft>
                <a:spcPts val="0"/>
              </a:spcAft>
              <a:buSzPts val="1200"/>
              <a:buNone/>
              <a:defRPr/>
            </a:lvl4pPr>
            <a:lvl5pPr lvl="4" algn="ctr" rtl="0">
              <a:lnSpc>
                <a:spcPct val="100000"/>
              </a:lnSpc>
              <a:spcBef>
                <a:spcPts val="0"/>
              </a:spcBef>
              <a:spcAft>
                <a:spcPts val="0"/>
              </a:spcAft>
              <a:buSzPts val="1200"/>
              <a:buNone/>
              <a:defRPr/>
            </a:lvl5pPr>
            <a:lvl6pPr lvl="5" algn="ctr" rtl="0">
              <a:lnSpc>
                <a:spcPct val="100000"/>
              </a:lnSpc>
              <a:spcBef>
                <a:spcPts val="0"/>
              </a:spcBef>
              <a:spcAft>
                <a:spcPts val="0"/>
              </a:spcAft>
              <a:buSzPts val="1200"/>
              <a:buNone/>
              <a:defRPr/>
            </a:lvl6pPr>
            <a:lvl7pPr lvl="6" algn="ctr" rtl="0">
              <a:lnSpc>
                <a:spcPct val="100000"/>
              </a:lnSpc>
              <a:spcBef>
                <a:spcPts val="0"/>
              </a:spcBef>
              <a:spcAft>
                <a:spcPts val="0"/>
              </a:spcAft>
              <a:buSzPts val="1200"/>
              <a:buNone/>
              <a:defRPr/>
            </a:lvl7pPr>
            <a:lvl8pPr lvl="7" algn="ctr" rtl="0">
              <a:lnSpc>
                <a:spcPct val="100000"/>
              </a:lnSpc>
              <a:spcBef>
                <a:spcPts val="0"/>
              </a:spcBef>
              <a:spcAft>
                <a:spcPts val="0"/>
              </a:spcAft>
              <a:buSzPts val="1200"/>
              <a:buNone/>
              <a:defRPr/>
            </a:lvl8pPr>
            <a:lvl9pPr lvl="8" algn="ctr" rtl="0">
              <a:lnSpc>
                <a:spcPct val="100000"/>
              </a:lnSpc>
              <a:spcBef>
                <a:spcPts val="0"/>
              </a:spcBef>
              <a:spcAft>
                <a:spcPts val="0"/>
              </a:spcAft>
              <a:buSzPts val="1200"/>
              <a:buNone/>
              <a:defRPr/>
            </a:lvl9pPr>
          </a:lstStyle>
          <a:p>
            <a:endParaRPr/>
          </a:p>
        </p:txBody>
      </p:sp>
      <p:sp>
        <p:nvSpPr>
          <p:cNvPr id="243" name="Google Shape;243;p28"/>
          <p:cNvSpPr txBox="1">
            <a:spLocks noGrp="1"/>
          </p:cNvSpPr>
          <p:nvPr>
            <p:ph type="subTitle" idx="3"/>
          </p:nvPr>
        </p:nvSpPr>
        <p:spPr>
          <a:xfrm>
            <a:off x="1176669" y="3296076"/>
            <a:ext cx="3069600" cy="7263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SzPts val="1400"/>
              <a:buNone/>
              <a:defRPr/>
            </a:lvl1pPr>
            <a:lvl2pPr lvl="1" algn="ctr" rtl="0">
              <a:lnSpc>
                <a:spcPct val="100000"/>
              </a:lnSpc>
              <a:spcBef>
                <a:spcPts val="0"/>
              </a:spcBef>
              <a:spcAft>
                <a:spcPts val="0"/>
              </a:spcAft>
              <a:buSzPts val="1200"/>
              <a:buNone/>
              <a:defRPr/>
            </a:lvl2pPr>
            <a:lvl3pPr lvl="2" algn="ctr" rtl="0">
              <a:lnSpc>
                <a:spcPct val="100000"/>
              </a:lnSpc>
              <a:spcBef>
                <a:spcPts val="0"/>
              </a:spcBef>
              <a:spcAft>
                <a:spcPts val="0"/>
              </a:spcAft>
              <a:buSzPts val="1200"/>
              <a:buNone/>
              <a:defRPr/>
            </a:lvl3pPr>
            <a:lvl4pPr lvl="3" algn="ctr" rtl="0">
              <a:lnSpc>
                <a:spcPct val="100000"/>
              </a:lnSpc>
              <a:spcBef>
                <a:spcPts val="0"/>
              </a:spcBef>
              <a:spcAft>
                <a:spcPts val="0"/>
              </a:spcAft>
              <a:buSzPts val="1200"/>
              <a:buNone/>
              <a:defRPr/>
            </a:lvl4pPr>
            <a:lvl5pPr lvl="4" algn="ctr" rtl="0">
              <a:lnSpc>
                <a:spcPct val="100000"/>
              </a:lnSpc>
              <a:spcBef>
                <a:spcPts val="0"/>
              </a:spcBef>
              <a:spcAft>
                <a:spcPts val="0"/>
              </a:spcAft>
              <a:buSzPts val="1200"/>
              <a:buNone/>
              <a:defRPr/>
            </a:lvl5pPr>
            <a:lvl6pPr lvl="5" algn="ctr" rtl="0">
              <a:lnSpc>
                <a:spcPct val="100000"/>
              </a:lnSpc>
              <a:spcBef>
                <a:spcPts val="0"/>
              </a:spcBef>
              <a:spcAft>
                <a:spcPts val="0"/>
              </a:spcAft>
              <a:buSzPts val="1200"/>
              <a:buNone/>
              <a:defRPr/>
            </a:lvl6pPr>
            <a:lvl7pPr lvl="6" algn="ctr" rtl="0">
              <a:lnSpc>
                <a:spcPct val="100000"/>
              </a:lnSpc>
              <a:spcBef>
                <a:spcPts val="0"/>
              </a:spcBef>
              <a:spcAft>
                <a:spcPts val="0"/>
              </a:spcAft>
              <a:buSzPts val="1200"/>
              <a:buNone/>
              <a:defRPr/>
            </a:lvl7pPr>
            <a:lvl8pPr lvl="7" algn="ctr" rtl="0">
              <a:lnSpc>
                <a:spcPct val="100000"/>
              </a:lnSpc>
              <a:spcBef>
                <a:spcPts val="0"/>
              </a:spcBef>
              <a:spcAft>
                <a:spcPts val="0"/>
              </a:spcAft>
              <a:buSzPts val="1200"/>
              <a:buNone/>
              <a:defRPr/>
            </a:lvl8pPr>
            <a:lvl9pPr lvl="8" algn="ctr" rtl="0">
              <a:lnSpc>
                <a:spcPct val="100000"/>
              </a:lnSpc>
              <a:spcBef>
                <a:spcPts val="0"/>
              </a:spcBef>
              <a:spcAft>
                <a:spcPts val="0"/>
              </a:spcAft>
              <a:buSzPts val="1200"/>
              <a:buNone/>
              <a:defRPr/>
            </a:lvl9pPr>
          </a:lstStyle>
          <a:p>
            <a:endParaRPr/>
          </a:p>
        </p:txBody>
      </p:sp>
      <p:sp>
        <p:nvSpPr>
          <p:cNvPr id="244" name="Google Shape;244;p28"/>
          <p:cNvSpPr txBox="1">
            <a:spLocks noGrp="1"/>
          </p:cNvSpPr>
          <p:nvPr>
            <p:ph type="subTitle" idx="4"/>
          </p:nvPr>
        </p:nvSpPr>
        <p:spPr>
          <a:xfrm>
            <a:off x="4897741" y="3296075"/>
            <a:ext cx="3069600" cy="7263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SzPts val="1400"/>
              <a:buNone/>
              <a:defRPr/>
            </a:lvl1pPr>
            <a:lvl2pPr lvl="1" algn="ctr" rtl="0">
              <a:lnSpc>
                <a:spcPct val="100000"/>
              </a:lnSpc>
              <a:spcBef>
                <a:spcPts val="0"/>
              </a:spcBef>
              <a:spcAft>
                <a:spcPts val="0"/>
              </a:spcAft>
              <a:buSzPts val="1200"/>
              <a:buNone/>
              <a:defRPr/>
            </a:lvl2pPr>
            <a:lvl3pPr lvl="2" algn="ctr" rtl="0">
              <a:lnSpc>
                <a:spcPct val="100000"/>
              </a:lnSpc>
              <a:spcBef>
                <a:spcPts val="0"/>
              </a:spcBef>
              <a:spcAft>
                <a:spcPts val="0"/>
              </a:spcAft>
              <a:buSzPts val="1200"/>
              <a:buNone/>
              <a:defRPr/>
            </a:lvl3pPr>
            <a:lvl4pPr lvl="3" algn="ctr" rtl="0">
              <a:lnSpc>
                <a:spcPct val="100000"/>
              </a:lnSpc>
              <a:spcBef>
                <a:spcPts val="0"/>
              </a:spcBef>
              <a:spcAft>
                <a:spcPts val="0"/>
              </a:spcAft>
              <a:buSzPts val="1200"/>
              <a:buNone/>
              <a:defRPr/>
            </a:lvl4pPr>
            <a:lvl5pPr lvl="4" algn="ctr" rtl="0">
              <a:lnSpc>
                <a:spcPct val="100000"/>
              </a:lnSpc>
              <a:spcBef>
                <a:spcPts val="0"/>
              </a:spcBef>
              <a:spcAft>
                <a:spcPts val="0"/>
              </a:spcAft>
              <a:buSzPts val="1200"/>
              <a:buNone/>
              <a:defRPr/>
            </a:lvl5pPr>
            <a:lvl6pPr lvl="5" algn="ctr" rtl="0">
              <a:lnSpc>
                <a:spcPct val="100000"/>
              </a:lnSpc>
              <a:spcBef>
                <a:spcPts val="0"/>
              </a:spcBef>
              <a:spcAft>
                <a:spcPts val="0"/>
              </a:spcAft>
              <a:buSzPts val="1200"/>
              <a:buNone/>
              <a:defRPr/>
            </a:lvl6pPr>
            <a:lvl7pPr lvl="6" algn="ctr" rtl="0">
              <a:lnSpc>
                <a:spcPct val="100000"/>
              </a:lnSpc>
              <a:spcBef>
                <a:spcPts val="0"/>
              </a:spcBef>
              <a:spcAft>
                <a:spcPts val="0"/>
              </a:spcAft>
              <a:buSzPts val="1200"/>
              <a:buNone/>
              <a:defRPr/>
            </a:lvl7pPr>
            <a:lvl8pPr lvl="7" algn="ctr" rtl="0">
              <a:lnSpc>
                <a:spcPct val="100000"/>
              </a:lnSpc>
              <a:spcBef>
                <a:spcPts val="0"/>
              </a:spcBef>
              <a:spcAft>
                <a:spcPts val="0"/>
              </a:spcAft>
              <a:buSzPts val="1200"/>
              <a:buNone/>
              <a:defRPr/>
            </a:lvl8pPr>
            <a:lvl9pPr lvl="8" algn="ctr" rtl="0">
              <a:lnSpc>
                <a:spcPct val="100000"/>
              </a:lnSpc>
              <a:spcBef>
                <a:spcPts val="0"/>
              </a:spcBef>
              <a:spcAft>
                <a:spcPts val="0"/>
              </a:spcAft>
              <a:buSzPts val="1200"/>
              <a:buNone/>
              <a:defRPr/>
            </a:lvl9pPr>
          </a:lstStyle>
          <a:p>
            <a:endParaRPr/>
          </a:p>
        </p:txBody>
      </p:sp>
      <p:sp>
        <p:nvSpPr>
          <p:cNvPr id="245" name="Google Shape;245;p28"/>
          <p:cNvSpPr txBox="1">
            <a:spLocks noGrp="1"/>
          </p:cNvSpPr>
          <p:nvPr>
            <p:ph type="subTitle" idx="5"/>
          </p:nvPr>
        </p:nvSpPr>
        <p:spPr>
          <a:xfrm>
            <a:off x="1176659" y="2811275"/>
            <a:ext cx="3069600" cy="484800"/>
          </a:xfrm>
          <a:prstGeom prst="rect">
            <a:avLst/>
          </a:prstGeom>
          <a:ln>
            <a:noFill/>
          </a:ln>
        </p:spPr>
        <p:txBody>
          <a:bodyPr spcFirstLastPara="1" wrap="square" lIns="91425" tIns="91425" rIns="91425" bIns="91425" anchor="b" anchorCtr="0">
            <a:noAutofit/>
          </a:bodyPr>
          <a:lstStyle>
            <a:lvl1pPr lvl="0" rtl="0">
              <a:lnSpc>
                <a:spcPct val="100000"/>
              </a:lnSpc>
              <a:spcBef>
                <a:spcPts val="0"/>
              </a:spcBef>
              <a:spcAft>
                <a:spcPts val="0"/>
              </a:spcAft>
              <a:buClr>
                <a:schemeClr val="dk1"/>
              </a:buClr>
              <a:buSzPts val="2400"/>
              <a:buFont typeface="Noto Serif Ethiopic"/>
              <a:buNone/>
              <a:defRPr sz="2400">
                <a:solidFill>
                  <a:schemeClr val="dk1"/>
                </a:solidFill>
                <a:latin typeface="Noto Serif Ethiopic"/>
                <a:ea typeface="Noto Serif Ethiopic"/>
                <a:cs typeface="Noto Serif Ethiopic"/>
                <a:sym typeface="Noto Serif Ethiopic"/>
              </a:defRPr>
            </a:lvl1pPr>
            <a:lvl2pPr lvl="1" algn="ctr" rtl="0">
              <a:lnSpc>
                <a:spcPct val="100000"/>
              </a:lnSpc>
              <a:spcBef>
                <a:spcPts val="0"/>
              </a:spcBef>
              <a:spcAft>
                <a:spcPts val="0"/>
              </a:spcAft>
              <a:buClr>
                <a:schemeClr val="dk1"/>
              </a:buClr>
              <a:buSzPts val="2400"/>
              <a:buFont typeface="Noto Serif Ethiopic"/>
              <a:buNone/>
              <a:defRPr sz="2400">
                <a:solidFill>
                  <a:schemeClr val="dk1"/>
                </a:solidFill>
                <a:latin typeface="Noto Serif Ethiopic"/>
                <a:ea typeface="Noto Serif Ethiopic"/>
                <a:cs typeface="Noto Serif Ethiopic"/>
                <a:sym typeface="Noto Serif Ethiopic"/>
              </a:defRPr>
            </a:lvl2pPr>
            <a:lvl3pPr lvl="2" algn="ctr" rtl="0">
              <a:lnSpc>
                <a:spcPct val="100000"/>
              </a:lnSpc>
              <a:spcBef>
                <a:spcPts val="0"/>
              </a:spcBef>
              <a:spcAft>
                <a:spcPts val="0"/>
              </a:spcAft>
              <a:buClr>
                <a:schemeClr val="dk1"/>
              </a:buClr>
              <a:buSzPts val="2400"/>
              <a:buFont typeface="Noto Serif Ethiopic"/>
              <a:buNone/>
              <a:defRPr sz="2400">
                <a:solidFill>
                  <a:schemeClr val="dk1"/>
                </a:solidFill>
                <a:latin typeface="Noto Serif Ethiopic"/>
                <a:ea typeface="Noto Serif Ethiopic"/>
                <a:cs typeface="Noto Serif Ethiopic"/>
                <a:sym typeface="Noto Serif Ethiopic"/>
              </a:defRPr>
            </a:lvl3pPr>
            <a:lvl4pPr lvl="3" algn="ctr" rtl="0">
              <a:lnSpc>
                <a:spcPct val="100000"/>
              </a:lnSpc>
              <a:spcBef>
                <a:spcPts val="0"/>
              </a:spcBef>
              <a:spcAft>
                <a:spcPts val="0"/>
              </a:spcAft>
              <a:buClr>
                <a:schemeClr val="dk1"/>
              </a:buClr>
              <a:buSzPts val="2400"/>
              <a:buFont typeface="Noto Serif Ethiopic"/>
              <a:buNone/>
              <a:defRPr sz="2400">
                <a:solidFill>
                  <a:schemeClr val="dk1"/>
                </a:solidFill>
                <a:latin typeface="Noto Serif Ethiopic"/>
                <a:ea typeface="Noto Serif Ethiopic"/>
                <a:cs typeface="Noto Serif Ethiopic"/>
                <a:sym typeface="Noto Serif Ethiopic"/>
              </a:defRPr>
            </a:lvl4pPr>
            <a:lvl5pPr lvl="4" algn="ctr" rtl="0">
              <a:lnSpc>
                <a:spcPct val="100000"/>
              </a:lnSpc>
              <a:spcBef>
                <a:spcPts val="0"/>
              </a:spcBef>
              <a:spcAft>
                <a:spcPts val="0"/>
              </a:spcAft>
              <a:buClr>
                <a:schemeClr val="dk1"/>
              </a:buClr>
              <a:buSzPts val="2400"/>
              <a:buFont typeface="Noto Serif Ethiopic"/>
              <a:buNone/>
              <a:defRPr sz="2400">
                <a:solidFill>
                  <a:schemeClr val="dk1"/>
                </a:solidFill>
                <a:latin typeface="Noto Serif Ethiopic"/>
                <a:ea typeface="Noto Serif Ethiopic"/>
                <a:cs typeface="Noto Serif Ethiopic"/>
                <a:sym typeface="Noto Serif Ethiopic"/>
              </a:defRPr>
            </a:lvl5pPr>
            <a:lvl6pPr lvl="5" algn="ctr" rtl="0">
              <a:lnSpc>
                <a:spcPct val="100000"/>
              </a:lnSpc>
              <a:spcBef>
                <a:spcPts val="0"/>
              </a:spcBef>
              <a:spcAft>
                <a:spcPts val="0"/>
              </a:spcAft>
              <a:buClr>
                <a:schemeClr val="dk1"/>
              </a:buClr>
              <a:buSzPts val="2400"/>
              <a:buFont typeface="Noto Serif Ethiopic"/>
              <a:buNone/>
              <a:defRPr sz="2400">
                <a:solidFill>
                  <a:schemeClr val="dk1"/>
                </a:solidFill>
                <a:latin typeface="Noto Serif Ethiopic"/>
                <a:ea typeface="Noto Serif Ethiopic"/>
                <a:cs typeface="Noto Serif Ethiopic"/>
                <a:sym typeface="Noto Serif Ethiopic"/>
              </a:defRPr>
            </a:lvl6pPr>
            <a:lvl7pPr lvl="6" algn="ctr" rtl="0">
              <a:lnSpc>
                <a:spcPct val="100000"/>
              </a:lnSpc>
              <a:spcBef>
                <a:spcPts val="0"/>
              </a:spcBef>
              <a:spcAft>
                <a:spcPts val="0"/>
              </a:spcAft>
              <a:buClr>
                <a:schemeClr val="dk1"/>
              </a:buClr>
              <a:buSzPts val="2400"/>
              <a:buFont typeface="Noto Serif Ethiopic"/>
              <a:buNone/>
              <a:defRPr sz="2400">
                <a:solidFill>
                  <a:schemeClr val="dk1"/>
                </a:solidFill>
                <a:latin typeface="Noto Serif Ethiopic"/>
                <a:ea typeface="Noto Serif Ethiopic"/>
                <a:cs typeface="Noto Serif Ethiopic"/>
                <a:sym typeface="Noto Serif Ethiopic"/>
              </a:defRPr>
            </a:lvl7pPr>
            <a:lvl8pPr lvl="7" algn="ctr" rtl="0">
              <a:lnSpc>
                <a:spcPct val="100000"/>
              </a:lnSpc>
              <a:spcBef>
                <a:spcPts val="0"/>
              </a:spcBef>
              <a:spcAft>
                <a:spcPts val="0"/>
              </a:spcAft>
              <a:buClr>
                <a:schemeClr val="dk1"/>
              </a:buClr>
              <a:buSzPts val="2400"/>
              <a:buFont typeface="Noto Serif Ethiopic"/>
              <a:buNone/>
              <a:defRPr sz="2400">
                <a:solidFill>
                  <a:schemeClr val="dk1"/>
                </a:solidFill>
                <a:latin typeface="Noto Serif Ethiopic"/>
                <a:ea typeface="Noto Serif Ethiopic"/>
                <a:cs typeface="Noto Serif Ethiopic"/>
                <a:sym typeface="Noto Serif Ethiopic"/>
              </a:defRPr>
            </a:lvl8pPr>
            <a:lvl9pPr lvl="8" algn="ctr" rtl="0">
              <a:lnSpc>
                <a:spcPct val="100000"/>
              </a:lnSpc>
              <a:spcBef>
                <a:spcPts val="0"/>
              </a:spcBef>
              <a:spcAft>
                <a:spcPts val="0"/>
              </a:spcAft>
              <a:buClr>
                <a:schemeClr val="dk1"/>
              </a:buClr>
              <a:buSzPts val="2400"/>
              <a:buFont typeface="Noto Serif Ethiopic"/>
              <a:buNone/>
              <a:defRPr sz="2400">
                <a:solidFill>
                  <a:schemeClr val="dk1"/>
                </a:solidFill>
                <a:latin typeface="Noto Serif Ethiopic"/>
                <a:ea typeface="Noto Serif Ethiopic"/>
                <a:cs typeface="Noto Serif Ethiopic"/>
                <a:sym typeface="Noto Serif Ethiopic"/>
              </a:defRPr>
            </a:lvl9pPr>
          </a:lstStyle>
          <a:p>
            <a:endParaRPr/>
          </a:p>
        </p:txBody>
      </p:sp>
      <p:sp>
        <p:nvSpPr>
          <p:cNvPr id="246" name="Google Shape;246;p28"/>
          <p:cNvSpPr txBox="1">
            <a:spLocks noGrp="1"/>
          </p:cNvSpPr>
          <p:nvPr>
            <p:ph type="subTitle" idx="6"/>
          </p:nvPr>
        </p:nvSpPr>
        <p:spPr>
          <a:xfrm>
            <a:off x="4897731" y="2811275"/>
            <a:ext cx="3069600" cy="484800"/>
          </a:xfrm>
          <a:prstGeom prst="rect">
            <a:avLst/>
          </a:prstGeom>
          <a:ln>
            <a:noFill/>
          </a:ln>
        </p:spPr>
        <p:txBody>
          <a:bodyPr spcFirstLastPara="1" wrap="square" lIns="91425" tIns="91425" rIns="91425" bIns="91425" anchor="b" anchorCtr="0">
            <a:noAutofit/>
          </a:bodyPr>
          <a:lstStyle>
            <a:lvl1pPr lvl="0" rtl="0">
              <a:lnSpc>
                <a:spcPct val="100000"/>
              </a:lnSpc>
              <a:spcBef>
                <a:spcPts val="0"/>
              </a:spcBef>
              <a:spcAft>
                <a:spcPts val="0"/>
              </a:spcAft>
              <a:buClr>
                <a:schemeClr val="dk1"/>
              </a:buClr>
              <a:buSzPts val="2400"/>
              <a:buFont typeface="Noto Serif Ethiopic"/>
              <a:buNone/>
              <a:defRPr sz="2400">
                <a:solidFill>
                  <a:schemeClr val="dk1"/>
                </a:solidFill>
                <a:latin typeface="Noto Serif Ethiopic"/>
                <a:ea typeface="Noto Serif Ethiopic"/>
                <a:cs typeface="Noto Serif Ethiopic"/>
                <a:sym typeface="Noto Serif Ethiopic"/>
              </a:defRPr>
            </a:lvl1pPr>
            <a:lvl2pPr lvl="1" algn="ctr" rtl="0">
              <a:lnSpc>
                <a:spcPct val="100000"/>
              </a:lnSpc>
              <a:spcBef>
                <a:spcPts val="0"/>
              </a:spcBef>
              <a:spcAft>
                <a:spcPts val="0"/>
              </a:spcAft>
              <a:buClr>
                <a:schemeClr val="dk1"/>
              </a:buClr>
              <a:buSzPts val="2400"/>
              <a:buFont typeface="Noto Serif Ethiopic"/>
              <a:buNone/>
              <a:defRPr sz="2400">
                <a:solidFill>
                  <a:schemeClr val="dk1"/>
                </a:solidFill>
                <a:latin typeface="Noto Serif Ethiopic"/>
                <a:ea typeface="Noto Serif Ethiopic"/>
                <a:cs typeface="Noto Serif Ethiopic"/>
                <a:sym typeface="Noto Serif Ethiopic"/>
              </a:defRPr>
            </a:lvl2pPr>
            <a:lvl3pPr lvl="2" algn="ctr" rtl="0">
              <a:lnSpc>
                <a:spcPct val="100000"/>
              </a:lnSpc>
              <a:spcBef>
                <a:spcPts val="0"/>
              </a:spcBef>
              <a:spcAft>
                <a:spcPts val="0"/>
              </a:spcAft>
              <a:buClr>
                <a:schemeClr val="dk1"/>
              </a:buClr>
              <a:buSzPts val="2400"/>
              <a:buFont typeface="Noto Serif Ethiopic"/>
              <a:buNone/>
              <a:defRPr sz="2400">
                <a:solidFill>
                  <a:schemeClr val="dk1"/>
                </a:solidFill>
                <a:latin typeface="Noto Serif Ethiopic"/>
                <a:ea typeface="Noto Serif Ethiopic"/>
                <a:cs typeface="Noto Serif Ethiopic"/>
                <a:sym typeface="Noto Serif Ethiopic"/>
              </a:defRPr>
            </a:lvl3pPr>
            <a:lvl4pPr lvl="3" algn="ctr" rtl="0">
              <a:lnSpc>
                <a:spcPct val="100000"/>
              </a:lnSpc>
              <a:spcBef>
                <a:spcPts val="0"/>
              </a:spcBef>
              <a:spcAft>
                <a:spcPts val="0"/>
              </a:spcAft>
              <a:buClr>
                <a:schemeClr val="dk1"/>
              </a:buClr>
              <a:buSzPts val="2400"/>
              <a:buFont typeface="Noto Serif Ethiopic"/>
              <a:buNone/>
              <a:defRPr sz="2400">
                <a:solidFill>
                  <a:schemeClr val="dk1"/>
                </a:solidFill>
                <a:latin typeface="Noto Serif Ethiopic"/>
                <a:ea typeface="Noto Serif Ethiopic"/>
                <a:cs typeface="Noto Serif Ethiopic"/>
                <a:sym typeface="Noto Serif Ethiopic"/>
              </a:defRPr>
            </a:lvl4pPr>
            <a:lvl5pPr lvl="4" algn="ctr" rtl="0">
              <a:lnSpc>
                <a:spcPct val="100000"/>
              </a:lnSpc>
              <a:spcBef>
                <a:spcPts val="0"/>
              </a:spcBef>
              <a:spcAft>
                <a:spcPts val="0"/>
              </a:spcAft>
              <a:buClr>
                <a:schemeClr val="dk1"/>
              </a:buClr>
              <a:buSzPts val="2400"/>
              <a:buFont typeface="Noto Serif Ethiopic"/>
              <a:buNone/>
              <a:defRPr sz="2400">
                <a:solidFill>
                  <a:schemeClr val="dk1"/>
                </a:solidFill>
                <a:latin typeface="Noto Serif Ethiopic"/>
                <a:ea typeface="Noto Serif Ethiopic"/>
                <a:cs typeface="Noto Serif Ethiopic"/>
                <a:sym typeface="Noto Serif Ethiopic"/>
              </a:defRPr>
            </a:lvl5pPr>
            <a:lvl6pPr lvl="5" algn="ctr" rtl="0">
              <a:lnSpc>
                <a:spcPct val="100000"/>
              </a:lnSpc>
              <a:spcBef>
                <a:spcPts val="0"/>
              </a:spcBef>
              <a:spcAft>
                <a:spcPts val="0"/>
              </a:spcAft>
              <a:buClr>
                <a:schemeClr val="dk1"/>
              </a:buClr>
              <a:buSzPts val="2400"/>
              <a:buFont typeface="Noto Serif Ethiopic"/>
              <a:buNone/>
              <a:defRPr sz="2400">
                <a:solidFill>
                  <a:schemeClr val="dk1"/>
                </a:solidFill>
                <a:latin typeface="Noto Serif Ethiopic"/>
                <a:ea typeface="Noto Serif Ethiopic"/>
                <a:cs typeface="Noto Serif Ethiopic"/>
                <a:sym typeface="Noto Serif Ethiopic"/>
              </a:defRPr>
            </a:lvl6pPr>
            <a:lvl7pPr lvl="6" algn="ctr" rtl="0">
              <a:lnSpc>
                <a:spcPct val="100000"/>
              </a:lnSpc>
              <a:spcBef>
                <a:spcPts val="0"/>
              </a:spcBef>
              <a:spcAft>
                <a:spcPts val="0"/>
              </a:spcAft>
              <a:buClr>
                <a:schemeClr val="dk1"/>
              </a:buClr>
              <a:buSzPts val="2400"/>
              <a:buFont typeface="Noto Serif Ethiopic"/>
              <a:buNone/>
              <a:defRPr sz="2400">
                <a:solidFill>
                  <a:schemeClr val="dk1"/>
                </a:solidFill>
                <a:latin typeface="Noto Serif Ethiopic"/>
                <a:ea typeface="Noto Serif Ethiopic"/>
                <a:cs typeface="Noto Serif Ethiopic"/>
                <a:sym typeface="Noto Serif Ethiopic"/>
              </a:defRPr>
            </a:lvl7pPr>
            <a:lvl8pPr lvl="7" algn="ctr" rtl="0">
              <a:lnSpc>
                <a:spcPct val="100000"/>
              </a:lnSpc>
              <a:spcBef>
                <a:spcPts val="0"/>
              </a:spcBef>
              <a:spcAft>
                <a:spcPts val="0"/>
              </a:spcAft>
              <a:buClr>
                <a:schemeClr val="dk1"/>
              </a:buClr>
              <a:buSzPts val="2400"/>
              <a:buFont typeface="Noto Serif Ethiopic"/>
              <a:buNone/>
              <a:defRPr sz="2400">
                <a:solidFill>
                  <a:schemeClr val="dk1"/>
                </a:solidFill>
                <a:latin typeface="Noto Serif Ethiopic"/>
                <a:ea typeface="Noto Serif Ethiopic"/>
                <a:cs typeface="Noto Serif Ethiopic"/>
                <a:sym typeface="Noto Serif Ethiopic"/>
              </a:defRPr>
            </a:lvl8pPr>
            <a:lvl9pPr lvl="8" algn="ctr" rtl="0">
              <a:lnSpc>
                <a:spcPct val="100000"/>
              </a:lnSpc>
              <a:spcBef>
                <a:spcPts val="0"/>
              </a:spcBef>
              <a:spcAft>
                <a:spcPts val="0"/>
              </a:spcAft>
              <a:buClr>
                <a:schemeClr val="dk1"/>
              </a:buClr>
              <a:buSzPts val="2400"/>
              <a:buFont typeface="Noto Serif Ethiopic"/>
              <a:buNone/>
              <a:defRPr sz="2400">
                <a:solidFill>
                  <a:schemeClr val="dk1"/>
                </a:solidFill>
                <a:latin typeface="Noto Serif Ethiopic"/>
                <a:ea typeface="Noto Serif Ethiopic"/>
                <a:cs typeface="Noto Serif Ethiopic"/>
                <a:sym typeface="Noto Serif Ethiopic"/>
              </a:defRPr>
            </a:lvl9pPr>
          </a:lstStyle>
          <a:p>
            <a:endParaRPr/>
          </a:p>
        </p:txBody>
      </p:sp>
      <p:grpSp>
        <p:nvGrpSpPr>
          <p:cNvPr id="247" name="Google Shape;247;p28"/>
          <p:cNvGrpSpPr/>
          <p:nvPr/>
        </p:nvGrpSpPr>
        <p:grpSpPr>
          <a:xfrm>
            <a:off x="165700" y="1308400"/>
            <a:ext cx="8349200" cy="3705900"/>
            <a:chOff x="165700" y="1308400"/>
            <a:chExt cx="8349200" cy="3705900"/>
          </a:xfrm>
        </p:grpSpPr>
        <p:grpSp>
          <p:nvGrpSpPr>
            <p:cNvPr id="248" name="Google Shape;248;p28"/>
            <p:cNvGrpSpPr/>
            <p:nvPr/>
          </p:nvGrpSpPr>
          <p:grpSpPr>
            <a:xfrm rot="10800000">
              <a:off x="165700" y="4608500"/>
              <a:ext cx="7941000" cy="90900"/>
              <a:chOff x="1239825" y="571500"/>
              <a:chExt cx="7941000" cy="90900"/>
            </a:xfrm>
          </p:grpSpPr>
          <p:cxnSp>
            <p:nvCxnSpPr>
              <p:cNvPr id="249" name="Google Shape;249;p28"/>
              <p:cNvCxnSpPr/>
              <p:nvPr/>
            </p:nvCxnSpPr>
            <p:spPr>
              <a:xfrm>
                <a:off x="1239825" y="571500"/>
                <a:ext cx="7941000" cy="0"/>
              </a:xfrm>
              <a:prstGeom prst="straightConnector1">
                <a:avLst/>
              </a:prstGeom>
              <a:noFill/>
              <a:ln w="9525" cap="flat" cmpd="sng">
                <a:solidFill>
                  <a:schemeClr val="dk1"/>
                </a:solidFill>
                <a:prstDash val="solid"/>
                <a:round/>
                <a:headEnd type="none" w="med" len="med"/>
                <a:tailEnd type="none" w="med" len="med"/>
              </a:ln>
            </p:spPr>
          </p:cxnSp>
          <p:sp>
            <p:nvSpPr>
              <p:cNvPr id="250" name="Google Shape;250;p28"/>
              <p:cNvSpPr/>
              <p:nvPr/>
            </p:nvSpPr>
            <p:spPr>
              <a:xfrm>
                <a:off x="1239825" y="571500"/>
                <a:ext cx="505200" cy="90900"/>
              </a:xfrm>
              <a:prstGeom prst="rect">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251" name="Google Shape;251;p28"/>
            <p:cNvGrpSpPr/>
            <p:nvPr/>
          </p:nvGrpSpPr>
          <p:grpSpPr>
            <a:xfrm flipH="1">
              <a:off x="8424000" y="1308400"/>
              <a:ext cx="90900" cy="3705900"/>
              <a:chOff x="7952125" y="1292300"/>
              <a:chExt cx="90900" cy="3705900"/>
            </a:xfrm>
          </p:grpSpPr>
          <p:sp>
            <p:nvSpPr>
              <p:cNvPr id="252" name="Google Shape;252;p28"/>
              <p:cNvSpPr/>
              <p:nvPr/>
            </p:nvSpPr>
            <p:spPr>
              <a:xfrm rot="5400000">
                <a:off x="7744975" y="1499450"/>
                <a:ext cx="505200" cy="90900"/>
              </a:xfrm>
              <a:prstGeom prst="rect">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cxnSp>
            <p:nvCxnSpPr>
              <p:cNvPr id="253" name="Google Shape;253;p28"/>
              <p:cNvCxnSpPr/>
              <p:nvPr/>
            </p:nvCxnSpPr>
            <p:spPr>
              <a:xfrm>
                <a:off x="8043025" y="1292300"/>
                <a:ext cx="0" cy="3705900"/>
              </a:xfrm>
              <a:prstGeom prst="straightConnector1">
                <a:avLst/>
              </a:prstGeom>
              <a:noFill/>
              <a:ln w="9525" cap="flat" cmpd="sng">
                <a:solidFill>
                  <a:schemeClr val="dk1"/>
                </a:solidFill>
                <a:prstDash val="solid"/>
                <a:round/>
                <a:headEnd type="none" w="med" len="med"/>
                <a:tailEnd type="none" w="med" len="med"/>
              </a:ln>
            </p:spPr>
          </p:cxnSp>
        </p:grpSp>
      </p:grpSp>
    </p:spTree>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matchingName="Title and four columns">
  <p:cSld name="BLANK_1_1_1_1">
    <p:spTree>
      <p:nvGrpSpPr>
        <p:cNvPr id="1" name="Shape 254"/>
        <p:cNvGrpSpPr/>
        <p:nvPr/>
      </p:nvGrpSpPr>
      <p:grpSpPr>
        <a:xfrm>
          <a:off x="0" y="0"/>
          <a:ext cx="0" cy="0"/>
          <a:chOff x="0" y="0"/>
          <a:chExt cx="0" cy="0"/>
        </a:xfrm>
      </p:grpSpPr>
      <p:sp>
        <p:nvSpPr>
          <p:cNvPr id="255" name="Google Shape;255;p29"/>
          <p:cNvSpPr/>
          <p:nvPr/>
        </p:nvSpPr>
        <p:spPr>
          <a:xfrm>
            <a:off x="171450" y="145800"/>
            <a:ext cx="8801100" cy="4851900"/>
          </a:xfrm>
          <a:prstGeom prst="rect">
            <a:avLst/>
          </a:prstGeom>
          <a:solidFill>
            <a:schemeClr val="lt1"/>
          </a:solidFill>
          <a:ln>
            <a:noFill/>
          </a:ln>
          <a:effectLst>
            <a:outerShdw blurRad="57150" dist="19050" dir="5400000" algn="bl" rotWithShape="0">
              <a:schemeClr val="dk1">
                <a:alpha val="5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6" name="Google Shape;256;p29"/>
          <p:cNvSpPr txBox="1">
            <a:spLocks noGrp="1"/>
          </p:cNvSpPr>
          <p:nvPr>
            <p:ph type="subTitle" idx="1"/>
          </p:nvPr>
        </p:nvSpPr>
        <p:spPr>
          <a:xfrm>
            <a:off x="2347929" y="1532925"/>
            <a:ext cx="1888800" cy="484800"/>
          </a:xfrm>
          <a:prstGeom prst="rect">
            <a:avLst/>
          </a:prstGeom>
          <a:ln>
            <a:noFill/>
          </a:ln>
        </p:spPr>
        <p:txBody>
          <a:bodyPr spcFirstLastPara="1" wrap="square" lIns="91425" tIns="91425" rIns="91425" bIns="91425" anchor="b" anchorCtr="0">
            <a:noAutofit/>
          </a:bodyPr>
          <a:lstStyle>
            <a:lvl1pPr lvl="0" algn="r" rtl="0">
              <a:lnSpc>
                <a:spcPct val="100000"/>
              </a:lnSpc>
              <a:spcBef>
                <a:spcPts val="0"/>
              </a:spcBef>
              <a:spcAft>
                <a:spcPts val="0"/>
              </a:spcAft>
              <a:buClr>
                <a:schemeClr val="dk1"/>
              </a:buClr>
              <a:buSzPts val="2400"/>
              <a:buFont typeface="Noto Serif Ethiopic"/>
              <a:buNone/>
              <a:defRPr sz="2400">
                <a:solidFill>
                  <a:schemeClr val="dk1"/>
                </a:solidFill>
                <a:latin typeface="Noto Serif Ethiopic"/>
                <a:ea typeface="Noto Serif Ethiopic"/>
                <a:cs typeface="Noto Serif Ethiopic"/>
                <a:sym typeface="Noto Serif Ethiopic"/>
              </a:defRPr>
            </a:lvl1pPr>
            <a:lvl2pPr lvl="1" algn="ctr" rtl="0">
              <a:lnSpc>
                <a:spcPct val="100000"/>
              </a:lnSpc>
              <a:spcBef>
                <a:spcPts val="0"/>
              </a:spcBef>
              <a:spcAft>
                <a:spcPts val="0"/>
              </a:spcAft>
              <a:buClr>
                <a:schemeClr val="dk1"/>
              </a:buClr>
              <a:buSzPts val="2400"/>
              <a:buFont typeface="Noto Serif Ethiopic"/>
              <a:buNone/>
              <a:defRPr sz="2400">
                <a:solidFill>
                  <a:schemeClr val="dk1"/>
                </a:solidFill>
                <a:latin typeface="Noto Serif Ethiopic"/>
                <a:ea typeface="Noto Serif Ethiopic"/>
                <a:cs typeface="Noto Serif Ethiopic"/>
                <a:sym typeface="Noto Serif Ethiopic"/>
              </a:defRPr>
            </a:lvl2pPr>
            <a:lvl3pPr lvl="2" algn="ctr" rtl="0">
              <a:lnSpc>
                <a:spcPct val="100000"/>
              </a:lnSpc>
              <a:spcBef>
                <a:spcPts val="0"/>
              </a:spcBef>
              <a:spcAft>
                <a:spcPts val="0"/>
              </a:spcAft>
              <a:buClr>
                <a:schemeClr val="dk1"/>
              </a:buClr>
              <a:buSzPts val="2400"/>
              <a:buFont typeface="Noto Serif Ethiopic"/>
              <a:buNone/>
              <a:defRPr sz="2400">
                <a:solidFill>
                  <a:schemeClr val="dk1"/>
                </a:solidFill>
                <a:latin typeface="Noto Serif Ethiopic"/>
                <a:ea typeface="Noto Serif Ethiopic"/>
                <a:cs typeface="Noto Serif Ethiopic"/>
                <a:sym typeface="Noto Serif Ethiopic"/>
              </a:defRPr>
            </a:lvl3pPr>
            <a:lvl4pPr lvl="3" algn="ctr" rtl="0">
              <a:lnSpc>
                <a:spcPct val="100000"/>
              </a:lnSpc>
              <a:spcBef>
                <a:spcPts val="0"/>
              </a:spcBef>
              <a:spcAft>
                <a:spcPts val="0"/>
              </a:spcAft>
              <a:buClr>
                <a:schemeClr val="dk1"/>
              </a:buClr>
              <a:buSzPts val="2400"/>
              <a:buFont typeface="Noto Serif Ethiopic"/>
              <a:buNone/>
              <a:defRPr sz="2400">
                <a:solidFill>
                  <a:schemeClr val="dk1"/>
                </a:solidFill>
                <a:latin typeface="Noto Serif Ethiopic"/>
                <a:ea typeface="Noto Serif Ethiopic"/>
                <a:cs typeface="Noto Serif Ethiopic"/>
                <a:sym typeface="Noto Serif Ethiopic"/>
              </a:defRPr>
            </a:lvl4pPr>
            <a:lvl5pPr lvl="4" algn="ctr" rtl="0">
              <a:lnSpc>
                <a:spcPct val="100000"/>
              </a:lnSpc>
              <a:spcBef>
                <a:spcPts val="0"/>
              </a:spcBef>
              <a:spcAft>
                <a:spcPts val="0"/>
              </a:spcAft>
              <a:buClr>
                <a:schemeClr val="dk1"/>
              </a:buClr>
              <a:buSzPts val="2400"/>
              <a:buFont typeface="Noto Serif Ethiopic"/>
              <a:buNone/>
              <a:defRPr sz="2400">
                <a:solidFill>
                  <a:schemeClr val="dk1"/>
                </a:solidFill>
                <a:latin typeface="Noto Serif Ethiopic"/>
                <a:ea typeface="Noto Serif Ethiopic"/>
                <a:cs typeface="Noto Serif Ethiopic"/>
                <a:sym typeface="Noto Serif Ethiopic"/>
              </a:defRPr>
            </a:lvl5pPr>
            <a:lvl6pPr lvl="5" algn="ctr" rtl="0">
              <a:lnSpc>
                <a:spcPct val="100000"/>
              </a:lnSpc>
              <a:spcBef>
                <a:spcPts val="0"/>
              </a:spcBef>
              <a:spcAft>
                <a:spcPts val="0"/>
              </a:spcAft>
              <a:buClr>
                <a:schemeClr val="dk1"/>
              </a:buClr>
              <a:buSzPts val="2400"/>
              <a:buFont typeface="Noto Serif Ethiopic"/>
              <a:buNone/>
              <a:defRPr sz="2400">
                <a:solidFill>
                  <a:schemeClr val="dk1"/>
                </a:solidFill>
                <a:latin typeface="Noto Serif Ethiopic"/>
                <a:ea typeface="Noto Serif Ethiopic"/>
                <a:cs typeface="Noto Serif Ethiopic"/>
                <a:sym typeface="Noto Serif Ethiopic"/>
              </a:defRPr>
            </a:lvl6pPr>
            <a:lvl7pPr lvl="6" algn="ctr" rtl="0">
              <a:lnSpc>
                <a:spcPct val="100000"/>
              </a:lnSpc>
              <a:spcBef>
                <a:spcPts val="0"/>
              </a:spcBef>
              <a:spcAft>
                <a:spcPts val="0"/>
              </a:spcAft>
              <a:buClr>
                <a:schemeClr val="dk1"/>
              </a:buClr>
              <a:buSzPts val="2400"/>
              <a:buFont typeface="Noto Serif Ethiopic"/>
              <a:buNone/>
              <a:defRPr sz="2400">
                <a:solidFill>
                  <a:schemeClr val="dk1"/>
                </a:solidFill>
                <a:latin typeface="Noto Serif Ethiopic"/>
                <a:ea typeface="Noto Serif Ethiopic"/>
                <a:cs typeface="Noto Serif Ethiopic"/>
                <a:sym typeface="Noto Serif Ethiopic"/>
              </a:defRPr>
            </a:lvl7pPr>
            <a:lvl8pPr lvl="7" algn="ctr" rtl="0">
              <a:lnSpc>
                <a:spcPct val="100000"/>
              </a:lnSpc>
              <a:spcBef>
                <a:spcPts val="0"/>
              </a:spcBef>
              <a:spcAft>
                <a:spcPts val="0"/>
              </a:spcAft>
              <a:buClr>
                <a:schemeClr val="dk1"/>
              </a:buClr>
              <a:buSzPts val="2400"/>
              <a:buFont typeface="Noto Serif Ethiopic"/>
              <a:buNone/>
              <a:defRPr sz="2400">
                <a:solidFill>
                  <a:schemeClr val="dk1"/>
                </a:solidFill>
                <a:latin typeface="Noto Serif Ethiopic"/>
                <a:ea typeface="Noto Serif Ethiopic"/>
                <a:cs typeface="Noto Serif Ethiopic"/>
                <a:sym typeface="Noto Serif Ethiopic"/>
              </a:defRPr>
            </a:lvl8pPr>
            <a:lvl9pPr lvl="8" algn="ctr" rtl="0">
              <a:lnSpc>
                <a:spcPct val="100000"/>
              </a:lnSpc>
              <a:spcBef>
                <a:spcPts val="0"/>
              </a:spcBef>
              <a:spcAft>
                <a:spcPts val="0"/>
              </a:spcAft>
              <a:buClr>
                <a:schemeClr val="dk1"/>
              </a:buClr>
              <a:buSzPts val="2400"/>
              <a:buFont typeface="Noto Serif Ethiopic"/>
              <a:buNone/>
              <a:defRPr sz="2400">
                <a:solidFill>
                  <a:schemeClr val="dk1"/>
                </a:solidFill>
                <a:latin typeface="Noto Serif Ethiopic"/>
                <a:ea typeface="Noto Serif Ethiopic"/>
                <a:cs typeface="Noto Serif Ethiopic"/>
                <a:sym typeface="Noto Serif Ethiopic"/>
              </a:defRPr>
            </a:lvl9pPr>
          </a:lstStyle>
          <a:p>
            <a:endParaRPr/>
          </a:p>
        </p:txBody>
      </p:sp>
      <p:sp>
        <p:nvSpPr>
          <p:cNvPr id="257" name="Google Shape;257;p29"/>
          <p:cNvSpPr txBox="1">
            <a:spLocks noGrp="1"/>
          </p:cNvSpPr>
          <p:nvPr>
            <p:ph type="subTitle" idx="2"/>
          </p:nvPr>
        </p:nvSpPr>
        <p:spPr>
          <a:xfrm>
            <a:off x="2347912" y="2017725"/>
            <a:ext cx="1888800" cy="572700"/>
          </a:xfrm>
          <a:prstGeom prst="rect">
            <a:avLst/>
          </a:prstGeom>
          <a:ln>
            <a:noFill/>
          </a:ln>
        </p:spPr>
        <p:txBody>
          <a:bodyPr spcFirstLastPara="1" wrap="square" lIns="91425" tIns="91425" rIns="91425" bIns="91425" anchor="t" anchorCtr="0">
            <a:noAutofit/>
          </a:bodyPr>
          <a:lstStyle>
            <a:lvl1pPr lvl="0" algn="r" rtl="0">
              <a:lnSpc>
                <a:spcPct val="100000"/>
              </a:lnSpc>
              <a:spcBef>
                <a:spcPts val="0"/>
              </a:spcBef>
              <a:spcAft>
                <a:spcPts val="0"/>
              </a:spcAft>
              <a:buSzPts val="1400"/>
              <a:buNone/>
              <a:defRPr/>
            </a:lvl1pPr>
            <a:lvl2pPr lvl="1" algn="ctr" rtl="0">
              <a:lnSpc>
                <a:spcPct val="100000"/>
              </a:lnSpc>
              <a:spcBef>
                <a:spcPts val="0"/>
              </a:spcBef>
              <a:spcAft>
                <a:spcPts val="0"/>
              </a:spcAft>
              <a:buSzPts val="1200"/>
              <a:buNone/>
              <a:defRPr/>
            </a:lvl2pPr>
            <a:lvl3pPr lvl="2" algn="ctr" rtl="0">
              <a:lnSpc>
                <a:spcPct val="100000"/>
              </a:lnSpc>
              <a:spcBef>
                <a:spcPts val="0"/>
              </a:spcBef>
              <a:spcAft>
                <a:spcPts val="0"/>
              </a:spcAft>
              <a:buSzPts val="1200"/>
              <a:buNone/>
              <a:defRPr/>
            </a:lvl3pPr>
            <a:lvl4pPr lvl="3" algn="ctr" rtl="0">
              <a:lnSpc>
                <a:spcPct val="100000"/>
              </a:lnSpc>
              <a:spcBef>
                <a:spcPts val="0"/>
              </a:spcBef>
              <a:spcAft>
                <a:spcPts val="0"/>
              </a:spcAft>
              <a:buSzPts val="1200"/>
              <a:buNone/>
              <a:defRPr/>
            </a:lvl4pPr>
            <a:lvl5pPr lvl="4" algn="ctr" rtl="0">
              <a:lnSpc>
                <a:spcPct val="100000"/>
              </a:lnSpc>
              <a:spcBef>
                <a:spcPts val="0"/>
              </a:spcBef>
              <a:spcAft>
                <a:spcPts val="0"/>
              </a:spcAft>
              <a:buSzPts val="1200"/>
              <a:buNone/>
              <a:defRPr/>
            </a:lvl5pPr>
            <a:lvl6pPr lvl="5" algn="ctr" rtl="0">
              <a:lnSpc>
                <a:spcPct val="100000"/>
              </a:lnSpc>
              <a:spcBef>
                <a:spcPts val="0"/>
              </a:spcBef>
              <a:spcAft>
                <a:spcPts val="0"/>
              </a:spcAft>
              <a:buSzPts val="1200"/>
              <a:buNone/>
              <a:defRPr/>
            </a:lvl6pPr>
            <a:lvl7pPr lvl="6" algn="ctr" rtl="0">
              <a:lnSpc>
                <a:spcPct val="100000"/>
              </a:lnSpc>
              <a:spcBef>
                <a:spcPts val="0"/>
              </a:spcBef>
              <a:spcAft>
                <a:spcPts val="0"/>
              </a:spcAft>
              <a:buSzPts val="1200"/>
              <a:buNone/>
              <a:defRPr/>
            </a:lvl7pPr>
            <a:lvl8pPr lvl="7" algn="ctr" rtl="0">
              <a:lnSpc>
                <a:spcPct val="100000"/>
              </a:lnSpc>
              <a:spcBef>
                <a:spcPts val="0"/>
              </a:spcBef>
              <a:spcAft>
                <a:spcPts val="0"/>
              </a:spcAft>
              <a:buSzPts val="1200"/>
              <a:buNone/>
              <a:defRPr/>
            </a:lvl8pPr>
            <a:lvl9pPr lvl="8" algn="ctr" rtl="0">
              <a:lnSpc>
                <a:spcPct val="100000"/>
              </a:lnSpc>
              <a:spcBef>
                <a:spcPts val="0"/>
              </a:spcBef>
              <a:spcAft>
                <a:spcPts val="0"/>
              </a:spcAft>
              <a:buSzPts val="1200"/>
              <a:buNone/>
              <a:defRPr/>
            </a:lvl9pPr>
          </a:lstStyle>
          <a:p>
            <a:endParaRPr/>
          </a:p>
        </p:txBody>
      </p:sp>
      <p:sp>
        <p:nvSpPr>
          <p:cNvPr id="258" name="Google Shape;258;p29"/>
          <p:cNvSpPr txBox="1">
            <a:spLocks noGrp="1"/>
          </p:cNvSpPr>
          <p:nvPr>
            <p:ph type="subTitle" idx="3"/>
          </p:nvPr>
        </p:nvSpPr>
        <p:spPr>
          <a:xfrm>
            <a:off x="4907276" y="2017725"/>
            <a:ext cx="1888800" cy="572700"/>
          </a:xfrm>
          <a:prstGeom prst="rect">
            <a:avLst/>
          </a:prstGeom>
          <a:ln>
            <a:noFill/>
          </a:ln>
        </p:spPr>
        <p:txBody>
          <a:bodyPr spcFirstLastPara="1" wrap="square" lIns="91425" tIns="91425" rIns="91425" bIns="91425" anchor="t" anchorCtr="0">
            <a:noAutofit/>
          </a:bodyPr>
          <a:lstStyle>
            <a:lvl1pPr lvl="0" rtl="0">
              <a:lnSpc>
                <a:spcPct val="100000"/>
              </a:lnSpc>
              <a:spcBef>
                <a:spcPts val="0"/>
              </a:spcBef>
              <a:spcAft>
                <a:spcPts val="0"/>
              </a:spcAft>
              <a:buSzPts val="1400"/>
              <a:buNone/>
              <a:defRPr/>
            </a:lvl1pPr>
            <a:lvl2pPr lvl="1" algn="ctr" rtl="0">
              <a:lnSpc>
                <a:spcPct val="100000"/>
              </a:lnSpc>
              <a:spcBef>
                <a:spcPts val="0"/>
              </a:spcBef>
              <a:spcAft>
                <a:spcPts val="0"/>
              </a:spcAft>
              <a:buSzPts val="1200"/>
              <a:buNone/>
              <a:defRPr/>
            </a:lvl2pPr>
            <a:lvl3pPr lvl="2" algn="ctr" rtl="0">
              <a:lnSpc>
                <a:spcPct val="100000"/>
              </a:lnSpc>
              <a:spcBef>
                <a:spcPts val="0"/>
              </a:spcBef>
              <a:spcAft>
                <a:spcPts val="0"/>
              </a:spcAft>
              <a:buSzPts val="1200"/>
              <a:buNone/>
              <a:defRPr/>
            </a:lvl3pPr>
            <a:lvl4pPr lvl="3" algn="ctr" rtl="0">
              <a:lnSpc>
                <a:spcPct val="100000"/>
              </a:lnSpc>
              <a:spcBef>
                <a:spcPts val="0"/>
              </a:spcBef>
              <a:spcAft>
                <a:spcPts val="0"/>
              </a:spcAft>
              <a:buSzPts val="1200"/>
              <a:buNone/>
              <a:defRPr/>
            </a:lvl4pPr>
            <a:lvl5pPr lvl="4" algn="ctr" rtl="0">
              <a:lnSpc>
                <a:spcPct val="100000"/>
              </a:lnSpc>
              <a:spcBef>
                <a:spcPts val="0"/>
              </a:spcBef>
              <a:spcAft>
                <a:spcPts val="0"/>
              </a:spcAft>
              <a:buSzPts val="1200"/>
              <a:buNone/>
              <a:defRPr/>
            </a:lvl5pPr>
            <a:lvl6pPr lvl="5" algn="ctr" rtl="0">
              <a:lnSpc>
                <a:spcPct val="100000"/>
              </a:lnSpc>
              <a:spcBef>
                <a:spcPts val="0"/>
              </a:spcBef>
              <a:spcAft>
                <a:spcPts val="0"/>
              </a:spcAft>
              <a:buSzPts val="1200"/>
              <a:buNone/>
              <a:defRPr/>
            </a:lvl6pPr>
            <a:lvl7pPr lvl="6" algn="ctr" rtl="0">
              <a:lnSpc>
                <a:spcPct val="100000"/>
              </a:lnSpc>
              <a:spcBef>
                <a:spcPts val="0"/>
              </a:spcBef>
              <a:spcAft>
                <a:spcPts val="0"/>
              </a:spcAft>
              <a:buSzPts val="1200"/>
              <a:buNone/>
              <a:defRPr/>
            </a:lvl7pPr>
            <a:lvl8pPr lvl="7" algn="ctr" rtl="0">
              <a:lnSpc>
                <a:spcPct val="100000"/>
              </a:lnSpc>
              <a:spcBef>
                <a:spcPts val="0"/>
              </a:spcBef>
              <a:spcAft>
                <a:spcPts val="0"/>
              </a:spcAft>
              <a:buSzPts val="1200"/>
              <a:buNone/>
              <a:defRPr/>
            </a:lvl8pPr>
            <a:lvl9pPr lvl="8" algn="ctr" rtl="0">
              <a:lnSpc>
                <a:spcPct val="100000"/>
              </a:lnSpc>
              <a:spcBef>
                <a:spcPts val="0"/>
              </a:spcBef>
              <a:spcAft>
                <a:spcPts val="0"/>
              </a:spcAft>
              <a:buSzPts val="1200"/>
              <a:buNone/>
              <a:defRPr/>
            </a:lvl9pPr>
          </a:lstStyle>
          <a:p>
            <a:endParaRPr/>
          </a:p>
        </p:txBody>
      </p:sp>
      <p:sp>
        <p:nvSpPr>
          <p:cNvPr id="259" name="Google Shape;259;p29"/>
          <p:cNvSpPr txBox="1">
            <a:spLocks noGrp="1"/>
          </p:cNvSpPr>
          <p:nvPr>
            <p:ph type="subTitle" idx="4"/>
          </p:nvPr>
        </p:nvSpPr>
        <p:spPr>
          <a:xfrm>
            <a:off x="2347921" y="3407650"/>
            <a:ext cx="1888800" cy="572700"/>
          </a:xfrm>
          <a:prstGeom prst="rect">
            <a:avLst/>
          </a:prstGeom>
          <a:ln>
            <a:noFill/>
          </a:ln>
        </p:spPr>
        <p:txBody>
          <a:bodyPr spcFirstLastPara="1" wrap="square" lIns="91425" tIns="91425" rIns="91425" bIns="91425" anchor="t" anchorCtr="0">
            <a:noAutofit/>
          </a:bodyPr>
          <a:lstStyle>
            <a:lvl1pPr lvl="0" algn="r" rtl="0">
              <a:lnSpc>
                <a:spcPct val="100000"/>
              </a:lnSpc>
              <a:spcBef>
                <a:spcPts val="0"/>
              </a:spcBef>
              <a:spcAft>
                <a:spcPts val="0"/>
              </a:spcAft>
              <a:buSzPts val="1400"/>
              <a:buNone/>
              <a:defRPr/>
            </a:lvl1pPr>
            <a:lvl2pPr lvl="1" algn="ctr" rtl="0">
              <a:lnSpc>
                <a:spcPct val="100000"/>
              </a:lnSpc>
              <a:spcBef>
                <a:spcPts val="0"/>
              </a:spcBef>
              <a:spcAft>
                <a:spcPts val="0"/>
              </a:spcAft>
              <a:buSzPts val="1200"/>
              <a:buNone/>
              <a:defRPr/>
            </a:lvl2pPr>
            <a:lvl3pPr lvl="2" algn="ctr" rtl="0">
              <a:lnSpc>
                <a:spcPct val="100000"/>
              </a:lnSpc>
              <a:spcBef>
                <a:spcPts val="0"/>
              </a:spcBef>
              <a:spcAft>
                <a:spcPts val="0"/>
              </a:spcAft>
              <a:buSzPts val="1200"/>
              <a:buNone/>
              <a:defRPr/>
            </a:lvl3pPr>
            <a:lvl4pPr lvl="3" algn="ctr" rtl="0">
              <a:lnSpc>
                <a:spcPct val="100000"/>
              </a:lnSpc>
              <a:spcBef>
                <a:spcPts val="0"/>
              </a:spcBef>
              <a:spcAft>
                <a:spcPts val="0"/>
              </a:spcAft>
              <a:buSzPts val="1200"/>
              <a:buNone/>
              <a:defRPr/>
            </a:lvl4pPr>
            <a:lvl5pPr lvl="4" algn="ctr" rtl="0">
              <a:lnSpc>
                <a:spcPct val="100000"/>
              </a:lnSpc>
              <a:spcBef>
                <a:spcPts val="0"/>
              </a:spcBef>
              <a:spcAft>
                <a:spcPts val="0"/>
              </a:spcAft>
              <a:buSzPts val="1200"/>
              <a:buNone/>
              <a:defRPr/>
            </a:lvl5pPr>
            <a:lvl6pPr lvl="5" algn="ctr" rtl="0">
              <a:lnSpc>
                <a:spcPct val="100000"/>
              </a:lnSpc>
              <a:spcBef>
                <a:spcPts val="0"/>
              </a:spcBef>
              <a:spcAft>
                <a:spcPts val="0"/>
              </a:spcAft>
              <a:buSzPts val="1200"/>
              <a:buNone/>
              <a:defRPr/>
            </a:lvl6pPr>
            <a:lvl7pPr lvl="6" algn="ctr" rtl="0">
              <a:lnSpc>
                <a:spcPct val="100000"/>
              </a:lnSpc>
              <a:spcBef>
                <a:spcPts val="0"/>
              </a:spcBef>
              <a:spcAft>
                <a:spcPts val="0"/>
              </a:spcAft>
              <a:buSzPts val="1200"/>
              <a:buNone/>
              <a:defRPr/>
            </a:lvl7pPr>
            <a:lvl8pPr lvl="7" algn="ctr" rtl="0">
              <a:lnSpc>
                <a:spcPct val="100000"/>
              </a:lnSpc>
              <a:spcBef>
                <a:spcPts val="0"/>
              </a:spcBef>
              <a:spcAft>
                <a:spcPts val="0"/>
              </a:spcAft>
              <a:buSzPts val="1200"/>
              <a:buNone/>
              <a:defRPr/>
            </a:lvl8pPr>
            <a:lvl9pPr lvl="8" algn="ctr" rtl="0">
              <a:lnSpc>
                <a:spcPct val="100000"/>
              </a:lnSpc>
              <a:spcBef>
                <a:spcPts val="0"/>
              </a:spcBef>
              <a:spcAft>
                <a:spcPts val="0"/>
              </a:spcAft>
              <a:buSzPts val="1200"/>
              <a:buNone/>
              <a:defRPr/>
            </a:lvl9pPr>
          </a:lstStyle>
          <a:p>
            <a:endParaRPr/>
          </a:p>
        </p:txBody>
      </p:sp>
      <p:sp>
        <p:nvSpPr>
          <p:cNvPr id="260" name="Google Shape;260;p29"/>
          <p:cNvSpPr txBox="1">
            <a:spLocks noGrp="1"/>
          </p:cNvSpPr>
          <p:nvPr>
            <p:ph type="subTitle" idx="5"/>
          </p:nvPr>
        </p:nvSpPr>
        <p:spPr>
          <a:xfrm>
            <a:off x="4907284" y="3407650"/>
            <a:ext cx="1888800" cy="572700"/>
          </a:xfrm>
          <a:prstGeom prst="rect">
            <a:avLst/>
          </a:prstGeom>
          <a:ln>
            <a:noFill/>
          </a:ln>
        </p:spPr>
        <p:txBody>
          <a:bodyPr spcFirstLastPara="1" wrap="square" lIns="91425" tIns="91425" rIns="91425" bIns="91425" anchor="t" anchorCtr="0">
            <a:noAutofit/>
          </a:bodyPr>
          <a:lstStyle>
            <a:lvl1pPr lvl="0" rtl="0">
              <a:lnSpc>
                <a:spcPct val="100000"/>
              </a:lnSpc>
              <a:spcBef>
                <a:spcPts val="0"/>
              </a:spcBef>
              <a:spcAft>
                <a:spcPts val="0"/>
              </a:spcAft>
              <a:buSzPts val="1400"/>
              <a:buNone/>
              <a:defRPr/>
            </a:lvl1pPr>
            <a:lvl2pPr lvl="1" algn="ctr" rtl="0">
              <a:lnSpc>
                <a:spcPct val="100000"/>
              </a:lnSpc>
              <a:spcBef>
                <a:spcPts val="0"/>
              </a:spcBef>
              <a:spcAft>
                <a:spcPts val="0"/>
              </a:spcAft>
              <a:buSzPts val="1200"/>
              <a:buNone/>
              <a:defRPr/>
            </a:lvl2pPr>
            <a:lvl3pPr lvl="2" algn="ctr" rtl="0">
              <a:lnSpc>
                <a:spcPct val="100000"/>
              </a:lnSpc>
              <a:spcBef>
                <a:spcPts val="0"/>
              </a:spcBef>
              <a:spcAft>
                <a:spcPts val="0"/>
              </a:spcAft>
              <a:buSzPts val="1200"/>
              <a:buNone/>
              <a:defRPr/>
            </a:lvl3pPr>
            <a:lvl4pPr lvl="3" algn="ctr" rtl="0">
              <a:lnSpc>
                <a:spcPct val="100000"/>
              </a:lnSpc>
              <a:spcBef>
                <a:spcPts val="0"/>
              </a:spcBef>
              <a:spcAft>
                <a:spcPts val="0"/>
              </a:spcAft>
              <a:buSzPts val="1200"/>
              <a:buNone/>
              <a:defRPr/>
            </a:lvl4pPr>
            <a:lvl5pPr lvl="4" algn="ctr" rtl="0">
              <a:lnSpc>
                <a:spcPct val="100000"/>
              </a:lnSpc>
              <a:spcBef>
                <a:spcPts val="0"/>
              </a:spcBef>
              <a:spcAft>
                <a:spcPts val="0"/>
              </a:spcAft>
              <a:buSzPts val="1200"/>
              <a:buNone/>
              <a:defRPr/>
            </a:lvl5pPr>
            <a:lvl6pPr lvl="5" algn="ctr" rtl="0">
              <a:lnSpc>
                <a:spcPct val="100000"/>
              </a:lnSpc>
              <a:spcBef>
                <a:spcPts val="0"/>
              </a:spcBef>
              <a:spcAft>
                <a:spcPts val="0"/>
              </a:spcAft>
              <a:buSzPts val="1200"/>
              <a:buNone/>
              <a:defRPr/>
            </a:lvl6pPr>
            <a:lvl7pPr lvl="6" algn="ctr" rtl="0">
              <a:lnSpc>
                <a:spcPct val="100000"/>
              </a:lnSpc>
              <a:spcBef>
                <a:spcPts val="0"/>
              </a:spcBef>
              <a:spcAft>
                <a:spcPts val="0"/>
              </a:spcAft>
              <a:buSzPts val="1200"/>
              <a:buNone/>
              <a:defRPr/>
            </a:lvl7pPr>
            <a:lvl8pPr lvl="7" algn="ctr" rtl="0">
              <a:lnSpc>
                <a:spcPct val="100000"/>
              </a:lnSpc>
              <a:spcBef>
                <a:spcPts val="0"/>
              </a:spcBef>
              <a:spcAft>
                <a:spcPts val="0"/>
              </a:spcAft>
              <a:buSzPts val="1200"/>
              <a:buNone/>
              <a:defRPr/>
            </a:lvl8pPr>
            <a:lvl9pPr lvl="8" algn="ctr" rtl="0">
              <a:lnSpc>
                <a:spcPct val="100000"/>
              </a:lnSpc>
              <a:spcBef>
                <a:spcPts val="0"/>
              </a:spcBef>
              <a:spcAft>
                <a:spcPts val="0"/>
              </a:spcAft>
              <a:buSzPts val="1200"/>
              <a:buNone/>
              <a:defRPr/>
            </a:lvl9pPr>
          </a:lstStyle>
          <a:p>
            <a:endParaRPr/>
          </a:p>
        </p:txBody>
      </p:sp>
      <p:sp>
        <p:nvSpPr>
          <p:cNvPr id="261" name="Google Shape;261;p29"/>
          <p:cNvSpPr txBox="1">
            <a:spLocks noGrp="1"/>
          </p:cNvSpPr>
          <p:nvPr>
            <p:ph type="title"/>
          </p:nvPr>
        </p:nvSpPr>
        <p:spPr>
          <a:xfrm>
            <a:off x="720000" y="445025"/>
            <a:ext cx="7704000" cy="572700"/>
          </a:xfrm>
          <a:prstGeom prst="rect">
            <a:avLst/>
          </a:prstGeom>
        </p:spPr>
        <p:txBody>
          <a:bodyPr spcFirstLastPara="1" wrap="square" lIns="91425" tIns="91425" rIns="91425" bIns="91425" anchor="t" anchorCtr="0">
            <a:noAutofit/>
          </a:bodyPr>
          <a:lstStyle>
            <a:lvl1pPr lvl="0" rtl="0">
              <a:spcBef>
                <a:spcPts val="0"/>
              </a:spcBef>
              <a:spcAft>
                <a:spcPts val="0"/>
              </a:spcAft>
              <a:buSzPts val="3500"/>
              <a:buNone/>
              <a:defRPr/>
            </a:lvl1pPr>
            <a:lvl2pPr lvl="1" rtl="0">
              <a:spcBef>
                <a:spcPts val="0"/>
              </a:spcBef>
              <a:spcAft>
                <a:spcPts val="0"/>
              </a:spcAft>
              <a:buSzPts val="3500"/>
              <a:buNone/>
              <a:defRPr/>
            </a:lvl2pPr>
            <a:lvl3pPr lvl="2" rtl="0">
              <a:spcBef>
                <a:spcPts val="0"/>
              </a:spcBef>
              <a:spcAft>
                <a:spcPts val="0"/>
              </a:spcAft>
              <a:buSzPts val="3500"/>
              <a:buNone/>
              <a:defRPr/>
            </a:lvl3pPr>
            <a:lvl4pPr lvl="3" rtl="0">
              <a:spcBef>
                <a:spcPts val="0"/>
              </a:spcBef>
              <a:spcAft>
                <a:spcPts val="0"/>
              </a:spcAft>
              <a:buSzPts val="3500"/>
              <a:buNone/>
              <a:defRPr/>
            </a:lvl4pPr>
            <a:lvl5pPr lvl="4" rtl="0">
              <a:spcBef>
                <a:spcPts val="0"/>
              </a:spcBef>
              <a:spcAft>
                <a:spcPts val="0"/>
              </a:spcAft>
              <a:buSzPts val="3500"/>
              <a:buNone/>
              <a:defRPr/>
            </a:lvl5pPr>
            <a:lvl6pPr lvl="5" rtl="0">
              <a:spcBef>
                <a:spcPts val="0"/>
              </a:spcBef>
              <a:spcAft>
                <a:spcPts val="0"/>
              </a:spcAft>
              <a:buSzPts val="3500"/>
              <a:buNone/>
              <a:defRPr/>
            </a:lvl6pPr>
            <a:lvl7pPr lvl="6" rtl="0">
              <a:spcBef>
                <a:spcPts val="0"/>
              </a:spcBef>
              <a:spcAft>
                <a:spcPts val="0"/>
              </a:spcAft>
              <a:buSzPts val="3500"/>
              <a:buNone/>
              <a:defRPr/>
            </a:lvl7pPr>
            <a:lvl8pPr lvl="7" rtl="0">
              <a:spcBef>
                <a:spcPts val="0"/>
              </a:spcBef>
              <a:spcAft>
                <a:spcPts val="0"/>
              </a:spcAft>
              <a:buSzPts val="3500"/>
              <a:buNone/>
              <a:defRPr/>
            </a:lvl8pPr>
            <a:lvl9pPr lvl="8" rtl="0">
              <a:spcBef>
                <a:spcPts val="0"/>
              </a:spcBef>
              <a:spcAft>
                <a:spcPts val="0"/>
              </a:spcAft>
              <a:buSzPts val="3500"/>
              <a:buNone/>
              <a:defRPr/>
            </a:lvl9pPr>
          </a:lstStyle>
          <a:p>
            <a:endParaRPr/>
          </a:p>
        </p:txBody>
      </p:sp>
      <p:sp>
        <p:nvSpPr>
          <p:cNvPr id="262" name="Google Shape;262;p29"/>
          <p:cNvSpPr txBox="1">
            <a:spLocks noGrp="1"/>
          </p:cNvSpPr>
          <p:nvPr>
            <p:ph type="subTitle" idx="6"/>
          </p:nvPr>
        </p:nvSpPr>
        <p:spPr>
          <a:xfrm>
            <a:off x="2347929" y="2922850"/>
            <a:ext cx="1888800" cy="484800"/>
          </a:xfrm>
          <a:prstGeom prst="rect">
            <a:avLst/>
          </a:prstGeom>
          <a:ln>
            <a:noFill/>
          </a:ln>
        </p:spPr>
        <p:txBody>
          <a:bodyPr spcFirstLastPara="1" wrap="square" lIns="91425" tIns="91425" rIns="91425" bIns="91425" anchor="b" anchorCtr="0">
            <a:noAutofit/>
          </a:bodyPr>
          <a:lstStyle>
            <a:lvl1pPr lvl="0" algn="r" rtl="0">
              <a:lnSpc>
                <a:spcPct val="100000"/>
              </a:lnSpc>
              <a:spcBef>
                <a:spcPts val="0"/>
              </a:spcBef>
              <a:spcAft>
                <a:spcPts val="0"/>
              </a:spcAft>
              <a:buClr>
                <a:schemeClr val="dk1"/>
              </a:buClr>
              <a:buSzPts val="2400"/>
              <a:buFont typeface="Noto Serif Ethiopic"/>
              <a:buNone/>
              <a:defRPr sz="2400">
                <a:solidFill>
                  <a:schemeClr val="dk1"/>
                </a:solidFill>
                <a:latin typeface="Noto Serif Ethiopic"/>
                <a:ea typeface="Noto Serif Ethiopic"/>
                <a:cs typeface="Noto Serif Ethiopic"/>
                <a:sym typeface="Noto Serif Ethiopic"/>
              </a:defRPr>
            </a:lvl1pPr>
            <a:lvl2pPr lvl="1" algn="ctr" rtl="0">
              <a:lnSpc>
                <a:spcPct val="100000"/>
              </a:lnSpc>
              <a:spcBef>
                <a:spcPts val="0"/>
              </a:spcBef>
              <a:spcAft>
                <a:spcPts val="0"/>
              </a:spcAft>
              <a:buClr>
                <a:schemeClr val="dk1"/>
              </a:buClr>
              <a:buSzPts val="2400"/>
              <a:buFont typeface="Noto Serif Ethiopic"/>
              <a:buNone/>
              <a:defRPr sz="2400">
                <a:solidFill>
                  <a:schemeClr val="dk1"/>
                </a:solidFill>
                <a:latin typeface="Noto Serif Ethiopic"/>
                <a:ea typeface="Noto Serif Ethiopic"/>
                <a:cs typeface="Noto Serif Ethiopic"/>
                <a:sym typeface="Noto Serif Ethiopic"/>
              </a:defRPr>
            </a:lvl2pPr>
            <a:lvl3pPr lvl="2" algn="ctr" rtl="0">
              <a:lnSpc>
                <a:spcPct val="100000"/>
              </a:lnSpc>
              <a:spcBef>
                <a:spcPts val="0"/>
              </a:spcBef>
              <a:spcAft>
                <a:spcPts val="0"/>
              </a:spcAft>
              <a:buClr>
                <a:schemeClr val="dk1"/>
              </a:buClr>
              <a:buSzPts val="2400"/>
              <a:buFont typeface="Noto Serif Ethiopic"/>
              <a:buNone/>
              <a:defRPr sz="2400">
                <a:solidFill>
                  <a:schemeClr val="dk1"/>
                </a:solidFill>
                <a:latin typeface="Noto Serif Ethiopic"/>
                <a:ea typeface="Noto Serif Ethiopic"/>
                <a:cs typeface="Noto Serif Ethiopic"/>
                <a:sym typeface="Noto Serif Ethiopic"/>
              </a:defRPr>
            </a:lvl3pPr>
            <a:lvl4pPr lvl="3" algn="ctr" rtl="0">
              <a:lnSpc>
                <a:spcPct val="100000"/>
              </a:lnSpc>
              <a:spcBef>
                <a:spcPts val="0"/>
              </a:spcBef>
              <a:spcAft>
                <a:spcPts val="0"/>
              </a:spcAft>
              <a:buClr>
                <a:schemeClr val="dk1"/>
              </a:buClr>
              <a:buSzPts val="2400"/>
              <a:buFont typeface="Noto Serif Ethiopic"/>
              <a:buNone/>
              <a:defRPr sz="2400">
                <a:solidFill>
                  <a:schemeClr val="dk1"/>
                </a:solidFill>
                <a:latin typeface="Noto Serif Ethiopic"/>
                <a:ea typeface="Noto Serif Ethiopic"/>
                <a:cs typeface="Noto Serif Ethiopic"/>
                <a:sym typeface="Noto Serif Ethiopic"/>
              </a:defRPr>
            </a:lvl4pPr>
            <a:lvl5pPr lvl="4" algn="ctr" rtl="0">
              <a:lnSpc>
                <a:spcPct val="100000"/>
              </a:lnSpc>
              <a:spcBef>
                <a:spcPts val="0"/>
              </a:spcBef>
              <a:spcAft>
                <a:spcPts val="0"/>
              </a:spcAft>
              <a:buClr>
                <a:schemeClr val="dk1"/>
              </a:buClr>
              <a:buSzPts val="2400"/>
              <a:buFont typeface="Noto Serif Ethiopic"/>
              <a:buNone/>
              <a:defRPr sz="2400">
                <a:solidFill>
                  <a:schemeClr val="dk1"/>
                </a:solidFill>
                <a:latin typeface="Noto Serif Ethiopic"/>
                <a:ea typeface="Noto Serif Ethiopic"/>
                <a:cs typeface="Noto Serif Ethiopic"/>
                <a:sym typeface="Noto Serif Ethiopic"/>
              </a:defRPr>
            </a:lvl5pPr>
            <a:lvl6pPr lvl="5" algn="ctr" rtl="0">
              <a:lnSpc>
                <a:spcPct val="100000"/>
              </a:lnSpc>
              <a:spcBef>
                <a:spcPts val="0"/>
              </a:spcBef>
              <a:spcAft>
                <a:spcPts val="0"/>
              </a:spcAft>
              <a:buClr>
                <a:schemeClr val="dk1"/>
              </a:buClr>
              <a:buSzPts val="2400"/>
              <a:buFont typeface="Noto Serif Ethiopic"/>
              <a:buNone/>
              <a:defRPr sz="2400">
                <a:solidFill>
                  <a:schemeClr val="dk1"/>
                </a:solidFill>
                <a:latin typeface="Noto Serif Ethiopic"/>
                <a:ea typeface="Noto Serif Ethiopic"/>
                <a:cs typeface="Noto Serif Ethiopic"/>
                <a:sym typeface="Noto Serif Ethiopic"/>
              </a:defRPr>
            </a:lvl6pPr>
            <a:lvl7pPr lvl="6" algn="ctr" rtl="0">
              <a:lnSpc>
                <a:spcPct val="100000"/>
              </a:lnSpc>
              <a:spcBef>
                <a:spcPts val="0"/>
              </a:spcBef>
              <a:spcAft>
                <a:spcPts val="0"/>
              </a:spcAft>
              <a:buClr>
                <a:schemeClr val="dk1"/>
              </a:buClr>
              <a:buSzPts val="2400"/>
              <a:buFont typeface="Noto Serif Ethiopic"/>
              <a:buNone/>
              <a:defRPr sz="2400">
                <a:solidFill>
                  <a:schemeClr val="dk1"/>
                </a:solidFill>
                <a:latin typeface="Noto Serif Ethiopic"/>
                <a:ea typeface="Noto Serif Ethiopic"/>
                <a:cs typeface="Noto Serif Ethiopic"/>
                <a:sym typeface="Noto Serif Ethiopic"/>
              </a:defRPr>
            </a:lvl7pPr>
            <a:lvl8pPr lvl="7" algn="ctr" rtl="0">
              <a:lnSpc>
                <a:spcPct val="100000"/>
              </a:lnSpc>
              <a:spcBef>
                <a:spcPts val="0"/>
              </a:spcBef>
              <a:spcAft>
                <a:spcPts val="0"/>
              </a:spcAft>
              <a:buClr>
                <a:schemeClr val="dk1"/>
              </a:buClr>
              <a:buSzPts val="2400"/>
              <a:buFont typeface="Noto Serif Ethiopic"/>
              <a:buNone/>
              <a:defRPr sz="2400">
                <a:solidFill>
                  <a:schemeClr val="dk1"/>
                </a:solidFill>
                <a:latin typeface="Noto Serif Ethiopic"/>
                <a:ea typeface="Noto Serif Ethiopic"/>
                <a:cs typeface="Noto Serif Ethiopic"/>
                <a:sym typeface="Noto Serif Ethiopic"/>
              </a:defRPr>
            </a:lvl8pPr>
            <a:lvl9pPr lvl="8" algn="ctr" rtl="0">
              <a:lnSpc>
                <a:spcPct val="100000"/>
              </a:lnSpc>
              <a:spcBef>
                <a:spcPts val="0"/>
              </a:spcBef>
              <a:spcAft>
                <a:spcPts val="0"/>
              </a:spcAft>
              <a:buClr>
                <a:schemeClr val="dk1"/>
              </a:buClr>
              <a:buSzPts val="2400"/>
              <a:buFont typeface="Noto Serif Ethiopic"/>
              <a:buNone/>
              <a:defRPr sz="2400">
                <a:solidFill>
                  <a:schemeClr val="dk1"/>
                </a:solidFill>
                <a:latin typeface="Noto Serif Ethiopic"/>
                <a:ea typeface="Noto Serif Ethiopic"/>
                <a:cs typeface="Noto Serif Ethiopic"/>
                <a:sym typeface="Noto Serif Ethiopic"/>
              </a:defRPr>
            </a:lvl9pPr>
          </a:lstStyle>
          <a:p>
            <a:endParaRPr/>
          </a:p>
        </p:txBody>
      </p:sp>
      <p:sp>
        <p:nvSpPr>
          <p:cNvPr id="263" name="Google Shape;263;p29"/>
          <p:cNvSpPr txBox="1">
            <a:spLocks noGrp="1"/>
          </p:cNvSpPr>
          <p:nvPr>
            <p:ph type="subTitle" idx="7"/>
          </p:nvPr>
        </p:nvSpPr>
        <p:spPr>
          <a:xfrm>
            <a:off x="4907291" y="1532925"/>
            <a:ext cx="1888800" cy="484800"/>
          </a:xfrm>
          <a:prstGeom prst="rect">
            <a:avLst/>
          </a:prstGeom>
          <a:ln>
            <a:noFill/>
          </a:ln>
        </p:spPr>
        <p:txBody>
          <a:bodyPr spcFirstLastPara="1" wrap="square" lIns="91425" tIns="91425" rIns="91425" bIns="91425" anchor="b" anchorCtr="0">
            <a:noAutofit/>
          </a:bodyPr>
          <a:lstStyle>
            <a:lvl1pPr lvl="0" rtl="0">
              <a:lnSpc>
                <a:spcPct val="100000"/>
              </a:lnSpc>
              <a:spcBef>
                <a:spcPts val="0"/>
              </a:spcBef>
              <a:spcAft>
                <a:spcPts val="0"/>
              </a:spcAft>
              <a:buClr>
                <a:schemeClr val="dk1"/>
              </a:buClr>
              <a:buSzPts val="2400"/>
              <a:buFont typeface="Noto Serif Ethiopic"/>
              <a:buNone/>
              <a:defRPr sz="2400">
                <a:solidFill>
                  <a:schemeClr val="dk1"/>
                </a:solidFill>
                <a:latin typeface="Noto Serif Ethiopic"/>
                <a:ea typeface="Noto Serif Ethiopic"/>
                <a:cs typeface="Noto Serif Ethiopic"/>
                <a:sym typeface="Noto Serif Ethiopic"/>
              </a:defRPr>
            </a:lvl1pPr>
            <a:lvl2pPr lvl="1" algn="ctr" rtl="0">
              <a:lnSpc>
                <a:spcPct val="100000"/>
              </a:lnSpc>
              <a:spcBef>
                <a:spcPts val="0"/>
              </a:spcBef>
              <a:spcAft>
                <a:spcPts val="0"/>
              </a:spcAft>
              <a:buClr>
                <a:schemeClr val="dk1"/>
              </a:buClr>
              <a:buSzPts val="2400"/>
              <a:buFont typeface="Noto Serif Ethiopic"/>
              <a:buNone/>
              <a:defRPr sz="2400">
                <a:solidFill>
                  <a:schemeClr val="dk1"/>
                </a:solidFill>
                <a:latin typeface="Noto Serif Ethiopic"/>
                <a:ea typeface="Noto Serif Ethiopic"/>
                <a:cs typeface="Noto Serif Ethiopic"/>
                <a:sym typeface="Noto Serif Ethiopic"/>
              </a:defRPr>
            </a:lvl2pPr>
            <a:lvl3pPr lvl="2" algn="ctr" rtl="0">
              <a:lnSpc>
                <a:spcPct val="100000"/>
              </a:lnSpc>
              <a:spcBef>
                <a:spcPts val="0"/>
              </a:spcBef>
              <a:spcAft>
                <a:spcPts val="0"/>
              </a:spcAft>
              <a:buClr>
                <a:schemeClr val="dk1"/>
              </a:buClr>
              <a:buSzPts val="2400"/>
              <a:buFont typeface="Noto Serif Ethiopic"/>
              <a:buNone/>
              <a:defRPr sz="2400">
                <a:solidFill>
                  <a:schemeClr val="dk1"/>
                </a:solidFill>
                <a:latin typeface="Noto Serif Ethiopic"/>
                <a:ea typeface="Noto Serif Ethiopic"/>
                <a:cs typeface="Noto Serif Ethiopic"/>
                <a:sym typeface="Noto Serif Ethiopic"/>
              </a:defRPr>
            </a:lvl3pPr>
            <a:lvl4pPr lvl="3" algn="ctr" rtl="0">
              <a:lnSpc>
                <a:spcPct val="100000"/>
              </a:lnSpc>
              <a:spcBef>
                <a:spcPts val="0"/>
              </a:spcBef>
              <a:spcAft>
                <a:spcPts val="0"/>
              </a:spcAft>
              <a:buClr>
                <a:schemeClr val="dk1"/>
              </a:buClr>
              <a:buSzPts val="2400"/>
              <a:buFont typeface="Noto Serif Ethiopic"/>
              <a:buNone/>
              <a:defRPr sz="2400">
                <a:solidFill>
                  <a:schemeClr val="dk1"/>
                </a:solidFill>
                <a:latin typeface="Noto Serif Ethiopic"/>
                <a:ea typeface="Noto Serif Ethiopic"/>
                <a:cs typeface="Noto Serif Ethiopic"/>
                <a:sym typeface="Noto Serif Ethiopic"/>
              </a:defRPr>
            </a:lvl4pPr>
            <a:lvl5pPr lvl="4" algn="ctr" rtl="0">
              <a:lnSpc>
                <a:spcPct val="100000"/>
              </a:lnSpc>
              <a:spcBef>
                <a:spcPts val="0"/>
              </a:spcBef>
              <a:spcAft>
                <a:spcPts val="0"/>
              </a:spcAft>
              <a:buClr>
                <a:schemeClr val="dk1"/>
              </a:buClr>
              <a:buSzPts val="2400"/>
              <a:buFont typeface="Noto Serif Ethiopic"/>
              <a:buNone/>
              <a:defRPr sz="2400">
                <a:solidFill>
                  <a:schemeClr val="dk1"/>
                </a:solidFill>
                <a:latin typeface="Noto Serif Ethiopic"/>
                <a:ea typeface="Noto Serif Ethiopic"/>
                <a:cs typeface="Noto Serif Ethiopic"/>
                <a:sym typeface="Noto Serif Ethiopic"/>
              </a:defRPr>
            </a:lvl5pPr>
            <a:lvl6pPr lvl="5" algn="ctr" rtl="0">
              <a:lnSpc>
                <a:spcPct val="100000"/>
              </a:lnSpc>
              <a:spcBef>
                <a:spcPts val="0"/>
              </a:spcBef>
              <a:spcAft>
                <a:spcPts val="0"/>
              </a:spcAft>
              <a:buClr>
                <a:schemeClr val="dk1"/>
              </a:buClr>
              <a:buSzPts val="2400"/>
              <a:buFont typeface="Noto Serif Ethiopic"/>
              <a:buNone/>
              <a:defRPr sz="2400">
                <a:solidFill>
                  <a:schemeClr val="dk1"/>
                </a:solidFill>
                <a:latin typeface="Noto Serif Ethiopic"/>
                <a:ea typeface="Noto Serif Ethiopic"/>
                <a:cs typeface="Noto Serif Ethiopic"/>
                <a:sym typeface="Noto Serif Ethiopic"/>
              </a:defRPr>
            </a:lvl6pPr>
            <a:lvl7pPr lvl="6" algn="ctr" rtl="0">
              <a:lnSpc>
                <a:spcPct val="100000"/>
              </a:lnSpc>
              <a:spcBef>
                <a:spcPts val="0"/>
              </a:spcBef>
              <a:spcAft>
                <a:spcPts val="0"/>
              </a:spcAft>
              <a:buClr>
                <a:schemeClr val="dk1"/>
              </a:buClr>
              <a:buSzPts val="2400"/>
              <a:buFont typeface="Noto Serif Ethiopic"/>
              <a:buNone/>
              <a:defRPr sz="2400">
                <a:solidFill>
                  <a:schemeClr val="dk1"/>
                </a:solidFill>
                <a:latin typeface="Noto Serif Ethiopic"/>
                <a:ea typeface="Noto Serif Ethiopic"/>
                <a:cs typeface="Noto Serif Ethiopic"/>
                <a:sym typeface="Noto Serif Ethiopic"/>
              </a:defRPr>
            </a:lvl7pPr>
            <a:lvl8pPr lvl="7" algn="ctr" rtl="0">
              <a:lnSpc>
                <a:spcPct val="100000"/>
              </a:lnSpc>
              <a:spcBef>
                <a:spcPts val="0"/>
              </a:spcBef>
              <a:spcAft>
                <a:spcPts val="0"/>
              </a:spcAft>
              <a:buClr>
                <a:schemeClr val="dk1"/>
              </a:buClr>
              <a:buSzPts val="2400"/>
              <a:buFont typeface="Noto Serif Ethiopic"/>
              <a:buNone/>
              <a:defRPr sz="2400">
                <a:solidFill>
                  <a:schemeClr val="dk1"/>
                </a:solidFill>
                <a:latin typeface="Noto Serif Ethiopic"/>
                <a:ea typeface="Noto Serif Ethiopic"/>
                <a:cs typeface="Noto Serif Ethiopic"/>
                <a:sym typeface="Noto Serif Ethiopic"/>
              </a:defRPr>
            </a:lvl8pPr>
            <a:lvl9pPr lvl="8" algn="ctr" rtl="0">
              <a:lnSpc>
                <a:spcPct val="100000"/>
              </a:lnSpc>
              <a:spcBef>
                <a:spcPts val="0"/>
              </a:spcBef>
              <a:spcAft>
                <a:spcPts val="0"/>
              </a:spcAft>
              <a:buClr>
                <a:schemeClr val="dk1"/>
              </a:buClr>
              <a:buSzPts val="2400"/>
              <a:buFont typeface="Noto Serif Ethiopic"/>
              <a:buNone/>
              <a:defRPr sz="2400">
                <a:solidFill>
                  <a:schemeClr val="dk1"/>
                </a:solidFill>
                <a:latin typeface="Noto Serif Ethiopic"/>
                <a:ea typeface="Noto Serif Ethiopic"/>
                <a:cs typeface="Noto Serif Ethiopic"/>
                <a:sym typeface="Noto Serif Ethiopic"/>
              </a:defRPr>
            </a:lvl9pPr>
          </a:lstStyle>
          <a:p>
            <a:endParaRPr/>
          </a:p>
        </p:txBody>
      </p:sp>
      <p:sp>
        <p:nvSpPr>
          <p:cNvPr id="264" name="Google Shape;264;p29"/>
          <p:cNvSpPr txBox="1">
            <a:spLocks noGrp="1"/>
          </p:cNvSpPr>
          <p:nvPr>
            <p:ph type="subTitle" idx="8"/>
          </p:nvPr>
        </p:nvSpPr>
        <p:spPr>
          <a:xfrm>
            <a:off x="4907291" y="2922850"/>
            <a:ext cx="1888800" cy="484800"/>
          </a:xfrm>
          <a:prstGeom prst="rect">
            <a:avLst/>
          </a:prstGeom>
          <a:ln>
            <a:noFill/>
          </a:ln>
        </p:spPr>
        <p:txBody>
          <a:bodyPr spcFirstLastPara="1" wrap="square" lIns="91425" tIns="91425" rIns="91425" bIns="91425" anchor="b" anchorCtr="0">
            <a:noAutofit/>
          </a:bodyPr>
          <a:lstStyle>
            <a:lvl1pPr lvl="0" rtl="0">
              <a:lnSpc>
                <a:spcPct val="100000"/>
              </a:lnSpc>
              <a:spcBef>
                <a:spcPts val="0"/>
              </a:spcBef>
              <a:spcAft>
                <a:spcPts val="0"/>
              </a:spcAft>
              <a:buClr>
                <a:schemeClr val="dk1"/>
              </a:buClr>
              <a:buSzPts val="2400"/>
              <a:buFont typeface="Noto Serif Ethiopic"/>
              <a:buNone/>
              <a:defRPr sz="2400">
                <a:solidFill>
                  <a:schemeClr val="dk1"/>
                </a:solidFill>
                <a:latin typeface="Noto Serif Ethiopic"/>
                <a:ea typeface="Noto Serif Ethiopic"/>
                <a:cs typeface="Noto Serif Ethiopic"/>
                <a:sym typeface="Noto Serif Ethiopic"/>
              </a:defRPr>
            </a:lvl1pPr>
            <a:lvl2pPr lvl="1" algn="ctr" rtl="0">
              <a:lnSpc>
                <a:spcPct val="100000"/>
              </a:lnSpc>
              <a:spcBef>
                <a:spcPts val="0"/>
              </a:spcBef>
              <a:spcAft>
                <a:spcPts val="0"/>
              </a:spcAft>
              <a:buClr>
                <a:schemeClr val="dk1"/>
              </a:buClr>
              <a:buSzPts val="2400"/>
              <a:buFont typeface="Noto Serif Ethiopic"/>
              <a:buNone/>
              <a:defRPr sz="2400">
                <a:solidFill>
                  <a:schemeClr val="dk1"/>
                </a:solidFill>
                <a:latin typeface="Noto Serif Ethiopic"/>
                <a:ea typeface="Noto Serif Ethiopic"/>
                <a:cs typeface="Noto Serif Ethiopic"/>
                <a:sym typeface="Noto Serif Ethiopic"/>
              </a:defRPr>
            </a:lvl2pPr>
            <a:lvl3pPr lvl="2" algn="ctr" rtl="0">
              <a:lnSpc>
                <a:spcPct val="100000"/>
              </a:lnSpc>
              <a:spcBef>
                <a:spcPts val="0"/>
              </a:spcBef>
              <a:spcAft>
                <a:spcPts val="0"/>
              </a:spcAft>
              <a:buClr>
                <a:schemeClr val="dk1"/>
              </a:buClr>
              <a:buSzPts val="2400"/>
              <a:buFont typeface="Noto Serif Ethiopic"/>
              <a:buNone/>
              <a:defRPr sz="2400">
                <a:solidFill>
                  <a:schemeClr val="dk1"/>
                </a:solidFill>
                <a:latin typeface="Noto Serif Ethiopic"/>
                <a:ea typeface="Noto Serif Ethiopic"/>
                <a:cs typeface="Noto Serif Ethiopic"/>
                <a:sym typeface="Noto Serif Ethiopic"/>
              </a:defRPr>
            </a:lvl3pPr>
            <a:lvl4pPr lvl="3" algn="ctr" rtl="0">
              <a:lnSpc>
                <a:spcPct val="100000"/>
              </a:lnSpc>
              <a:spcBef>
                <a:spcPts val="0"/>
              </a:spcBef>
              <a:spcAft>
                <a:spcPts val="0"/>
              </a:spcAft>
              <a:buClr>
                <a:schemeClr val="dk1"/>
              </a:buClr>
              <a:buSzPts val="2400"/>
              <a:buFont typeface="Noto Serif Ethiopic"/>
              <a:buNone/>
              <a:defRPr sz="2400">
                <a:solidFill>
                  <a:schemeClr val="dk1"/>
                </a:solidFill>
                <a:latin typeface="Noto Serif Ethiopic"/>
                <a:ea typeface="Noto Serif Ethiopic"/>
                <a:cs typeface="Noto Serif Ethiopic"/>
                <a:sym typeface="Noto Serif Ethiopic"/>
              </a:defRPr>
            </a:lvl4pPr>
            <a:lvl5pPr lvl="4" algn="ctr" rtl="0">
              <a:lnSpc>
                <a:spcPct val="100000"/>
              </a:lnSpc>
              <a:spcBef>
                <a:spcPts val="0"/>
              </a:spcBef>
              <a:spcAft>
                <a:spcPts val="0"/>
              </a:spcAft>
              <a:buClr>
                <a:schemeClr val="dk1"/>
              </a:buClr>
              <a:buSzPts val="2400"/>
              <a:buFont typeface="Noto Serif Ethiopic"/>
              <a:buNone/>
              <a:defRPr sz="2400">
                <a:solidFill>
                  <a:schemeClr val="dk1"/>
                </a:solidFill>
                <a:latin typeface="Noto Serif Ethiopic"/>
                <a:ea typeface="Noto Serif Ethiopic"/>
                <a:cs typeface="Noto Serif Ethiopic"/>
                <a:sym typeface="Noto Serif Ethiopic"/>
              </a:defRPr>
            </a:lvl5pPr>
            <a:lvl6pPr lvl="5" algn="ctr" rtl="0">
              <a:lnSpc>
                <a:spcPct val="100000"/>
              </a:lnSpc>
              <a:spcBef>
                <a:spcPts val="0"/>
              </a:spcBef>
              <a:spcAft>
                <a:spcPts val="0"/>
              </a:spcAft>
              <a:buClr>
                <a:schemeClr val="dk1"/>
              </a:buClr>
              <a:buSzPts val="2400"/>
              <a:buFont typeface="Noto Serif Ethiopic"/>
              <a:buNone/>
              <a:defRPr sz="2400">
                <a:solidFill>
                  <a:schemeClr val="dk1"/>
                </a:solidFill>
                <a:latin typeface="Noto Serif Ethiopic"/>
                <a:ea typeface="Noto Serif Ethiopic"/>
                <a:cs typeface="Noto Serif Ethiopic"/>
                <a:sym typeface="Noto Serif Ethiopic"/>
              </a:defRPr>
            </a:lvl6pPr>
            <a:lvl7pPr lvl="6" algn="ctr" rtl="0">
              <a:lnSpc>
                <a:spcPct val="100000"/>
              </a:lnSpc>
              <a:spcBef>
                <a:spcPts val="0"/>
              </a:spcBef>
              <a:spcAft>
                <a:spcPts val="0"/>
              </a:spcAft>
              <a:buClr>
                <a:schemeClr val="dk1"/>
              </a:buClr>
              <a:buSzPts val="2400"/>
              <a:buFont typeface="Noto Serif Ethiopic"/>
              <a:buNone/>
              <a:defRPr sz="2400">
                <a:solidFill>
                  <a:schemeClr val="dk1"/>
                </a:solidFill>
                <a:latin typeface="Noto Serif Ethiopic"/>
                <a:ea typeface="Noto Serif Ethiopic"/>
                <a:cs typeface="Noto Serif Ethiopic"/>
                <a:sym typeface="Noto Serif Ethiopic"/>
              </a:defRPr>
            </a:lvl7pPr>
            <a:lvl8pPr lvl="7" algn="ctr" rtl="0">
              <a:lnSpc>
                <a:spcPct val="100000"/>
              </a:lnSpc>
              <a:spcBef>
                <a:spcPts val="0"/>
              </a:spcBef>
              <a:spcAft>
                <a:spcPts val="0"/>
              </a:spcAft>
              <a:buClr>
                <a:schemeClr val="dk1"/>
              </a:buClr>
              <a:buSzPts val="2400"/>
              <a:buFont typeface="Noto Serif Ethiopic"/>
              <a:buNone/>
              <a:defRPr sz="2400">
                <a:solidFill>
                  <a:schemeClr val="dk1"/>
                </a:solidFill>
                <a:latin typeface="Noto Serif Ethiopic"/>
                <a:ea typeface="Noto Serif Ethiopic"/>
                <a:cs typeface="Noto Serif Ethiopic"/>
                <a:sym typeface="Noto Serif Ethiopic"/>
              </a:defRPr>
            </a:lvl8pPr>
            <a:lvl9pPr lvl="8" algn="ctr" rtl="0">
              <a:lnSpc>
                <a:spcPct val="100000"/>
              </a:lnSpc>
              <a:spcBef>
                <a:spcPts val="0"/>
              </a:spcBef>
              <a:spcAft>
                <a:spcPts val="0"/>
              </a:spcAft>
              <a:buClr>
                <a:schemeClr val="dk1"/>
              </a:buClr>
              <a:buSzPts val="2400"/>
              <a:buFont typeface="Noto Serif Ethiopic"/>
              <a:buNone/>
              <a:defRPr sz="2400">
                <a:solidFill>
                  <a:schemeClr val="dk1"/>
                </a:solidFill>
                <a:latin typeface="Noto Serif Ethiopic"/>
                <a:ea typeface="Noto Serif Ethiopic"/>
                <a:cs typeface="Noto Serif Ethiopic"/>
                <a:sym typeface="Noto Serif Ethiopic"/>
              </a:defRPr>
            </a:lvl9pPr>
          </a:lstStyle>
          <a:p>
            <a:endParaRPr/>
          </a:p>
        </p:txBody>
      </p:sp>
      <p:grpSp>
        <p:nvGrpSpPr>
          <p:cNvPr id="265" name="Google Shape;265;p29"/>
          <p:cNvGrpSpPr/>
          <p:nvPr/>
        </p:nvGrpSpPr>
        <p:grpSpPr>
          <a:xfrm>
            <a:off x="629100" y="1292300"/>
            <a:ext cx="8343450" cy="3705900"/>
            <a:chOff x="629100" y="1292300"/>
            <a:chExt cx="8343450" cy="3705900"/>
          </a:xfrm>
        </p:grpSpPr>
        <p:grpSp>
          <p:nvGrpSpPr>
            <p:cNvPr id="266" name="Google Shape;266;p29"/>
            <p:cNvGrpSpPr/>
            <p:nvPr/>
          </p:nvGrpSpPr>
          <p:grpSpPr>
            <a:xfrm rot="10800000" flipH="1">
              <a:off x="1031550" y="4608500"/>
              <a:ext cx="7941000" cy="90900"/>
              <a:chOff x="1239825" y="571500"/>
              <a:chExt cx="7941000" cy="90900"/>
            </a:xfrm>
          </p:grpSpPr>
          <p:cxnSp>
            <p:nvCxnSpPr>
              <p:cNvPr id="267" name="Google Shape;267;p29"/>
              <p:cNvCxnSpPr/>
              <p:nvPr/>
            </p:nvCxnSpPr>
            <p:spPr>
              <a:xfrm>
                <a:off x="1239825" y="571500"/>
                <a:ext cx="7941000" cy="0"/>
              </a:xfrm>
              <a:prstGeom prst="straightConnector1">
                <a:avLst/>
              </a:prstGeom>
              <a:noFill/>
              <a:ln w="9525" cap="flat" cmpd="sng">
                <a:solidFill>
                  <a:schemeClr val="dk1"/>
                </a:solidFill>
                <a:prstDash val="solid"/>
                <a:round/>
                <a:headEnd type="none" w="med" len="med"/>
                <a:tailEnd type="none" w="med" len="med"/>
              </a:ln>
            </p:spPr>
          </p:cxnSp>
          <p:sp>
            <p:nvSpPr>
              <p:cNvPr id="268" name="Google Shape;268;p29"/>
              <p:cNvSpPr/>
              <p:nvPr/>
            </p:nvSpPr>
            <p:spPr>
              <a:xfrm>
                <a:off x="1239825" y="571500"/>
                <a:ext cx="505200" cy="90900"/>
              </a:xfrm>
              <a:prstGeom prst="rect">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269" name="Google Shape;269;p29"/>
            <p:cNvGrpSpPr/>
            <p:nvPr/>
          </p:nvGrpSpPr>
          <p:grpSpPr>
            <a:xfrm flipH="1">
              <a:off x="629100" y="1292300"/>
              <a:ext cx="90900" cy="3705900"/>
              <a:chOff x="7952125" y="1292300"/>
              <a:chExt cx="90900" cy="3705900"/>
            </a:xfrm>
          </p:grpSpPr>
          <p:sp>
            <p:nvSpPr>
              <p:cNvPr id="270" name="Google Shape;270;p29"/>
              <p:cNvSpPr/>
              <p:nvPr/>
            </p:nvSpPr>
            <p:spPr>
              <a:xfrm rot="5400000">
                <a:off x="7744975" y="1499450"/>
                <a:ext cx="505200" cy="90900"/>
              </a:xfrm>
              <a:prstGeom prst="rect">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cxnSp>
            <p:nvCxnSpPr>
              <p:cNvPr id="271" name="Google Shape;271;p29"/>
              <p:cNvCxnSpPr/>
              <p:nvPr/>
            </p:nvCxnSpPr>
            <p:spPr>
              <a:xfrm>
                <a:off x="8043025" y="1292300"/>
                <a:ext cx="0" cy="3705900"/>
              </a:xfrm>
              <a:prstGeom prst="straightConnector1">
                <a:avLst/>
              </a:prstGeom>
              <a:noFill/>
              <a:ln w="9525" cap="flat" cmpd="sng">
                <a:solidFill>
                  <a:schemeClr val="dk1"/>
                </a:solidFill>
                <a:prstDash val="solid"/>
                <a:round/>
                <a:headEnd type="none" w="med" len="med"/>
                <a:tailEnd type="none" w="med" len="med"/>
              </a:ln>
            </p:spPr>
          </p:cxnSp>
        </p:grpSp>
      </p:grpSp>
    </p:spTree>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matchingName="Title and five columns">
  <p:cSld name="BLANK_1_1_1_1_1_2">
    <p:spTree>
      <p:nvGrpSpPr>
        <p:cNvPr id="1" name="Shape 272"/>
        <p:cNvGrpSpPr/>
        <p:nvPr/>
      </p:nvGrpSpPr>
      <p:grpSpPr>
        <a:xfrm>
          <a:off x="0" y="0"/>
          <a:ext cx="0" cy="0"/>
          <a:chOff x="0" y="0"/>
          <a:chExt cx="0" cy="0"/>
        </a:xfrm>
      </p:grpSpPr>
      <p:sp>
        <p:nvSpPr>
          <p:cNvPr id="273" name="Google Shape;273;p30"/>
          <p:cNvSpPr/>
          <p:nvPr/>
        </p:nvSpPr>
        <p:spPr>
          <a:xfrm>
            <a:off x="171450" y="145800"/>
            <a:ext cx="8801100" cy="4851900"/>
          </a:xfrm>
          <a:prstGeom prst="rect">
            <a:avLst/>
          </a:prstGeom>
          <a:solidFill>
            <a:schemeClr val="lt1"/>
          </a:solidFill>
          <a:ln>
            <a:noFill/>
          </a:ln>
          <a:effectLst>
            <a:outerShdw blurRad="57150" dist="19050" dir="5400000" algn="bl" rotWithShape="0">
              <a:schemeClr val="dk1">
                <a:alpha val="5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4" name="Google Shape;274;p30"/>
          <p:cNvSpPr txBox="1">
            <a:spLocks noGrp="1"/>
          </p:cNvSpPr>
          <p:nvPr>
            <p:ph type="title"/>
          </p:nvPr>
        </p:nvSpPr>
        <p:spPr>
          <a:xfrm>
            <a:off x="720000" y="445025"/>
            <a:ext cx="7704000" cy="572700"/>
          </a:xfrm>
          <a:prstGeom prst="rect">
            <a:avLst/>
          </a:prstGeom>
        </p:spPr>
        <p:txBody>
          <a:bodyPr spcFirstLastPara="1" wrap="square" lIns="91425" tIns="91425" rIns="91425" bIns="91425" anchor="t" anchorCtr="0">
            <a:noAutofit/>
          </a:bodyPr>
          <a:lstStyle>
            <a:lvl1pPr lvl="0" rtl="0">
              <a:spcBef>
                <a:spcPts val="0"/>
              </a:spcBef>
              <a:spcAft>
                <a:spcPts val="0"/>
              </a:spcAft>
              <a:buSzPts val="3500"/>
              <a:buNone/>
              <a:defRPr/>
            </a:lvl1pPr>
            <a:lvl2pPr lvl="1" rtl="0">
              <a:spcBef>
                <a:spcPts val="0"/>
              </a:spcBef>
              <a:spcAft>
                <a:spcPts val="0"/>
              </a:spcAft>
              <a:buSzPts val="3500"/>
              <a:buNone/>
              <a:defRPr/>
            </a:lvl2pPr>
            <a:lvl3pPr lvl="2" rtl="0">
              <a:spcBef>
                <a:spcPts val="0"/>
              </a:spcBef>
              <a:spcAft>
                <a:spcPts val="0"/>
              </a:spcAft>
              <a:buSzPts val="3500"/>
              <a:buNone/>
              <a:defRPr/>
            </a:lvl3pPr>
            <a:lvl4pPr lvl="3" rtl="0">
              <a:spcBef>
                <a:spcPts val="0"/>
              </a:spcBef>
              <a:spcAft>
                <a:spcPts val="0"/>
              </a:spcAft>
              <a:buSzPts val="3500"/>
              <a:buNone/>
              <a:defRPr/>
            </a:lvl4pPr>
            <a:lvl5pPr lvl="4" rtl="0">
              <a:spcBef>
                <a:spcPts val="0"/>
              </a:spcBef>
              <a:spcAft>
                <a:spcPts val="0"/>
              </a:spcAft>
              <a:buSzPts val="3500"/>
              <a:buNone/>
              <a:defRPr/>
            </a:lvl5pPr>
            <a:lvl6pPr lvl="5" rtl="0">
              <a:spcBef>
                <a:spcPts val="0"/>
              </a:spcBef>
              <a:spcAft>
                <a:spcPts val="0"/>
              </a:spcAft>
              <a:buSzPts val="3500"/>
              <a:buNone/>
              <a:defRPr/>
            </a:lvl6pPr>
            <a:lvl7pPr lvl="6" rtl="0">
              <a:spcBef>
                <a:spcPts val="0"/>
              </a:spcBef>
              <a:spcAft>
                <a:spcPts val="0"/>
              </a:spcAft>
              <a:buSzPts val="3500"/>
              <a:buNone/>
              <a:defRPr/>
            </a:lvl7pPr>
            <a:lvl8pPr lvl="7" rtl="0">
              <a:spcBef>
                <a:spcPts val="0"/>
              </a:spcBef>
              <a:spcAft>
                <a:spcPts val="0"/>
              </a:spcAft>
              <a:buSzPts val="3500"/>
              <a:buNone/>
              <a:defRPr/>
            </a:lvl8pPr>
            <a:lvl9pPr lvl="8" rtl="0">
              <a:spcBef>
                <a:spcPts val="0"/>
              </a:spcBef>
              <a:spcAft>
                <a:spcPts val="0"/>
              </a:spcAft>
              <a:buSzPts val="3500"/>
              <a:buNone/>
              <a:defRPr/>
            </a:lvl9pPr>
          </a:lstStyle>
          <a:p>
            <a:endParaRPr/>
          </a:p>
        </p:txBody>
      </p:sp>
      <p:sp>
        <p:nvSpPr>
          <p:cNvPr id="275" name="Google Shape;275;p30"/>
          <p:cNvSpPr txBox="1">
            <a:spLocks noGrp="1"/>
          </p:cNvSpPr>
          <p:nvPr>
            <p:ph type="subTitle" idx="1"/>
          </p:nvPr>
        </p:nvSpPr>
        <p:spPr>
          <a:xfrm>
            <a:off x="934269" y="2229323"/>
            <a:ext cx="2206500" cy="572700"/>
          </a:xfrm>
          <a:prstGeom prst="rect">
            <a:avLst/>
          </a:prstGeom>
          <a:ln>
            <a:noFill/>
          </a:ln>
        </p:spPr>
        <p:txBody>
          <a:bodyPr spcFirstLastPara="1" wrap="square" lIns="91425" tIns="91425" rIns="91425" bIns="91425" anchor="t" anchorCtr="0">
            <a:noAutofit/>
          </a:bodyPr>
          <a:lstStyle>
            <a:lvl1pPr lvl="0" algn="ctr" rtl="0">
              <a:lnSpc>
                <a:spcPct val="100000"/>
              </a:lnSpc>
              <a:spcBef>
                <a:spcPts val="0"/>
              </a:spcBef>
              <a:spcAft>
                <a:spcPts val="0"/>
              </a:spcAft>
              <a:buSzPts val="1400"/>
              <a:buNone/>
              <a:defRPr/>
            </a:lvl1pPr>
            <a:lvl2pPr lvl="1" algn="ctr" rtl="0">
              <a:lnSpc>
                <a:spcPct val="100000"/>
              </a:lnSpc>
              <a:spcBef>
                <a:spcPts val="0"/>
              </a:spcBef>
              <a:spcAft>
                <a:spcPts val="0"/>
              </a:spcAft>
              <a:buSzPts val="1200"/>
              <a:buNone/>
              <a:defRPr/>
            </a:lvl2pPr>
            <a:lvl3pPr lvl="2" algn="ctr" rtl="0">
              <a:lnSpc>
                <a:spcPct val="100000"/>
              </a:lnSpc>
              <a:spcBef>
                <a:spcPts val="0"/>
              </a:spcBef>
              <a:spcAft>
                <a:spcPts val="0"/>
              </a:spcAft>
              <a:buSzPts val="1200"/>
              <a:buNone/>
              <a:defRPr/>
            </a:lvl3pPr>
            <a:lvl4pPr lvl="3" algn="ctr" rtl="0">
              <a:lnSpc>
                <a:spcPct val="100000"/>
              </a:lnSpc>
              <a:spcBef>
                <a:spcPts val="0"/>
              </a:spcBef>
              <a:spcAft>
                <a:spcPts val="0"/>
              </a:spcAft>
              <a:buSzPts val="1200"/>
              <a:buNone/>
              <a:defRPr/>
            </a:lvl4pPr>
            <a:lvl5pPr lvl="4" algn="ctr" rtl="0">
              <a:lnSpc>
                <a:spcPct val="100000"/>
              </a:lnSpc>
              <a:spcBef>
                <a:spcPts val="0"/>
              </a:spcBef>
              <a:spcAft>
                <a:spcPts val="0"/>
              </a:spcAft>
              <a:buSzPts val="1200"/>
              <a:buNone/>
              <a:defRPr/>
            </a:lvl5pPr>
            <a:lvl6pPr lvl="5" algn="ctr" rtl="0">
              <a:lnSpc>
                <a:spcPct val="100000"/>
              </a:lnSpc>
              <a:spcBef>
                <a:spcPts val="0"/>
              </a:spcBef>
              <a:spcAft>
                <a:spcPts val="0"/>
              </a:spcAft>
              <a:buSzPts val="1200"/>
              <a:buNone/>
              <a:defRPr/>
            </a:lvl6pPr>
            <a:lvl7pPr lvl="6" algn="ctr" rtl="0">
              <a:lnSpc>
                <a:spcPct val="100000"/>
              </a:lnSpc>
              <a:spcBef>
                <a:spcPts val="0"/>
              </a:spcBef>
              <a:spcAft>
                <a:spcPts val="0"/>
              </a:spcAft>
              <a:buSzPts val="1200"/>
              <a:buNone/>
              <a:defRPr/>
            </a:lvl7pPr>
            <a:lvl8pPr lvl="7" algn="ctr" rtl="0">
              <a:lnSpc>
                <a:spcPct val="100000"/>
              </a:lnSpc>
              <a:spcBef>
                <a:spcPts val="0"/>
              </a:spcBef>
              <a:spcAft>
                <a:spcPts val="0"/>
              </a:spcAft>
              <a:buSzPts val="1200"/>
              <a:buNone/>
              <a:defRPr/>
            </a:lvl8pPr>
            <a:lvl9pPr lvl="8" algn="ctr" rtl="0">
              <a:lnSpc>
                <a:spcPct val="100000"/>
              </a:lnSpc>
              <a:spcBef>
                <a:spcPts val="0"/>
              </a:spcBef>
              <a:spcAft>
                <a:spcPts val="0"/>
              </a:spcAft>
              <a:buSzPts val="1200"/>
              <a:buNone/>
              <a:defRPr/>
            </a:lvl9pPr>
          </a:lstStyle>
          <a:p>
            <a:endParaRPr/>
          </a:p>
        </p:txBody>
      </p:sp>
      <p:sp>
        <p:nvSpPr>
          <p:cNvPr id="276" name="Google Shape;276;p30"/>
          <p:cNvSpPr txBox="1">
            <a:spLocks noGrp="1"/>
          </p:cNvSpPr>
          <p:nvPr>
            <p:ph type="subTitle" idx="2"/>
          </p:nvPr>
        </p:nvSpPr>
        <p:spPr>
          <a:xfrm>
            <a:off x="3468750" y="2229323"/>
            <a:ext cx="2206500" cy="572700"/>
          </a:xfrm>
          <a:prstGeom prst="rect">
            <a:avLst/>
          </a:prstGeom>
          <a:ln>
            <a:noFill/>
          </a:ln>
        </p:spPr>
        <p:txBody>
          <a:bodyPr spcFirstLastPara="1" wrap="square" lIns="91425" tIns="91425" rIns="91425" bIns="91425" anchor="t" anchorCtr="0">
            <a:noAutofit/>
          </a:bodyPr>
          <a:lstStyle>
            <a:lvl1pPr lvl="0" algn="ctr" rtl="0">
              <a:lnSpc>
                <a:spcPct val="100000"/>
              </a:lnSpc>
              <a:spcBef>
                <a:spcPts val="0"/>
              </a:spcBef>
              <a:spcAft>
                <a:spcPts val="0"/>
              </a:spcAft>
              <a:buSzPts val="1400"/>
              <a:buNone/>
              <a:defRPr/>
            </a:lvl1pPr>
            <a:lvl2pPr lvl="1" algn="ctr" rtl="0">
              <a:lnSpc>
                <a:spcPct val="100000"/>
              </a:lnSpc>
              <a:spcBef>
                <a:spcPts val="0"/>
              </a:spcBef>
              <a:spcAft>
                <a:spcPts val="0"/>
              </a:spcAft>
              <a:buSzPts val="1200"/>
              <a:buNone/>
              <a:defRPr/>
            </a:lvl2pPr>
            <a:lvl3pPr lvl="2" algn="ctr" rtl="0">
              <a:lnSpc>
                <a:spcPct val="100000"/>
              </a:lnSpc>
              <a:spcBef>
                <a:spcPts val="0"/>
              </a:spcBef>
              <a:spcAft>
                <a:spcPts val="0"/>
              </a:spcAft>
              <a:buSzPts val="1200"/>
              <a:buNone/>
              <a:defRPr/>
            </a:lvl3pPr>
            <a:lvl4pPr lvl="3" algn="ctr" rtl="0">
              <a:lnSpc>
                <a:spcPct val="100000"/>
              </a:lnSpc>
              <a:spcBef>
                <a:spcPts val="0"/>
              </a:spcBef>
              <a:spcAft>
                <a:spcPts val="0"/>
              </a:spcAft>
              <a:buSzPts val="1200"/>
              <a:buNone/>
              <a:defRPr/>
            </a:lvl4pPr>
            <a:lvl5pPr lvl="4" algn="ctr" rtl="0">
              <a:lnSpc>
                <a:spcPct val="100000"/>
              </a:lnSpc>
              <a:spcBef>
                <a:spcPts val="0"/>
              </a:spcBef>
              <a:spcAft>
                <a:spcPts val="0"/>
              </a:spcAft>
              <a:buSzPts val="1200"/>
              <a:buNone/>
              <a:defRPr/>
            </a:lvl5pPr>
            <a:lvl6pPr lvl="5" algn="ctr" rtl="0">
              <a:lnSpc>
                <a:spcPct val="100000"/>
              </a:lnSpc>
              <a:spcBef>
                <a:spcPts val="0"/>
              </a:spcBef>
              <a:spcAft>
                <a:spcPts val="0"/>
              </a:spcAft>
              <a:buSzPts val="1200"/>
              <a:buNone/>
              <a:defRPr/>
            </a:lvl6pPr>
            <a:lvl7pPr lvl="6" algn="ctr" rtl="0">
              <a:lnSpc>
                <a:spcPct val="100000"/>
              </a:lnSpc>
              <a:spcBef>
                <a:spcPts val="0"/>
              </a:spcBef>
              <a:spcAft>
                <a:spcPts val="0"/>
              </a:spcAft>
              <a:buSzPts val="1200"/>
              <a:buNone/>
              <a:defRPr/>
            </a:lvl7pPr>
            <a:lvl8pPr lvl="7" algn="ctr" rtl="0">
              <a:lnSpc>
                <a:spcPct val="100000"/>
              </a:lnSpc>
              <a:spcBef>
                <a:spcPts val="0"/>
              </a:spcBef>
              <a:spcAft>
                <a:spcPts val="0"/>
              </a:spcAft>
              <a:buSzPts val="1200"/>
              <a:buNone/>
              <a:defRPr/>
            </a:lvl8pPr>
            <a:lvl9pPr lvl="8" algn="ctr" rtl="0">
              <a:lnSpc>
                <a:spcPct val="100000"/>
              </a:lnSpc>
              <a:spcBef>
                <a:spcPts val="0"/>
              </a:spcBef>
              <a:spcAft>
                <a:spcPts val="0"/>
              </a:spcAft>
              <a:buSzPts val="1200"/>
              <a:buNone/>
              <a:defRPr/>
            </a:lvl9pPr>
          </a:lstStyle>
          <a:p>
            <a:endParaRPr/>
          </a:p>
        </p:txBody>
      </p:sp>
      <p:sp>
        <p:nvSpPr>
          <p:cNvPr id="277" name="Google Shape;277;p30"/>
          <p:cNvSpPr txBox="1">
            <a:spLocks noGrp="1"/>
          </p:cNvSpPr>
          <p:nvPr>
            <p:ph type="subTitle" idx="3"/>
          </p:nvPr>
        </p:nvSpPr>
        <p:spPr>
          <a:xfrm>
            <a:off x="6003231" y="2229323"/>
            <a:ext cx="2206500" cy="572700"/>
          </a:xfrm>
          <a:prstGeom prst="rect">
            <a:avLst/>
          </a:prstGeom>
          <a:ln>
            <a:noFill/>
          </a:ln>
        </p:spPr>
        <p:txBody>
          <a:bodyPr spcFirstLastPara="1" wrap="square" lIns="91425" tIns="91425" rIns="91425" bIns="91425" anchor="t" anchorCtr="0">
            <a:noAutofit/>
          </a:bodyPr>
          <a:lstStyle>
            <a:lvl1pPr lvl="0" algn="ctr" rtl="0">
              <a:lnSpc>
                <a:spcPct val="100000"/>
              </a:lnSpc>
              <a:spcBef>
                <a:spcPts val="0"/>
              </a:spcBef>
              <a:spcAft>
                <a:spcPts val="0"/>
              </a:spcAft>
              <a:buSzPts val="1400"/>
              <a:buNone/>
              <a:defRPr/>
            </a:lvl1pPr>
            <a:lvl2pPr lvl="1" algn="ctr" rtl="0">
              <a:lnSpc>
                <a:spcPct val="100000"/>
              </a:lnSpc>
              <a:spcBef>
                <a:spcPts val="0"/>
              </a:spcBef>
              <a:spcAft>
                <a:spcPts val="0"/>
              </a:spcAft>
              <a:buSzPts val="1200"/>
              <a:buNone/>
              <a:defRPr/>
            </a:lvl2pPr>
            <a:lvl3pPr lvl="2" algn="ctr" rtl="0">
              <a:lnSpc>
                <a:spcPct val="100000"/>
              </a:lnSpc>
              <a:spcBef>
                <a:spcPts val="0"/>
              </a:spcBef>
              <a:spcAft>
                <a:spcPts val="0"/>
              </a:spcAft>
              <a:buSzPts val="1200"/>
              <a:buNone/>
              <a:defRPr/>
            </a:lvl3pPr>
            <a:lvl4pPr lvl="3" algn="ctr" rtl="0">
              <a:lnSpc>
                <a:spcPct val="100000"/>
              </a:lnSpc>
              <a:spcBef>
                <a:spcPts val="0"/>
              </a:spcBef>
              <a:spcAft>
                <a:spcPts val="0"/>
              </a:spcAft>
              <a:buSzPts val="1200"/>
              <a:buNone/>
              <a:defRPr/>
            </a:lvl4pPr>
            <a:lvl5pPr lvl="4" algn="ctr" rtl="0">
              <a:lnSpc>
                <a:spcPct val="100000"/>
              </a:lnSpc>
              <a:spcBef>
                <a:spcPts val="0"/>
              </a:spcBef>
              <a:spcAft>
                <a:spcPts val="0"/>
              </a:spcAft>
              <a:buSzPts val="1200"/>
              <a:buNone/>
              <a:defRPr/>
            </a:lvl5pPr>
            <a:lvl6pPr lvl="5" algn="ctr" rtl="0">
              <a:lnSpc>
                <a:spcPct val="100000"/>
              </a:lnSpc>
              <a:spcBef>
                <a:spcPts val="0"/>
              </a:spcBef>
              <a:spcAft>
                <a:spcPts val="0"/>
              </a:spcAft>
              <a:buSzPts val="1200"/>
              <a:buNone/>
              <a:defRPr/>
            </a:lvl6pPr>
            <a:lvl7pPr lvl="6" algn="ctr" rtl="0">
              <a:lnSpc>
                <a:spcPct val="100000"/>
              </a:lnSpc>
              <a:spcBef>
                <a:spcPts val="0"/>
              </a:spcBef>
              <a:spcAft>
                <a:spcPts val="0"/>
              </a:spcAft>
              <a:buSzPts val="1200"/>
              <a:buNone/>
              <a:defRPr/>
            </a:lvl7pPr>
            <a:lvl8pPr lvl="7" algn="ctr" rtl="0">
              <a:lnSpc>
                <a:spcPct val="100000"/>
              </a:lnSpc>
              <a:spcBef>
                <a:spcPts val="0"/>
              </a:spcBef>
              <a:spcAft>
                <a:spcPts val="0"/>
              </a:spcAft>
              <a:buSzPts val="1200"/>
              <a:buNone/>
              <a:defRPr/>
            </a:lvl8pPr>
            <a:lvl9pPr lvl="8" algn="ctr" rtl="0">
              <a:lnSpc>
                <a:spcPct val="100000"/>
              </a:lnSpc>
              <a:spcBef>
                <a:spcPts val="0"/>
              </a:spcBef>
              <a:spcAft>
                <a:spcPts val="0"/>
              </a:spcAft>
              <a:buSzPts val="1200"/>
              <a:buNone/>
              <a:defRPr/>
            </a:lvl9pPr>
          </a:lstStyle>
          <a:p>
            <a:endParaRPr/>
          </a:p>
        </p:txBody>
      </p:sp>
      <p:sp>
        <p:nvSpPr>
          <p:cNvPr id="278" name="Google Shape;278;p30"/>
          <p:cNvSpPr txBox="1">
            <a:spLocks noGrp="1"/>
          </p:cNvSpPr>
          <p:nvPr>
            <p:ph type="subTitle" idx="4"/>
          </p:nvPr>
        </p:nvSpPr>
        <p:spPr>
          <a:xfrm>
            <a:off x="2203823" y="3346000"/>
            <a:ext cx="2206500" cy="572700"/>
          </a:xfrm>
          <a:prstGeom prst="rect">
            <a:avLst/>
          </a:prstGeom>
          <a:ln>
            <a:noFill/>
          </a:ln>
        </p:spPr>
        <p:txBody>
          <a:bodyPr spcFirstLastPara="1" wrap="square" lIns="91425" tIns="91425" rIns="91425" bIns="91425" anchor="t" anchorCtr="0">
            <a:noAutofit/>
          </a:bodyPr>
          <a:lstStyle>
            <a:lvl1pPr lvl="0" algn="ctr" rtl="0">
              <a:lnSpc>
                <a:spcPct val="100000"/>
              </a:lnSpc>
              <a:spcBef>
                <a:spcPts val="0"/>
              </a:spcBef>
              <a:spcAft>
                <a:spcPts val="0"/>
              </a:spcAft>
              <a:buSzPts val="1400"/>
              <a:buNone/>
              <a:defRPr/>
            </a:lvl1pPr>
            <a:lvl2pPr lvl="1" algn="ctr" rtl="0">
              <a:lnSpc>
                <a:spcPct val="100000"/>
              </a:lnSpc>
              <a:spcBef>
                <a:spcPts val="0"/>
              </a:spcBef>
              <a:spcAft>
                <a:spcPts val="0"/>
              </a:spcAft>
              <a:buSzPts val="1200"/>
              <a:buNone/>
              <a:defRPr/>
            </a:lvl2pPr>
            <a:lvl3pPr lvl="2" algn="ctr" rtl="0">
              <a:lnSpc>
                <a:spcPct val="100000"/>
              </a:lnSpc>
              <a:spcBef>
                <a:spcPts val="0"/>
              </a:spcBef>
              <a:spcAft>
                <a:spcPts val="0"/>
              </a:spcAft>
              <a:buSzPts val="1200"/>
              <a:buNone/>
              <a:defRPr/>
            </a:lvl3pPr>
            <a:lvl4pPr lvl="3" algn="ctr" rtl="0">
              <a:lnSpc>
                <a:spcPct val="100000"/>
              </a:lnSpc>
              <a:spcBef>
                <a:spcPts val="0"/>
              </a:spcBef>
              <a:spcAft>
                <a:spcPts val="0"/>
              </a:spcAft>
              <a:buSzPts val="1200"/>
              <a:buNone/>
              <a:defRPr/>
            </a:lvl4pPr>
            <a:lvl5pPr lvl="4" algn="ctr" rtl="0">
              <a:lnSpc>
                <a:spcPct val="100000"/>
              </a:lnSpc>
              <a:spcBef>
                <a:spcPts val="0"/>
              </a:spcBef>
              <a:spcAft>
                <a:spcPts val="0"/>
              </a:spcAft>
              <a:buSzPts val="1200"/>
              <a:buNone/>
              <a:defRPr/>
            </a:lvl5pPr>
            <a:lvl6pPr lvl="5" algn="ctr" rtl="0">
              <a:lnSpc>
                <a:spcPct val="100000"/>
              </a:lnSpc>
              <a:spcBef>
                <a:spcPts val="0"/>
              </a:spcBef>
              <a:spcAft>
                <a:spcPts val="0"/>
              </a:spcAft>
              <a:buSzPts val="1200"/>
              <a:buNone/>
              <a:defRPr/>
            </a:lvl6pPr>
            <a:lvl7pPr lvl="6" algn="ctr" rtl="0">
              <a:lnSpc>
                <a:spcPct val="100000"/>
              </a:lnSpc>
              <a:spcBef>
                <a:spcPts val="0"/>
              </a:spcBef>
              <a:spcAft>
                <a:spcPts val="0"/>
              </a:spcAft>
              <a:buSzPts val="1200"/>
              <a:buNone/>
              <a:defRPr/>
            </a:lvl7pPr>
            <a:lvl8pPr lvl="7" algn="ctr" rtl="0">
              <a:lnSpc>
                <a:spcPct val="100000"/>
              </a:lnSpc>
              <a:spcBef>
                <a:spcPts val="0"/>
              </a:spcBef>
              <a:spcAft>
                <a:spcPts val="0"/>
              </a:spcAft>
              <a:buSzPts val="1200"/>
              <a:buNone/>
              <a:defRPr/>
            </a:lvl8pPr>
            <a:lvl9pPr lvl="8" algn="ctr" rtl="0">
              <a:lnSpc>
                <a:spcPct val="100000"/>
              </a:lnSpc>
              <a:spcBef>
                <a:spcPts val="0"/>
              </a:spcBef>
              <a:spcAft>
                <a:spcPts val="0"/>
              </a:spcAft>
              <a:buSzPts val="1200"/>
              <a:buNone/>
              <a:defRPr/>
            </a:lvl9pPr>
          </a:lstStyle>
          <a:p>
            <a:endParaRPr/>
          </a:p>
        </p:txBody>
      </p:sp>
      <p:sp>
        <p:nvSpPr>
          <p:cNvPr id="279" name="Google Shape;279;p30"/>
          <p:cNvSpPr txBox="1">
            <a:spLocks noGrp="1"/>
          </p:cNvSpPr>
          <p:nvPr>
            <p:ph type="subTitle" idx="5"/>
          </p:nvPr>
        </p:nvSpPr>
        <p:spPr>
          <a:xfrm>
            <a:off x="4738304" y="3346000"/>
            <a:ext cx="2206500" cy="572700"/>
          </a:xfrm>
          <a:prstGeom prst="rect">
            <a:avLst/>
          </a:prstGeom>
          <a:ln>
            <a:noFill/>
          </a:ln>
        </p:spPr>
        <p:txBody>
          <a:bodyPr spcFirstLastPara="1" wrap="square" lIns="91425" tIns="91425" rIns="91425" bIns="91425" anchor="t" anchorCtr="0">
            <a:noAutofit/>
          </a:bodyPr>
          <a:lstStyle>
            <a:lvl1pPr lvl="0" algn="ctr" rtl="0">
              <a:lnSpc>
                <a:spcPct val="100000"/>
              </a:lnSpc>
              <a:spcBef>
                <a:spcPts val="0"/>
              </a:spcBef>
              <a:spcAft>
                <a:spcPts val="0"/>
              </a:spcAft>
              <a:buSzPts val="1400"/>
              <a:buNone/>
              <a:defRPr/>
            </a:lvl1pPr>
            <a:lvl2pPr lvl="1" algn="ctr" rtl="0">
              <a:lnSpc>
                <a:spcPct val="100000"/>
              </a:lnSpc>
              <a:spcBef>
                <a:spcPts val="0"/>
              </a:spcBef>
              <a:spcAft>
                <a:spcPts val="0"/>
              </a:spcAft>
              <a:buSzPts val="1200"/>
              <a:buNone/>
              <a:defRPr/>
            </a:lvl2pPr>
            <a:lvl3pPr lvl="2" algn="ctr" rtl="0">
              <a:lnSpc>
                <a:spcPct val="100000"/>
              </a:lnSpc>
              <a:spcBef>
                <a:spcPts val="0"/>
              </a:spcBef>
              <a:spcAft>
                <a:spcPts val="0"/>
              </a:spcAft>
              <a:buSzPts val="1200"/>
              <a:buNone/>
              <a:defRPr/>
            </a:lvl3pPr>
            <a:lvl4pPr lvl="3" algn="ctr" rtl="0">
              <a:lnSpc>
                <a:spcPct val="100000"/>
              </a:lnSpc>
              <a:spcBef>
                <a:spcPts val="0"/>
              </a:spcBef>
              <a:spcAft>
                <a:spcPts val="0"/>
              </a:spcAft>
              <a:buSzPts val="1200"/>
              <a:buNone/>
              <a:defRPr/>
            </a:lvl4pPr>
            <a:lvl5pPr lvl="4" algn="ctr" rtl="0">
              <a:lnSpc>
                <a:spcPct val="100000"/>
              </a:lnSpc>
              <a:spcBef>
                <a:spcPts val="0"/>
              </a:spcBef>
              <a:spcAft>
                <a:spcPts val="0"/>
              </a:spcAft>
              <a:buSzPts val="1200"/>
              <a:buNone/>
              <a:defRPr/>
            </a:lvl5pPr>
            <a:lvl6pPr lvl="5" algn="ctr" rtl="0">
              <a:lnSpc>
                <a:spcPct val="100000"/>
              </a:lnSpc>
              <a:spcBef>
                <a:spcPts val="0"/>
              </a:spcBef>
              <a:spcAft>
                <a:spcPts val="0"/>
              </a:spcAft>
              <a:buSzPts val="1200"/>
              <a:buNone/>
              <a:defRPr/>
            </a:lvl6pPr>
            <a:lvl7pPr lvl="6" algn="ctr" rtl="0">
              <a:lnSpc>
                <a:spcPct val="100000"/>
              </a:lnSpc>
              <a:spcBef>
                <a:spcPts val="0"/>
              </a:spcBef>
              <a:spcAft>
                <a:spcPts val="0"/>
              </a:spcAft>
              <a:buSzPts val="1200"/>
              <a:buNone/>
              <a:defRPr/>
            </a:lvl7pPr>
            <a:lvl8pPr lvl="7" algn="ctr" rtl="0">
              <a:lnSpc>
                <a:spcPct val="100000"/>
              </a:lnSpc>
              <a:spcBef>
                <a:spcPts val="0"/>
              </a:spcBef>
              <a:spcAft>
                <a:spcPts val="0"/>
              </a:spcAft>
              <a:buSzPts val="1200"/>
              <a:buNone/>
              <a:defRPr/>
            </a:lvl8pPr>
            <a:lvl9pPr lvl="8" algn="ctr" rtl="0">
              <a:lnSpc>
                <a:spcPct val="100000"/>
              </a:lnSpc>
              <a:spcBef>
                <a:spcPts val="0"/>
              </a:spcBef>
              <a:spcAft>
                <a:spcPts val="0"/>
              </a:spcAft>
              <a:buSzPts val="1200"/>
              <a:buNone/>
              <a:defRPr/>
            </a:lvl9pPr>
          </a:lstStyle>
          <a:p>
            <a:endParaRPr/>
          </a:p>
        </p:txBody>
      </p:sp>
      <p:sp>
        <p:nvSpPr>
          <p:cNvPr id="280" name="Google Shape;280;p30"/>
          <p:cNvSpPr txBox="1">
            <a:spLocks noGrp="1"/>
          </p:cNvSpPr>
          <p:nvPr>
            <p:ph type="subTitle" idx="6"/>
          </p:nvPr>
        </p:nvSpPr>
        <p:spPr>
          <a:xfrm>
            <a:off x="929642" y="1744525"/>
            <a:ext cx="2206500" cy="484800"/>
          </a:xfrm>
          <a:prstGeom prst="rect">
            <a:avLst/>
          </a:prstGeom>
          <a:ln>
            <a:noFill/>
          </a:ln>
        </p:spPr>
        <p:txBody>
          <a:bodyPr spcFirstLastPara="1" wrap="square" lIns="91425" tIns="91425" rIns="91425" bIns="91425" anchor="b" anchorCtr="0">
            <a:noAutofit/>
          </a:bodyPr>
          <a:lstStyle>
            <a:lvl1pPr lvl="0" algn="ctr" rtl="0">
              <a:lnSpc>
                <a:spcPct val="100000"/>
              </a:lnSpc>
              <a:spcBef>
                <a:spcPts val="0"/>
              </a:spcBef>
              <a:spcAft>
                <a:spcPts val="0"/>
              </a:spcAft>
              <a:buClr>
                <a:schemeClr val="dk1"/>
              </a:buClr>
              <a:buSzPts val="2400"/>
              <a:buFont typeface="Noto Serif Ethiopic"/>
              <a:buNone/>
              <a:defRPr sz="2400">
                <a:solidFill>
                  <a:schemeClr val="dk1"/>
                </a:solidFill>
                <a:latin typeface="Noto Serif Ethiopic"/>
                <a:ea typeface="Noto Serif Ethiopic"/>
                <a:cs typeface="Noto Serif Ethiopic"/>
                <a:sym typeface="Noto Serif Ethiopic"/>
              </a:defRPr>
            </a:lvl1pPr>
            <a:lvl2pPr lvl="1" algn="ctr" rtl="0">
              <a:lnSpc>
                <a:spcPct val="100000"/>
              </a:lnSpc>
              <a:spcBef>
                <a:spcPts val="0"/>
              </a:spcBef>
              <a:spcAft>
                <a:spcPts val="0"/>
              </a:spcAft>
              <a:buClr>
                <a:schemeClr val="dk1"/>
              </a:buClr>
              <a:buSzPts val="2400"/>
              <a:buFont typeface="Noto Serif Ethiopic"/>
              <a:buNone/>
              <a:defRPr sz="2400">
                <a:solidFill>
                  <a:schemeClr val="dk1"/>
                </a:solidFill>
                <a:latin typeface="Noto Serif Ethiopic"/>
                <a:ea typeface="Noto Serif Ethiopic"/>
                <a:cs typeface="Noto Serif Ethiopic"/>
                <a:sym typeface="Noto Serif Ethiopic"/>
              </a:defRPr>
            </a:lvl2pPr>
            <a:lvl3pPr lvl="2" algn="ctr" rtl="0">
              <a:lnSpc>
                <a:spcPct val="100000"/>
              </a:lnSpc>
              <a:spcBef>
                <a:spcPts val="0"/>
              </a:spcBef>
              <a:spcAft>
                <a:spcPts val="0"/>
              </a:spcAft>
              <a:buClr>
                <a:schemeClr val="dk1"/>
              </a:buClr>
              <a:buSzPts val="2400"/>
              <a:buFont typeface="Noto Serif Ethiopic"/>
              <a:buNone/>
              <a:defRPr sz="2400">
                <a:solidFill>
                  <a:schemeClr val="dk1"/>
                </a:solidFill>
                <a:latin typeface="Noto Serif Ethiopic"/>
                <a:ea typeface="Noto Serif Ethiopic"/>
                <a:cs typeface="Noto Serif Ethiopic"/>
                <a:sym typeface="Noto Serif Ethiopic"/>
              </a:defRPr>
            </a:lvl3pPr>
            <a:lvl4pPr lvl="3" algn="ctr" rtl="0">
              <a:lnSpc>
                <a:spcPct val="100000"/>
              </a:lnSpc>
              <a:spcBef>
                <a:spcPts val="0"/>
              </a:spcBef>
              <a:spcAft>
                <a:spcPts val="0"/>
              </a:spcAft>
              <a:buClr>
                <a:schemeClr val="dk1"/>
              </a:buClr>
              <a:buSzPts val="2400"/>
              <a:buFont typeface="Noto Serif Ethiopic"/>
              <a:buNone/>
              <a:defRPr sz="2400">
                <a:solidFill>
                  <a:schemeClr val="dk1"/>
                </a:solidFill>
                <a:latin typeface="Noto Serif Ethiopic"/>
                <a:ea typeface="Noto Serif Ethiopic"/>
                <a:cs typeface="Noto Serif Ethiopic"/>
                <a:sym typeface="Noto Serif Ethiopic"/>
              </a:defRPr>
            </a:lvl4pPr>
            <a:lvl5pPr lvl="4" algn="ctr" rtl="0">
              <a:lnSpc>
                <a:spcPct val="100000"/>
              </a:lnSpc>
              <a:spcBef>
                <a:spcPts val="0"/>
              </a:spcBef>
              <a:spcAft>
                <a:spcPts val="0"/>
              </a:spcAft>
              <a:buClr>
                <a:schemeClr val="dk1"/>
              </a:buClr>
              <a:buSzPts val="2400"/>
              <a:buFont typeface="Noto Serif Ethiopic"/>
              <a:buNone/>
              <a:defRPr sz="2400">
                <a:solidFill>
                  <a:schemeClr val="dk1"/>
                </a:solidFill>
                <a:latin typeface="Noto Serif Ethiopic"/>
                <a:ea typeface="Noto Serif Ethiopic"/>
                <a:cs typeface="Noto Serif Ethiopic"/>
                <a:sym typeface="Noto Serif Ethiopic"/>
              </a:defRPr>
            </a:lvl5pPr>
            <a:lvl6pPr lvl="5" algn="ctr" rtl="0">
              <a:lnSpc>
                <a:spcPct val="100000"/>
              </a:lnSpc>
              <a:spcBef>
                <a:spcPts val="0"/>
              </a:spcBef>
              <a:spcAft>
                <a:spcPts val="0"/>
              </a:spcAft>
              <a:buClr>
                <a:schemeClr val="dk1"/>
              </a:buClr>
              <a:buSzPts val="2400"/>
              <a:buFont typeface="Noto Serif Ethiopic"/>
              <a:buNone/>
              <a:defRPr sz="2400">
                <a:solidFill>
                  <a:schemeClr val="dk1"/>
                </a:solidFill>
                <a:latin typeface="Noto Serif Ethiopic"/>
                <a:ea typeface="Noto Serif Ethiopic"/>
                <a:cs typeface="Noto Serif Ethiopic"/>
                <a:sym typeface="Noto Serif Ethiopic"/>
              </a:defRPr>
            </a:lvl6pPr>
            <a:lvl7pPr lvl="6" algn="ctr" rtl="0">
              <a:lnSpc>
                <a:spcPct val="100000"/>
              </a:lnSpc>
              <a:spcBef>
                <a:spcPts val="0"/>
              </a:spcBef>
              <a:spcAft>
                <a:spcPts val="0"/>
              </a:spcAft>
              <a:buClr>
                <a:schemeClr val="dk1"/>
              </a:buClr>
              <a:buSzPts val="2400"/>
              <a:buFont typeface="Noto Serif Ethiopic"/>
              <a:buNone/>
              <a:defRPr sz="2400">
                <a:solidFill>
                  <a:schemeClr val="dk1"/>
                </a:solidFill>
                <a:latin typeface="Noto Serif Ethiopic"/>
                <a:ea typeface="Noto Serif Ethiopic"/>
                <a:cs typeface="Noto Serif Ethiopic"/>
                <a:sym typeface="Noto Serif Ethiopic"/>
              </a:defRPr>
            </a:lvl7pPr>
            <a:lvl8pPr lvl="7" algn="ctr" rtl="0">
              <a:lnSpc>
                <a:spcPct val="100000"/>
              </a:lnSpc>
              <a:spcBef>
                <a:spcPts val="0"/>
              </a:spcBef>
              <a:spcAft>
                <a:spcPts val="0"/>
              </a:spcAft>
              <a:buClr>
                <a:schemeClr val="dk1"/>
              </a:buClr>
              <a:buSzPts val="2400"/>
              <a:buFont typeface="Noto Serif Ethiopic"/>
              <a:buNone/>
              <a:defRPr sz="2400">
                <a:solidFill>
                  <a:schemeClr val="dk1"/>
                </a:solidFill>
                <a:latin typeface="Noto Serif Ethiopic"/>
                <a:ea typeface="Noto Serif Ethiopic"/>
                <a:cs typeface="Noto Serif Ethiopic"/>
                <a:sym typeface="Noto Serif Ethiopic"/>
              </a:defRPr>
            </a:lvl8pPr>
            <a:lvl9pPr lvl="8" algn="ctr" rtl="0">
              <a:lnSpc>
                <a:spcPct val="100000"/>
              </a:lnSpc>
              <a:spcBef>
                <a:spcPts val="0"/>
              </a:spcBef>
              <a:spcAft>
                <a:spcPts val="0"/>
              </a:spcAft>
              <a:buClr>
                <a:schemeClr val="dk1"/>
              </a:buClr>
              <a:buSzPts val="2400"/>
              <a:buFont typeface="Noto Serif Ethiopic"/>
              <a:buNone/>
              <a:defRPr sz="2400">
                <a:solidFill>
                  <a:schemeClr val="dk1"/>
                </a:solidFill>
                <a:latin typeface="Noto Serif Ethiopic"/>
                <a:ea typeface="Noto Serif Ethiopic"/>
                <a:cs typeface="Noto Serif Ethiopic"/>
                <a:sym typeface="Noto Serif Ethiopic"/>
              </a:defRPr>
            </a:lvl9pPr>
          </a:lstStyle>
          <a:p>
            <a:endParaRPr/>
          </a:p>
        </p:txBody>
      </p:sp>
      <p:sp>
        <p:nvSpPr>
          <p:cNvPr id="281" name="Google Shape;281;p30"/>
          <p:cNvSpPr txBox="1">
            <a:spLocks noGrp="1"/>
          </p:cNvSpPr>
          <p:nvPr>
            <p:ph type="subTitle" idx="7"/>
          </p:nvPr>
        </p:nvSpPr>
        <p:spPr>
          <a:xfrm>
            <a:off x="3468750" y="1744525"/>
            <a:ext cx="2206500" cy="484800"/>
          </a:xfrm>
          <a:prstGeom prst="rect">
            <a:avLst/>
          </a:prstGeom>
          <a:ln>
            <a:noFill/>
          </a:ln>
        </p:spPr>
        <p:txBody>
          <a:bodyPr spcFirstLastPara="1" wrap="square" lIns="91425" tIns="91425" rIns="91425" bIns="91425" anchor="b" anchorCtr="0">
            <a:noAutofit/>
          </a:bodyPr>
          <a:lstStyle>
            <a:lvl1pPr lvl="0" algn="ctr" rtl="0">
              <a:lnSpc>
                <a:spcPct val="100000"/>
              </a:lnSpc>
              <a:spcBef>
                <a:spcPts val="0"/>
              </a:spcBef>
              <a:spcAft>
                <a:spcPts val="0"/>
              </a:spcAft>
              <a:buClr>
                <a:schemeClr val="dk1"/>
              </a:buClr>
              <a:buSzPts val="2400"/>
              <a:buFont typeface="Noto Serif Ethiopic"/>
              <a:buNone/>
              <a:defRPr sz="2400">
                <a:solidFill>
                  <a:schemeClr val="dk1"/>
                </a:solidFill>
                <a:latin typeface="Noto Serif Ethiopic"/>
                <a:ea typeface="Noto Serif Ethiopic"/>
                <a:cs typeface="Noto Serif Ethiopic"/>
                <a:sym typeface="Noto Serif Ethiopic"/>
              </a:defRPr>
            </a:lvl1pPr>
            <a:lvl2pPr lvl="1" algn="ctr" rtl="0">
              <a:lnSpc>
                <a:spcPct val="100000"/>
              </a:lnSpc>
              <a:spcBef>
                <a:spcPts val="0"/>
              </a:spcBef>
              <a:spcAft>
                <a:spcPts val="0"/>
              </a:spcAft>
              <a:buClr>
                <a:schemeClr val="dk1"/>
              </a:buClr>
              <a:buSzPts val="2400"/>
              <a:buFont typeface="Noto Serif Ethiopic"/>
              <a:buNone/>
              <a:defRPr sz="2400">
                <a:solidFill>
                  <a:schemeClr val="dk1"/>
                </a:solidFill>
                <a:latin typeface="Noto Serif Ethiopic"/>
                <a:ea typeface="Noto Serif Ethiopic"/>
                <a:cs typeface="Noto Serif Ethiopic"/>
                <a:sym typeface="Noto Serif Ethiopic"/>
              </a:defRPr>
            </a:lvl2pPr>
            <a:lvl3pPr lvl="2" algn="ctr" rtl="0">
              <a:lnSpc>
                <a:spcPct val="100000"/>
              </a:lnSpc>
              <a:spcBef>
                <a:spcPts val="0"/>
              </a:spcBef>
              <a:spcAft>
                <a:spcPts val="0"/>
              </a:spcAft>
              <a:buClr>
                <a:schemeClr val="dk1"/>
              </a:buClr>
              <a:buSzPts val="2400"/>
              <a:buFont typeface="Noto Serif Ethiopic"/>
              <a:buNone/>
              <a:defRPr sz="2400">
                <a:solidFill>
                  <a:schemeClr val="dk1"/>
                </a:solidFill>
                <a:latin typeface="Noto Serif Ethiopic"/>
                <a:ea typeface="Noto Serif Ethiopic"/>
                <a:cs typeface="Noto Serif Ethiopic"/>
                <a:sym typeface="Noto Serif Ethiopic"/>
              </a:defRPr>
            </a:lvl3pPr>
            <a:lvl4pPr lvl="3" algn="ctr" rtl="0">
              <a:lnSpc>
                <a:spcPct val="100000"/>
              </a:lnSpc>
              <a:spcBef>
                <a:spcPts val="0"/>
              </a:spcBef>
              <a:spcAft>
                <a:spcPts val="0"/>
              </a:spcAft>
              <a:buClr>
                <a:schemeClr val="dk1"/>
              </a:buClr>
              <a:buSzPts val="2400"/>
              <a:buFont typeface="Noto Serif Ethiopic"/>
              <a:buNone/>
              <a:defRPr sz="2400">
                <a:solidFill>
                  <a:schemeClr val="dk1"/>
                </a:solidFill>
                <a:latin typeface="Noto Serif Ethiopic"/>
                <a:ea typeface="Noto Serif Ethiopic"/>
                <a:cs typeface="Noto Serif Ethiopic"/>
                <a:sym typeface="Noto Serif Ethiopic"/>
              </a:defRPr>
            </a:lvl4pPr>
            <a:lvl5pPr lvl="4" algn="ctr" rtl="0">
              <a:lnSpc>
                <a:spcPct val="100000"/>
              </a:lnSpc>
              <a:spcBef>
                <a:spcPts val="0"/>
              </a:spcBef>
              <a:spcAft>
                <a:spcPts val="0"/>
              </a:spcAft>
              <a:buClr>
                <a:schemeClr val="dk1"/>
              </a:buClr>
              <a:buSzPts val="2400"/>
              <a:buFont typeface="Noto Serif Ethiopic"/>
              <a:buNone/>
              <a:defRPr sz="2400">
                <a:solidFill>
                  <a:schemeClr val="dk1"/>
                </a:solidFill>
                <a:latin typeface="Noto Serif Ethiopic"/>
                <a:ea typeface="Noto Serif Ethiopic"/>
                <a:cs typeface="Noto Serif Ethiopic"/>
                <a:sym typeface="Noto Serif Ethiopic"/>
              </a:defRPr>
            </a:lvl5pPr>
            <a:lvl6pPr lvl="5" algn="ctr" rtl="0">
              <a:lnSpc>
                <a:spcPct val="100000"/>
              </a:lnSpc>
              <a:spcBef>
                <a:spcPts val="0"/>
              </a:spcBef>
              <a:spcAft>
                <a:spcPts val="0"/>
              </a:spcAft>
              <a:buClr>
                <a:schemeClr val="dk1"/>
              </a:buClr>
              <a:buSzPts val="2400"/>
              <a:buFont typeface="Noto Serif Ethiopic"/>
              <a:buNone/>
              <a:defRPr sz="2400">
                <a:solidFill>
                  <a:schemeClr val="dk1"/>
                </a:solidFill>
                <a:latin typeface="Noto Serif Ethiopic"/>
                <a:ea typeface="Noto Serif Ethiopic"/>
                <a:cs typeface="Noto Serif Ethiopic"/>
                <a:sym typeface="Noto Serif Ethiopic"/>
              </a:defRPr>
            </a:lvl6pPr>
            <a:lvl7pPr lvl="6" algn="ctr" rtl="0">
              <a:lnSpc>
                <a:spcPct val="100000"/>
              </a:lnSpc>
              <a:spcBef>
                <a:spcPts val="0"/>
              </a:spcBef>
              <a:spcAft>
                <a:spcPts val="0"/>
              </a:spcAft>
              <a:buClr>
                <a:schemeClr val="dk1"/>
              </a:buClr>
              <a:buSzPts val="2400"/>
              <a:buFont typeface="Noto Serif Ethiopic"/>
              <a:buNone/>
              <a:defRPr sz="2400">
                <a:solidFill>
                  <a:schemeClr val="dk1"/>
                </a:solidFill>
                <a:latin typeface="Noto Serif Ethiopic"/>
                <a:ea typeface="Noto Serif Ethiopic"/>
                <a:cs typeface="Noto Serif Ethiopic"/>
                <a:sym typeface="Noto Serif Ethiopic"/>
              </a:defRPr>
            </a:lvl7pPr>
            <a:lvl8pPr lvl="7" algn="ctr" rtl="0">
              <a:lnSpc>
                <a:spcPct val="100000"/>
              </a:lnSpc>
              <a:spcBef>
                <a:spcPts val="0"/>
              </a:spcBef>
              <a:spcAft>
                <a:spcPts val="0"/>
              </a:spcAft>
              <a:buClr>
                <a:schemeClr val="dk1"/>
              </a:buClr>
              <a:buSzPts val="2400"/>
              <a:buFont typeface="Noto Serif Ethiopic"/>
              <a:buNone/>
              <a:defRPr sz="2400">
                <a:solidFill>
                  <a:schemeClr val="dk1"/>
                </a:solidFill>
                <a:latin typeface="Noto Serif Ethiopic"/>
                <a:ea typeface="Noto Serif Ethiopic"/>
                <a:cs typeface="Noto Serif Ethiopic"/>
                <a:sym typeface="Noto Serif Ethiopic"/>
              </a:defRPr>
            </a:lvl8pPr>
            <a:lvl9pPr lvl="8" algn="ctr" rtl="0">
              <a:lnSpc>
                <a:spcPct val="100000"/>
              </a:lnSpc>
              <a:spcBef>
                <a:spcPts val="0"/>
              </a:spcBef>
              <a:spcAft>
                <a:spcPts val="0"/>
              </a:spcAft>
              <a:buClr>
                <a:schemeClr val="dk1"/>
              </a:buClr>
              <a:buSzPts val="2400"/>
              <a:buFont typeface="Noto Serif Ethiopic"/>
              <a:buNone/>
              <a:defRPr sz="2400">
                <a:solidFill>
                  <a:schemeClr val="dk1"/>
                </a:solidFill>
                <a:latin typeface="Noto Serif Ethiopic"/>
                <a:ea typeface="Noto Serif Ethiopic"/>
                <a:cs typeface="Noto Serif Ethiopic"/>
                <a:sym typeface="Noto Serif Ethiopic"/>
              </a:defRPr>
            </a:lvl9pPr>
          </a:lstStyle>
          <a:p>
            <a:endParaRPr/>
          </a:p>
        </p:txBody>
      </p:sp>
      <p:sp>
        <p:nvSpPr>
          <p:cNvPr id="282" name="Google Shape;282;p30"/>
          <p:cNvSpPr txBox="1">
            <a:spLocks noGrp="1"/>
          </p:cNvSpPr>
          <p:nvPr>
            <p:ph type="subTitle" idx="8"/>
          </p:nvPr>
        </p:nvSpPr>
        <p:spPr>
          <a:xfrm>
            <a:off x="6007858" y="1744525"/>
            <a:ext cx="2206500" cy="484800"/>
          </a:xfrm>
          <a:prstGeom prst="rect">
            <a:avLst/>
          </a:prstGeom>
          <a:ln>
            <a:noFill/>
          </a:ln>
        </p:spPr>
        <p:txBody>
          <a:bodyPr spcFirstLastPara="1" wrap="square" lIns="91425" tIns="91425" rIns="91425" bIns="91425" anchor="b" anchorCtr="0">
            <a:noAutofit/>
          </a:bodyPr>
          <a:lstStyle>
            <a:lvl1pPr lvl="0" algn="ctr" rtl="0">
              <a:lnSpc>
                <a:spcPct val="100000"/>
              </a:lnSpc>
              <a:spcBef>
                <a:spcPts val="0"/>
              </a:spcBef>
              <a:spcAft>
                <a:spcPts val="0"/>
              </a:spcAft>
              <a:buClr>
                <a:schemeClr val="dk1"/>
              </a:buClr>
              <a:buSzPts val="2400"/>
              <a:buFont typeface="Noto Serif Ethiopic"/>
              <a:buNone/>
              <a:defRPr sz="2400">
                <a:solidFill>
                  <a:schemeClr val="dk1"/>
                </a:solidFill>
                <a:latin typeface="Noto Serif Ethiopic"/>
                <a:ea typeface="Noto Serif Ethiopic"/>
                <a:cs typeface="Noto Serif Ethiopic"/>
                <a:sym typeface="Noto Serif Ethiopic"/>
              </a:defRPr>
            </a:lvl1pPr>
            <a:lvl2pPr lvl="1" algn="ctr" rtl="0">
              <a:lnSpc>
                <a:spcPct val="100000"/>
              </a:lnSpc>
              <a:spcBef>
                <a:spcPts val="0"/>
              </a:spcBef>
              <a:spcAft>
                <a:spcPts val="0"/>
              </a:spcAft>
              <a:buClr>
                <a:schemeClr val="dk1"/>
              </a:buClr>
              <a:buSzPts val="2400"/>
              <a:buFont typeface="Noto Serif Ethiopic"/>
              <a:buNone/>
              <a:defRPr sz="2400">
                <a:solidFill>
                  <a:schemeClr val="dk1"/>
                </a:solidFill>
                <a:latin typeface="Noto Serif Ethiopic"/>
                <a:ea typeface="Noto Serif Ethiopic"/>
                <a:cs typeface="Noto Serif Ethiopic"/>
                <a:sym typeface="Noto Serif Ethiopic"/>
              </a:defRPr>
            </a:lvl2pPr>
            <a:lvl3pPr lvl="2" algn="ctr" rtl="0">
              <a:lnSpc>
                <a:spcPct val="100000"/>
              </a:lnSpc>
              <a:spcBef>
                <a:spcPts val="0"/>
              </a:spcBef>
              <a:spcAft>
                <a:spcPts val="0"/>
              </a:spcAft>
              <a:buClr>
                <a:schemeClr val="dk1"/>
              </a:buClr>
              <a:buSzPts val="2400"/>
              <a:buFont typeface="Noto Serif Ethiopic"/>
              <a:buNone/>
              <a:defRPr sz="2400">
                <a:solidFill>
                  <a:schemeClr val="dk1"/>
                </a:solidFill>
                <a:latin typeface="Noto Serif Ethiopic"/>
                <a:ea typeface="Noto Serif Ethiopic"/>
                <a:cs typeface="Noto Serif Ethiopic"/>
                <a:sym typeface="Noto Serif Ethiopic"/>
              </a:defRPr>
            </a:lvl3pPr>
            <a:lvl4pPr lvl="3" algn="ctr" rtl="0">
              <a:lnSpc>
                <a:spcPct val="100000"/>
              </a:lnSpc>
              <a:spcBef>
                <a:spcPts val="0"/>
              </a:spcBef>
              <a:spcAft>
                <a:spcPts val="0"/>
              </a:spcAft>
              <a:buClr>
                <a:schemeClr val="dk1"/>
              </a:buClr>
              <a:buSzPts val="2400"/>
              <a:buFont typeface="Noto Serif Ethiopic"/>
              <a:buNone/>
              <a:defRPr sz="2400">
                <a:solidFill>
                  <a:schemeClr val="dk1"/>
                </a:solidFill>
                <a:latin typeface="Noto Serif Ethiopic"/>
                <a:ea typeface="Noto Serif Ethiopic"/>
                <a:cs typeface="Noto Serif Ethiopic"/>
                <a:sym typeface="Noto Serif Ethiopic"/>
              </a:defRPr>
            </a:lvl4pPr>
            <a:lvl5pPr lvl="4" algn="ctr" rtl="0">
              <a:lnSpc>
                <a:spcPct val="100000"/>
              </a:lnSpc>
              <a:spcBef>
                <a:spcPts val="0"/>
              </a:spcBef>
              <a:spcAft>
                <a:spcPts val="0"/>
              </a:spcAft>
              <a:buClr>
                <a:schemeClr val="dk1"/>
              </a:buClr>
              <a:buSzPts val="2400"/>
              <a:buFont typeface="Noto Serif Ethiopic"/>
              <a:buNone/>
              <a:defRPr sz="2400">
                <a:solidFill>
                  <a:schemeClr val="dk1"/>
                </a:solidFill>
                <a:latin typeface="Noto Serif Ethiopic"/>
                <a:ea typeface="Noto Serif Ethiopic"/>
                <a:cs typeface="Noto Serif Ethiopic"/>
                <a:sym typeface="Noto Serif Ethiopic"/>
              </a:defRPr>
            </a:lvl5pPr>
            <a:lvl6pPr lvl="5" algn="ctr" rtl="0">
              <a:lnSpc>
                <a:spcPct val="100000"/>
              </a:lnSpc>
              <a:spcBef>
                <a:spcPts val="0"/>
              </a:spcBef>
              <a:spcAft>
                <a:spcPts val="0"/>
              </a:spcAft>
              <a:buClr>
                <a:schemeClr val="dk1"/>
              </a:buClr>
              <a:buSzPts val="2400"/>
              <a:buFont typeface="Noto Serif Ethiopic"/>
              <a:buNone/>
              <a:defRPr sz="2400">
                <a:solidFill>
                  <a:schemeClr val="dk1"/>
                </a:solidFill>
                <a:latin typeface="Noto Serif Ethiopic"/>
                <a:ea typeface="Noto Serif Ethiopic"/>
                <a:cs typeface="Noto Serif Ethiopic"/>
                <a:sym typeface="Noto Serif Ethiopic"/>
              </a:defRPr>
            </a:lvl6pPr>
            <a:lvl7pPr lvl="6" algn="ctr" rtl="0">
              <a:lnSpc>
                <a:spcPct val="100000"/>
              </a:lnSpc>
              <a:spcBef>
                <a:spcPts val="0"/>
              </a:spcBef>
              <a:spcAft>
                <a:spcPts val="0"/>
              </a:spcAft>
              <a:buClr>
                <a:schemeClr val="dk1"/>
              </a:buClr>
              <a:buSzPts val="2400"/>
              <a:buFont typeface="Noto Serif Ethiopic"/>
              <a:buNone/>
              <a:defRPr sz="2400">
                <a:solidFill>
                  <a:schemeClr val="dk1"/>
                </a:solidFill>
                <a:latin typeface="Noto Serif Ethiopic"/>
                <a:ea typeface="Noto Serif Ethiopic"/>
                <a:cs typeface="Noto Serif Ethiopic"/>
                <a:sym typeface="Noto Serif Ethiopic"/>
              </a:defRPr>
            </a:lvl7pPr>
            <a:lvl8pPr lvl="7" algn="ctr" rtl="0">
              <a:lnSpc>
                <a:spcPct val="100000"/>
              </a:lnSpc>
              <a:spcBef>
                <a:spcPts val="0"/>
              </a:spcBef>
              <a:spcAft>
                <a:spcPts val="0"/>
              </a:spcAft>
              <a:buClr>
                <a:schemeClr val="dk1"/>
              </a:buClr>
              <a:buSzPts val="2400"/>
              <a:buFont typeface="Noto Serif Ethiopic"/>
              <a:buNone/>
              <a:defRPr sz="2400">
                <a:solidFill>
                  <a:schemeClr val="dk1"/>
                </a:solidFill>
                <a:latin typeface="Noto Serif Ethiopic"/>
                <a:ea typeface="Noto Serif Ethiopic"/>
                <a:cs typeface="Noto Serif Ethiopic"/>
                <a:sym typeface="Noto Serif Ethiopic"/>
              </a:defRPr>
            </a:lvl8pPr>
            <a:lvl9pPr lvl="8" algn="ctr" rtl="0">
              <a:lnSpc>
                <a:spcPct val="100000"/>
              </a:lnSpc>
              <a:spcBef>
                <a:spcPts val="0"/>
              </a:spcBef>
              <a:spcAft>
                <a:spcPts val="0"/>
              </a:spcAft>
              <a:buClr>
                <a:schemeClr val="dk1"/>
              </a:buClr>
              <a:buSzPts val="2400"/>
              <a:buFont typeface="Noto Serif Ethiopic"/>
              <a:buNone/>
              <a:defRPr sz="2400">
                <a:solidFill>
                  <a:schemeClr val="dk1"/>
                </a:solidFill>
                <a:latin typeface="Noto Serif Ethiopic"/>
                <a:ea typeface="Noto Serif Ethiopic"/>
                <a:cs typeface="Noto Serif Ethiopic"/>
                <a:sym typeface="Noto Serif Ethiopic"/>
              </a:defRPr>
            </a:lvl9pPr>
          </a:lstStyle>
          <a:p>
            <a:endParaRPr/>
          </a:p>
        </p:txBody>
      </p:sp>
      <p:sp>
        <p:nvSpPr>
          <p:cNvPr id="283" name="Google Shape;283;p30"/>
          <p:cNvSpPr txBox="1">
            <a:spLocks noGrp="1"/>
          </p:cNvSpPr>
          <p:nvPr>
            <p:ph type="subTitle" idx="9"/>
          </p:nvPr>
        </p:nvSpPr>
        <p:spPr>
          <a:xfrm>
            <a:off x="2199196" y="2861200"/>
            <a:ext cx="2206500" cy="484800"/>
          </a:xfrm>
          <a:prstGeom prst="rect">
            <a:avLst/>
          </a:prstGeom>
          <a:ln>
            <a:noFill/>
          </a:ln>
        </p:spPr>
        <p:txBody>
          <a:bodyPr spcFirstLastPara="1" wrap="square" lIns="91425" tIns="91425" rIns="91425" bIns="91425" anchor="b" anchorCtr="0">
            <a:noAutofit/>
          </a:bodyPr>
          <a:lstStyle>
            <a:lvl1pPr lvl="0" algn="ctr" rtl="0">
              <a:lnSpc>
                <a:spcPct val="100000"/>
              </a:lnSpc>
              <a:spcBef>
                <a:spcPts val="0"/>
              </a:spcBef>
              <a:spcAft>
                <a:spcPts val="0"/>
              </a:spcAft>
              <a:buClr>
                <a:schemeClr val="dk1"/>
              </a:buClr>
              <a:buSzPts val="2400"/>
              <a:buFont typeface="Noto Serif Ethiopic"/>
              <a:buNone/>
              <a:defRPr sz="2400">
                <a:solidFill>
                  <a:schemeClr val="dk1"/>
                </a:solidFill>
                <a:latin typeface="Noto Serif Ethiopic"/>
                <a:ea typeface="Noto Serif Ethiopic"/>
                <a:cs typeface="Noto Serif Ethiopic"/>
                <a:sym typeface="Noto Serif Ethiopic"/>
              </a:defRPr>
            </a:lvl1pPr>
            <a:lvl2pPr lvl="1" algn="ctr" rtl="0">
              <a:lnSpc>
                <a:spcPct val="100000"/>
              </a:lnSpc>
              <a:spcBef>
                <a:spcPts val="0"/>
              </a:spcBef>
              <a:spcAft>
                <a:spcPts val="0"/>
              </a:spcAft>
              <a:buClr>
                <a:schemeClr val="dk1"/>
              </a:buClr>
              <a:buSzPts val="2400"/>
              <a:buFont typeface="Noto Serif Ethiopic"/>
              <a:buNone/>
              <a:defRPr sz="2400">
                <a:solidFill>
                  <a:schemeClr val="dk1"/>
                </a:solidFill>
                <a:latin typeface="Noto Serif Ethiopic"/>
                <a:ea typeface="Noto Serif Ethiopic"/>
                <a:cs typeface="Noto Serif Ethiopic"/>
                <a:sym typeface="Noto Serif Ethiopic"/>
              </a:defRPr>
            </a:lvl2pPr>
            <a:lvl3pPr lvl="2" algn="ctr" rtl="0">
              <a:lnSpc>
                <a:spcPct val="100000"/>
              </a:lnSpc>
              <a:spcBef>
                <a:spcPts val="0"/>
              </a:spcBef>
              <a:spcAft>
                <a:spcPts val="0"/>
              </a:spcAft>
              <a:buClr>
                <a:schemeClr val="dk1"/>
              </a:buClr>
              <a:buSzPts val="2400"/>
              <a:buFont typeface="Noto Serif Ethiopic"/>
              <a:buNone/>
              <a:defRPr sz="2400">
                <a:solidFill>
                  <a:schemeClr val="dk1"/>
                </a:solidFill>
                <a:latin typeface="Noto Serif Ethiopic"/>
                <a:ea typeface="Noto Serif Ethiopic"/>
                <a:cs typeface="Noto Serif Ethiopic"/>
                <a:sym typeface="Noto Serif Ethiopic"/>
              </a:defRPr>
            </a:lvl3pPr>
            <a:lvl4pPr lvl="3" algn="ctr" rtl="0">
              <a:lnSpc>
                <a:spcPct val="100000"/>
              </a:lnSpc>
              <a:spcBef>
                <a:spcPts val="0"/>
              </a:spcBef>
              <a:spcAft>
                <a:spcPts val="0"/>
              </a:spcAft>
              <a:buClr>
                <a:schemeClr val="dk1"/>
              </a:buClr>
              <a:buSzPts val="2400"/>
              <a:buFont typeface="Noto Serif Ethiopic"/>
              <a:buNone/>
              <a:defRPr sz="2400">
                <a:solidFill>
                  <a:schemeClr val="dk1"/>
                </a:solidFill>
                <a:latin typeface="Noto Serif Ethiopic"/>
                <a:ea typeface="Noto Serif Ethiopic"/>
                <a:cs typeface="Noto Serif Ethiopic"/>
                <a:sym typeface="Noto Serif Ethiopic"/>
              </a:defRPr>
            </a:lvl4pPr>
            <a:lvl5pPr lvl="4" algn="ctr" rtl="0">
              <a:lnSpc>
                <a:spcPct val="100000"/>
              </a:lnSpc>
              <a:spcBef>
                <a:spcPts val="0"/>
              </a:spcBef>
              <a:spcAft>
                <a:spcPts val="0"/>
              </a:spcAft>
              <a:buClr>
                <a:schemeClr val="dk1"/>
              </a:buClr>
              <a:buSzPts val="2400"/>
              <a:buFont typeface="Noto Serif Ethiopic"/>
              <a:buNone/>
              <a:defRPr sz="2400">
                <a:solidFill>
                  <a:schemeClr val="dk1"/>
                </a:solidFill>
                <a:latin typeface="Noto Serif Ethiopic"/>
                <a:ea typeface="Noto Serif Ethiopic"/>
                <a:cs typeface="Noto Serif Ethiopic"/>
                <a:sym typeface="Noto Serif Ethiopic"/>
              </a:defRPr>
            </a:lvl5pPr>
            <a:lvl6pPr lvl="5" algn="ctr" rtl="0">
              <a:lnSpc>
                <a:spcPct val="100000"/>
              </a:lnSpc>
              <a:spcBef>
                <a:spcPts val="0"/>
              </a:spcBef>
              <a:spcAft>
                <a:spcPts val="0"/>
              </a:spcAft>
              <a:buClr>
                <a:schemeClr val="dk1"/>
              </a:buClr>
              <a:buSzPts val="2400"/>
              <a:buFont typeface="Noto Serif Ethiopic"/>
              <a:buNone/>
              <a:defRPr sz="2400">
                <a:solidFill>
                  <a:schemeClr val="dk1"/>
                </a:solidFill>
                <a:latin typeface="Noto Serif Ethiopic"/>
                <a:ea typeface="Noto Serif Ethiopic"/>
                <a:cs typeface="Noto Serif Ethiopic"/>
                <a:sym typeface="Noto Serif Ethiopic"/>
              </a:defRPr>
            </a:lvl6pPr>
            <a:lvl7pPr lvl="6" algn="ctr" rtl="0">
              <a:lnSpc>
                <a:spcPct val="100000"/>
              </a:lnSpc>
              <a:spcBef>
                <a:spcPts val="0"/>
              </a:spcBef>
              <a:spcAft>
                <a:spcPts val="0"/>
              </a:spcAft>
              <a:buClr>
                <a:schemeClr val="dk1"/>
              </a:buClr>
              <a:buSzPts val="2400"/>
              <a:buFont typeface="Noto Serif Ethiopic"/>
              <a:buNone/>
              <a:defRPr sz="2400">
                <a:solidFill>
                  <a:schemeClr val="dk1"/>
                </a:solidFill>
                <a:latin typeface="Noto Serif Ethiopic"/>
                <a:ea typeface="Noto Serif Ethiopic"/>
                <a:cs typeface="Noto Serif Ethiopic"/>
                <a:sym typeface="Noto Serif Ethiopic"/>
              </a:defRPr>
            </a:lvl7pPr>
            <a:lvl8pPr lvl="7" algn="ctr" rtl="0">
              <a:lnSpc>
                <a:spcPct val="100000"/>
              </a:lnSpc>
              <a:spcBef>
                <a:spcPts val="0"/>
              </a:spcBef>
              <a:spcAft>
                <a:spcPts val="0"/>
              </a:spcAft>
              <a:buClr>
                <a:schemeClr val="dk1"/>
              </a:buClr>
              <a:buSzPts val="2400"/>
              <a:buFont typeface="Noto Serif Ethiopic"/>
              <a:buNone/>
              <a:defRPr sz="2400">
                <a:solidFill>
                  <a:schemeClr val="dk1"/>
                </a:solidFill>
                <a:latin typeface="Noto Serif Ethiopic"/>
                <a:ea typeface="Noto Serif Ethiopic"/>
                <a:cs typeface="Noto Serif Ethiopic"/>
                <a:sym typeface="Noto Serif Ethiopic"/>
              </a:defRPr>
            </a:lvl8pPr>
            <a:lvl9pPr lvl="8" algn="ctr" rtl="0">
              <a:lnSpc>
                <a:spcPct val="100000"/>
              </a:lnSpc>
              <a:spcBef>
                <a:spcPts val="0"/>
              </a:spcBef>
              <a:spcAft>
                <a:spcPts val="0"/>
              </a:spcAft>
              <a:buClr>
                <a:schemeClr val="dk1"/>
              </a:buClr>
              <a:buSzPts val="2400"/>
              <a:buFont typeface="Noto Serif Ethiopic"/>
              <a:buNone/>
              <a:defRPr sz="2400">
                <a:solidFill>
                  <a:schemeClr val="dk1"/>
                </a:solidFill>
                <a:latin typeface="Noto Serif Ethiopic"/>
                <a:ea typeface="Noto Serif Ethiopic"/>
                <a:cs typeface="Noto Serif Ethiopic"/>
                <a:sym typeface="Noto Serif Ethiopic"/>
              </a:defRPr>
            </a:lvl9pPr>
          </a:lstStyle>
          <a:p>
            <a:endParaRPr/>
          </a:p>
        </p:txBody>
      </p:sp>
      <p:sp>
        <p:nvSpPr>
          <p:cNvPr id="284" name="Google Shape;284;p30"/>
          <p:cNvSpPr txBox="1">
            <a:spLocks noGrp="1"/>
          </p:cNvSpPr>
          <p:nvPr>
            <p:ph type="subTitle" idx="13"/>
          </p:nvPr>
        </p:nvSpPr>
        <p:spPr>
          <a:xfrm>
            <a:off x="4738304" y="2861200"/>
            <a:ext cx="2206500" cy="484800"/>
          </a:xfrm>
          <a:prstGeom prst="rect">
            <a:avLst/>
          </a:prstGeom>
          <a:ln>
            <a:noFill/>
          </a:ln>
        </p:spPr>
        <p:txBody>
          <a:bodyPr spcFirstLastPara="1" wrap="square" lIns="91425" tIns="91425" rIns="91425" bIns="91425" anchor="b" anchorCtr="0">
            <a:noAutofit/>
          </a:bodyPr>
          <a:lstStyle>
            <a:lvl1pPr lvl="0" algn="ctr" rtl="0">
              <a:lnSpc>
                <a:spcPct val="100000"/>
              </a:lnSpc>
              <a:spcBef>
                <a:spcPts val="0"/>
              </a:spcBef>
              <a:spcAft>
                <a:spcPts val="0"/>
              </a:spcAft>
              <a:buClr>
                <a:schemeClr val="dk1"/>
              </a:buClr>
              <a:buSzPts val="2400"/>
              <a:buFont typeface="Noto Serif Ethiopic"/>
              <a:buNone/>
              <a:defRPr sz="2400">
                <a:solidFill>
                  <a:schemeClr val="dk1"/>
                </a:solidFill>
                <a:latin typeface="Noto Serif Ethiopic"/>
                <a:ea typeface="Noto Serif Ethiopic"/>
                <a:cs typeface="Noto Serif Ethiopic"/>
                <a:sym typeface="Noto Serif Ethiopic"/>
              </a:defRPr>
            </a:lvl1pPr>
            <a:lvl2pPr lvl="1" algn="ctr" rtl="0">
              <a:lnSpc>
                <a:spcPct val="100000"/>
              </a:lnSpc>
              <a:spcBef>
                <a:spcPts val="0"/>
              </a:spcBef>
              <a:spcAft>
                <a:spcPts val="0"/>
              </a:spcAft>
              <a:buClr>
                <a:schemeClr val="dk1"/>
              </a:buClr>
              <a:buSzPts val="2400"/>
              <a:buFont typeface="Noto Serif Ethiopic"/>
              <a:buNone/>
              <a:defRPr sz="2400">
                <a:solidFill>
                  <a:schemeClr val="dk1"/>
                </a:solidFill>
                <a:latin typeface="Noto Serif Ethiopic"/>
                <a:ea typeface="Noto Serif Ethiopic"/>
                <a:cs typeface="Noto Serif Ethiopic"/>
                <a:sym typeface="Noto Serif Ethiopic"/>
              </a:defRPr>
            </a:lvl2pPr>
            <a:lvl3pPr lvl="2" algn="ctr" rtl="0">
              <a:lnSpc>
                <a:spcPct val="100000"/>
              </a:lnSpc>
              <a:spcBef>
                <a:spcPts val="0"/>
              </a:spcBef>
              <a:spcAft>
                <a:spcPts val="0"/>
              </a:spcAft>
              <a:buClr>
                <a:schemeClr val="dk1"/>
              </a:buClr>
              <a:buSzPts val="2400"/>
              <a:buFont typeface="Noto Serif Ethiopic"/>
              <a:buNone/>
              <a:defRPr sz="2400">
                <a:solidFill>
                  <a:schemeClr val="dk1"/>
                </a:solidFill>
                <a:latin typeface="Noto Serif Ethiopic"/>
                <a:ea typeface="Noto Serif Ethiopic"/>
                <a:cs typeface="Noto Serif Ethiopic"/>
                <a:sym typeface="Noto Serif Ethiopic"/>
              </a:defRPr>
            </a:lvl3pPr>
            <a:lvl4pPr lvl="3" algn="ctr" rtl="0">
              <a:lnSpc>
                <a:spcPct val="100000"/>
              </a:lnSpc>
              <a:spcBef>
                <a:spcPts val="0"/>
              </a:spcBef>
              <a:spcAft>
                <a:spcPts val="0"/>
              </a:spcAft>
              <a:buClr>
                <a:schemeClr val="dk1"/>
              </a:buClr>
              <a:buSzPts val="2400"/>
              <a:buFont typeface="Noto Serif Ethiopic"/>
              <a:buNone/>
              <a:defRPr sz="2400">
                <a:solidFill>
                  <a:schemeClr val="dk1"/>
                </a:solidFill>
                <a:latin typeface="Noto Serif Ethiopic"/>
                <a:ea typeface="Noto Serif Ethiopic"/>
                <a:cs typeface="Noto Serif Ethiopic"/>
                <a:sym typeface="Noto Serif Ethiopic"/>
              </a:defRPr>
            </a:lvl4pPr>
            <a:lvl5pPr lvl="4" algn="ctr" rtl="0">
              <a:lnSpc>
                <a:spcPct val="100000"/>
              </a:lnSpc>
              <a:spcBef>
                <a:spcPts val="0"/>
              </a:spcBef>
              <a:spcAft>
                <a:spcPts val="0"/>
              </a:spcAft>
              <a:buClr>
                <a:schemeClr val="dk1"/>
              </a:buClr>
              <a:buSzPts val="2400"/>
              <a:buFont typeface="Noto Serif Ethiopic"/>
              <a:buNone/>
              <a:defRPr sz="2400">
                <a:solidFill>
                  <a:schemeClr val="dk1"/>
                </a:solidFill>
                <a:latin typeface="Noto Serif Ethiopic"/>
                <a:ea typeface="Noto Serif Ethiopic"/>
                <a:cs typeface="Noto Serif Ethiopic"/>
                <a:sym typeface="Noto Serif Ethiopic"/>
              </a:defRPr>
            </a:lvl5pPr>
            <a:lvl6pPr lvl="5" algn="ctr" rtl="0">
              <a:lnSpc>
                <a:spcPct val="100000"/>
              </a:lnSpc>
              <a:spcBef>
                <a:spcPts val="0"/>
              </a:spcBef>
              <a:spcAft>
                <a:spcPts val="0"/>
              </a:spcAft>
              <a:buClr>
                <a:schemeClr val="dk1"/>
              </a:buClr>
              <a:buSzPts val="2400"/>
              <a:buFont typeface="Noto Serif Ethiopic"/>
              <a:buNone/>
              <a:defRPr sz="2400">
                <a:solidFill>
                  <a:schemeClr val="dk1"/>
                </a:solidFill>
                <a:latin typeface="Noto Serif Ethiopic"/>
                <a:ea typeface="Noto Serif Ethiopic"/>
                <a:cs typeface="Noto Serif Ethiopic"/>
                <a:sym typeface="Noto Serif Ethiopic"/>
              </a:defRPr>
            </a:lvl6pPr>
            <a:lvl7pPr lvl="6" algn="ctr" rtl="0">
              <a:lnSpc>
                <a:spcPct val="100000"/>
              </a:lnSpc>
              <a:spcBef>
                <a:spcPts val="0"/>
              </a:spcBef>
              <a:spcAft>
                <a:spcPts val="0"/>
              </a:spcAft>
              <a:buClr>
                <a:schemeClr val="dk1"/>
              </a:buClr>
              <a:buSzPts val="2400"/>
              <a:buFont typeface="Noto Serif Ethiopic"/>
              <a:buNone/>
              <a:defRPr sz="2400">
                <a:solidFill>
                  <a:schemeClr val="dk1"/>
                </a:solidFill>
                <a:latin typeface="Noto Serif Ethiopic"/>
                <a:ea typeface="Noto Serif Ethiopic"/>
                <a:cs typeface="Noto Serif Ethiopic"/>
                <a:sym typeface="Noto Serif Ethiopic"/>
              </a:defRPr>
            </a:lvl7pPr>
            <a:lvl8pPr lvl="7" algn="ctr" rtl="0">
              <a:lnSpc>
                <a:spcPct val="100000"/>
              </a:lnSpc>
              <a:spcBef>
                <a:spcPts val="0"/>
              </a:spcBef>
              <a:spcAft>
                <a:spcPts val="0"/>
              </a:spcAft>
              <a:buClr>
                <a:schemeClr val="dk1"/>
              </a:buClr>
              <a:buSzPts val="2400"/>
              <a:buFont typeface="Noto Serif Ethiopic"/>
              <a:buNone/>
              <a:defRPr sz="2400">
                <a:solidFill>
                  <a:schemeClr val="dk1"/>
                </a:solidFill>
                <a:latin typeface="Noto Serif Ethiopic"/>
                <a:ea typeface="Noto Serif Ethiopic"/>
                <a:cs typeface="Noto Serif Ethiopic"/>
                <a:sym typeface="Noto Serif Ethiopic"/>
              </a:defRPr>
            </a:lvl8pPr>
            <a:lvl9pPr lvl="8" algn="ctr" rtl="0">
              <a:lnSpc>
                <a:spcPct val="100000"/>
              </a:lnSpc>
              <a:spcBef>
                <a:spcPts val="0"/>
              </a:spcBef>
              <a:spcAft>
                <a:spcPts val="0"/>
              </a:spcAft>
              <a:buClr>
                <a:schemeClr val="dk1"/>
              </a:buClr>
              <a:buSzPts val="2400"/>
              <a:buFont typeface="Noto Serif Ethiopic"/>
              <a:buNone/>
              <a:defRPr sz="2400">
                <a:solidFill>
                  <a:schemeClr val="dk1"/>
                </a:solidFill>
                <a:latin typeface="Noto Serif Ethiopic"/>
                <a:ea typeface="Noto Serif Ethiopic"/>
                <a:cs typeface="Noto Serif Ethiopic"/>
                <a:sym typeface="Noto Serif Ethiopic"/>
              </a:defRPr>
            </a:lvl9pPr>
          </a:lstStyle>
          <a:p>
            <a:endParaRPr/>
          </a:p>
        </p:txBody>
      </p:sp>
      <p:grpSp>
        <p:nvGrpSpPr>
          <p:cNvPr id="285" name="Google Shape;285;p30"/>
          <p:cNvGrpSpPr/>
          <p:nvPr/>
        </p:nvGrpSpPr>
        <p:grpSpPr>
          <a:xfrm rot="10800000" flipH="1">
            <a:off x="4045950" y="4608500"/>
            <a:ext cx="4926600" cy="90900"/>
            <a:chOff x="1239825" y="571500"/>
            <a:chExt cx="4926600" cy="90900"/>
          </a:xfrm>
        </p:grpSpPr>
        <p:cxnSp>
          <p:nvCxnSpPr>
            <p:cNvPr id="286" name="Google Shape;286;p30"/>
            <p:cNvCxnSpPr/>
            <p:nvPr/>
          </p:nvCxnSpPr>
          <p:spPr>
            <a:xfrm>
              <a:off x="1239825" y="571500"/>
              <a:ext cx="4926600" cy="0"/>
            </a:xfrm>
            <a:prstGeom prst="straightConnector1">
              <a:avLst/>
            </a:prstGeom>
            <a:noFill/>
            <a:ln w="9525" cap="flat" cmpd="sng">
              <a:solidFill>
                <a:schemeClr val="dk1"/>
              </a:solidFill>
              <a:prstDash val="solid"/>
              <a:round/>
              <a:headEnd type="none" w="med" len="med"/>
              <a:tailEnd type="none" w="med" len="med"/>
            </a:ln>
          </p:spPr>
        </p:cxnSp>
        <p:sp>
          <p:nvSpPr>
            <p:cNvPr id="287" name="Google Shape;287;p30"/>
            <p:cNvSpPr/>
            <p:nvPr/>
          </p:nvSpPr>
          <p:spPr>
            <a:xfrm>
              <a:off x="1239825" y="571500"/>
              <a:ext cx="505200" cy="90900"/>
            </a:xfrm>
            <a:prstGeom prst="rect">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Tree>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matchingName="Title and six columns">
  <p:cSld name="BLANK_1_1_1_1_1">
    <p:spTree>
      <p:nvGrpSpPr>
        <p:cNvPr id="1" name="Shape 288"/>
        <p:cNvGrpSpPr/>
        <p:nvPr/>
      </p:nvGrpSpPr>
      <p:grpSpPr>
        <a:xfrm>
          <a:off x="0" y="0"/>
          <a:ext cx="0" cy="0"/>
          <a:chOff x="0" y="0"/>
          <a:chExt cx="0" cy="0"/>
        </a:xfrm>
      </p:grpSpPr>
      <p:sp>
        <p:nvSpPr>
          <p:cNvPr id="289" name="Google Shape;289;p31"/>
          <p:cNvSpPr/>
          <p:nvPr/>
        </p:nvSpPr>
        <p:spPr>
          <a:xfrm>
            <a:off x="171450" y="145800"/>
            <a:ext cx="8801100" cy="4851900"/>
          </a:xfrm>
          <a:prstGeom prst="rect">
            <a:avLst/>
          </a:prstGeom>
          <a:solidFill>
            <a:schemeClr val="lt1"/>
          </a:solidFill>
          <a:ln>
            <a:noFill/>
          </a:ln>
          <a:effectLst>
            <a:outerShdw blurRad="57150" dist="19050" dir="5400000" algn="bl" rotWithShape="0">
              <a:schemeClr val="dk1">
                <a:alpha val="5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0" name="Google Shape;290;p31"/>
          <p:cNvSpPr txBox="1">
            <a:spLocks noGrp="1"/>
          </p:cNvSpPr>
          <p:nvPr>
            <p:ph type="title"/>
          </p:nvPr>
        </p:nvSpPr>
        <p:spPr>
          <a:xfrm>
            <a:off x="720000" y="445025"/>
            <a:ext cx="7704000" cy="572700"/>
          </a:xfrm>
          <a:prstGeom prst="rect">
            <a:avLst/>
          </a:prstGeom>
        </p:spPr>
        <p:txBody>
          <a:bodyPr spcFirstLastPara="1" wrap="square" lIns="91425" tIns="91425" rIns="91425" bIns="91425" anchor="t" anchorCtr="0">
            <a:noAutofit/>
          </a:bodyPr>
          <a:lstStyle>
            <a:lvl1pPr lvl="0" rtl="0">
              <a:spcBef>
                <a:spcPts val="0"/>
              </a:spcBef>
              <a:spcAft>
                <a:spcPts val="0"/>
              </a:spcAft>
              <a:buSzPts val="3500"/>
              <a:buNone/>
              <a:defRPr/>
            </a:lvl1pPr>
            <a:lvl2pPr lvl="1" rtl="0">
              <a:spcBef>
                <a:spcPts val="0"/>
              </a:spcBef>
              <a:spcAft>
                <a:spcPts val="0"/>
              </a:spcAft>
              <a:buSzPts val="3500"/>
              <a:buNone/>
              <a:defRPr/>
            </a:lvl2pPr>
            <a:lvl3pPr lvl="2" rtl="0">
              <a:spcBef>
                <a:spcPts val="0"/>
              </a:spcBef>
              <a:spcAft>
                <a:spcPts val="0"/>
              </a:spcAft>
              <a:buSzPts val="3500"/>
              <a:buNone/>
              <a:defRPr/>
            </a:lvl3pPr>
            <a:lvl4pPr lvl="3" rtl="0">
              <a:spcBef>
                <a:spcPts val="0"/>
              </a:spcBef>
              <a:spcAft>
                <a:spcPts val="0"/>
              </a:spcAft>
              <a:buSzPts val="3500"/>
              <a:buNone/>
              <a:defRPr/>
            </a:lvl4pPr>
            <a:lvl5pPr lvl="4" rtl="0">
              <a:spcBef>
                <a:spcPts val="0"/>
              </a:spcBef>
              <a:spcAft>
                <a:spcPts val="0"/>
              </a:spcAft>
              <a:buSzPts val="3500"/>
              <a:buNone/>
              <a:defRPr/>
            </a:lvl5pPr>
            <a:lvl6pPr lvl="5" rtl="0">
              <a:spcBef>
                <a:spcPts val="0"/>
              </a:spcBef>
              <a:spcAft>
                <a:spcPts val="0"/>
              </a:spcAft>
              <a:buSzPts val="3500"/>
              <a:buNone/>
              <a:defRPr/>
            </a:lvl6pPr>
            <a:lvl7pPr lvl="6" rtl="0">
              <a:spcBef>
                <a:spcPts val="0"/>
              </a:spcBef>
              <a:spcAft>
                <a:spcPts val="0"/>
              </a:spcAft>
              <a:buSzPts val="3500"/>
              <a:buNone/>
              <a:defRPr/>
            </a:lvl7pPr>
            <a:lvl8pPr lvl="7" rtl="0">
              <a:spcBef>
                <a:spcPts val="0"/>
              </a:spcBef>
              <a:spcAft>
                <a:spcPts val="0"/>
              </a:spcAft>
              <a:buSzPts val="3500"/>
              <a:buNone/>
              <a:defRPr/>
            </a:lvl8pPr>
            <a:lvl9pPr lvl="8" rtl="0">
              <a:spcBef>
                <a:spcPts val="0"/>
              </a:spcBef>
              <a:spcAft>
                <a:spcPts val="0"/>
              </a:spcAft>
              <a:buSzPts val="3500"/>
              <a:buNone/>
              <a:defRPr/>
            </a:lvl9pPr>
          </a:lstStyle>
          <a:p>
            <a:endParaRPr/>
          </a:p>
        </p:txBody>
      </p:sp>
      <p:sp>
        <p:nvSpPr>
          <p:cNvPr id="291" name="Google Shape;291;p31"/>
          <p:cNvSpPr txBox="1">
            <a:spLocks noGrp="1"/>
          </p:cNvSpPr>
          <p:nvPr>
            <p:ph type="subTitle" idx="1"/>
          </p:nvPr>
        </p:nvSpPr>
        <p:spPr>
          <a:xfrm>
            <a:off x="1438125" y="2291499"/>
            <a:ext cx="1900800" cy="572700"/>
          </a:xfrm>
          <a:prstGeom prst="rect">
            <a:avLst/>
          </a:prstGeom>
          <a:ln>
            <a:noFill/>
          </a:ln>
        </p:spPr>
        <p:txBody>
          <a:bodyPr spcFirstLastPara="1" wrap="square" lIns="91425" tIns="91425" rIns="91425" bIns="91425" anchor="t" anchorCtr="0">
            <a:noAutofit/>
          </a:bodyPr>
          <a:lstStyle>
            <a:lvl1pPr lvl="0" algn="r" rtl="0">
              <a:lnSpc>
                <a:spcPct val="100000"/>
              </a:lnSpc>
              <a:spcBef>
                <a:spcPts val="0"/>
              </a:spcBef>
              <a:spcAft>
                <a:spcPts val="0"/>
              </a:spcAft>
              <a:buSzPts val="1400"/>
              <a:buNone/>
              <a:defRPr/>
            </a:lvl1pPr>
            <a:lvl2pPr lvl="1" algn="ctr" rtl="0">
              <a:lnSpc>
                <a:spcPct val="100000"/>
              </a:lnSpc>
              <a:spcBef>
                <a:spcPts val="0"/>
              </a:spcBef>
              <a:spcAft>
                <a:spcPts val="0"/>
              </a:spcAft>
              <a:buSzPts val="1200"/>
              <a:buNone/>
              <a:defRPr/>
            </a:lvl2pPr>
            <a:lvl3pPr lvl="2" algn="ctr" rtl="0">
              <a:lnSpc>
                <a:spcPct val="100000"/>
              </a:lnSpc>
              <a:spcBef>
                <a:spcPts val="0"/>
              </a:spcBef>
              <a:spcAft>
                <a:spcPts val="0"/>
              </a:spcAft>
              <a:buSzPts val="1200"/>
              <a:buNone/>
              <a:defRPr/>
            </a:lvl3pPr>
            <a:lvl4pPr lvl="3" algn="ctr" rtl="0">
              <a:lnSpc>
                <a:spcPct val="100000"/>
              </a:lnSpc>
              <a:spcBef>
                <a:spcPts val="0"/>
              </a:spcBef>
              <a:spcAft>
                <a:spcPts val="0"/>
              </a:spcAft>
              <a:buSzPts val="1200"/>
              <a:buNone/>
              <a:defRPr/>
            </a:lvl4pPr>
            <a:lvl5pPr lvl="4" algn="ctr" rtl="0">
              <a:lnSpc>
                <a:spcPct val="100000"/>
              </a:lnSpc>
              <a:spcBef>
                <a:spcPts val="0"/>
              </a:spcBef>
              <a:spcAft>
                <a:spcPts val="0"/>
              </a:spcAft>
              <a:buSzPts val="1200"/>
              <a:buNone/>
              <a:defRPr/>
            </a:lvl5pPr>
            <a:lvl6pPr lvl="5" algn="ctr" rtl="0">
              <a:lnSpc>
                <a:spcPct val="100000"/>
              </a:lnSpc>
              <a:spcBef>
                <a:spcPts val="0"/>
              </a:spcBef>
              <a:spcAft>
                <a:spcPts val="0"/>
              </a:spcAft>
              <a:buSzPts val="1200"/>
              <a:buNone/>
              <a:defRPr/>
            </a:lvl6pPr>
            <a:lvl7pPr lvl="6" algn="ctr" rtl="0">
              <a:lnSpc>
                <a:spcPct val="100000"/>
              </a:lnSpc>
              <a:spcBef>
                <a:spcPts val="0"/>
              </a:spcBef>
              <a:spcAft>
                <a:spcPts val="0"/>
              </a:spcAft>
              <a:buSzPts val="1200"/>
              <a:buNone/>
              <a:defRPr/>
            </a:lvl7pPr>
            <a:lvl8pPr lvl="7" algn="ctr" rtl="0">
              <a:lnSpc>
                <a:spcPct val="100000"/>
              </a:lnSpc>
              <a:spcBef>
                <a:spcPts val="0"/>
              </a:spcBef>
              <a:spcAft>
                <a:spcPts val="0"/>
              </a:spcAft>
              <a:buSzPts val="1200"/>
              <a:buNone/>
              <a:defRPr/>
            </a:lvl8pPr>
            <a:lvl9pPr lvl="8" algn="ctr" rtl="0">
              <a:lnSpc>
                <a:spcPct val="100000"/>
              </a:lnSpc>
              <a:spcBef>
                <a:spcPts val="0"/>
              </a:spcBef>
              <a:spcAft>
                <a:spcPts val="0"/>
              </a:spcAft>
              <a:buSzPts val="1200"/>
              <a:buNone/>
              <a:defRPr/>
            </a:lvl9pPr>
          </a:lstStyle>
          <a:p>
            <a:endParaRPr/>
          </a:p>
        </p:txBody>
      </p:sp>
      <p:sp>
        <p:nvSpPr>
          <p:cNvPr id="292" name="Google Shape;292;p31"/>
          <p:cNvSpPr txBox="1">
            <a:spLocks noGrp="1"/>
          </p:cNvSpPr>
          <p:nvPr>
            <p:ph type="subTitle" idx="2"/>
          </p:nvPr>
        </p:nvSpPr>
        <p:spPr>
          <a:xfrm>
            <a:off x="3621606" y="2291499"/>
            <a:ext cx="1900800" cy="572700"/>
          </a:xfrm>
          <a:prstGeom prst="rect">
            <a:avLst/>
          </a:prstGeom>
          <a:ln>
            <a:noFill/>
          </a:ln>
        </p:spPr>
        <p:txBody>
          <a:bodyPr spcFirstLastPara="1" wrap="square" lIns="91425" tIns="91425" rIns="91425" bIns="91425" anchor="t" anchorCtr="0">
            <a:noAutofit/>
          </a:bodyPr>
          <a:lstStyle>
            <a:lvl1pPr lvl="0" algn="ctr" rtl="0">
              <a:lnSpc>
                <a:spcPct val="100000"/>
              </a:lnSpc>
              <a:spcBef>
                <a:spcPts val="0"/>
              </a:spcBef>
              <a:spcAft>
                <a:spcPts val="0"/>
              </a:spcAft>
              <a:buSzPts val="1400"/>
              <a:buNone/>
              <a:defRPr/>
            </a:lvl1pPr>
            <a:lvl2pPr lvl="1" algn="ctr" rtl="0">
              <a:lnSpc>
                <a:spcPct val="100000"/>
              </a:lnSpc>
              <a:spcBef>
                <a:spcPts val="0"/>
              </a:spcBef>
              <a:spcAft>
                <a:spcPts val="0"/>
              </a:spcAft>
              <a:buSzPts val="1200"/>
              <a:buNone/>
              <a:defRPr/>
            </a:lvl2pPr>
            <a:lvl3pPr lvl="2" algn="ctr" rtl="0">
              <a:lnSpc>
                <a:spcPct val="100000"/>
              </a:lnSpc>
              <a:spcBef>
                <a:spcPts val="0"/>
              </a:spcBef>
              <a:spcAft>
                <a:spcPts val="0"/>
              </a:spcAft>
              <a:buSzPts val="1200"/>
              <a:buNone/>
              <a:defRPr/>
            </a:lvl3pPr>
            <a:lvl4pPr lvl="3" algn="ctr" rtl="0">
              <a:lnSpc>
                <a:spcPct val="100000"/>
              </a:lnSpc>
              <a:spcBef>
                <a:spcPts val="0"/>
              </a:spcBef>
              <a:spcAft>
                <a:spcPts val="0"/>
              </a:spcAft>
              <a:buSzPts val="1200"/>
              <a:buNone/>
              <a:defRPr/>
            </a:lvl4pPr>
            <a:lvl5pPr lvl="4" algn="ctr" rtl="0">
              <a:lnSpc>
                <a:spcPct val="100000"/>
              </a:lnSpc>
              <a:spcBef>
                <a:spcPts val="0"/>
              </a:spcBef>
              <a:spcAft>
                <a:spcPts val="0"/>
              </a:spcAft>
              <a:buSzPts val="1200"/>
              <a:buNone/>
              <a:defRPr/>
            </a:lvl5pPr>
            <a:lvl6pPr lvl="5" algn="ctr" rtl="0">
              <a:lnSpc>
                <a:spcPct val="100000"/>
              </a:lnSpc>
              <a:spcBef>
                <a:spcPts val="0"/>
              </a:spcBef>
              <a:spcAft>
                <a:spcPts val="0"/>
              </a:spcAft>
              <a:buSzPts val="1200"/>
              <a:buNone/>
              <a:defRPr/>
            </a:lvl6pPr>
            <a:lvl7pPr lvl="6" algn="ctr" rtl="0">
              <a:lnSpc>
                <a:spcPct val="100000"/>
              </a:lnSpc>
              <a:spcBef>
                <a:spcPts val="0"/>
              </a:spcBef>
              <a:spcAft>
                <a:spcPts val="0"/>
              </a:spcAft>
              <a:buSzPts val="1200"/>
              <a:buNone/>
              <a:defRPr/>
            </a:lvl7pPr>
            <a:lvl8pPr lvl="7" algn="ctr" rtl="0">
              <a:lnSpc>
                <a:spcPct val="100000"/>
              </a:lnSpc>
              <a:spcBef>
                <a:spcPts val="0"/>
              </a:spcBef>
              <a:spcAft>
                <a:spcPts val="0"/>
              </a:spcAft>
              <a:buSzPts val="1200"/>
              <a:buNone/>
              <a:defRPr/>
            </a:lvl8pPr>
            <a:lvl9pPr lvl="8" algn="ctr" rtl="0">
              <a:lnSpc>
                <a:spcPct val="100000"/>
              </a:lnSpc>
              <a:spcBef>
                <a:spcPts val="0"/>
              </a:spcBef>
              <a:spcAft>
                <a:spcPts val="0"/>
              </a:spcAft>
              <a:buSzPts val="1200"/>
              <a:buNone/>
              <a:defRPr/>
            </a:lvl9pPr>
          </a:lstStyle>
          <a:p>
            <a:endParaRPr/>
          </a:p>
        </p:txBody>
      </p:sp>
      <p:sp>
        <p:nvSpPr>
          <p:cNvPr id="293" name="Google Shape;293;p31"/>
          <p:cNvSpPr txBox="1">
            <a:spLocks noGrp="1"/>
          </p:cNvSpPr>
          <p:nvPr>
            <p:ph type="subTitle" idx="3"/>
          </p:nvPr>
        </p:nvSpPr>
        <p:spPr>
          <a:xfrm>
            <a:off x="5805086" y="2291499"/>
            <a:ext cx="1900800" cy="572700"/>
          </a:xfrm>
          <a:prstGeom prst="rect">
            <a:avLst/>
          </a:prstGeom>
          <a:ln>
            <a:noFill/>
          </a:ln>
        </p:spPr>
        <p:txBody>
          <a:bodyPr spcFirstLastPara="1" wrap="square" lIns="91425" tIns="91425" rIns="91425" bIns="91425" anchor="t" anchorCtr="0">
            <a:noAutofit/>
          </a:bodyPr>
          <a:lstStyle>
            <a:lvl1pPr lvl="0" rtl="0">
              <a:lnSpc>
                <a:spcPct val="100000"/>
              </a:lnSpc>
              <a:spcBef>
                <a:spcPts val="0"/>
              </a:spcBef>
              <a:spcAft>
                <a:spcPts val="0"/>
              </a:spcAft>
              <a:buSzPts val="1400"/>
              <a:buNone/>
              <a:defRPr/>
            </a:lvl1pPr>
            <a:lvl2pPr lvl="1" algn="ctr" rtl="0">
              <a:lnSpc>
                <a:spcPct val="100000"/>
              </a:lnSpc>
              <a:spcBef>
                <a:spcPts val="0"/>
              </a:spcBef>
              <a:spcAft>
                <a:spcPts val="0"/>
              </a:spcAft>
              <a:buSzPts val="1200"/>
              <a:buNone/>
              <a:defRPr/>
            </a:lvl2pPr>
            <a:lvl3pPr lvl="2" algn="ctr" rtl="0">
              <a:lnSpc>
                <a:spcPct val="100000"/>
              </a:lnSpc>
              <a:spcBef>
                <a:spcPts val="0"/>
              </a:spcBef>
              <a:spcAft>
                <a:spcPts val="0"/>
              </a:spcAft>
              <a:buSzPts val="1200"/>
              <a:buNone/>
              <a:defRPr/>
            </a:lvl3pPr>
            <a:lvl4pPr lvl="3" algn="ctr" rtl="0">
              <a:lnSpc>
                <a:spcPct val="100000"/>
              </a:lnSpc>
              <a:spcBef>
                <a:spcPts val="0"/>
              </a:spcBef>
              <a:spcAft>
                <a:spcPts val="0"/>
              </a:spcAft>
              <a:buSzPts val="1200"/>
              <a:buNone/>
              <a:defRPr/>
            </a:lvl4pPr>
            <a:lvl5pPr lvl="4" algn="ctr" rtl="0">
              <a:lnSpc>
                <a:spcPct val="100000"/>
              </a:lnSpc>
              <a:spcBef>
                <a:spcPts val="0"/>
              </a:spcBef>
              <a:spcAft>
                <a:spcPts val="0"/>
              </a:spcAft>
              <a:buSzPts val="1200"/>
              <a:buNone/>
              <a:defRPr/>
            </a:lvl5pPr>
            <a:lvl6pPr lvl="5" algn="ctr" rtl="0">
              <a:lnSpc>
                <a:spcPct val="100000"/>
              </a:lnSpc>
              <a:spcBef>
                <a:spcPts val="0"/>
              </a:spcBef>
              <a:spcAft>
                <a:spcPts val="0"/>
              </a:spcAft>
              <a:buSzPts val="1200"/>
              <a:buNone/>
              <a:defRPr/>
            </a:lvl6pPr>
            <a:lvl7pPr lvl="6" algn="ctr" rtl="0">
              <a:lnSpc>
                <a:spcPct val="100000"/>
              </a:lnSpc>
              <a:spcBef>
                <a:spcPts val="0"/>
              </a:spcBef>
              <a:spcAft>
                <a:spcPts val="0"/>
              </a:spcAft>
              <a:buSzPts val="1200"/>
              <a:buNone/>
              <a:defRPr/>
            </a:lvl7pPr>
            <a:lvl8pPr lvl="7" algn="ctr" rtl="0">
              <a:lnSpc>
                <a:spcPct val="100000"/>
              </a:lnSpc>
              <a:spcBef>
                <a:spcPts val="0"/>
              </a:spcBef>
              <a:spcAft>
                <a:spcPts val="0"/>
              </a:spcAft>
              <a:buSzPts val="1200"/>
              <a:buNone/>
              <a:defRPr/>
            </a:lvl8pPr>
            <a:lvl9pPr lvl="8" algn="ctr" rtl="0">
              <a:lnSpc>
                <a:spcPct val="100000"/>
              </a:lnSpc>
              <a:spcBef>
                <a:spcPts val="0"/>
              </a:spcBef>
              <a:spcAft>
                <a:spcPts val="0"/>
              </a:spcAft>
              <a:buSzPts val="1200"/>
              <a:buNone/>
              <a:defRPr/>
            </a:lvl9pPr>
          </a:lstStyle>
          <a:p>
            <a:endParaRPr/>
          </a:p>
        </p:txBody>
      </p:sp>
      <p:sp>
        <p:nvSpPr>
          <p:cNvPr id="294" name="Google Shape;294;p31"/>
          <p:cNvSpPr txBox="1">
            <a:spLocks noGrp="1"/>
          </p:cNvSpPr>
          <p:nvPr>
            <p:ph type="subTitle" idx="4"/>
          </p:nvPr>
        </p:nvSpPr>
        <p:spPr>
          <a:xfrm>
            <a:off x="1438125" y="3560575"/>
            <a:ext cx="1900800" cy="572700"/>
          </a:xfrm>
          <a:prstGeom prst="rect">
            <a:avLst/>
          </a:prstGeom>
          <a:ln>
            <a:noFill/>
          </a:ln>
        </p:spPr>
        <p:txBody>
          <a:bodyPr spcFirstLastPara="1" wrap="square" lIns="91425" tIns="91425" rIns="91425" bIns="91425" anchor="t" anchorCtr="0">
            <a:noAutofit/>
          </a:bodyPr>
          <a:lstStyle>
            <a:lvl1pPr lvl="0" algn="r" rtl="0">
              <a:lnSpc>
                <a:spcPct val="100000"/>
              </a:lnSpc>
              <a:spcBef>
                <a:spcPts val="0"/>
              </a:spcBef>
              <a:spcAft>
                <a:spcPts val="0"/>
              </a:spcAft>
              <a:buSzPts val="1400"/>
              <a:buNone/>
              <a:defRPr/>
            </a:lvl1pPr>
            <a:lvl2pPr lvl="1" algn="ctr" rtl="0">
              <a:lnSpc>
                <a:spcPct val="100000"/>
              </a:lnSpc>
              <a:spcBef>
                <a:spcPts val="0"/>
              </a:spcBef>
              <a:spcAft>
                <a:spcPts val="0"/>
              </a:spcAft>
              <a:buSzPts val="1200"/>
              <a:buNone/>
              <a:defRPr/>
            </a:lvl2pPr>
            <a:lvl3pPr lvl="2" algn="ctr" rtl="0">
              <a:lnSpc>
                <a:spcPct val="100000"/>
              </a:lnSpc>
              <a:spcBef>
                <a:spcPts val="0"/>
              </a:spcBef>
              <a:spcAft>
                <a:spcPts val="0"/>
              </a:spcAft>
              <a:buSzPts val="1200"/>
              <a:buNone/>
              <a:defRPr/>
            </a:lvl3pPr>
            <a:lvl4pPr lvl="3" algn="ctr" rtl="0">
              <a:lnSpc>
                <a:spcPct val="100000"/>
              </a:lnSpc>
              <a:spcBef>
                <a:spcPts val="0"/>
              </a:spcBef>
              <a:spcAft>
                <a:spcPts val="0"/>
              </a:spcAft>
              <a:buSzPts val="1200"/>
              <a:buNone/>
              <a:defRPr/>
            </a:lvl4pPr>
            <a:lvl5pPr lvl="4" algn="ctr" rtl="0">
              <a:lnSpc>
                <a:spcPct val="100000"/>
              </a:lnSpc>
              <a:spcBef>
                <a:spcPts val="0"/>
              </a:spcBef>
              <a:spcAft>
                <a:spcPts val="0"/>
              </a:spcAft>
              <a:buSzPts val="1200"/>
              <a:buNone/>
              <a:defRPr/>
            </a:lvl5pPr>
            <a:lvl6pPr lvl="5" algn="ctr" rtl="0">
              <a:lnSpc>
                <a:spcPct val="100000"/>
              </a:lnSpc>
              <a:spcBef>
                <a:spcPts val="0"/>
              </a:spcBef>
              <a:spcAft>
                <a:spcPts val="0"/>
              </a:spcAft>
              <a:buSzPts val="1200"/>
              <a:buNone/>
              <a:defRPr/>
            </a:lvl6pPr>
            <a:lvl7pPr lvl="6" algn="ctr" rtl="0">
              <a:lnSpc>
                <a:spcPct val="100000"/>
              </a:lnSpc>
              <a:spcBef>
                <a:spcPts val="0"/>
              </a:spcBef>
              <a:spcAft>
                <a:spcPts val="0"/>
              </a:spcAft>
              <a:buSzPts val="1200"/>
              <a:buNone/>
              <a:defRPr/>
            </a:lvl7pPr>
            <a:lvl8pPr lvl="7" algn="ctr" rtl="0">
              <a:lnSpc>
                <a:spcPct val="100000"/>
              </a:lnSpc>
              <a:spcBef>
                <a:spcPts val="0"/>
              </a:spcBef>
              <a:spcAft>
                <a:spcPts val="0"/>
              </a:spcAft>
              <a:buSzPts val="1200"/>
              <a:buNone/>
              <a:defRPr/>
            </a:lvl8pPr>
            <a:lvl9pPr lvl="8" algn="ctr" rtl="0">
              <a:lnSpc>
                <a:spcPct val="100000"/>
              </a:lnSpc>
              <a:spcBef>
                <a:spcPts val="0"/>
              </a:spcBef>
              <a:spcAft>
                <a:spcPts val="0"/>
              </a:spcAft>
              <a:buSzPts val="1200"/>
              <a:buNone/>
              <a:defRPr/>
            </a:lvl9pPr>
          </a:lstStyle>
          <a:p>
            <a:endParaRPr/>
          </a:p>
        </p:txBody>
      </p:sp>
      <p:sp>
        <p:nvSpPr>
          <p:cNvPr id="295" name="Google Shape;295;p31"/>
          <p:cNvSpPr txBox="1">
            <a:spLocks noGrp="1"/>
          </p:cNvSpPr>
          <p:nvPr>
            <p:ph type="subTitle" idx="5"/>
          </p:nvPr>
        </p:nvSpPr>
        <p:spPr>
          <a:xfrm>
            <a:off x="3621606" y="3560575"/>
            <a:ext cx="1900800" cy="572700"/>
          </a:xfrm>
          <a:prstGeom prst="rect">
            <a:avLst/>
          </a:prstGeom>
          <a:ln>
            <a:noFill/>
          </a:ln>
        </p:spPr>
        <p:txBody>
          <a:bodyPr spcFirstLastPara="1" wrap="square" lIns="91425" tIns="91425" rIns="91425" bIns="91425" anchor="t" anchorCtr="0">
            <a:noAutofit/>
          </a:bodyPr>
          <a:lstStyle>
            <a:lvl1pPr lvl="0" algn="ctr" rtl="0">
              <a:lnSpc>
                <a:spcPct val="100000"/>
              </a:lnSpc>
              <a:spcBef>
                <a:spcPts val="0"/>
              </a:spcBef>
              <a:spcAft>
                <a:spcPts val="0"/>
              </a:spcAft>
              <a:buSzPts val="1400"/>
              <a:buNone/>
              <a:defRPr/>
            </a:lvl1pPr>
            <a:lvl2pPr lvl="1" algn="ctr" rtl="0">
              <a:lnSpc>
                <a:spcPct val="100000"/>
              </a:lnSpc>
              <a:spcBef>
                <a:spcPts val="0"/>
              </a:spcBef>
              <a:spcAft>
                <a:spcPts val="0"/>
              </a:spcAft>
              <a:buSzPts val="1200"/>
              <a:buNone/>
              <a:defRPr/>
            </a:lvl2pPr>
            <a:lvl3pPr lvl="2" algn="ctr" rtl="0">
              <a:lnSpc>
                <a:spcPct val="100000"/>
              </a:lnSpc>
              <a:spcBef>
                <a:spcPts val="0"/>
              </a:spcBef>
              <a:spcAft>
                <a:spcPts val="0"/>
              </a:spcAft>
              <a:buSzPts val="1200"/>
              <a:buNone/>
              <a:defRPr/>
            </a:lvl3pPr>
            <a:lvl4pPr lvl="3" algn="ctr" rtl="0">
              <a:lnSpc>
                <a:spcPct val="100000"/>
              </a:lnSpc>
              <a:spcBef>
                <a:spcPts val="0"/>
              </a:spcBef>
              <a:spcAft>
                <a:spcPts val="0"/>
              </a:spcAft>
              <a:buSzPts val="1200"/>
              <a:buNone/>
              <a:defRPr/>
            </a:lvl4pPr>
            <a:lvl5pPr lvl="4" algn="ctr" rtl="0">
              <a:lnSpc>
                <a:spcPct val="100000"/>
              </a:lnSpc>
              <a:spcBef>
                <a:spcPts val="0"/>
              </a:spcBef>
              <a:spcAft>
                <a:spcPts val="0"/>
              </a:spcAft>
              <a:buSzPts val="1200"/>
              <a:buNone/>
              <a:defRPr/>
            </a:lvl5pPr>
            <a:lvl6pPr lvl="5" algn="ctr" rtl="0">
              <a:lnSpc>
                <a:spcPct val="100000"/>
              </a:lnSpc>
              <a:spcBef>
                <a:spcPts val="0"/>
              </a:spcBef>
              <a:spcAft>
                <a:spcPts val="0"/>
              </a:spcAft>
              <a:buSzPts val="1200"/>
              <a:buNone/>
              <a:defRPr/>
            </a:lvl6pPr>
            <a:lvl7pPr lvl="6" algn="ctr" rtl="0">
              <a:lnSpc>
                <a:spcPct val="100000"/>
              </a:lnSpc>
              <a:spcBef>
                <a:spcPts val="0"/>
              </a:spcBef>
              <a:spcAft>
                <a:spcPts val="0"/>
              </a:spcAft>
              <a:buSzPts val="1200"/>
              <a:buNone/>
              <a:defRPr/>
            </a:lvl7pPr>
            <a:lvl8pPr lvl="7" algn="ctr" rtl="0">
              <a:lnSpc>
                <a:spcPct val="100000"/>
              </a:lnSpc>
              <a:spcBef>
                <a:spcPts val="0"/>
              </a:spcBef>
              <a:spcAft>
                <a:spcPts val="0"/>
              </a:spcAft>
              <a:buSzPts val="1200"/>
              <a:buNone/>
              <a:defRPr/>
            </a:lvl8pPr>
            <a:lvl9pPr lvl="8" algn="ctr" rtl="0">
              <a:lnSpc>
                <a:spcPct val="100000"/>
              </a:lnSpc>
              <a:spcBef>
                <a:spcPts val="0"/>
              </a:spcBef>
              <a:spcAft>
                <a:spcPts val="0"/>
              </a:spcAft>
              <a:buSzPts val="1200"/>
              <a:buNone/>
              <a:defRPr/>
            </a:lvl9pPr>
          </a:lstStyle>
          <a:p>
            <a:endParaRPr/>
          </a:p>
        </p:txBody>
      </p:sp>
      <p:sp>
        <p:nvSpPr>
          <p:cNvPr id="296" name="Google Shape;296;p31"/>
          <p:cNvSpPr txBox="1">
            <a:spLocks noGrp="1"/>
          </p:cNvSpPr>
          <p:nvPr>
            <p:ph type="subTitle" idx="6"/>
          </p:nvPr>
        </p:nvSpPr>
        <p:spPr>
          <a:xfrm>
            <a:off x="5805086" y="3560575"/>
            <a:ext cx="1900800" cy="572700"/>
          </a:xfrm>
          <a:prstGeom prst="rect">
            <a:avLst/>
          </a:prstGeom>
          <a:ln>
            <a:noFill/>
          </a:ln>
        </p:spPr>
        <p:txBody>
          <a:bodyPr spcFirstLastPara="1" wrap="square" lIns="91425" tIns="91425" rIns="91425" bIns="91425" anchor="t" anchorCtr="0">
            <a:noAutofit/>
          </a:bodyPr>
          <a:lstStyle>
            <a:lvl1pPr lvl="0" rtl="0">
              <a:lnSpc>
                <a:spcPct val="100000"/>
              </a:lnSpc>
              <a:spcBef>
                <a:spcPts val="0"/>
              </a:spcBef>
              <a:spcAft>
                <a:spcPts val="0"/>
              </a:spcAft>
              <a:buSzPts val="1400"/>
              <a:buNone/>
              <a:defRPr/>
            </a:lvl1pPr>
            <a:lvl2pPr lvl="1" algn="ctr" rtl="0">
              <a:lnSpc>
                <a:spcPct val="100000"/>
              </a:lnSpc>
              <a:spcBef>
                <a:spcPts val="0"/>
              </a:spcBef>
              <a:spcAft>
                <a:spcPts val="0"/>
              </a:spcAft>
              <a:buSzPts val="1200"/>
              <a:buNone/>
              <a:defRPr/>
            </a:lvl2pPr>
            <a:lvl3pPr lvl="2" algn="ctr" rtl="0">
              <a:lnSpc>
                <a:spcPct val="100000"/>
              </a:lnSpc>
              <a:spcBef>
                <a:spcPts val="0"/>
              </a:spcBef>
              <a:spcAft>
                <a:spcPts val="0"/>
              </a:spcAft>
              <a:buSzPts val="1200"/>
              <a:buNone/>
              <a:defRPr/>
            </a:lvl3pPr>
            <a:lvl4pPr lvl="3" algn="ctr" rtl="0">
              <a:lnSpc>
                <a:spcPct val="100000"/>
              </a:lnSpc>
              <a:spcBef>
                <a:spcPts val="0"/>
              </a:spcBef>
              <a:spcAft>
                <a:spcPts val="0"/>
              </a:spcAft>
              <a:buSzPts val="1200"/>
              <a:buNone/>
              <a:defRPr/>
            </a:lvl4pPr>
            <a:lvl5pPr lvl="4" algn="ctr" rtl="0">
              <a:lnSpc>
                <a:spcPct val="100000"/>
              </a:lnSpc>
              <a:spcBef>
                <a:spcPts val="0"/>
              </a:spcBef>
              <a:spcAft>
                <a:spcPts val="0"/>
              </a:spcAft>
              <a:buSzPts val="1200"/>
              <a:buNone/>
              <a:defRPr/>
            </a:lvl5pPr>
            <a:lvl6pPr lvl="5" algn="ctr" rtl="0">
              <a:lnSpc>
                <a:spcPct val="100000"/>
              </a:lnSpc>
              <a:spcBef>
                <a:spcPts val="0"/>
              </a:spcBef>
              <a:spcAft>
                <a:spcPts val="0"/>
              </a:spcAft>
              <a:buSzPts val="1200"/>
              <a:buNone/>
              <a:defRPr/>
            </a:lvl6pPr>
            <a:lvl7pPr lvl="6" algn="ctr" rtl="0">
              <a:lnSpc>
                <a:spcPct val="100000"/>
              </a:lnSpc>
              <a:spcBef>
                <a:spcPts val="0"/>
              </a:spcBef>
              <a:spcAft>
                <a:spcPts val="0"/>
              </a:spcAft>
              <a:buSzPts val="1200"/>
              <a:buNone/>
              <a:defRPr/>
            </a:lvl7pPr>
            <a:lvl8pPr lvl="7" algn="ctr" rtl="0">
              <a:lnSpc>
                <a:spcPct val="100000"/>
              </a:lnSpc>
              <a:spcBef>
                <a:spcPts val="0"/>
              </a:spcBef>
              <a:spcAft>
                <a:spcPts val="0"/>
              </a:spcAft>
              <a:buSzPts val="1200"/>
              <a:buNone/>
              <a:defRPr/>
            </a:lvl8pPr>
            <a:lvl9pPr lvl="8" algn="ctr" rtl="0">
              <a:lnSpc>
                <a:spcPct val="100000"/>
              </a:lnSpc>
              <a:spcBef>
                <a:spcPts val="0"/>
              </a:spcBef>
              <a:spcAft>
                <a:spcPts val="0"/>
              </a:spcAft>
              <a:buSzPts val="1200"/>
              <a:buNone/>
              <a:defRPr/>
            </a:lvl9pPr>
          </a:lstStyle>
          <a:p>
            <a:endParaRPr/>
          </a:p>
        </p:txBody>
      </p:sp>
      <p:sp>
        <p:nvSpPr>
          <p:cNvPr id="297" name="Google Shape;297;p31"/>
          <p:cNvSpPr txBox="1">
            <a:spLocks noGrp="1"/>
          </p:cNvSpPr>
          <p:nvPr>
            <p:ph type="subTitle" idx="7"/>
          </p:nvPr>
        </p:nvSpPr>
        <p:spPr>
          <a:xfrm>
            <a:off x="1434138" y="1806700"/>
            <a:ext cx="1900800" cy="484800"/>
          </a:xfrm>
          <a:prstGeom prst="rect">
            <a:avLst/>
          </a:prstGeom>
          <a:ln>
            <a:noFill/>
          </a:ln>
        </p:spPr>
        <p:txBody>
          <a:bodyPr spcFirstLastPara="1" wrap="square" lIns="91425" tIns="91425" rIns="91425" bIns="91425" anchor="b" anchorCtr="0">
            <a:noAutofit/>
          </a:bodyPr>
          <a:lstStyle>
            <a:lvl1pPr lvl="0" algn="r" rtl="0">
              <a:lnSpc>
                <a:spcPct val="100000"/>
              </a:lnSpc>
              <a:spcBef>
                <a:spcPts val="0"/>
              </a:spcBef>
              <a:spcAft>
                <a:spcPts val="0"/>
              </a:spcAft>
              <a:buClr>
                <a:schemeClr val="dk1"/>
              </a:buClr>
              <a:buSzPts val="2400"/>
              <a:buFont typeface="Noto Serif Ethiopic"/>
              <a:buNone/>
              <a:defRPr sz="2400">
                <a:solidFill>
                  <a:schemeClr val="dk1"/>
                </a:solidFill>
                <a:latin typeface="Noto Serif Ethiopic"/>
                <a:ea typeface="Noto Serif Ethiopic"/>
                <a:cs typeface="Noto Serif Ethiopic"/>
                <a:sym typeface="Noto Serif Ethiopic"/>
              </a:defRPr>
            </a:lvl1pPr>
            <a:lvl2pPr lvl="1" algn="ctr" rtl="0">
              <a:lnSpc>
                <a:spcPct val="100000"/>
              </a:lnSpc>
              <a:spcBef>
                <a:spcPts val="0"/>
              </a:spcBef>
              <a:spcAft>
                <a:spcPts val="0"/>
              </a:spcAft>
              <a:buClr>
                <a:schemeClr val="dk1"/>
              </a:buClr>
              <a:buSzPts val="2400"/>
              <a:buFont typeface="Noto Serif Ethiopic"/>
              <a:buNone/>
              <a:defRPr sz="2400">
                <a:solidFill>
                  <a:schemeClr val="dk1"/>
                </a:solidFill>
                <a:latin typeface="Noto Serif Ethiopic"/>
                <a:ea typeface="Noto Serif Ethiopic"/>
                <a:cs typeface="Noto Serif Ethiopic"/>
                <a:sym typeface="Noto Serif Ethiopic"/>
              </a:defRPr>
            </a:lvl2pPr>
            <a:lvl3pPr lvl="2" algn="ctr" rtl="0">
              <a:lnSpc>
                <a:spcPct val="100000"/>
              </a:lnSpc>
              <a:spcBef>
                <a:spcPts val="0"/>
              </a:spcBef>
              <a:spcAft>
                <a:spcPts val="0"/>
              </a:spcAft>
              <a:buClr>
                <a:schemeClr val="dk1"/>
              </a:buClr>
              <a:buSzPts val="2400"/>
              <a:buFont typeface="Noto Serif Ethiopic"/>
              <a:buNone/>
              <a:defRPr sz="2400">
                <a:solidFill>
                  <a:schemeClr val="dk1"/>
                </a:solidFill>
                <a:latin typeface="Noto Serif Ethiopic"/>
                <a:ea typeface="Noto Serif Ethiopic"/>
                <a:cs typeface="Noto Serif Ethiopic"/>
                <a:sym typeface="Noto Serif Ethiopic"/>
              </a:defRPr>
            </a:lvl3pPr>
            <a:lvl4pPr lvl="3" algn="ctr" rtl="0">
              <a:lnSpc>
                <a:spcPct val="100000"/>
              </a:lnSpc>
              <a:spcBef>
                <a:spcPts val="0"/>
              </a:spcBef>
              <a:spcAft>
                <a:spcPts val="0"/>
              </a:spcAft>
              <a:buClr>
                <a:schemeClr val="dk1"/>
              </a:buClr>
              <a:buSzPts val="2400"/>
              <a:buFont typeface="Noto Serif Ethiopic"/>
              <a:buNone/>
              <a:defRPr sz="2400">
                <a:solidFill>
                  <a:schemeClr val="dk1"/>
                </a:solidFill>
                <a:latin typeface="Noto Serif Ethiopic"/>
                <a:ea typeface="Noto Serif Ethiopic"/>
                <a:cs typeface="Noto Serif Ethiopic"/>
                <a:sym typeface="Noto Serif Ethiopic"/>
              </a:defRPr>
            </a:lvl4pPr>
            <a:lvl5pPr lvl="4" algn="ctr" rtl="0">
              <a:lnSpc>
                <a:spcPct val="100000"/>
              </a:lnSpc>
              <a:spcBef>
                <a:spcPts val="0"/>
              </a:spcBef>
              <a:spcAft>
                <a:spcPts val="0"/>
              </a:spcAft>
              <a:buClr>
                <a:schemeClr val="dk1"/>
              </a:buClr>
              <a:buSzPts val="2400"/>
              <a:buFont typeface="Noto Serif Ethiopic"/>
              <a:buNone/>
              <a:defRPr sz="2400">
                <a:solidFill>
                  <a:schemeClr val="dk1"/>
                </a:solidFill>
                <a:latin typeface="Noto Serif Ethiopic"/>
                <a:ea typeface="Noto Serif Ethiopic"/>
                <a:cs typeface="Noto Serif Ethiopic"/>
                <a:sym typeface="Noto Serif Ethiopic"/>
              </a:defRPr>
            </a:lvl5pPr>
            <a:lvl6pPr lvl="5" algn="ctr" rtl="0">
              <a:lnSpc>
                <a:spcPct val="100000"/>
              </a:lnSpc>
              <a:spcBef>
                <a:spcPts val="0"/>
              </a:spcBef>
              <a:spcAft>
                <a:spcPts val="0"/>
              </a:spcAft>
              <a:buClr>
                <a:schemeClr val="dk1"/>
              </a:buClr>
              <a:buSzPts val="2400"/>
              <a:buFont typeface="Noto Serif Ethiopic"/>
              <a:buNone/>
              <a:defRPr sz="2400">
                <a:solidFill>
                  <a:schemeClr val="dk1"/>
                </a:solidFill>
                <a:latin typeface="Noto Serif Ethiopic"/>
                <a:ea typeface="Noto Serif Ethiopic"/>
                <a:cs typeface="Noto Serif Ethiopic"/>
                <a:sym typeface="Noto Serif Ethiopic"/>
              </a:defRPr>
            </a:lvl6pPr>
            <a:lvl7pPr lvl="6" algn="ctr" rtl="0">
              <a:lnSpc>
                <a:spcPct val="100000"/>
              </a:lnSpc>
              <a:spcBef>
                <a:spcPts val="0"/>
              </a:spcBef>
              <a:spcAft>
                <a:spcPts val="0"/>
              </a:spcAft>
              <a:buClr>
                <a:schemeClr val="dk1"/>
              </a:buClr>
              <a:buSzPts val="2400"/>
              <a:buFont typeface="Noto Serif Ethiopic"/>
              <a:buNone/>
              <a:defRPr sz="2400">
                <a:solidFill>
                  <a:schemeClr val="dk1"/>
                </a:solidFill>
                <a:latin typeface="Noto Serif Ethiopic"/>
                <a:ea typeface="Noto Serif Ethiopic"/>
                <a:cs typeface="Noto Serif Ethiopic"/>
                <a:sym typeface="Noto Serif Ethiopic"/>
              </a:defRPr>
            </a:lvl7pPr>
            <a:lvl8pPr lvl="7" algn="ctr" rtl="0">
              <a:lnSpc>
                <a:spcPct val="100000"/>
              </a:lnSpc>
              <a:spcBef>
                <a:spcPts val="0"/>
              </a:spcBef>
              <a:spcAft>
                <a:spcPts val="0"/>
              </a:spcAft>
              <a:buClr>
                <a:schemeClr val="dk1"/>
              </a:buClr>
              <a:buSzPts val="2400"/>
              <a:buFont typeface="Noto Serif Ethiopic"/>
              <a:buNone/>
              <a:defRPr sz="2400">
                <a:solidFill>
                  <a:schemeClr val="dk1"/>
                </a:solidFill>
                <a:latin typeface="Noto Serif Ethiopic"/>
                <a:ea typeface="Noto Serif Ethiopic"/>
                <a:cs typeface="Noto Serif Ethiopic"/>
                <a:sym typeface="Noto Serif Ethiopic"/>
              </a:defRPr>
            </a:lvl8pPr>
            <a:lvl9pPr lvl="8" algn="ctr" rtl="0">
              <a:lnSpc>
                <a:spcPct val="100000"/>
              </a:lnSpc>
              <a:spcBef>
                <a:spcPts val="0"/>
              </a:spcBef>
              <a:spcAft>
                <a:spcPts val="0"/>
              </a:spcAft>
              <a:buClr>
                <a:schemeClr val="dk1"/>
              </a:buClr>
              <a:buSzPts val="2400"/>
              <a:buFont typeface="Noto Serif Ethiopic"/>
              <a:buNone/>
              <a:defRPr sz="2400">
                <a:solidFill>
                  <a:schemeClr val="dk1"/>
                </a:solidFill>
                <a:latin typeface="Noto Serif Ethiopic"/>
                <a:ea typeface="Noto Serif Ethiopic"/>
                <a:cs typeface="Noto Serif Ethiopic"/>
                <a:sym typeface="Noto Serif Ethiopic"/>
              </a:defRPr>
            </a:lvl9pPr>
          </a:lstStyle>
          <a:p>
            <a:endParaRPr/>
          </a:p>
        </p:txBody>
      </p:sp>
      <p:sp>
        <p:nvSpPr>
          <p:cNvPr id="298" name="Google Shape;298;p31"/>
          <p:cNvSpPr txBox="1">
            <a:spLocks noGrp="1"/>
          </p:cNvSpPr>
          <p:nvPr>
            <p:ph type="subTitle" idx="8"/>
          </p:nvPr>
        </p:nvSpPr>
        <p:spPr>
          <a:xfrm>
            <a:off x="3621606" y="1806700"/>
            <a:ext cx="1900800" cy="484800"/>
          </a:xfrm>
          <a:prstGeom prst="rect">
            <a:avLst/>
          </a:prstGeom>
          <a:ln>
            <a:noFill/>
          </a:ln>
        </p:spPr>
        <p:txBody>
          <a:bodyPr spcFirstLastPara="1" wrap="square" lIns="91425" tIns="91425" rIns="91425" bIns="91425" anchor="b" anchorCtr="0">
            <a:noAutofit/>
          </a:bodyPr>
          <a:lstStyle>
            <a:lvl1pPr lvl="0" algn="ctr" rtl="0">
              <a:lnSpc>
                <a:spcPct val="100000"/>
              </a:lnSpc>
              <a:spcBef>
                <a:spcPts val="0"/>
              </a:spcBef>
              <a:spcAft>
                <a:spcPts val="0"/>
              </a:spcAft>
              <a:buClr>
                <a:schemeClr val="dk1"/>
              </a:buClr>
              <a:buSzPts val="2400"/>
              <a:buFont typeface="Noto Serif Ethiopic"/>
              <a:buNone/>
              <a:defRPr sz="2400">
                <a:solidFill>
                  <a:schemeClr val="dk1"/>
                </a:solidFill>
                <a:latin typeface="Noto Serif Ethiopic"/>
                <a:ea typeface="Noto Serif Ethiopic"/>
                <a:cs typeface="Noto Serif Ethiopic"/>
                <a:sym typeface="Noto Serif Ethiopic"/>
              </a:defRPr>
            </a:lvl1pPr>
            <a:lvl2pPr lvl="1" algn="ctr" rtl="0">
              <a:lnSpc>
                <a:spcPct val="100000"/>
              </a:lnSpc>
              <a:spcBef>
                <a:spcPts val="0"/>
              </a:spcBef>
              <a:spcAft>
                <a:spcPts val="0"/>
              </a:spcAft>
              <a:buClr>
                <a:schemeClr val="dk1"/>
              </a:buClr>
              <a:buSzPts val="2400"/>
              <a:buFont typeface="Noto Serif Ethiopic"/>
              <a:buNone/>
              <a:defRPr sz="2400">
                <a:solidFill>
                  <a:schemeClr val="dk1"/>
                </a:solidFill>
                <a:latin typeface="Noto Serif Ethiopic"/>
                <a:ea typeface="Noto Serif Ethiopic"/>
                <a:cs typeface="Noto Serif Ethiopic"/>
                <a:sym typeface="Noto Serif Ethiopic"/>
              </a:defRPr>
            </a:lvl2pPr>
            <a:lvl3pPr lvl="2" algn="ctr" rtl="0">
              <a:lnSpc>
                <a:spcPct val="100000"/>
              </a:lnSpc>
              <a:spcBef>
                <a:spcPts val="0"/>
              </a:spcBef>
              <a:spcAft>
                <a:spcPts val="0"/>
              </a:spcAft>
              <a:buClr>
                <a:schemeClr val="dk1"/>
              </a:buClr>
              <a:buSzPts val="2400"/>
              <a:buFont typeface="Noto Serif Ethiopic"/>
              <a:buNone/>
              <a:defRPr sz="2400">
                <a:solidFill>
                  <a:schemeClr val="dk1"/>
                </a:solidFill>
                <a:latin typeface="Noto Serif Ethiopic"/>
                <a:ea typeface="Noto Serif Ethiopic"/>
                <a:cs typeface="Noto Serif Ethiopic"/>
                <a:sym typeface="Noto Serif Ethiopic"/>
              </a:defRPr>
            </a:lvl3pPr>
            <a:lvl4pPr lvl="3" algn="ctr" rtl="0">
              <a:lnSpc>
                <a:spcPct val="100000"/>
              </a:lnSpc>
              <a:spcBef>
                <a:spcPts val="0"/>
              </a:spcBef>
              <a:spcAft>
                <a:spcPts val="0"/>
              </a:spcAft>
              <a:buClr>
                <a:schemeClr val="dk1"/>
              </a:buClr>
              <a:buSzPts val="2400"/>
              <a:buFont typeface="Noto Serif Ethiopic"/>
              <a:buNone/>
              <a:defRPr sz="2400">
                <a:solidFill>
                  <a:schemeClr val="dk1"/>
                </a:solidFill>
                <a:latin typeface="Noto Serif Ethiopic"/>
                <a:ea typeface="Noto Serif Ethiopic"/>
                <a:cs typeface="Noto Serif Ethiopic"/>
                <a:sym typeface="Noto Serif Ethiopic"/>
              </a:defRPr>
            </a:lvl4pPr>
            <a:lvl5pPr lvl="4" algn="ctr" rtl="0">
              <a:lnSpc>
                <a:spcPct val="100000"/>
              </a:lnSpc>
              <a:spcBef>
                <a:spcPts val="0"/>
              </a:spcBef>
              <a:spcAft>
                <a:spcPts val="0"/>
              </a:spcAft>
              <a:buClr>
                <a:schemeClr val="dk1"/>
              </a:buClr>
              <a:buSzPts val="2400"/>
              <a:buFont typeface="Noto Serif Ethiopic"/>
              <a:buNone/>
              <a:defRPr sz="2400">
                <a:solidFill>
                  <a:schemeClr val="dk1"/>
                </a:solidFill>
                <a:latin typeface="Noto Serif Ethiopic"/>
                <a:ea typeface="Noto Serif Ethiopic"/>
                <a:cs typeface="Noto Serif Ethiopic"/>
                <a:sym typeface="Noto Serif Ethiopic"/>
              </a:defRPr>
            </a:lvl5pPr>
            <a:lvl6pPr lvl="5" algn="ctr" rtl="0">
              <a:lnSpc>
                <a:spcPct val="100000"/>
              </a:lnSpc>
              <a:spcBef>
                <a:spcPts val="0"/>
              </a:spcBef>
              <a:spcAft>
                <a:spcPts val="0"/>
              </a:spcAft>
              <a:buClr>
                <a:schemeClr val="dk1"/>
              </a:buClr>
              <a:buSzPts val="2400"/>
              <a:buFont typeface="Noto Serif Ethiopic"/>
              <a:buNone/>
              <a:defRPr sz="2400">
                <a:solidFill>
                  <a:schemeClr val="dk1"/>
                </a:solidFill>
                <a:latin typeface="Noto Serif Ethiopic"/>
                <a:ea typeface="Noto Serif Ethiopic"/>
                <a:cs typeface="Noto Serif Ethiopic"/>
                <a:sym typeface="Noto Serif Ethiopic"/>
              </a:defRPr>
            </a:lvl6pPr>
            <a:lvl7pPr lvl="6" algn="ctr" rtl="0">
              <a:lnSpc>
                <a:spcPct val="100000"/>
              </a:lnSpc>
              <a:spcBef>
                <a:spcPts val="0"/>
              </a:spcBef>
              <a:spcAft>
                <a:spcPts val="0"/>
              </a:spcAft>
              <a:buClr>
                <a:schemeClr val="dk1"/>
              </a:buClr>
              <a:buSzPts val="2400"/>
              <a:buFont typeface="Noto Serif Ethiopic"/>
              <a:buNone/>
              <a:defRPr sz="2400">
                <a:solidFill>
                  <a:schemeClr val="dk1"/>
                </a:solidFill>
                <a:latin typeface="Noto Serif Ethiopic"/>
                <a:ea typeface="Noto Serif Ethiopic"/>
                <a:cs typeface="Noto Serif Ethiopic"/>
                <a:sym typeface="Noto Serif Ethiopic"/>
              </a:defRPr>
            </a:lvl7pPr>
            <a:lvl8pPr lvl="7" algn="ctr" rtl="0">
              <a:lnSpc>
                <a:spcPct val="100000"/>
              </a:lnSpc>
              <a:spcBef>
                <a:spcPts val="0"/>
              </a:spcBef>
              <a:spcAft>
                <a:spcPts val="0"/>
              </a:spcAft>
              <a:buClr>
                <a:schemeClr val="dk1"/>
              </a:buClr>
              <a:buSzPts val="2400"/>
              <a:buFont typeface="Noto Serif Ethiopic"/>
              <a:buNone/>
              <a:defRPr sz="2400">
                <a:solidFill>
                  <a:schemeClr val="dk1"/>
                </a:solidFill>
                <a:latin typeface="Noto Serif Ethiopic"/>
                <a:ea typeface="Noto Serif Ethiopic"/>
                <a:cs typeface="Noto Serif Ethiopic"/>
                <a:sym typeface="Noto Serif Ethiopic"/>
              </a:defRPr>
            </a:lvl8pPr>
            <a:lvl9pPr lvl="8" algn="ctr" rtl="0">
              <a:lnSpc>
                <a:spcPct val="100000"/>
              </a:lnSpc>
              <a:spcBef>
                <a:spcPts val="0"/>
              </a:spcBef>
              <a:spcAft>
                <a:spcPts val="0"/>
              </a:spcAft>
              <a:buClr>
                <a:schemeClr val="dk1"/>
              </a:buClr>
              <a:buSzPts val="2400"/>
              <a:buFont typeface="Noto Serif Ethiopic"/>
              <a:buNone/>
              <a:defRPr sz="2400">
                <a:solidFill>
                  <a:schemeClr val="dk1"/>
                </a:solidFill>
                <a:latin typeface="Noto Serif Ethiopic"/>
                <a:ea typeface="Noto Serif Ethiopic"/>
                <a:cs typeface="Noto Serif Ethiopic"/>
                <a:sym typeface="Noto Serif Ethiopic"/>
              </a:defRPr>
            </a:lvl9pPr>
          </a:lstStyle>
          <a:p>
            <a:endParaRPr/>
          </a:p>
        </p:txBody>
      </p:sp>
      <p:sp>
        <p:nvSpPr>
          <p:cNvPr id="299" name="Google Shape;299;p31"/>
          <p:cNvSpPr txBox="1">
            <a:spLocks noGrp="1"/>
          </p:cNvSpPr>
          <p:nvPr>
            <p:ph type="subTitle" idx="9"/>
          </p:nvPr>
        </p:nvSpPr>
        <p:spPr>
          <a:xfrm>
            <a:off x="5809073" y="1806700"/>
            <a:ext cx="1900800" cy="484800"/>
          </a:xfrm>
          <a:prstGeom prst="rect">
            <a:avLst/>
          </a:prstGeom>
          <a:ln>
            <a:noFill/>
          </a:ln>
        </p:spPr>
        <p:txBody>
          <a:bodyPr spcFirstLastPara="1" wrap="square" lIns="91425" tIns="91425" rIns="91425" bIns="91425" anchor="b" anchorCtr="0">
            <a:noAutofit/>
          </a:bodyPr>
          <a:lstStyle>
            <a:lvl1pPr lvl="0" rtl="0">
              <a:lnSpc>
                <a:spcPct val="100000"/>
              </a:lnSpc>
              <a:spcBef>
                <a:spcPts val="0"/>
              </a:spcBef>
              <a:spcAft>
                <a:spcPts val="0"/>
              </a:spcAft>
              <a:buClr>
                <a:schemeClr val="dk1"/>
              </a:buClr>
              <a:buSzPts val="2400"/>
              <a:buFont typeface="Noto Serif Ethiopic"/>
              <a:buNone/>
              <a:defRPr sz="2400">
                <a:solidFill>
                  <a:schemeClr val="dk1"/>
                </a:solidFill>
                <a:latin typeface="Noto Serif Ethiopic"/>
                <a:ea typeface="Noto Serif Ethiopic"/>
                <a:cs typeface="Noto Serif Ethiopic"/>
                <a:sym typeface="Noto Serif Ethiopic"/>
              </a:defRPr>
            </a:lvl1pPr>
            <a:lvl2pPr lvl="1" algn="ctr" rtl="0">
              <a:lnSpc>
                <a:spcPct val="100000"/>
              </a:lnSpc>
              <a:spcBef>
                <a:spcPts val="0"/>
              </a:spcBef>
              <a:spcAft>
                <a:spcPts val="0"/>
              </a:spcAft>
              <a:buClr>
                <a:schemeClr val="dk1"/>
              </a:buClr>
              <a:buSzPts val="2400"/>
              <a:buFont typeface="Noto Serif Ethiopic"/>
              <a:buNone/>
              <a:defRPr sz="2400">
                <a:solidFill>
                  <a:schemeClr val="dk1"/>
                </a:solidFill>
                <a:latin typeface="Noto Serif Ethiopic"/>
                <a:ea typeface="Noto Serif Ethiopic"/>
                <a:cs typeface="Noto Serif Ethiopic"/>
                <a:sym typeface="Noto Serif Ethiopic"/>
              </a:defRPr>
            </a:lvl2pPr>
            <a:lvl3pPr lvl="2" algn="ctr" rtl="0">
              <a:lnSpc>
                <a:spcPct val="100000"/>
              </a:lnSpc>
              <a:spcBef>
                <a:spcPts val="0"/>
              </a:spcBef>
              <a:spcAft>
                <a:spcPts val="0"/>
              </a:spcAft>
              <a:buClr>
                <a:schemeClr val="dk1"/>
              </a:buClr>
              <a:buSzPts val="2400"/>
              <a:buFont typeface="Noto Serif Ethiopic"/>
              <a:buNone/>
              <a:defRPr sz="2400">
                <a:solidFill>
                  <a:schemeClr val="dk1"/>
                </a:solidFill>
                <a:latin typeface="Noto Serif Ethiopic"/>
                <a:ea typeface="Noto Serif Ethiopic"/>
                <a:cs typeface="Noto Serif Ethiopic"/>
                <a:sym typeface="Noto Serif Ethiopic"/>
              </a:defRPr>
            </a:lvl3pPr>
            <a:lvl4pPr lvl="3" algn="ctr" rtl="0">
              <a:lnSpc>
                <a:spcPct val="100000"/>
              </a:lnSpc>
              <a:spcBef>
                <a:spcPts val="0"/>
              </a:spcBef>
              <a:spcAft>
                <a:spcPts val="0"/>
              </a:spcAft>
              <a:buClr>
                <a:schemeClr val="dk1"/>
              </a:buClr>
              <a:buSzPts val="2400"/>
              <a:buFont typeface="Noto Serif Ethiopic"/>
              <a:buNone/>
              <a:defRPr sz="2400">
                <a:solidFill>
                  <a:schemeClr val="dk1"/>
                </a:solidFill>
                <a:latin typeface="Noto Serif Ethiopic"/>
                <a:ea typeface="Noto Serif Ethiopic"/>
                <a:cs typeface="Noto Serif Ethiopic"/>
                <a:sym typeface="Noto Serif Ethiopic"/>
              </a:defRPr>
            </a:lvl4pPr>
            <a:lvl5pPr lvl="4" algn="ctr" rtl="0">
              <a:lnSpc>
                <a:spcPct val="100000"/>
              </a:lnSpc>
              <a:spcBef>
                <a:spcPts val="0"/>
              </a:spcBef>
              <a:spcAft>
                <a:spcPts val="0"/>
              </a:spcAft>
              <a:buClr>
                <a:schemeClr val="dk1"/>
              </a:buClr>
              <a:buSzPts val="2400"/>
              <a:buFont typeface="Noto Serif Ethiopic"/>
              <a:buNone/>
              <a:defRPr sz="2400">
                <a:solidFill>
                  <a:schemeClr val="dk1"/>
                </a:solidFill>
                <a:latin typeface="Noto Serif Ethiopic"/>
                <a:ea typeface="Noto Serif Ethiopic"/>
                <a:cs typeface="Noto Serif Ethiopic"/>
                <a:sym typeface="Noto Serif Ethiopic"/>
              </a:defRPr>
            </a:lvl5pPr>
            <a:lvl6pPr lvl="5" algn="ctr" rtl="0">
              <a:lnSpc>
                <a:spcPct val="100000"/>
              </a:lnSpc>
              <a:spcBef>
                <a:spcPts val="0"/>
              </a:spcBef>
              <a:spcAft>
                <a:spcPts val="0"/>
              </a:spcAft>
              <a:buClr>
                <a:schemeClr val="dk1"/>
              </a:buClr>
              <a:buSzPts val="2400"/>
              <a:buFont typeface="Noto Serif Ethiopic"/>
              <a:buNone/>
              <a:defRPr sz="2400">
                <a:solidFill>
                  <a:schemeClr val="dk1"/>
                </a:solidFill>
                <a:latin typeface="Noto Serif Ethiopic"/>
                <a:ea typeface="Noto Serif Ethiopic"/>
                <a:cs typeface="Noto Serif Ethiopic"/>
                <a:sym typeface="Noto Serif Ethiopic"/>
              </a:defRPr>
            </a:lvl6pPr>
            <a:lvl7pPr lvl="6" algn="ctr" rtl="0">
              <a:lnSpc>
                <a:spcPct val="100000"/>
              </a:lnSpc>
              <a:spcBef>
                <a:spcPts val="0"/>
              </a:spcBef>
              <a:spcAft>
                <a:spcPts val="0"/>
              </a:spcAft>
              <a:buClr>
                <a:schemeClr val="dk1"/>
              </a:buClr>
              <a:buSzPts val="2400"/>
              <a:buFont typeface="Noto Serif Ethiopic"/>
              <a:buNone/>
              <a:defRPr sz="2400">
                <a:solidFill>
                  <a:schemeClr val="dk1"/>
                </a:solidFill>
                <a:latin typeface="Noto Serif Ethiopic"/>
                <a:ea typeface="Noto Serif Ethiopic"/>
                <a:cs typeface="Noto Serif Ethiopic"/>
                <a:sym typeface="Noto Serif Ethiopic"/>
              </a:defRPr>
            </a:lvl7pPr>
            <a:lvl8pPr lvl="7" algn="ctr" rtl="0">
              <a:lnSpc>
                <a:spcPct val="100000"/>
              </a:lnSpc>
              <a:spcBef>
                <a:spcPts val="0"/>
              </a:spcBef>
              <a:spcAft>
                <a:spcPts val="0"/>
              </a:spcAft>
              <a:buClr>
                <a:schemeClr val="dk1"/>
              </a:buClr>
              <a:buSzPts val="2400"/>
              <a:buFont typeface="Noto Serif Ethiopic"/>
              <a:buNone/>
              <a:defRPr sz="2400">
                <a:solidFill>
                  <a:schemeClr val="dk1"/>
                </a:solidFill>
                <a:latin typeface="Noto Serif Ethiopic"/>
                <a:ea typeface="Noto Serif Ethiopic"/>
                <a:cs typeface="Noto Serif Ethiopic"/>
                <a:sym typeface="Noto Serif Ethiopic"/>
              </a:defRPr>
            </a:lvl8pPr>
            <a:lvl9pPr lvl="8" algn="ctr" rtl="0">
              <a:lnSpc>
                <a:spcPct val="100000"/>
              </a:lnSpc>
              <a:spcBef>
                <a:spcPts val="0"/>
              </a:spcBef>
              <a:spcAft>
                <a:spcPts val="0"/>
              </a:spcAft>
              <a:buClr>
                <a:schemeClr val="dk1"/>
              </a:buClr>
              <a:buSzPts val="2400"/>
              <a:buFont typeface="Noto Serif Ethiopic"/>
              <a:buNone/>
              <a:defRPr sz="2400">
                <a:solidFill>
                  <a:schemeClr val="dk1"/>
                </a:solidFill>
                <a:latin typeface="Noto Serif Ethiopic"/>
                <a:ea typeface="Noto Serif Ethiopic"/>
                <a:cs typeface="Noto Serif Ethiopic"/>
                <a:sym typeface="Noto Serif Ethiopic"/>
              </a:defRPr>
            </a:lvl9pPr>
          </a:lstStyle>
          <a:p>
            <a:endParaRPr/>
          </a:p>
        </p:txBody>
      </p:sp>
      <p:sp>
        <p:nvSpPr>
          <p:cNvPr id="300" name="Google Shape;300;p31"/>
          <p:cNvSpPr txBox="1">
            <a:spLocks noGrp="1"/>
          </p:cNvSpPr>
          <p:nvPr>
            <p:ph type="subTitle" idx="13"/>
          </p:nvPr>
        </p:nvSpPr>
        <p:spPr>
          <a:xfrm>
            <a:off x="1434138" y="3075775"/>
            <a:ext cx="1900800" cy="484800"/>
          </a:xfrm>
          <a:prstGeom prst="rect">
            <a:avLst/>
          </a:prstGeom>
          <a:ln>
            <a:noFill/>
          </a:ln>
        </p:spPr>
        <p:txBody>
          <a:bodyPr spcFirstLastPara="1" wrap="square" lIns="91425" tIns="91425" rIns="91425" bIns="91425" anchor="b" anchorCtr="0">
            <a:noAutofit/>
          </a:bodyPr>
          <a:lstStyle>
            <a:lvl1pPr lvl="0" algn="r" rtl="0">
              <a:lnSpc>
                <a:spcPct val="100000"/>
              </a:lnSpc>
              <a:spcBef>
                <a:spcPts val="0"/>
              </a:spcBef>
              <a:spcAft>
                <a:spcPts val="0"/>
              </a:spcAft>
              <a:buClr>
                <a:schemeClr val="dk1"/>
              </a:buClr>
              <a:buSzPts val="2400"/>
              <a:buFont typeface="Noto Serif Ethiopic"/>
              <a:buNone/>
              <a:defRPr sz="2400">
                <a:solidFill>
                  <a:schemeClr val="dk1"/>
                </a:solidFill>
                <a:latin typeface="Noto Serif Ethiopic"/>
                <a:ea typeface="Noto Serif Ethiopic"/>
                <a:cs typeface="Noto Serif Ethiopic"/>
                <a:sym typeface="Noto Serif Ethiopic"/>
              </a:defRPr>
            </a:lvl1pPr>
            <a:lvl2pPr lvl="1" algn="ctr" rtl="0">
              <a:lnSpc>
                <a:spcPct val="100000"/>
              </a:lnSpc>
              <a:spcBef>
                <a:spcPts val="0"/>
              </a:spcBef>
              <a:spcAft>
                <a:spcPts val="0"/>
              </a:spcAft>
              <a:buClr>
                <a:schemeClr val="dk1"/>
              </a:buClr>
              <a:buSzPts val="2400"/>
              <a:buFont typeface="Noto Serif Ethiopic"/>
              <a:buNone/>
              <a:defRPr sz="2400">
                <a:solidFill>
                  <a:schemeClr val="dk1"/>
                </a:solidFill>
                <a:latin typeface="Noto Serif Ethiopic"/>
                <a:ea typeface="Noto Serif Ethiopic"/>
                <a:cs typeface="Noto Serif Ethiopic"/>
                <a:sym typeface="Noto Serif Ethiopic"/>
              </a:defRPr>
            </a:lvl2pPr>
            <a:lvl3pPr lvl="2" algn="ctr" rtl="0">
              <a:lnSpc>
                <a:spcPct val="100000"/>
              </a:lnSpc>
              <a:spcBef>
                <a:spcPts val="0"/>
              </a:spcBef>
              <a:spcAft>
                <a:spcPts val="0"/>
              </a:spcAft>
              <a:buClr>
                <a:schemeClr val="dk1"/>
              </a:buClr>
              <a:buSzPts val="2400"/>
              <a:buFont typeface="Noto Serif Ethiopic"/>
              <a:buNone/>
              <a:defRPr sz="2400">
                <a:solidFill>
                  <a:schemeClr val="dk1"/>
                </a:solidFill>
                <a:latin typeface="Noto Serif Ethiopic"/>
                <a:ea typeface="Noto Serif Ethiopic"/>
                <a:cs typeface="Noto Serif Ethiopic"/>
                <a:sym typeface="Noto Serif Ethiopic"/>
              </a:defRPr>
            </a:lvl3pPr>
            <a:lvl4pPr lvl="3" algn="ctr" rtl="0">
              <a:lnSpc>
                <a:spcPct val="100000"/>
              </a:lnSpc>
              <a:spcBef>
                <a:spcPts val="0"/>
              </a:spcBef>
              <a:spcAft>
                <a:spcPts val="0"/>
              </a:spcAft>
              <a:buClr>
                <a:schemeClr val="dk1"/>
              </a:buClr>
              <a:buSzPts val="2400"/>
              <a:buFont typeface="Noto Serif Ethiopic"/>
              <a:buNone/>
              <a:defRPr sz="2400">
                <a:solidFill>
                  <a:schemeClr val="dk1"/>
                </a:solidFill>
                <a:latin typeface="Noto Serif Ethiopic"/>
                <a:ea typeface="Noto Serif Ethiopic"/>
                <a:cs typeface="Noto Serif Ethiopic"/>
                <a:sym typeface="Noto Serif Ethiopic"/>
              </a:defRPr>
            </a:lvl4pPr>
            <a:lvl5pPr lvl="4" algn="ctr" rtl="0">
              <a:lnSpc>
                <a:spcPct val="100000"/>
              </a:lnSpc>
              <a:spcBef>
                <a:spcPts val="0"/>
              </a:spcBef>
              <a:spcAft>
                <a:spcPts val="0"/>
              </a:spcAft>
              <a:buClr>
                <a:schemeClr val="dk1"/>
              </a:buClr>
              <a:buSzPts val="2400"/>
              <a:buFont typeface="Noto Serif Ethiopic"/>
              <a:buNone/>
              <a:defRPr sz="2400">
                <a:solidFill>
                  <a:schemeClr val="dk1"/>
                </a:solidFill>
                <a:latin typeface="Noto Serif Ethiopic"/>
                <a:ea typeface="Noto Serif Ethiopic"/>
                <a:cs typeface="Noto Serif Ethiopic"/>
                <a:sym typeface="Noto Serif Ethiopic"/>
              </a:defRPr>
            </a:lvl5pPr>
            <a:lvl6pPr lvl="5" algn="ctr" rtl="0">
              <a:lnSpc>
                <a:spcPct val="100000"/>
              </a:lnSpc>
              <a:spcBef>
                <a:spcPts val="0"/>
              </a:spcBef>
              <a:spcAft>
                <a:spcPts val="0"/>
              </a:spcAft>
              <a:buClr>
                <a:schemeClr val="dk1"/>
              </a:buClr>
              <a:buSzPts val="2400"/>
              <a:buFont typeface="Noto Serif Ethiopic"/>
              <a:buNone/>
              <a:defRPr sz="2400">
                <a:solidFill>
                  <a:schemeClr val="dk1"/>
                </a:solidFill>
                <a:latin typeface="Noto Serif Ethiopic"/>
                <a:ea typeface="Noto Serif Ethiopic"/>
                <a:cs typeface="Noto Serif Ethiopic"/>
                <a:sym typeface="Noto Serif Ethiopic"/>
              </a:defRPr>
            </a:lvl6pPr>
            <a:lvl7pPr lvl="6" algn="ctr" rtl="0">
              <a:lnSpc>
                <a:spcPct val="100000"/>
              </a:lnSpc>
              <a:spcBef>
                <a:spcPts val="0"/>
              </a:spcBef>
              <a:spcAft>
                <a:spcPts val="0"/>
              </a:spcAft>
              <a:buClr>
                <a:schemeClr val="dk1"/>
              </a:buClr>
              <a:buSzPts val="2400"/>
              <a:buFont typeface="Noto Serif Ethiopic"/>
              <a:buNone/>
              <a:defRPr sz="2400">
                <a:solidFill>
                  <a:schemeClr val="dk1"/>
                </a:solidFill>
                <a:latin typeface="Noto Serif Ethiopic"/>
                <a:ea typeface="Noto Serif Ethiopic"/>
                <a:cs typeface="Noto Serif Ethiopic"/>
                <a:sym typeface="Noto Serif Ethiopic"/>
              </a:defRPr>
            </a:lvl7pPr>
            <a:lvl8pPr lvl="7" algn="ctr" rtl="0">
              <a:lnSpc>
                <a:spcPct val="100000"/>
              </a:lnSpc>
              <a:spcBef>
                <a:spcPts val="0"/>
              </a:spcBef>
              <a:spcAft>
                <a:spcPts val="0"/>
              </a:spcAft>
              <a:buClr>
                <a:schemeClr val="dk1"/>
              </a:buClr>
              <a:buSzPts val="2400"/>
              <a:buFont typeface="Noto Serif Ethiopic"/>
              <a:buNone/>
              <a:defRPr sz="2400">
                <a:solidFill>
                  <a:schemeClr val="dk1"/>
                </a:solidFill>
                <a:latin typeface="Noto Serif Ethiopic"/>
                <a:ea typeface="Noto Serif Ethiopic"/>
                <a:cs typeface="Noto Serif Ethiopic"/>
                <a:sym typeface="Noto Serif Ethiopic"/>
              </a:defRPr>
            </a:lvl8pPr>
            <a:lvl9pPr lvl="8" algn="ctr" rtl="0">
              <a:lnSpc>
                <a:spcPct val="100000"/>
              </a:lnSpc>
              <a:spcBef>
                <a:spcPts val="0"/>
              </a:spcBef>
              <a:spcAft>
                <a:spcPts val="0"/>
              </a:spcAft>
              <a:buClr>
                <a:schemeClr val="dk1"/>
              </a:buClr>
              <a:buSzPts val="2400"/>
              <a:buFont typeface="Noto Serif Ethiopic"/>
              <a:buNone/>
              <a:defRPr sz="2400">
                <a:solidFill>
                  <a:schemeClr val="dk1"/>
                </a:solidFill>
                <a:latin typeface="Noto Serif Ethiopic"/>
                <a:ea typeface="Noto Serif Ethiopic"/>
                <a:cs typeface="Noto Serif Ethiopic"/>
                <a:sym typeface="Noto Serif Ethiopic"/>
              </a:defRPr>
            </a:lvl9pPr>
          </a:lstStyle>
          <a:p>
            <a:endParaRPr/>
          </a:p>
        </p:txBody>
      </p:sp>
      <p:sp>
        <p:nvSpPr>
          <p:cNvPr id="301" name="Google Shape;301;p31"/>
          <p:cNvSpPr txBox="1">
            <a:spLocks noGrp="1"/>
          </p:cNvSpPr>
          <p:nvPr>
            <p:ph type="subTitle" idx="14"/>
          </p:nvPr>
        </p:nvSpPr>
        <p:spPr>
          <a:xfrm>
            <a:off x="3621606" y="3075775"/>
            <a:ext cx="1900800" cy="484800"/>
          </a:xfrm>
          <a:prstGeom prst="rect">
            <a:avLst/>
          </a:prstGeom>
          <a:ln>
            <a:noFill/>
          </a:ln>
        </p:spPr>
        <p:txBody>
          <a:bodyPr spcFirstLastPara="1" wrap="square" lIns="91425" tIns="91425" rIns="91425" bIns="91425" anchor="b" anchorCtr="0">
            <a:noAutofit/>
          </a:bodyPr>
          <a:lstStyle>
            <a:lvl1pPr lvl="0" algn="ctr" rtl="0">
              <a:lnSpc>
                <a:spcPct val="100000"/>
              </a:lnSpc>
              <a:spcBef>
                <a:spcPts val="0"/>
              </a:spcBef>
              <a:spcAft>
                <a:spcPts val="0"/>
              </a:spcAft>
              <a:buClr>
                <a:schemeClr val="dk1"/>
              </a:buClr>
              <a:buSzPts val="2400"/>
              <a:buFont typeface="Noto Serif Ethiopic"/>
              <a:buNone/>
              <a:defRPr sz="2400">
                <a:solidFill>
                  <a:schemeClr val="dk1"/>
                </a:solidFill>
                <a:latin typeface="Noto Serif Ethiopic"/>
                <a:ea typeface="Noto Serif Ethiopic"/>
                <a:cs typeface="Noto Serif Ethiopic"/>
                <a:sym typeface="Noto Serif Ethiopic"/>
              </a:defRPr>
            </a:lvl1pPr>
            <a:lvl2pPr lvl="1" algn="ctr" rtl="0">
              <a:lnSpc>
                <a:spcPct val="100000"/>
              </a:lnSpc>
              <a:spcBef>
                <a:spcPts val="0"/>
              </a:spcBef>
              <a:spcAft>
                <a:spcPts val="0"/>
              </a:spcAft>
              <a:buClr>
                <a:schemeClr val="dk1"/>
              </a:buClr>
              <a:buSzPts val="2400"/>
              <a:buFont typeface="Noto Serif Ethiopic"/>
              <a:buNone/>
              <a:defRPr sz="2400">
                <a:solidFill>
                  <a:schemeClr val="dk1"/>
                </a:solidFill>
                <a:latin typeface="Noto Serif Ethiopic"/>
                <a:ea typeface="Noto Serif Ethiopic"/>
                <a:cs typeface="Noto Serif Ethiopic"/>
                <a:sym typeface="Noto Serif Ethiopic"/>
              </a:defRPr>
            </a:lvl2pPr>
            <a:lvl3pPr lvl="2" algn="ctr" rtl="0">
              <a:lnSpc>
                <a:spcPct val="100000"/>
              </a:lnSpc>
              <a:spcBef>
                <a:spcPts val="0"/>
              </a:spcBef>
              <a:spcAft>
                <a:spcPts val="0"/>
              </a:spcAft>
              <a:buClr>
                <a:schemeClr val="dk1"/>
              </a:buClr>
              <a:buSzPts val="2400"/>
              <a:buFont typeface="Noto Serif Ethiopic"/>
              <a:buNone/>
              <a:defRPr sz="2400">
                <a:solidFill>
                  <a:schemeClr val="dk1"/>
                </a:solidFill>
                <a:latin typeface="Noto Serif Ethiopic"/>
                <a:ea typeface="Noto Serif Ethiopic"/>
                <a:cs typeface="Noto Serif Ethiopic"/>
                <a:sym typeface="Noto Serif Ethiopic"/>
              </a:defRPr>
            </a:lvl3pPr>
            <a:lvl4pPr lvl="3" algn="ctr" rtl="0">
              <a:lnSpc>
                <a:spcPct val="100000"/>
              </a:lnSpc>
              <a:spcBef>
                <a:spcPts val="0"/>
              </a:spcBef>
              <a:spcAft>
                <a:spcPts val="0"/>
              </a:spcAft>
              <a:buClr>
                <a:schemeClr val="dk1"/>
              </a:buClr>
              <a:buSzPts val="2400"/>
              <a:buFont typeface="Noto Serif Ethiopic"/>
              <a:buNone/>
              <a:defRPr sz="2400">
                <a:solidFill>
                  <a:schemeClr val="dk1"/>
                </a:solidFill>
                <a:latin typeface="Noto Serif Ethiopic"/>
                <a:ea typeface="Noto Serif Ethiopic"/>
                <a:cs typeface="Noto Serif Ethiopic"/>
                <a:sym typeface="Noto Serif Ethiopic"/>
              </a:defRPr>
            </a:lvl4pPr>
            <a:lvl5pPr lvl="4" algn="ctr" rtl="0">
              <a:lnSpc>
                <a:spcPct val="100000"/>
              </a:lnSpc>
              <a:spcBef>
                <a:spcPts val="0"/>
              </a:spcBef>
              <a:spcAft>
                <a:spcPts val="0"/>
              </a:spcAft>
              <a:buClr>
                <a:schemeClr val="dk1"/>
              </a:buClr>
              <a:buSzPts val="2400"/>
              <a:buFont typeface="Noto Serif Ethiopic"/>
              <a:buNone/>
              <a:defRPr sz="2400">
                <a:solidFill>
                  <a:schemeClr val="dk1"/>
                </a:solidFill>
                <a:latin typeface="Noto Serif Ethiopic"/>
                <a:ea typeface="Noto Serif Ethiopic"/>
                <a:cs typeface="Noto Serif Ethiopic"/>
                <a:sym typeface="Noto Serif Ethiopic"/>
              </a:defRPr>
            </a:lvl5pPr>
            <a:lvl6pPr lvl="5" algn="ctr" rtl="0">
              <a:lnSpc>
                <a:spcPct val="100000"/>
              </a:lnSpc>
              <a:spcBef>
                <a:spcPts val="0"/>
              </a:spcBef>
              <a:spcAft>
                <a:spcPts val="0"/>
              </a:spcAft>
              <a:buClr>
                <a:schemeClr val="dk1"/>
              </a:buClr>
              <a:buSzPts val="2400"/>
              <a:buFont typeface="Noto Serif Ethiopic"/>
              <a:buNone/>
              <a:defRPr sz="2400">
                <a:solidFill>
                  <a:schemeClr val="dk1"/>
                </a:solidFill>
                <a:latin typeface="Noto Serif Ethiopic"/>
                <a:ea typeface="Noto Serif Ethiopic"/>
                <a:cs typeface="Noto Serif Ethiopic"/>
                <a:sym typeface="Noto Serif Ethiopic"/>
              </a:defRPr>
            </a:lvl6pPr>
            <a:lvl7pPr lvl="6" algn="ctr" rtl="0">
              <a:lnSpc>
                <a:spcPct val="100000"/>
              </a:lnSpc>
              <a:spcBef>
                <a:spcPts val="0"/>
              </a:spcBef>
              <a:spcAft>
                <a:spcPts val="0"/>
              </a:spcAft>
              <a:buClr>
                <a:schemeClr val="dk1"/>
              </a:buClr>
              <a:buSzPts val="2400"/>
              <a:buFont typeface="Noto Serif Ethiopic"/>
              <a:buNone/>
              <a:defRPr sz="2400">
                <a:solidFill>
                  <a:schemeClr val="dk1"/>
                </a:solidFill>
                <a:latin typeface="Noto Serif Ethiopic"/>
                <a:ea typeface="Noto Serif Ethiopic"/>
                <a:cs typeface="Noto Serif Ethiopic"/>
                <a:sym typeface="Noto Serif Ethiopic"/>
              </a:defRPr>
            </a:lvl7pPr>
            <a:lvl8pPr lvl="7" algn="ctr" rtl="0">
              <a:lnSpc>
                <a:spcPct val="100000"/>
              </a:lnSpc>
              <a:spcBef>
                <a:spcPts val="0"/>
              </a:spcBef>
              <a:spcAft>
                <a:spcPts val="0"/>
              </a:spcAft>
              <a:buClr>
                <a:schemeClr val="dk1"/>
              </a:buClr>
              <a:buSzPts val="2400"/>
              <a:buFont typeface="Noto Serif Ethiopic"/>
              <a:buNone/>
              <a:defRPr sz="2400">
                <a:solidFill>
                  <a:schemeClr val="dk1"/>
                </a:solidFill>
                <a:latin typeface="Noto Serif Ethiopic"/>
                <a:ea typeface="Noto Serif Ethiopic"/>
                <a:cs typeface="Noto Serif Ethiopic"/>
                <a:sym typeface="Noto Serif Ethiopic"/>
              </a:defRPr>
            </a:lvl8pPr>
            <a:lvl9pPr lvl="8" algn="ctr" rtl="0">
              <a:lnSpc>
                <a:spcPct val="100000"/>
              </a:lnSpc>
              <a:spcBef>
                <a:spcPts val="0"/>
              </a:spcBef>
              <a:spcAft>
                <a:spcPts val="0"/>
              </a:spcAft>
              <a:buClr>
                <a:schemeClr val="dk1"/>
              </a:buClr>
              <a:buSzPts val="2400"/>
              <a:buFont typeface="Noto Serif Ethiopic"/>
              <a:buNone/>
              <a:defRPr sz="2400">
                <a:solidFill>
                  <a:schemeClr val="dk1"/>
                </a:solidFill>
                <a:latin typeface="Noto Serif Ethiopic"/>
                <a:ea typeface="Noto Serif Ethiopic"/>
                <a:cs typeface="Noto Serif Ethiopic"/>
                <a:sym typeface="Noto Serif Ethiopic"/>
              </a:defRPr>
            </a:lvl9pPr>
          </a:lstStyle>
          <a:p>
            <a:endParaRPr/>
          </a:p>
        </p:txBody>
      </p:sp>
      <p:sp>
        <p:nvSpPr>
          <p:cNvPr id="302" name="Google Shape;302;p31"/>
          <p:cNvSpPr txBox="1">
            <a:spLocks noGrp="1"/>
          </p:cNvSpPr>
          <p:nvPr>
            <p:ph type="subTitle" idx="15"/>
          </p:nvPr>
        </p:nvSpPr>
        <p:spPr>
          <a:xfrm>
            <a:off x="5809073" y="3075775"/>
            <a:ext cx="1900800" cy="484800"/>
          </a:xfrm>
          <a:prstGeom prst="rect">
            <a:avLst/>
          </a:prstGeom>
          <a:ln>
            <a:noFill/>
          </a:ln>
        </p:spPr>
        <p:txBody>
          <a:bodyPr spcFirstLastPara="1" wrap="square" lIns="91425" tIns="91425" rIns="91425" bIns="91425" anchor="b" anchorCtr="0">
            <a:noAutofit/>
          </a:bodyPr>
          <a:lstStyle>
            <a:lvl1pPr lvl="0" rtl="0">
              <a:lnSpc>
                <a:spcPct val="100000"/>
              </a:lnSpc>
              <a:spcBef>
                <a:spcPts val="0"/>
              </a:spcBef>
              <a:spcAft>
                <a:spcPts val="0"/>
              </a:spcAft>
              <a:buClr>
                <a:schemeClr val="dk1"/>
              </a:buClr>
              <a:buSzPts val="2400"/>
              <a:buFont typeface="Noto Serif Ethiopic"/>
              <a:buNone/>
              <a:defRPr sz="2400">
                <a:solidFill>
                  <a:schemeClr val="dk1"/>
                </a:solidFill>
                <a:latin typeface="Noto Serif Ethiopic"/>
                <a:ea typeface="Noto Serif Ethiopic"/>
                <a:cs typeface="Noto Serif Ethiopic"/>
                <a:sym typeface="Noto Serif Ethiopic"/>
              </a:defRPr>
            </a:lvl1pPr>
            <a:lvl2pPr lvl="1" algn="ctr" rtl="0">
              <a:lnSpc>
                <a:spcPct val="100000"/>
              </a:lnSpc>
              <a:spcBef>
                <a:spcPts val="0"/>
              </a:spcBef>
              <a:spcAft>
                <a:spcPts val="0"/>
              </a:spcAft>
              <a:buClr>
                <a:schemeClr val="dk1"/>
              </a:buClr>
              <a:buSzPts val="2400"/>
              <a:buFont typeface="Noto Serif Ethiopic"/>
              <a:buNone/>
              <a:defRPr sz="2400">
                <a:solidFill>
                  <a:schemeClr val="dk1"/>
                </a:solidFill>
                <a:latin typeface="Noto Serif Ethiopic"/>
                <a:ea typeface="Noto Serif Ethiopic"/>
                <a:cs typeface="Noto Serif Ethiopic"/>
                <a:sym typeface="Noto Serif Ethiopic"/>
              </a:defRPr>
            </a:lvl2pPr>
            <a:lvl3pPr lvl="2" algn="ctr" rtl="0">
              <a:lnSpc>
                <a:spcPct val="100000"/>
              </a:lnSpc>
              <a:spcBef>
                <a:spcPts val="0"/>
              </a:spcBef>
              <a:spcAft>
                <a:spcPts val="0"/>
              </a:spcAft>
              <a:buClr>
                <a:schemeClr val="dk1"/>
              </a:buClr>
              <a:buSzPts val="2400"/>
              <a:buFont typeface="Noto Serif Ethiopic"/>
              <a:buNone/>
              <a:defRPr sz="2400">
                <a:solidFill>
                  <a:schemeClr val="dk1"/>
                </a:solidFill>
                <a:latin typeface="Noto Serif Ethiopic"/>
                <a:ea typeface="Noto Serif Ethiopic"/>
                <a:cs typeface="Noto Serif Ethiopic"/>
                <a:sym typeface="Noto Serif Ethiopic"/>
              </a:defRPr>
            </a:lvl3pPr>
            <a:lvl4pPr lvl="3" algn="ctr" rtl="0">
              <a:lnSpc>
                <a:spcPct val="100000"/>
              </a:lnSpc>
              <a:spcBef>
                <a:spcPts val="0"/>
              </a:spcBef>
              <a:spcAft>
                <a:spcPts val="0"/>
              </a:spcAft>
              <a:buClr>
                <a:schemeClr val="dk1"/>
              </a:buClr>
              <a:buSzPts val="2400"/>
              <a:buFont typeface="Noto Serif Ethiopic"/>
              <a:buNone/>
              <a:defRPr sz="2400">
                <a:solidFill>
                  <a:schemeClr val="dk1"/>
                </a:solidFill>
                <a:latin typeface="Noto Serif Ethiopic"/>
                <a:ea typeface="Noto Serif Ethiopic"/>
                <a:cs typeface="Noto Serif Ethiopic"/>
                <a:sym typeface="Noto Serif Ethiopic"/>
              </a:defRPr>
            </a:lvl4pPr>
            <a:lvl5pPr lvl="4" algn="ctr" rtl="0">
              <a:lnSpc>
                <a:spcPct val="100000"/>
              </a:lnSpc>
              <a:spcBef>
                <a:spcPts val="0"/>
              </a:spcBef>
              <a:spcAft>
                <a:spcPts val="0"/>
              </a:spcAft>
              <a:buClr>
                <a:schemeClr val="dk1"/>
              </a:buClr>
              <a:buSzPts val="2400"/>
              <a:buFont typeface="Noto Serif Ethiopic"/>
              <a:buNone/>
              <a:defRPr sz="2400">
                <a:solidFill>
                  <a:schemeClr val="dk1"/>
                </a:solidFill>
                <a:latin typeface="Noto Serif Ethiopic"/>
                <a:ea typeface="Noto Serif Ethiopic"/>
                <a:cs typeface="Noto Serif Ethiopic"/>
                <a:sym typeface="Noto Serif Ethiopic"/>
              </a:defRPr>
            </a:lvl5pPr>
            <a:lvl6pPr lvl="5" algn="ctr" rtl="0">
              <a:lnSpc>
                <a:spcPct val="100000"/>
              </a:lnSpc>
              <a:spcBef>
                <a:spcPts val="0"/>
              </a:spcBef>
              <a:spcAft>
                <a:spcPts val="0"/>
              </a:spcAft>
              <a:buClr>
                <a:schemeClr val="dk1"/>
              </a:buClr>
              <a:buSzPts val="2400"/>
              <a:buFont typeface="Noto Serif Ethiopic"/>
              <a:buNone/>
              <a:defRPr sz="2400">
                <a:solidFill>
                  <a:schemeClr val="dk1"/>
                </a:solidFill>
                <a:latin typeface="Noto Serif Ethiopic"/>
                <a:ea typeface="Noto Serif Ethiopic"/>
                <a:cs typeface="Noto Serif Ethiopic"/>
                <a:sym typeface="Noto Serif Ethiopic"/>
              </a:defRPr>
            </a:lvl6pPr>
            <a:lvl7pPr lvl="6" algn="ctr" rtl="0">
              <a:lnSpc>
                <a:spcPct val="100000"/>
              </a:lnSpc>
              <a:spcBef>
                <a:spcPts val="0"/>
              </a:spcBef>
              <a:spcAft>
                <a:spcPts val="0"/>
              </a:spcAft>
              <a:buClr>
                <a:schemeClr val="dk1"/>
              </a:buClr>
              <a:buSzPts val="2400"/>
              <a:buFont typeface="Noto Serif Ethiopic"/>
              <a:buNone/>
              <a:defRPr sz="2400">
                <a:solidFill>
                  <a:schemeClr val="dk1"/>
                </a:solidFill>
                <a:latin typeface="Noto Serif Ethiopic"/>
                <a:ea typeface="Noto Serif Ethiopic"/>
                <a:cs typeface="Noto Serif Ethiopic"/>
                <a:sym typeface="Noto Serif Ethiopic"/>
              </a:defRPr>
            </a:lvl7pPr>
            <a:lvl8pPr lvl="7" algn="ctr" rtl="0">
              <a:lnSpc>
                <a:spcPct val="100000"/>
              </a:lnSpc>
              <a:spcBef>
                <a:spcPts val="0"/>
              </a:spcBef>
              <a:spcAft>
                <a:spcPts val="0"/>
              </a:spcAft>
              <a:buClr>
                <a:schemeClr val="dk1"/>
              </a:buClr>
              <a:buSzPts val="2400"/>
              <a:buFont typeface="Noto Serif Ethiopic"/>
              <a:buNone/>
              <a:defRPr sz="2400">
                <a:solidFill>
                  <a:schemeClr val="dk1"/>
                </a:solidFill>
                <a:latin typeface="Noto Serif Ethiopic"/>
                <a:ea typeface="Noto Serif Ethiopic"/>
                <a:cs typeface="Noto Serif Ethiopic"/>
                <a:sym typeface="Noto Serif Ethiopic"/>
              </a:defRPr>
            </a:lvl8pPr>
            <a:lvl9pPr lvl="8" algn="ctr" rtl="0">
              <a:lnSpc>
                <a:spcPct val="100000"/>
              </a:lnSpc>
              <a:spcBef>
                <a:spcPts val="0"/>
              </a:spcBef>
              <a:spcAft>
                <a:spcPts val="0"/>
              </a:spcAft>
              <a:buClr>
                <a:schemeClr val="dk1"/>
              </a:buClr>
              <a:buSzPts val="2400"/>
              <a:buFont typeface="Noto Serif Ethiopic"/>
              <a:buNone/>
              <a:defRPr sz="2400">
                <a:solidFill>
                  <a:schemeClr val="dk1"/>
                </a:solidFill>
                <a:latin typeface="Noto Serif Ethiopic"/>
                <a:ea typeface="Noto Serif Ethiopic"/>
                <a:cs typeface="Noto Serif Ethiopic"/>
                <a:sym typeface="Noto Serif Ethiopic"/>
              </a:defRPr>
            </a:lvl9pPr>
          </a:lstStyle>
          <a:p>
            <a:endParaRPr/>
          </a:p>
        </p:txBody>
      </p:sp>
      <p:grpSp>
        <p:nvGrpSpPr>
          <p:cNvPr id="303" name="Google Shape;303;p31"/>
          <p:cNvGrpSpPr/>
          <p:nvPr/>
        </p:nvGrpSpPr>
        <p:grpSpPr>
          <a:xfrm>
            <a:off x="435875" y="97275"/>
            <a:ext cx="8272250" cy="4900925"/>
            <a:chOff x="435875" y="97275"/>
            <a:chExt cx="8272250" cy="4900925"/>
          </a:xfrm>
        </p:grpSpPr>
        <p:grpSp>
          <p:nvGrpSpPr>
            <p:cNvPr id="304" name="Google Shape;304;p31"/>
            <p:cNvGrpSpPr/>
            <p:nvPr/>
          </p:nvGrpSpPr>
          <p:grpSpPr>
            <a:xfrm flipH="1">
              <a:off x="435875" y="1292300"/>
              <a:ext cx="90900" cy="3705900"/>
              <a:chOff x="7952125" y="1292300"/>
              <a:chExt cx="90900" cy="3705900"/>
            </a:xfrm>
          </p:grpSpPr>
          <p:sp>
            <p:nvSpPr>
              <p:cNvPr id="305" name="Google Shape;305;p31"/>
              <p:cNvSpPr/>
              <p:nvPr/>
            </p:nvSpPr>
            <p:spPr>
              <a:xfrm rot="5400000">
                <a:off x="7744975" y="1499450"/>
                <a:ext cx="505200" cy="90900"/>
              </a:xfrm>
              <a:prstGeom prst="rect">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cxnSp>
            <p:nvCxnSpPr>
              <p:cNvPr id="306" name="Google Shape;306;p31"/>
              <p:cNvCxnSpPr/>
              <p:nvPr/>
            </p:nvCxnSpPr>
            <p:spPr>
              <a:xfrm>
                <a:off x="8043025" y="1292300"/>
                <a:ext cx="0" cy="3705900"/>
              </a:xfrm>
              <a:prstGeom prst="straightConnector1">
                <a:avLst/>
              </a:prstGeom>
              <a:noFill/>
              <a:ln w="9525" cap="flat" cmpd="sng">
                <a:solidFill>
                  <a:schemeClr val="dk1"/>
                </a:solidFill>
                <a:prstDash val="solid"/>
                <a:round/>
                <a:headEnd type="none" w="med" len="med"/>
                <a:tailEnd type="none" w="med" len="med"/>
              </a:ln>
            </p:spPr>
          </p:cxnSp>
        </p:grpSp>
        <p:grpSp>
          <p:nvGrpSpPr>
            <p:cNvPr id="307" name="Google Shape;307;p31"/>
            <p:cNvGrpSpPr/>
            <p:nvPr/>
          </p:nvGrpSpPr>
          <p:grpSpPr>
            <a:xfrm rot="10800000">
              <a:off x="8617225" y="97275"/>
              <a:ext cx="90900" cy="3705900"/>
              <a:chOff x="7952125" y="1292300"/>
              <a:chExt cx="90900" cy="3705900"/>
            </a:xfrm>
          </p:grpSpPr>
          <p:sp>
            <p:nvSpPr>
              <p:cNvPr id="308" name="Google Shape;308;p31"/>
              <p:cNvSpPr/>
              <p:nvPr/>
            </p:nvSpPr>
            <p:spPr>
              <a:xfrm rot="5400000">
                <a:off x="7744975" y="1499450"/>
                <a:ext cx="505200" cy="90900"/>
              </a:xfrm>
              <a:prstGeom prst="rect">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cxnSp>
            <p:nvCxnSpPr>
              <p:cNvPr id="309" name="Google Shape;309;p31"/>
              <p:cNvCxnSpPr/>
              <p:nvPr/>
            </p:nvCxnSpPr>
            <p:spPr>
              <a:xfrm>
                <a:off x="8043025" y="1292300"/>
                <a:ext cx="0" cy="3705900"/>
              </a:xfrm>
              <a:prstGeom prst="straightConnector1">
                <a:avLst/>
              </a:prstGeom>
              <a:noFill/>
              <a:ln w="9525" cap="flat" cmpd="sng">
                <a:solidFill>
                  <a:schemeClr val="dk1"/>
                </a:solidFill>
                <a:prstDash val="solid"/>
                <a:round/>
                <a:headEnd type="none" w="med" len="med"/>
                <a:tailEnd type="none" w="med" len="med"/>
              </a:ln>
            </p:spPr>
          </p:cxnSp>
        </p:grpSp>
      </p:grpSp>
    </p:spTree>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matchingName="Numbers and text 1">
  <p:cSld name="BLANK_1_1_1_2_1_1">
    <p:spTree>
      <p:nvGrpSpPr>
        <p:cNvPr id="1" name="Shape 325"/>
        <p:cNvGrpSpPr/>
        <p:nvPr/>
      </p:nvGrpSpPr>
      <p:grpSpPr>
        <a:xfrm>
          <a:off x="0" y="0"/>
          <a:ext cx="0" cy="0"/>
          <a:chOff x="0" y="0"/>
          <a:chExt cx="0" cy="0"/>
        </a:xfrm>
      </p:grpSpPr>
      <p:sp>
        <p:nvSpPr>
          <p:cNvPr id="326" name="Google Shape;326;p33"/>
          <p:cNvSpPr/>
          <p:nvPr/>
        </p:nvSpPr>
        <p:spPr>
          <a:xfrm>
            <a:off x="171450" y="145800"/>
            <a:ext cx="8801100" cy="4851900"/>
          </a:xfrm>
          <a:prstGeom prst="rect">
            <a:avLst/>
          </a:prstGeom>
          <a:solidFill>
            <a:schemeClr val="lt1"/>
          </a:solidFill>
          <a:ln>
            <a:noFill/>
          </a:ln>
          <a:effectLst>
            <a:outerShdw blurRad="57150" dist="19050" dir="5400000" algn="bl" rotWithShape="0">
              <a:schemeClr val="dk1">
                <a:alpha val="5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7" name="Google Shape;327;p33"/>
          <p:cNvSpPr txBox="1">
            <a:spLocks noGrp="1"/>
          </p:cNvSpPr>
          <p:nvPr>
            <p:ph type="title"/>
          </p:nvPr>
        </p:nvSpPr>
        <p:spPr>
          <a:xfrm>
            <a:off x="720000" y="445025"/>
            <a:ext cx="7704000" cy="572700"/>
          </a:xfrm>
          <a:prstGeom prst="rect">
            <a:avLst/>
          </a:prstGeom>
        </p:spPr>
        <p:txBody>
          <a:bodyPr spcFirstLastPara="1" wrap="square" lIns="91425" tIns="91425" rIns="91425" bIns="91425" anchor="t" anchorCtr="0">
            <a:noAutofit/>
          </a:bodyPr>
          <a:lstStyle>
            <a:lvl1pPr lvl="0" rtl="0">
              <a:spcBef>
                <a:spcPts val="0"/>
              </a:spcBef>
              <a:spcAft>
                <a:spcPts val="0"/>
              </a:spcAft>
              <a:buSzPts val="3500"/>
              <a:buNone/>
              <a:defRPr/>
            </a:lvl1pPr>
            <a:lvl2pPr lvl="1" rtl="0">
              <a:spcBef>
                <a:spcPts val="0"/>
              </a:spcBef>
              <a:spcAft>
                <a:spcPts val="0"/>
              </a:spcAft>
              <a:buSzPts val="3500"/>
              <a:buNone/>
              <a:defRPr/>
            </a:lvl2pPr>
            <a:lvl3pPr lvl="2" rtl="0">
              <a:spcBef>
                <a:spcPts val="0"/>
              </a:spcBef>
              <a:spcAft>
                <a:spcPts val="0"/>
              </a:spcAft>
              <a:buSzPts val="3500"/>
              <a:buNone/>
              <a:defRPr/>
            </a:lvl3pPr>
            <a:lvl4pPr lvl="3" rtl="0">
              <a:spcBef>
                <a:spcPts val="0"/>
              </a:spcBef>
              <a:spcAft>
                <a:spcPts val="0"/>
              </a:spcAft>
              <a:buSzPts val="3500"/>
              <a:buNone/>
              <a:defRPr/>
            </a:lvl4pPr>
            <a:lvl5pPr lvl="4" rtl="0">
              <a:spcBef>
                <a:spcPts val="0"/>
              </a:spcBef>
              <a:spcAft>
                <a:spcPts val="0"/>
              </a:spcAft>
              <a:buSzPts val="3500"/>
              <a:buNone/>
              <a:defRPr/>
            </a:lvl5pPr>
            <a:lvl6pPr lvl="5" rtl="0">
              <a:spcBef>
                <a:spcPts val="0"/>
              </a:spcBef>
              <a:spcAft>
                <a:spcPts val="0"/>
              </a:spcAft>
              <a:buSzPts val="3500"/>
              <a:buNone/>
              <a:defRPr/>
            </a:lvl6pPr>
            <a:lvl7pPr lvl="6" rtl="0">
              <a:spcBef>
                <a:spcPts val="0"/>
              </a:spcBef>
              <a:spcAft>
                <a:spcPts val="0"/>
              </a:spcAft>
              <a:buSzPts val="3500"/>
              <a:buNone/>
              <a:defRPr/>
            </a:lvl7pPr>
            <a:lvl8pPr lvl="7" rtl="0">
              <a:spcBef>
                <a:spcPts val="0"/>
              </a:spcBef>
              <a:spcAft>
                <a:spcPts val="0"/>
              </a:spcAft>
              <a:buSzPts val="3500"/>
              <a:buNone/>
              <a:defRPr/>
            </a:lvl8pPr>
            <a:lvl9pPr lvl="8" rtl="0">
              <a:spcBef>
                <a:spcPts val="0"/>
              </a:spcBef>
              <a:spcAft>
                <a:spcPts val="0"/>
              </a:spcAft>
              <a:buSzPts val="3500"/>
              <a:buNone/>
              <a:defRPr/>
            </a:lvl9pPr>
          </a:lstStyle>
          <a:p>
            <a:endParaRPr/>
          </a:p>
        </p:txBody>
      </p:sp>
      <p:sp>
        <p:nvSpPr>
          <p:cNvPr id="328" name="Google Shape;328;p33"/>
          <p:cNvSpPr txBox="1">
            <a:spLocks noGrp="1"/>
          </p:cNvSpPr>
          <p:nvPr>
            <p:ph type="subTitle" idx="1"/>
          </p:nvPr>
        </p:nvSpPr>
        <p:spPr>
          <a:xfrm>
            <a:off x="720000" y="2482875"/>
            <a:ext cx="2336400" cy="484800"/>
          </a:xfrm>
          <a:prstGeom prst="rect">
            <a:avLst/>
          </a:prstGeom>
          <a:ln>
            <a:noFill/>
          </a:ln>
        </p:spPr>
        <p:txBody>
          <a:bodyPr spcFirstLastPara="1" wrap="square" lIns="91425" tIns="91425" rIns="91425" bIns="91425" anchor="b" anchorCtr="0">
            <a:noAutofit/>
          </a:bodyPr>
          <a:lstStyle>
            <a:lvl1pPr lvl="0" algn="ctr" rtl="0">
              <a:lnSpc>
                <a:spcPct val="100000"/>
              </a:lnSpc>
              <a:spcBef>
                <a:spcPts val="0"/>
              </a:spcBef>
              <a:spcAft>
                <a:spcPts val="0"/>
              </a:spcAft>
              <a:buClr>
                <a:schemeClr val="dk1"/>
              </a:buClr>
              <a:buSzPts val="2400"/>
              <a:buFont typeface="Noto Serif Ethiopic"/>
              <a:buNone/>
              <a:defRPr sz="2400">
                <a:solidFill>
                  <a:schemeClr val="dk1"/>
                </a:solidFill>
                <a:latin typeface="Noto Serif Ethiopic"/>
                <a:ea typeface="Noto Serif Ethiopic"/>
                <a:cs typeface="Noto Serif Ethiopic"/>
                <a:sym typeface="Noto Serif Ethiopic"/>
              </a:defRPr>
            </a:lvl1pPr>
            <a:lvl2pPr lvl="1" algn="ctr" rtl="0">
              <a:lnSpc>
                <a:spcPct val="100000"/>
              </a:lnSpc>
              <a:spcBef>
                <a:spcPts val="0"/>
              </a:spcBef>
              <a:spcAft>
                <a:spcPts val="0"/>
              </a:spcAft>
              <a:buClr>
                <a:schemeClr val="dk1"/>
              </a:buClr>
              <a:buSzPts val="2400"/>
              <a:buFont typeface="Noto Serif Ethiopic"/>
              <a:buNone/>
              <a:defRPr sz="2400">
                <a:solidFill>
                  <a:schemeClr val="dk1"/>
                </a:solidFill>
                <a:latin typeface="Noto Serif Ethiopic"/>
                <a:ea typeface="Noto Serif Ethiopic"/>
                <a:cs typeface="Noto Serif Ethiopic"/>
                <a:sym typeface="Noto Serif Ethiopic"/>
              </a:defRPr>
            </a:lvl2pPr>
            <a:lvl3pPr lvl="2" algn="ctr" rtl="0">
              <a:lnSpc>
                <a:spcPct val="100000"/>
              </a:lnSpc>
              <a:spcBef>
                <a:spcPts val="0"/>
              </a:spcBef>
              <a:spcAft>
                <a:spcPts val="0"/>
              </a:spcAft>
              <a:buClr>
                <a:schemeClr val="dk1"/>
              </a:buClr>
              <a:buSzPts val="2400"/>
              <a:buFont typeface="Noto Serif Ethiopic"/>
              <a:buNone/>
              <a:defRPr sz="2400">
                <a:solidFill>
                  <a:schemeClr val="dk1"/>
                </a:solidFill>
                <a:latin typeface="Noto Serif Ethiopic"/>
                <a:ea typeface="Noto Serif Ethiopic"/>
                <a:cs typeface="Noto Serif Ethiopic"/>
                <a:sym typeface="Noto Serif Ethiopic"/>
              </a:defRPr>
            </a:lvl3pPr>
            <a:lvl4pPr lvl="3" algn="ctr" rtl="0">
              <a:lnSpc>
                <a:spcPct val="100000"/>
              </a:lnSpc>
              <a:spcBef>
                <a:spcPts val="0"/>
              </a:spcBef>
              <a:spcAft>
                <a:spcPts val="0"/>
              </a:spcAft>
              <a:buClr>
                <a:schemeClr val="dk1"/>
              </a:buClr>
              <a:buSzPts val="2400"/>
              <a:buFont typeface="Noto Serif Ethiopic"/>
              <a:buNone/>
              <a:defRPr sz="2400">
                <a:solidFill>
                  <a:schemeClr val="dk1"/>
                </a:solidFill>
                <a:latin typeface="Noto Serif Ethiopic"/>
                <a:ea typeface="Noto Serif Ethiopic"/>
                <a:cs typeface="Noto Serif Ethiopic"/>
                <a:sym typeface="Noto Serif Ethiopic"/>
              </a:defRPr>
            </a:lvl4pPr>
            <a:lvl5pPr lvl="4" algn="ctr" rtl="0">
              <a:lnSpc>
                <a:spcPct val="100000"/>
              </a:lnSpc>
              <a:spcBef>
                <a:spcPts val="0"/>
              </a:spcBef>
              <a:spcAft>
                <a:spcPts val="0"/>
              </a:spcAft>
              <a:buClr>
                <a:schemeClr val="dk1"/>
              </a:buClr>
              <a:buSzPts val="2400"/>
              <a:buFont typeface="Noto Serif Ethiopic"/>
              <a:buNone/>
              <a:defRPr sz="2400">
                <a:solidFill>
                  <a:schemeClr val="dk1"/>
                </a:solidFill>
                <a:latin typeface="Noto Serif Ethiopic"/>
                <a:ea typeface="Noto Serif Ethiopic"/>
                <a:cs typeface="Noto Serif Ethiopic"/>
                <a:sym typeface="Noto Serif Ethiopic"/>
              </a:defRPr>
            </a:lvl5pPr>
            <a:lvl6pPr lvl="5" algn="ctr" rtl="0">
              <a:lnSpc>
                <a:spcPct val="100000"/>
              </a:lnSpc>
              <a:spcBef>
                <a:spcPts val="0"/>
              </a:spcBef>
              <a:spcAft>
                <a:spcPts val="0"/>
              </a:spcAft>
              <a:buClr>
                <a:schemeClr val="dk1"/>
              </a:buClr>
              <a:buSzPts val="2400"/>
              <a:buFont typeface="Noto Serif Ethiopic"/>
              <a:buNone/>
              <a:defRPr sz="2400">
                <a:solidFill>
                  <a:schemeClr val="dk1"/>
                </a:solidFill>
                <a:latin typeface="Noto Serif Ethiopic"/>
                <a:ea typeface="Noto Serif Ethiopic"/>
                <a:cs typeface="Noto Serif Ethiopic"/>
                <a:sym typeface="Noto Serif Ethiopic"/>
              </a:defRPr>
            </a:lvl6pPr>
            <a:lvl7pPr lvl="6" algn="ctr" rtl="0">
              <a:lnSpc>
                <a:spcPct val="100000"/>
              </a:lnSpc>
              <a:spcBef>
                <a:spcPts val="0"/>
              </a:spcBef>
              <a:spcAft>
                <a:spcPts val="0"/>
              </a:spcAft>
              <a:buClr>
                <a:schemeClr val="dk1"/>
              </a:buClr>
              <a:buSzPts val="2400"/>
              <a:buFont typeface="Noto Serif Ethiopic"/>
              <a:buNone/>
              <a:defRPr sz="2400">
                <a:solidFill>
                  <a:schemeClr val="dk1"/>
                </a:solidFill>
                <a:latin typeface="Noto Serif Ethiopic"/>
                <a:ea typeface="Noto Serif Ethiopic"/>
                <a:cs typeface="Noto Serif Ethiopic"/>
                <a:sym typeface="Noto Serif Ethiopic"/>
              </a:defRPr>
            </a:lvl7pPr>
            <a:lvl8pPr lvl="7" algn="ctr" rtl="0">
              <a:lnSpc>
                <a:spcPct val="100000"/>
              </a:lnSpc>
              <a:spcBef>
                <a:spcPts val="0"/>
              </a:spcBef>
              <a:spcAft>
                <a:spcPts val="0"/>
              </a:spcAft>
              <a:buClr>
                <a:schemeClr val="dk1"/>
              </a:buClr>
              <a:buSzPts val="2400"/>
              <a:buFont typeface="Noto Serif Ethiopic"/>
              <a:buNone/>
              <a:defRPr sz="2400">
                <a:solidFill>
                  <a:schemeClr val="dk1"/>
                </a:solidFill>
                <a:latin typeface="Noto Serif Ethiopic"/>
                <a:ea typeface="Noto Serif Ethiopic"/>
                <a:cs typeface="Noto Serif Ethiopic"/>
                <a:sym typeface="Noto Serif Ethiopic"/>
              </a:defRPr>
            </a:lvl8pPr>
            <a:lvl9pPr lvl="8" algn="ctr" rtl="0">
              <a:lnSpc>
                <a:spcPct val="100000"/>
              </a:lnSpc>
              <a:spcBef>
                <a:spcPts val="0"/>
              </a:spcBef>
              <a:spcAft>
                <a:spcPts val="0"/>
              </a:spcAft>
              <a:buClr>
                <a:schemeClr val="dk1"/>
              </a:buClr>
              <a:buSzPts val="2400"/>
              <a:buFont typeface="Noto Serif Ethiopic"/>
              <a:buNone/>
              <a:defRPr sz="2400">
                <a:solidFill>
                  <a:schemeClr val="dk1"/>
                </a:solidFill>
                <a:latin typeface="Noto Serif Ethiopic"/>
                <a:ea typeface="Noto Serif Ethiopic"/>
                <a:cs typeface="Noto Serif Ethiopic"/>
                <a:sym typeface="Noto Serif Ethiopic"/>
              </a:defRPr>
            </a:lvl9pPr>
          </a:lstStyle>
          <a:p>
            <a:endParaRPr/>
          </a:p>
        </p:txBody>
      </p:sp>
      <p:sp>
        <p:nvSpPr>
          <p:cNvPr id="329" name="Google Shape;329;p33"/>
          <p:cNvSpPr txBox="1">
            <a:spLocks noGrp="1"/>
          </p:cNvSpPr>
          <p:nvPr>
            <p:ph type="subTitle" idx="2"/>
          </p:nvPr>
        </p:nvSpPr>
        <p:spPr>
          <a:xfrm>
            <a:off x="720000" y="2967679"/>
            <a:ext cx="2336400" cy="6795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SzPts val="1400"/>
              <a:buNone/>
              <a:defRPr/>
            </a:lvl1pPr>
            <a:lvl2pPr lvl="1" algn="ctr" rtl="0">
              <a:lnSpc>
                <a:spcPct val="100000"/>
              </a:lnSpc>
              <a:spcBef>
                <a:spcPts val="0"/>
              </a:spcBef>
              <a:spcAft>
                <a:spcPts val="0"/>
              </a:spcAft>
              <a:buSzPts val="1200"/>
              <a:buNone/>
              <a:defRPr/>
            </a:lvl2pPr>
            <a:lvl3pPr lvl="2" algn="ctr" rtl="0">
              <a:lnSpc>
                <a:spcPct val="100000"/>
              </a:lnSpc>
              <a:spcBef>
                <a:spcPts val="0"/>
              </a:spcBef>
              <a:spcAft>
                <a:spcPts val="0"/>
              </a:spcAft>
              <a:buSzPts val="1200"/>
              <a:buNone/>
              <a:defRPr/>
            </a:lvl3pPr>
            <a:lvl4pPr lvl="3" algn="ctr" rtl="0">
              <a:lnSpc>
                <a:spcPct val="100000"/>
              </a:lnSpc>
              <a:spcBef>
                <a:spcPts val="0"/>
              </a:spcBef>
              <a:spcAft>
                <a:spcPts val="0"/>
              </a:spcAft>
              <a:buSzPts val="1200"/>
              <a:buNone/>
              <a:defRPr/>
            </a:lvl4pPr>
            <a:lvl5pPr lvl="4" algn="ctr" rtl="0">
              <a:lnSpc>
                <a:spcPct val="100000"/>
              </a:lnSpc>
              <a:spcBef>
                <a:spcPts val="0"/>
              </a:spcBef>
              <a:spcAft>
                <a:spcPts val="0"/>
              </a:spcAft>
              <a:buSzPts val="1200"/>
              <a:buNone/>
              <a:defRPr/>
            </a:lvl5pPr>
            <a:lvl6pPr lvl="5" algn="ctr" rtl="0">
              <a:lnSpc>
                <a:spcPct val="100000"/>
              </a:lnSpc>
              <a:spcBef>
                <a:spcPts val="0"/>
              </a:spcBef>
              <a:spcAft>
                <a:spcPts val="0"/>
              </a:spcAft>
              <a:buSzPts val="1200"/>
              <a:buNone/>
              <a:defRPr/>
            </a:lvl6pPr>
            <a:lvl7pPr lvl="6" algn="ctr" rtl="0">
              <a:lnSpc>
                <a:spcPct val="100000"/>
              </a:lnSpc>
              <a:spcBef>
                <a:spcPts val="0"/>
              </a:spcBef>
              <a:spcAft>
                <a:spcPts val="0"/>
              </a:spcAft>
              <a:buSzPts val="1200"/>
              <a:buNone/>
              <a:defRPr/>
            </a:lvl7pPr>
            <a:lvl8pPr lvl="7" algn="ctr" rtl="0">
              <a:lnSpc>
                <a:spcPct val="100000"/>
              </a:lnSpc>
              <a:spcBef>
                <a:spcPts val="0"/>
              </a:spcBef>
              <a:spcAft>
                <a:spcPts val="0"/>
              </a:spcAft>
              <a:buSzPts val="1200"/>
              <a:buNone/>
              <a:defRPr/>
            </a:lvl8pPr>
            <a:lvl9pPr lvl="8" algn="ctr" rtl="0">
              <a:lnSpc>
                <a:spcPct val="100000"/>
              </a:lnSpc>
              <a:spcBef>
                <a:spcPts val="0"/>
              </a:spcBef>
              <a:spcAft>
                <a:spcPts val="0"/>
              </a:spcAft>
              <a:buSzPts val="1200"/>
              <a:buNone/>
              <a:defRPr/>
            </a:lvl9pPr>
          </a:lstStyle>
          <a:p>
            <a:endParaRPr/>
          </a:p>
        </p:txBody>
      </p:sp>
      <p:sp>
        <p:nvSpPr>
          <p:cNvPr id="330" name="Google Shape;330;p33"/>
          <p:cNvSpPr txBox="1">
            <a:spLocks noGrp="1"/>
          </p:cNvSpPr>
          <p:nvPr>
            <p:ph type="subTitle" idx="3"/>
          </p:nvPr>
        </p:nvSpPr>
        <p:spPr>
          <a:xfrm>
            <a:off x="3403800" y="2967679"/>
            <a:ext cx="2336400" cy="6795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SzPts val="1400"/>
              <a:buNone/>
              <a:defRPr/>
            </a:lvl1pPr>
            <a:lvl2pPr lvl="1" algn="ctr" rtl="0">
              <a:lnSpc>
                <a:spcPct val="100000"/>
              </a:lnSpc>
              <a:spcBef>
                <a:spcPts val="0"/>
              </a:spcBef>
              <a:spcAft>
                <a:spcPts val="0"/>
              </a:spcAft>
              <a:buSzPts val="1200"/>
              <a:buNone/>
              <a:defRPr/>
            </a:lvl2pPr>
            <a:lvl3pPr lvl="2" algn="ctr" rtl="0">
              <a:lnSpc>
                <a:spcPct val="100000"/>
              </a:lnSpc>
              <a:spcBef>
                <a:spcPts val="0"/>
              </a:spcBef>
              <a:spcAft>
                <a:spcPts val="0"/>
              </a:spcAft>
              <a:buSzPts val="1200"/>
              <a:buNone/>
              <a:defRPr/>
            </a:lvl3pPr>
            <a:lvl4pPr lvl="3" algn="ctr" rtl="0">
              <a:lnSpc>
                <a:spcPct val="100000"/>
              </a:lnSpc>
              <a:spcBef>
                <a:spcPts val="0"/>
              </a:spcBef>
              <a:spcAft>
                <a:spcPts val="0"/>
              </a:spcAft>
              <a:buSzPts val="1200"/>
              <a:buNone/>
              <a:defRPr/>
            </a:lvl4pPr>
            <a:lvl5pPr lvl="4" algn="ctr" rtl="0">
              <a:lnSpc>
                <a:spcPct val="100000"/>
              </a:lnSpc>
              <a:spcBef>
                <a:spcPts val="0"/>
              </a:spcBef>
              <a:spcAft>
                <a:spcPts val="0"/>
              </a:spcAft>
              <a:buSzPts val="1200"/>
              <a:buNone/>
              <a:defRPr/>
            </a:lvl5pPr>
            <a:lvl6pPr lvl="5" algn="ctr" rtl="0">
              <a:lnSpc>
                <a:spcPct val="100000"/>
              </a:lnSpc>
              <a:spcBef>
                <a:spcPts val="0"/>
              </a:spcBef>
              <a:spcAft>
                <a:spcPts val="0"/>
              </a:spcAft>
              <a:buSzPts val="1200"/>
              <a:buNone/>
              <a:defRPr/>
            </a:lvl6pPr>
            <a:lvl7pPr lvl="6" algn="ctr" rtl="0">
              <a:lnSpc>
                <a:spcPct val="100000"/>
              </a:lnSpc>
              <a:spcBef>
                <a:spcPts val="0"/>
              </a:spcBef>
              <a:spcAft>
                <a:spcPts val="0"/>
              </a:spcAft>
              <a:buSzPts val="1200"/>
              <a:buNone/>
              <a:defRPr/>
            </a:lvl7pPr>
            <a:lvl8pPr lvl="7" algn="ctr" rtl="0">
              <a:lnSpc>
                <a:spcPct val="100000"/>
              </a:lnSpc>
              <a:spcBef>
                <a:spcPts val="0"/>
              </a:spcBef>
              <a:spcAft>
                <a:spcPts val="0"/>
              </a:spcAft>
              <a:buSzPts val="1200"/>
              <a:buNone/>
              <a:defRPr/>
            </a:lvl8pPr>
            <a:lvl9pPr lvl="8" algn="ctr" rtl="0">
              <a:lnSpc>
                <a:spcPct val="100000"/>
              </a:lnSpc>
              <a:spcBef>
                <a:spcPts val="0"/>
              </a:spcBef>
              <a:spcAft>
                <a:spcPts val="0"/>
              </a:spcAft>
              <a:buSzPts val="1200"/>
              <a:buNone/>
              <a:defRPr/>
            </a:lvl9pPr>
          </a:lstStyle>
          <a:p>
            <a:endParaRPr/>
          </a:p>
        </p:txBody>
      </p:sp>
      <p:sp>
        <p:nvSpPr>
          <p:cNvPr id="331" name="Google Shape;331;p33"/>
          <p:cNvSpPr txBox="1">
            <a:spLocks noGrp="1"/>
          </p:cNvSpPr>
          <p:nvPr>
            <p:ph type="subTitle" idx="4"/>
          </p:nvPr>
        </p:nvSpPr>
        <p:spPr>
          <a:xfrm>
            <a:off x="6087600" y="2967679"/>
            <a:ext cx="2336400" cy="6795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SzPts val="1400"/>
              <a:buNone/>
              <a:defRPr/>
            </a:lvl1pPr>
            <a:lvl2pPr lvl="1" algn="ctr" rtl="0">
              <a:lnSpc>
                <a:spcPct val="100000"/>
              </a:lnSpc>
              <a:spcBef>
                <a:spcPts val="0"/>
              </a:spcBef>
              <a:spcAft>
                <a:spcPts val="0"/>
              </a:spcAft>
              <a:buSzPts val="1200"/>
              <a:buNone/>
              <a:defRPr/>
            </a:lvl2pPr>
            <a:lvl3pPr lvl="2" algn="ctr" rtl="0">
              <a:lnSpc>
                <a:spcPct val="100000"/>
              </a:lnSpc>
              <a:spcBef>
                <a:spcPts val="0"/>
              </a:spcBef>
              <a:spcAft>
                <a:spcPts val="0"/>
              </a:spcAft>
              <a:buSzPts val="1200"/>
              <a:buNone/>
              <a:defRPr/>
            </a:lvl3pPr>
            <a:lvl4pPr lvl="3" algn="ctr" rtl="0">
              <a:lnSpc>
                <a:spcPct val="100000"/>
              </a:lnSpc>
              <a:spcBef>
                <a:spcPts val="0"/>
              </a:spcBef>
              <a:spcAft>
                <a:spcPts val="0"/>
              </a:spcAft>
              <a:buSzPts val="1200"/>
              <a:buNone/>
              <a:defRPr/>
            </a:lvl4pPr>
            <a:lvl5pPr lvl="4" algn="ctr" rtl="0">
              <a:lnSpc>
                <a:spcPct val="100000"/>
              </a:lnSpc>
              <a:spcBef>
                <a:spcPts val="0"/>
              </a:spcBef>
              <a:spcAft>
                <a:spcPts val="0"/>
              </a:spcAft>
              <a:buSzPts val="1200"/>
              <a:buNone/>
              <a:defRPr/>
            </a:lvl5pPr>
            <a:lvl6pPr lvl="5" algn="ctr" rtl="0">
              <a:lnSpc>
                <a:spcPct val="100000"/>
              </a:lnSpc>
              <a:spcBef>
                <a:spcPts val="0"/>
              </a:spcBef>
              <a:spcAft>
                <a:spcPts val="0"/>
              </a:spcAft>
              <a:buSzPts val="1200"/>
              <a:buNone/>
              <a:defRPr/>
            </a:lvl6pPr>
            <a:lvl7pPr lvl="6" algn="ctr" rtl="0">
              <a:lnSpc>
                <a:spcPct val="100000"/>
              </a:lnSpc>
              <a:spcBef>
                <a:spcPts val="0"/>
              </a:spcBef>
              <a:spcAft>
                <a:spcPts val="0"/>
              </a:spcAft>
              <a:buSzPts val="1200"/>
              <a:buNone/>
              <a:defRPr/>
            </a:lvl7pPr>
            <a:lvl8pPr lvl="7" algn="ctr" rtl="0">
              <a:lnSpc>
                <a:spcPct val="100000"/>
              </a:lnSpc>
              <a:spcBef>
                <a:spcPts val="0"/>
              </a:spcBef>
              <a:spcAft>
                <a:spcPts val="0"/>
              </a:spcAft>
              <a:buSzPts val="1200"/>
              <a:buNone/>
              <a:defRPr/>
            </a:lvl8pPr>
            <a:lvl9pPr lvl="8" algn="ctr" rtl="0">
              <a:lnSpc>
                <a:spcPct val="100000"/>
              </a:lnSpc>
              <a:spcBef>
                <a:spcPts val="0"/>
              </a:spcBef>
              <a:spcAft>
                <a:spcPts val="0"/>
              </a:spcAft>
              <a:buSzPts val="1200"/>
              <a:buNone/>
              <a:defRPr/>
            </a:lvl9pPr>
          </a:lstStyle>
          <a:p>
            <a:endParaRPr/>
          </a:p>
        </p:txBody>
      </p:sp>
      <p:sp>
        <p:nvSpPr>
          <p:cNvPr id="332" name="Google Shape;332;p33"/>
          <p:cNvSpPr txBox="1">
            <a:spLocks noGrp="1"/>
          </p:cNvSpPr>
          <p:nvPr>
            <p:ph type="subTitle" idx="5"/>
          </p:nvPr>
        </p:nvSpPr>
        <p:spPr>
          <a:xfrm>
            <a:off x="3403800" y="2482875"/>
            <a:ext cx="2336400" cy="484800"/>
          </a:xfrm>
          <a:prstGeom prst="rect">
            <a:avLst/>
          </a:prstGeom>
          <a:ln>
            <a:noFill/>
          </a:ln>
        </p:spPr>
        <p:txBody>
          <a:bodyPr spcFirstLastPara="1" wrap="square" lIns="91425" tIns="91425" rIns="91425" bIns="91425" anchor="b" anchorCtr="0">
            <a:noAutofit/>
          </a:bodyPr>
          <a:lstStyle>
            <a:lvl1pPr lvl="0" algn="ctr" rtl="0">
              <a:lnSpc>
                <a:spcPct val="100000"/>
              </a:lnSpc>
              <a:spcBef>
                <a:spcPts val="0"/>
              </a:spcBef>
              <a:spcAft>
                <a:spcPts val="0"/>
              </a:spcAft>
              <a:buClr>
                <a:schemeClr val="dk1"/>
              </a:buClr>
              <a:buSzPts val="2400"/>
              <a:buFont typeface="Noto Serif Ethiopic"/>
              <a:buNone/>
              <a:defRPr sz="2400">
                <a:solidFill>
                  <a:schemeClr val="dk1"/>
                </a:solidFill>
                <a:latin typeface="Noto Serif Ethiopic"/>
                <a:ea typeface="Noto Serif Ethiopic"/>
                <a:cs typeface="Noto Serif Ethiopic"/>
                <a:sym typeface="Noto Serif Ethiopic"/>
              </a:defRPr>
            </a:lvl1pPr>
            <a:lvl2pPr lvl="1" algn="ctr" rtl="0">
              <a:lnSpc>
                <a:spcPct val="100000"/>
              </a:lnSpc>
              <a:spcBef>
                <a:spcPts val="0"/>
              </a:spcBef>
              <a:spcAft>
                <a:spcPts val="0"/>
              </a:spcAft>
              <a:buClr>
                <a:schemeClr val="dk1"/>
              </a:buClr>
              <a:buSzPts val="2400"/>
              <a:buFont typeface="Noto Serif Ethiopic"/>
              <a:buNone/>
              <a:defRPr sz="2400">
                <a:solidFill>
                  <a:schemeClr val="dk1"/>
                </a:solidFill>
                <a:latin typeface="Noto Serif Ethiopic"/>
                <a:ea typeface="Noto Serif Ethiopic"/>
                <a:cs typeface="Noto Serif Ethiopic"/>
                <a:sym typeface="Noto Serif Ethiopic"/>
              </a:defRPr>
            </a:lvl2pPr>
            <a:lvl3pPr lvl="2" algn="ctr" rtl="0">
              <a:lnSpc>
                <a:spcPct val="100000"/>
              </a:lnSpc>
              <a:spcBef>
                <a:spcPts val="0"/>
              </a:spcBef>
              <a:spcAft>
                <a:spcPts val="0"/>
              </a:spcAft>
              <a:buClr>
                <a:schemeClr val="dk1"/>
              </a:buClr>
              <a:buSzPts val="2400"/>
              <a:buFont typeface="Noto Serif Ethiopic"/>
              <a:buNone/>
              <a:defRPr sz="2400">
                <a:solidFill>
                  <a:schemeClr val="dk1"/>
                </a:solidFill>
                <a:latin typeface="Noto Serif Ethiopic"/>
                <a:ea typeface="Noto Serif Ethiopic"/>
                <a:cs typeface="Noto Serif Ethiopic"/>
                <a:sym typeface="Noto Serif Ethiopic"/>
              </a:defRPr>
            </a:lvl3pPr>
            <a:lvl4pPr lvl="3" algn="ctr" rtl="0">
              <a:lnSpc>
                <a:spcPct val="100000"/>
              </a:lnSpc>
              <a:spcBef>
                <a:spcPts val="0"/>
              </a:spcBef>
              <a:spcAft>
                <a:spcPts val="0"/>
              </a:spcAft>
              <a:buClr>
                <a:schemeClr val="dk1"/>
              </a:buClr>
              <a:buSzPts val="2400"/>
              <a:buFont typeface="Noto Serif Ethiopic"/>
              <a:buNone/>
              <a:defRPr sz="2400">
                <a:solidFill>
                  <a:schemeClr val="dk1"/>
                </a:solidFill>
                <a:latin typeface="Noto Serif Ethiopic"/>
                <a:ea typeface="Noto Serif Ethiopic"/>
                <a:cs typeface="Noto Serif Ethiopic"/>
                <a:sym typeface="Noto Serif Ethiopic"/>
              </a:defRPr>
            </a:lvl4pPr>
            <a:lvl5pPr lvl="4" algn="ctr" rtl="0">
              <a:lnSpc>
                <a:spcPct val="100000"/>
              </a:lnSpc>
              <a:spcBef>
                <a:spcPts val="0"/>
              </a:spcBef>
              <a:spcAft>
                <a:spcPts val="0"/>
              </a:spcAft>
              <a:buClr>
                <a:schemeClr val="dk1"/>
              </a:buClr>
              <a:buSzPts val="2400"/>
              <a:buFont typeface="Noto Serif Ethiopic"/>
              <a:buNone/>
              <a:defRPr sz="2400">
                <a:solidFill>
                  <a:schemeClr val="dk1"/>
                </a:solidFill>
                <a:latin typeface="Noto Serif Ethiopic"/>
                <a:ea typeface="Noto Serif Ethiopic"/>
                <a:cs typeface="Noto Serif Ethiopic"/>
                <a:sym typeface="Noto Serif Ethiopic"/>
              </a:defRPr>
            </a:lvl5pPr>
            <a:lvl6pPr lvl="5" algn="ctr" rtl="0">
              <a:lnSpc>
                <a:spcPct val="100000"/>
              </a:lnSpc>
              <a:spcBef>
                <a:spcPts val="0"/>
              </a:spcBef>
              <a:spcAft>
                <a:spcPts val="0"/>
              </a:spcAft>
              <a:buClr>
                <a:schemeClr val="dk1"/>
              </a:buClr>
              <a:buSzPts val="2400"/>
              <a:buFont typeface="Noto Serif Ethiopic"/>
              <a:buNone/>
              <a:defRPr sz="2400">
                <a:solidFill>
                  <a:schemeClr val="dk1"/>
                </a:solidFill>
                <a:latin typeface="Noto Serif Ethiopic"/>
                <a:ea typeface="Noto Serif Ethiopic"/>
                <a:cs typeface="Noto Serif Ethiopic"/>
                <a:sym typeface="Noto Serif Ethiopic"/>
              </a:defRPr>
            </a:lvl6pPr>
            <a:lvl7pPr lvl="6" algn="ctr" rtl="0">
              <a:lnSpc>
                <a:spcPct val="100000"/>
              </a:lnSpc>
              <a:spcBef>
                <a:spcPts val="0"/>
              </a:spcBef>
              <a:spcAft>
                <a:spcPts val="0"/>
              </a:spcAft>
              <a:buClr>
                <a:schemeClr val="dk1"/>
              </a:buClr>
              <a:buSzPts val="2400"/>
              <a:buFont typeface="Noto Serif Ethiopic"/>
              <a:buNone/>
              <a:defRPr sz="2400">
                <a:solidFill>
                  <a:schemeClr val="dk1"/>
                </a:solidFill>
                <a:latin typeface="Noto Serif Ethiopic"/>
                <a:ea typeface="Noto Serif Ethiopic"/>
                <a:cs typeface="Noto Serif Ethiopic"/>
                <a:sym typeface="Noto Serif Ethiopic"/>
              </a:defRPr>
            </a:lvl7pPr>
            <a:lvl8pPr lvl="7" algn="ctr" rtl="0">
              <a:lnSpc>
                <a:spcPct val="100000"/>
              </a:lnSpc>
              <a:spcBef>
                <a:spcPts val="0"/>
              </a:spcBef>
              <a:spcAft>
                <a:spcPts val="0"/>
              </a:spcAft>
              <a:buClr>
                <a:schemeClr val="dk1"/>
              </a:buClr>
              <a:buSzPts val="2400"/>
              <a:buFont typeface="Noto Serif Ethiopic"/>
              <a:buNone/>
              <a:defRPr sz="2400">
                <a:solidFill>
                  <a:schemeClr val="dk1"/>
                </a:solidFill>
                <a:latin typeface="Noto Serif Ethiopic"/>
                <a:ea typeface="Noto Serif Ethiopic"/>
                <a:cs typeface="Noto Serif Ethiopic"/>
                <a:sym typeface="Noto Serif Ethiopic"/>
              </a:defRPr>
            </a:lvl8pPr>
            <a:lvl9pPr lvl="8" algn="ctr" rtl="0">
              <a:lnSpc>
                <a:spcPct val="100000"/>
              </a:lnSpc>
              <a:spcBef>
                <a:spcPts val="0"/>
              </a:spcBef>
              <a:spcAft>
                <a:spcPts val="0"/>
              </a:spcAft>
              <a:buClr>
                <a:schemeClr val="dk1"/>
              </a:buClr>
              <a:buSzPts val="2400"/>
              <a:buFont typeface="Noto Serif Ethiopic"/>
              <a:buNone/>
              <a:defRPr sz="2400">
                <a:solidFill>
                  <a:schemeClr val="dk1"/>
                </a:solidFill>
                <a:latin typeface="Noto Serif Ethiopic"/>
                <a:ea typeface="Noto Serif Ethiopic"/>
                <a:cs typeface="Noto Serif Ethiopic"/>
                <a:sym typeface="Noto Serif Ethiopic"/>
              </a:defRPr>
            </a:lvl9pPr>
          </a:lstStyle>
          <a:p>
            <a:endParaRPr/>
          </a:p>
        </p:txBody>
      </p:sp>
      <p:sp>
        <p:nvSpPr>
          <p:cNvPr id="333" name="Google Shape;333;p33"/>
          <p:cNvSpPr txBox="1">
            <a:spLocks noGrp="1"/>
          </p:cNvSpPr>
          <p:nvPr>
            <p:ph type="subTitle" idx="6"/>
          </p:nvPr>
        </p:nvSpPr>
        <p:spPr>
          <a:xfrm>
            <a:off x="6087600" y="2482875"/>
            <a:ext cx="2336400" cy="484800"/>
          </a:xfrm>
          <a:prstGeom prst="rect">
            <a:avLst/>
          </a:prstGeom>
          <a:ln>
            <a:noFill/>
          </a:ln>
        </p:spPr>
        <p:txBody>
          <a:bodyPr spcFirstLastPara="1" wrap="square" lIns="91425" tIns="91425" rIns="91425" bIns="91425" anchor="b" anchorCtr="0">
            <a:noAutofit/>
          </a:bodyPr>
          <a:lstStyle>
            <a:lvl1pPr lvl="0" algn="ctr" rtl="0">
              <a:lnSpc>
                <a:spcPct val="100000"/>
              </a:lnSpc>
              <a:spcBef>
                <a:spcPts val="0"/>
              </a:spcBef>
              <a:spcAft>
                <a:spcPts val="0"/>
              </a:spcAft>
              <a:buClr>
                <a:schemeClr val="dk1"/>
              </a:buClr>
              <a:buSzPts val="2400"/>
              <a:buFont typeface="Noto Serif Ethiopic"/>
              <a:buNone/>
              <a:defRPr sz="2400">
                <a:solidFill>
                  <a:schemeClr val="dk1"/>
                </a:solidFill>
                <a:latin typeface="Noto Serif Ethiopic"/>
                <a:ea typeface="Noto Serif Ethiopic"/>
                <a:cs typeface="Noto Serif Ethiopic"/>
                <a:sym typeface="Noto Serif Ethiopic"/>
              </a:defRPr>
            </a:lvl1pPr>
            <a:lvl2pPr lvl="1" algn="ctr" rtl="0">
              <a:lnSpc>
                <a:spcPct val="100000"/>
              </a:lnSpc>
              <a:spcBef>
                <a:spcPts val="0"/>
              </a:spcBef>
              <a:spcAft>
                <a:spcPts val="0"/>
              </a:spcAft>
              <a:buClr>
                <a:schemeClr val="dk1"/>
              </a:buClr>
              <a:buSzPts val="2400"/>
              <a:buFont typeface="Noto Serif Ethiopic"/>
              <a:buNone/>
              <a:defRPr sz="2400">
                <a:solidFill>
                  <a:schemeClr val="dk1"/>
                </a:solidFill>
                <a:latin typeface="Noto Serif Ethiopic"/>
                <a:ea typeface="Noto Serif Ethiopic"/>
                <a:cs typeface="Noto Serif Ethiopic"/>
                <a:sym typeface="Noto Serif Ethiopic"/>
              </a:defRPr>
            </a:lvl2pPr>
            <a:lvl3pPr lvl="2" algn="ctr" rtl="0">
              <a:lnSpc>
                <a:spcPct val="100000"/>
              </a:lnSpc>
              <a:spcBef>
                <a:spcPts val="0"/>
              </a:spcBef>
              <a:spcAft>
                <a:spcPts val="0"/>
              </a:spcAft>
              <a:buClr>
                <a:schemeClr val="dk1"/>
              </a:buClr>
              <a:buSzPts val="2400"/>
              <a:buFont typeface="Noto Serif Ethiopic"/>
              <a:buNone/>
              <a:defRPr sz="2400">
                <a:solidFill>
                  <a:schemeClr val="dk1"/>
                </a:solidFill>
                <a:latin typeface="Noto Serif Ethiopic"/>
                <a:ea typeface="Noto Serif Ethiopic"/>
                <a:cs typeface="Noto Serif Ethiopic"/>
                <a:sym typeface="Noto Serif Ethiopic"/>
              </a:defRPr>
            </a:lvl3pPr>
            <a:lvl4pPr lvl="3" algn="ctr" rtl="0">
              <a:lnSpc>
                <a:spcPct val="100000"/>
              </a:lnSpc>
              <a:spcBef>
                <a:spcPts val="0"/>
              </a:spcBef>
              <a:spcAft>
                <a:spcPts val="0"/>
              </a:spcAft>
              <a:buClr>
                <a:schemeClr val="dk1"/>
              </a:buClr>
              <a:buSzPts val="2400"/>
              <a:buFont typeface="Noto Serif Ethiopic"/>
              <a:buNone/>
              <a:defRPr sz="2400">
                <a:solidFill>
                  <a:schemeClr val="dk1"/>
                </a:solidFill>
                <a:latin typeface="Noto Serif Ethiopic"/>
                <a:ea typeface="Noto Serif Ethiopic"/>
                <a:cs typeface="Noto Serif Ethiopic"/>
                <a:sym typeface="Noto Serif Ethiopic"/>
              </a:defRPr>
            </a:lvl4pPr>
            <a:lvl5pPr lvl="4" algn="ctr" rtl="0">
              <a:lnSpc>
                <a:spcPct val="100000"/>
              </a:lnSpc>
              <a:spcBef>
                <a:spcPts val="0"/>
              </a:spcBef>
              <a:spcAft>
                <a:spcPts val="0"/>
              </a:spcAft>
              <a:buClr>
                <a:schemeClr val="dk1"/>
              </a:buClr>
              <a:buSzPts val="2400"/>
              <a:buFont typeface="Noto Serif Ethiopic"/>
              <a:buNone/>
              <a:defRPr sz="2400">
                <a:solidFill>
                  <a:schemeClr val="dk1"/>
                </a:solidFill>
                <a:latin typeface="Noto Serif Ethiopic"/>
                <a:ea typeface="Noto Serif Ethiopic"/>
                <a:cs typeface="Noto Serif Ethiopic"/>
                <a:sym typeface="Noto Serif Ethiopic"/>
              </a:defRPr>
            </a:lvl5pPr>
            <a:lvl6pPr lvl="5" algn="ctr" rtl="0">
              <a:lnSpc>
                <a:spcPct val="100000"/>
              </a:lnSpc>
              <a:spcBef>
                <a:spcPts val="0"/>
              </a:spcBef>
              <a:spcAft>
                <a:spcPts val="0"/>
              </a:spcAft>
              <a:buClr>
                <a:schemeClr val="dk1"/>
              </a:buClr>
              <a:buSzPts val="2400"/>
              <a:buFont typeface="Noto Serif Ethiopic"/>
              <a:buNone/>
              <a:defRPr sz="2400">
                <a:solidFill>
                  <a:schemeClr val="dk1"/>
                </a:solidFill>
                <a:latin typeface="Noto Serif Ethiopic"/>
                <a:ea typeface="Noto Serif Ethiopic"/>
                <a:cs typeface="Noto Serif Ethiopic"/>
                <a:sym typeface="Noto Serif Ethiopic"/>
              </a:defRPr>
            </a:lvl6pPr>
            <a:lvl7pPr lvl="6" algn="ctr" rtl="0">
              <a:lnSpc>
                <a:spcPct val="100000"/>
              </a:lnSpc>
              <a:spcBef>
                <a:spcPts val="0"/>
              </a:spcBef>
              <a:spcAft>
                <a:spcPts val="0"/>
              </a:spcAft>
              <a:buClr>
                <a:schemeClr val="dk1"/>
              </a:buClr>
              <a:buSzPts val="2400"/>
              <a:buFont typeface="Noto Serif Ethiopic"/>
              <a:buNone/>
              <a:defRPr sz="2400">
                <a:solidFill>
                  <a:schemeClr val="dk1"/>
                </a:solidFill>
                <a:latin typeface="Noto Serif Ethiopic"/>
                <a:ea typeface="Noto Serif Ethiopic"/>
                <a:cs typeface="Noto Serif Ethiopic"/>
                <a:sym typeface="Noto Serif Ethiopic"/>
              </a:defRPr>
            </a:lvl7pPr>
            <a:lvl8pPr lvl="7" algn="ctr" rtl="0">
              <a:lnSpc>
                <a:spcPct val="100000"/>
              </a:lnSpc>
              <a:spcBef>
                <a:spcPts val="0"/>
              </a:spcBef>
              <a:spcAft>
                <a:spcPts val="0"/>
              </a:spcAft>
              <a:buClr>
                <a:schemeClr val="dk1"/>
              </a:buClr>
              <a:buSzPts val="2400"/>
              <a:buFont typeface="Noto Serif Ethiopic"/>
              <a:buNone/>
              <a:defRPr sz="2400">
                <a:solidFill>
                  <a:schemeClr val="dk1"/>
                </a:solidFill>
                <a:latin typeface="Noto Serif Ethiopic"/>
                <a:ea typeface="Noto Serif Ethiopic"/>
                <a:cs typeface="Noto Serif Ethiopic"/>
                <a:sym typeface="Noto Serif Ethiopic"/>
              </a:defRPr>
            </a:lvl8pPr>
            <a:lvl9pPr lvl="8" algn="ctr" rtl="0">
              <a:lnSpc>
                <a:spcPct val="100000"/>
              </a:lnSpc>
              <a:spcBef>
                <a:spcPts val="0"/>
              </a:spcBef>
              <a:spcAft>
                <a:spcPts val="0"/>
              </a:spcAft>
              <a:buClr>
                <a:schemeClr val="dk1"/>
              </a:buClr>
              <a:buSzPts val="2400"/>
              <a:buFont typeface="Noto Serif Ethiopic"/>
              <a:buNone/>
              <a:defRPr sz="2400">
                <a:solidFill>
                  <a:schemeClr val="dk1"/>
                </a:solidFill>
                <a:latin typeface="Noto Serif Ethiopic"/>
                <a:ea typeface="Noto Serif Ethiopic"/>
                <a:cs typeface="Noto Serif Ethiopic"/>
                <a:sym typeface="Noto Serif Ethiopic"/>
              </a:defRPr>
            </a:lvl9pPr>
          </a:lstStyle>
          <a:p>
            <a:endParaRPr/>
          </a:p>
        </p:txBody>
      </p:sp>
      <p:sp>
        <p:nvSpPr>
          <p:cNvPr id="334" name="Google Shape;334;p33"/>
          <p:cNvSpPr txBox="1">
            <a:spLocks noGrp="1"/>
          </p:cNvSpPr>
          <p:nvPr>
            <p:ph type="title" idx="7" hasCustomPrompt="1"/>
          </p:nvPr>
        </p:nvSpPr>
        <p:spPr>
          <a:xfrm>
            <a:off x="1250550" y="3647175"/>
            <a:ext cx="1275300" cy="593400"/>
          </a:xfrm>
          <a:prstGeom prst="rect">
            <a:avLst/>
          </a:prstGeom>
        </p:spPr>
        <p:txBody>
          <a:bodyPr spcFirstLastPara="1" wrap="square" lIns="91425" tIns="91425" rIns="91425" bIns="91425" anchor="ctr" anchorCtr="0">
            <a:noAutofit/>
          </a:bodyPr>
          <a:lstStyle>
            <a:lvl1pPr lvl="0" rtl="0">
              <a:spcBef>
                <a:spcPts val="0"/>
              </a:spcBef>
              <a:spcAft>
                <a:spcPts val="0"/>
              </a:spcAft>
              <a:buSzPts val="3000"/>
              <a:buNone/>
              <a:defRPr sz="3000">
                <a:solidFill>
                  <a:schemeClr val="accent1"/>
                </a:solidFill>
              </a:defRPr>
            </a:lvl1pPr>
            <a:lvl2pPr lvl="1" rtl="0">
              <a:spcBef>
                <a:spcPts val="0"/>
              </a:spcBef>
              <a:spcAft>
                <a:spcPts val="0"/>
              </a:spcAft>
              <a:buSzPts val="3000"/>
              <a:buNone/>
              <a:defRPr sz="3000"/>
            </a:lvl2pPr>
            <a:lvl3pPr lvl="2" rtl="0">
              <a:spcBef>
                <a:spcPts val="0"/>
              </a:spcBef>
              <a:spcAft>
                <a:spcPts val="0"/>
              </a:spcAft>
              <a:buSzPts val="3000"/>
              <a:buNone/>
              <a:defRPr sz="3000"/>
            </a:lvl3pPr>
            <a:lvl4pPr lvl="3" rtl="0">
              <a:spcBef>
                <a:spcPts val="0"/>
              </a:spcBef>
              <a:spcAft>
                <a:spcPts val="0"/>
              </a:spcAft>
              <a:buSzPts val="3000"/>
              <a:buNone/>
              <a:defRPr sz="3000"/>
            </a:lvl4pPr>
            <a:lvl5pPr lvl="4" rtl="0">
              <a:spcBef>
                <a:spcPts val="0"/>
              </a:spcBef>
              <a:spcAft>
                <a:spcPts val="0"/>
              </a:spcAft>
              <a:buSzPts val="3000"/>
              <a:buNone/>
              <a:defRPr sz="3000"/>
            </a:lvl5pPr>
            <a:lvl6pPr lvl="5" rtl="0">
              <a:spcBef>
                <a:spcPts val="0"/>
              </a:spcBef>
              <a:spcAft>
                <a:spcPts val="0"/>
              </a:spcAft>
              <a:buSzPts val="3000"/>
              <a:buNone/>
              <a:defRPr sz="3000"/>
            </a:lvl6pPr>
            <a:lvl7pPr lvl="6" rtl="0">
              <a:spcBef>
                <a:spcPts val="0"/>
              </a:spcBef>
              <a:spcAft>
                <a:spcPts val="0"/>
              </a:spcAft>
              <a:buSzPts val="3000"/>
              <a:buNone/>
              <a:defRPr sz="3000"/>
            </a:lvl7pPr>
            <a:lvl8pPr lvl="7" rtl="0">
              <a:spcBef>
                <a:spcPts val="0"/>
              </a:spcBef>
              <a:spcAft>
                <a:spcPts val="0"/>
              </a:spcAft>
              <a:buSzPts val="3000"/>
              <a:buNone/>
              <a:defRPr sz="3000"/>
            </a:lvl8pPr>
            <a:lvl9pPr lvl="8" rtl="0">
              <a:spcBef>
                <a:spcPts val="0"/>
              </a:spcBef>
              <a:spcAft>
                <a:spcPts val="0"/>
              </a:spcAft>
              <a:buSzPts val="3000"/>
              <a:buNone/>
              <a:defRPr sz="3000"/>
            </a:lvl9pPr>
          </a:lstStyle>
          <a:p>
            <a:r>
              <a:t>xx%</a:t>
            </a:r>
          </a:p>
        </p:txBody>
      </p:sp>
      <p:sp>
        <p:nvSpPr>
          <p:cNvPr id="335" name="Google Shape;335;p33"/>
          <p:cNvSpPr txBox="1">
            <a:spLocks noGrp="1"/>
          </p:cNvSpPr>
          <p:nvPr>
            <p:ph type="title" idx="8" hasCustomPrompt="1"/>
          </p:nvPr>
        </p:nvSpPr>
        <p:spPr>
          <a:xfrm>
            <a:off x="3934350" y="3647175"/>
            <a:ext cx="1275300" cy="593400"/>
          </a:xfrm>
          <a:prstGeom prst="rect">
            <a:avLst/>
          </a:prstGeom>
        </p:spPr>
        <p:txBody>
          <a:bodyPr spcFirstLastPara="1" wrap="square" lIns="91425" tIns="91425" rIns="91425" bIns="91425" anchor="ctr" anchorCtr="0">
            <a:noAutofit/>
          </a:bodyPr>
          <a:lstStyle>
            <a:lvl1pPr lvl="0" rtl="0">
              <a:spcBef>
                <a:spcPts val="0"/>
              </a:spcBef>
              <a:spcAft>
                <a:spcPts val="0"/>
              </a:spcAft>
              <a:buSzPts val="3000"/>
              <a:buNone/>
              <a:defRPr sz="3000">
                <a:solidFill>
                  <a:schemeClr val="accent1"/>
                </a:solidFill>
              </a:defRPr>
            </a:lvl1pPr>
            <a:lvl2pPr lvl="1" rtl="0">
              <a:spcBef>
                <a:spcPts val="0"/>
              </a:spcBef>
              <a:spcAft>
                <a:spcPts val="0"/>
              </a:spcAft>
              <a:buSzPts val="3000"/>
              <a:buNone/>
              <a:defRPr sz="3000"/>
            </a:lvl2pPr>
            <a:lvl3pPr lvl="2" rtl="0">
              <a:spcBef>
                <a:spcPts val="0"/>
              </a:spcBef>
              <a:spcAft>
                <a:spcPts val="0"/>
              </a:spcAft>
              <a:buSzPts val="3000"/>
              <a:buNone/>
              <a:defRPr sz="3000"/>
            </a:lvl3pPr>
            <a:lvl4pPr lvl="3" rtl="0">
              <a:spcBef>
                <a:spcPts val="0"/>
              </a:spcBef>
              <a:spcAft>
                <a:spcPts val="0"/>
              </a:spcAft>
              <a:buSzPts val="3000"/>
              <a:buNone/>
              <a:defRPr sz="3000"/>
            </a:lvl4pPr>
            <a:lvl5pPr lvl="4" rtl="0">
              <a:spcBef>
                <a:spcPts val="0"/>
              </a:spcBef>
              <a:spcAft>
                <a:spcPts val="0"/>
              </a:spcAft>
              <a:buSzPts val="3000"/>
              <a:buNone/>
              <a:defRPr sz="3000"/>
            </a:lvl5pPr>
            <a:lvl6pPr lvl="5" rtl="0">
              <a:spcBef>
                <a:spcPts val="0"/>
              </a:spcBef>
              <a:spcAft>
                <a:spcPts val="0"/>
              </a:spcAft>
              <a:buSzPts val="3000"/>
              <a:buNone/>
              <a:defRPr sz="3000"/>
            </a:lvl6pPr>
            <a:lvl7pPr lvl="6" rtl="0">
              <a:spcBef>
                <a:spcPts val="0"/>
              </a:spcBef>
              <a:spcAft>
                <a:spcPts val="0"/>
              </a:spcAft>
              <a:buSzPts val="3000"/>
              <a:buNone/>
              <a:defRPr sz="3000"/>
            </a:lvl7pPr>
            <a:lvl8pPr lvl="7" rtl="0">
              <a:spcBef>
                <a:spcPts val="0"/>
              </a:spcBef>
              <a:spcAft>
                <a:spcPts val="0"/>
              </a:spcAft>
              <a:buSzPts val="3000"/>
              <a:buNone/>
              <a:defRPr sz="3000"/>
            </a:lvl8pPr>
            <a:lvl9pPr lvl="8" rtl="0">
              <a:spcBef>
                <a:spcPts val="0"/>
              </a:spcBef>
              <a:spcAft>
                <a:spcPts val="0"/>
              </a:spcAft>
              <a:buSzPts val="3000"/>
              <a:buNone/>
              <a:defRPr sz="3000"/>
            </a:lvl9pPr>
          </a:lstStyle>
          <a:p>
            <a:r>
              <a:t>xx%</a:t>
            </a:r>
          </a:p>
        </p:txBody>
      </p:sp>
      <p:sp>
        <p:nvSpPr>
          <p:cNvPr id="336" name="Google Shape;336;p33"/>
          <p:cNvSpPr txBox="1">
            <a:spLocks noGrp="1"/>
          </p:cNvSpPr>
          <p:nvPr>
            <p:ph type="title" idx="9" hasCustomPrompt="1"/>
          </p:nvPr>
        </p:nvSpPr>
        <p:spPr>
          <a:xfrm>
            <a:off x="6618150" y="3647175"/>
            <a:ext cx="1275300" cy="593400"/>
          </a:xfrm>
          <a:prstGeom prst="rect">
            <a:avLst/>
          </a:prstGeom>
        </p:spPr>
        <p:txBody>
          <a:bodyPr spcFirstLastPara="1" wrap="square" lIns="91425" tIns="91425" rIns="91425" bIns="91425" anchor="ctr" anchorCtr="0">
            <a:noAutofit/>
          </a:bodyPr>
          <a:lstStyle>
            <a:lvl1pPr lvl="0" rtl="0">
              <a:spcBef>
                <a:spcPts val="0"/>
              </a:spcBef>
              <a:spcAft>
                <a:spcPts val="0"/>
              </a:spcAft>
              <a:buSzPts val="3000"/>
              <a:buNone/>
              <a:defRPr sz="3000">
                <a:solidFill>
                  <a:schemeClr val="accent1"/>
                </a:solidFill>
              </a:defRPr>
            </a:lvl1pPr>
            <a:lvl2pPr lvl="1" rtl="0">
              <a:spcBef>
                <a:spcPts val="0"/>
              </a:spcBef>
              <a:spcAft>
                <a:spcPts val="0"/>
              </a:spcAft>
              <a:buSzPts val="3000"/>
              <a:buNone/>
              <a:defRPr sz="3000"/>
            </a:lvl2pPr>
            <a:lvl3pPr lvl="2" rtl="0">
              <a:spcBef>
                <a:spcPts val="0"/>
              </a:spcBef>
              <a:spcAft>
                <a:spcPts val="0"/>
              </a:spcAft>
              <a:buSzPts val="3000"/>
              <a:buNone/>
              <a:defRPr sz="3000"/>
            </a:lvl3pPr>
            <a:lvl4pPr lvl="3" rtl="0">
              <a:spcBef>
                <a:spcPts val="0"/>
              </a:spcBef>
              <a:spcAft>
                <a:spcPts val="0"/>
              </a:spcAft>
              <a:buSzPts val="3000"/>
              <a:buNone/>
              <a:defRPr sz="3000"/>
            </a:lvl4pPr>
            <a:lvl5pPr lvl="4" rtl="0">
              <a:spcBef>
                <a:spcPts val="0"/>
              </a:spcBef>
              <a:spcAft>
                <a:spcPts val="0"/>
              </a:spcAft>
              <a:buSzPts val="3000"/>
              <a:buNone/>
              <a:defRPr sz="3000"/>
            </a:lvl5pPr>
            <a:lvl6pPr lvl="5" rtl="0">
              <a:spcBef>
                <a:spcPts val="0"/>
              </a:spcBef>
              <a:spcAft>
                <a:spcPts val="0"/>
              </a:spcAft>
              <a:buSzPts val="3000"/>
              <a:buNone/>
              <a:defRPr sz="3000"/>
            </a:lvl6pPr>
            <a:lvl7pPr lvl="6" rtl="0">
              <a:spcBef>
                <a:spcPts val="0"/>
              </a:spcBef>
              <a:spcAft>
                <a:spcPts val="0"/>
              </a:spcAft>
              <a:buSzPts val="3000"/>
              <a:buNone/>
              <a:defRPr sz="3000"/>
            </a:lvl7pPr>
            <a:lvl8pPr lvl="7" rtl="0">
              <a:spcBef>
                <a:spcPts val="0"/>
              </a:spcBef>
              <a:spcAft>
                <a:spcPts val="0"/>
              </a:spcAft>
              <a:buSzPts val="3000"/>
              <a:buNone/>
              <a:defRPr sz="3000"/>
            </a:lvl8pPr>
            <a:lvl9pPr lvl="8" rtl="0">
              <a:spcBef>
                <a:spcPts val="0"/>
              </a:spcBef>
              <a:spcAft>
                <a:spcPts val="0"/>
              </a:spcAft>
              <a:buSzPts val="3000"/>
              <a:buNone/>
              <a:defRPr sz="3000"/>
            </a:lvl9pPr>
          </a:lstStyle>
          <a:p>
            <a:r>
              <a:t>xx%</a:t>
            </a:r>
          </a:p>
        </p:txBody>
      </p:sp>
      <p:grpSp>
        <p:nvGrpSpPr>
          <p:cNvPr id="337" name="Google Shape;337;p33"/>
          <p:cNvGrpSpPr/>
          <p:nvPr/>
        </p:nvGrpSpPr>
        <p:grpSpPr>
          <a:xfrm>
            <a:off x="181160" y="4688623"/>
            <a:ext cx="8385900" cy="90900"/>
            <a:chOff x="160950" y="480600"/>
            <a:chExt cx="8385900" cy="90900"/>
          </a:xfrm>
        </p:grpSpPr>
        <p:cxnSp>
          <p:nvCxnSpPr>
            <p:cNvPr id="338" name="Google Shape;338;p33"/>
            <p:cNvCxnSpPr/>
            <p:nvPr/>
          </p:nvCxnSpPr>
          <p:spPr>
            <a:xfrm>
              <a:off x="160950" y="571500"/>
              <a:ext cx="8385900" cy="0"/>
            </a:xfrm>
            <a:prstGeom prst="straightConnector1">
              <a:avLst/>
            </a:prstGeom>
            <a:noFill/>
            <a:ln w="9525" cap="flat" cmpd="sng">
              <a:solidFill>
                <a:schemeClr val="dk1"/>
              </a:solidFill>
              <a:prstDash val="solid"/>
              <a:round/>
              <a:headEnd type="none" w="med" len="med"/>
              <a:tailEnd type="none" w="med" len="med"/>
            </a:ln>
          </p:spPr>
        </p:cxnSp>
        <p:sp>
          <p:nvSpPr>
            <p:cNvPr id="339" name="Google Shape;339;p33"/>
            <p:cNvSpPr/>
            <p:nvPr/>
          </p:nvSpPr>
          <p:spPr>
            <a:xfrm>
              <a:off x="8041650" y="480600"/>
              <a:ext cx="505200" cy="90900"/>
            </a:xfrm>
            <a:prstGeom prst="rect">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Tree>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matchingName="Background">
  <p:cSld name="BLANK_1_1_1_1_1_1_1">
    <p:spTree>
      <p:nvGrpSpPr>
        <p:cNvPr id="1" name="Shape 352"/>
        <p:cNvGrpSpPr/>
        <p:nvPr/>
      </p:nvGrpSpPr>
      <p:grpSpPr>
        <a:xfrm>
          <a:off x="0" y="0"/>
          <a:ext cx="0" cy="0"/>
          <a:chOff x="0" y="0"/>
          <a:chExt cx="0" cy="0"/>
        </a:xfrm>
      </p:grpSpPr>
      <p:sp>
        <p:nvSpPr>
          <p:cNvPr id="353" name="Google Shape;353;p35"/>
          <p:cNvSpPr/>
          <p:nvPr/>
        </p:nvSpPr>
        <p:spPr>
          <a:xfrm>
            <a:off x="171450" y="145800"/>
            <a:ext cx="8801100" cy="4851900"/>
          </a:xfrm>
          <a:prstGeom prst="rect">
            <a:avLst/>
          </a:prstGeom>
          <a:solidFill>
            <a:schemeClr val="lt1"/>
          </a:solidFill>
          <a:ln>
            <a:noFill/>
          </a:ln>
          <a:effectLst>
            <a:outerShdw blurRad="57150" dist="19050" dir="5400000" algn="bl" rotWithShape="0">
              <a:schemeClr val="dk1">
                <a:alpha val="5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354" name="Google Shape;354;p35"/>
          <p:cNvGrpSpPr/>
          <p:nvPr/>
        </p:nvGrpSpPr>
        <p:grpSpPr>
          <a:xfrm rot="5400000">
            <a:off x="-1374375" y="3095450"/>
            <a:ext cx="3697200" cy="90900"/>
            <a:chOff x="1239825" y="571500"/>
            <a:chExt cx="3697200" cy="90900"/>
          </a:xfrm>
        </p:grpSpPr>
        <p:cxnSp>
          <p:nvCxnSpPr>
            <p:cNvPr id="355" name="Google Shape;355;p35"/>
            <p:cNvCxnSpPr/>
            <p:nvPr/>
          </p:nvCxnSpPr>
          <p:spPr>
            <a:xfrm rot="10800000">
              <a:off x="3088425" y="-1277100"/>
              <a:ext cx="0" cy="3697200"/>
            </a:xfrm>
            <a:prstGeom prst="straightConnector1">
              <a:avLst/>
            </a:prstGeom>
            <a:noFill/>
            <a:ln w="9525" cap="flat" cmpd="sng">
              <a:solidFill>
                <a:schemeClr val="dk1"/>
              </a:solidFill>
              <a:prstDash val="solid"/>
              <a:round/>
              <a:headEnd type="none" w="med" len="med"/>
              <a:tailEnd type="none" w="med" len="med"/>
            </a:ln>
          </p:spPr>
        </p:cxnSp>
        <p:sp>
          <p:nvSpPr>
            <p:cNvPr id="356" name="Google Shape;356;p35"/>
            <p:cNvSpPr/>
            <p:nvPr/>
          </p:nvSpPr>
          <p:spPr>
            <a:xfrm>
              <a:off x="1239825" y="571500"/>
              <a:ext cx="505200" cy="90900"/>
            </a:xfrm>
            <a:prstGeom prst="rect">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357" name="Google Shape;357;p35"/>
          <p:cNvGrpSpPr/>
          <p:nvPr/>
        </p:nvGrpSpPr>
        <p:grpSpPr>
          <a:xfrm rot="-5400000">
            <a:off x="6802600" y="1948950"/>
            <a:ext cx="3697200" cy="90900"/>
            <a:chOff x="1239825" y="571500"/>
            <a:chExt cx="3697200" cy="90900"/>
          </a:xfrm>
        </p:grpSpPr>
        <p:cxnSp>
          <p:nvCxnSpPr>
            <p:cNvPr id="358" name="Google Shape;358;p35"/>
            <p:cNvCxnSpPr/>
            <p:nvPr/>
          </p:nvCxnSpPr>
          <p:spPr>
            <a:xfrm rot="10800000">
              <a:off x="3088425" y="-1277100"/>
              <a:ext cx="0" cy="3697200"/>
            </a:xfrm>
            <a:prstGeom prst="straightConnector1">
              <a:avLst/>
            </a:prstGeom>
            <a:noFill/>
            <a:ln w="9525" cap="flat" cmpd="sng">
              <a:solidFill>
                <a:schemeClr val="dk1"/>
              </a:solidFill>
              <a:prstDash val="solid"/>
              <a:round/>
              <a:headEnd type="none" w="med" len="med"/>
              <a:tailEnd type="none" w="med" len="med"/>
            </a:ln>
          </p:spPr>
        </p:cxnSp>
        <p:sp>
          <p:nvSpPr>
            <p:cNvPr id="359" name="Google Shape;359;p35"/>
            <p:cNvSpPr/>
            <p:nvPr/>
          </p:nvSpPr>
          <p:spPr>
            <a:xfrm>
              <a:off x="1239825" y="571500"/>
              <a:ext cx="505200" cy="90900"/>
            </a:xfrm>
            <a:prstGeom prst="rect">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Tree>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matchingName="Background 1">
  <p:cSld name="BLANK_1_1_1_1_1_1_1_1">
    <p:spTree>
      <p:nvGrpSpPr>
        <p:cNvPr id="1" name="Shape 360"/>
        <p:cNvGrpSpPr/>
        <p:nvPr/>
      </p:nvGrpSpPr>
      <p:grpSpPr>
        <a:xfrm>
          <a:off x="0" y="0"/>
          <a:ext cx="0" cy="0"/>
          <a:chOff x="0" y="0"/>
          <a:chExt cx="0" cy="0"/>
        </a:xfrm>
      </p:grpSpPr>
      <p:sp>
        <p:nvSpPr>
          <p:cNvPr id="361" name="Google Shape;361;p36"/>
          <p:cNvSpPr/>
          <p:nvPr/>
        </p:nvSpPr>
        <p:spPr>
          <a:xfrm>
            <a:off x="171450" y="145800"/>
            <a:ext cx="8801100" cy="4851900"/>
          </a:xfrm>
          <a:prstGeom prst="rect">
            <a:avLst/>
          </a:prstGeom>
          <a:solidFill>
            <a:schemeClr val="lt1"/>
          </a:solidFill>
          <a:ln>
            <a:noFill/>
          </a:ln>
          <a:effectLst>
            <a:outerShdw blurRad="57150" dist="19050" dir="5400000" algn="bl" rotWithShape="0">
              <a:schemeClr val="dk1">
                <a:alpha val="5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362" name="Google Shape;362;p36"/>
          <p:cNvGrpSpPr/>
          <p:nvPr/>
        </p:nvGrpSpPr>
        <p:grpSpPr>
          <a:xfrm rot="10800000">
            <a:off x="165548" y="4741850"/>
            <a:ext cx="6506400" cy="90900"/>
            <a:chOff x="1239825" y="571500"/>
            <a:chExt cx="6506400" cy="90900"/>
          </a:xfrm>
        </p:grpSpPr>
        <p:cxnSp>
          <p:nvCxnSpPr>
            <p:cNvPr id="363" name="Google Shape;363;p36"/>
            <p:cNvCxnSpPr/>
            <p:nvPr/>
          </p:nvCxnSpPr>
          <p:spPr>
            <a:xfrm>
              <a:off x="1239825" y="571500"/>
              <a:ext cx="6506400" cy="0"/>
            </a:xfrm>
            <a:prstGeom prst="straightConnector1">
              <a:avLst/>
            </a:prstGeom>
            <a:noFill/>
            <a:ln w="9525" cap="flat" cmpd="sng">
              <a:solidFill>
                <a:schemeClr val="dk1"/>
              </a:solidFill>
              <a:prstDash val="solid"/>
              <a:round/>
              <a:headEnd type="none" w="med" len="med"/>
              <a:tailEnd type="none" w="med" len="med"/>
            </a:ln>
          </p:spPr>
        </p:cxnSp>
        <p:sp>
          <p:nvSpPr>
            <p:cNvPr id="364" name="Google Shape;364;p36"/>
            <p:cNvSpPr/>
            <p:nvPr/>
          </p:nvSpPr>
          <p:spPr>
            <a:xfrm>
              <a:off x="1239825" y="571500"/>
              <a:ext cx="505200" cy="90900"/>
            </a:xfrm>
            <a:prstGeom prst="rect">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365" name="Google Shape;365;p36"/>
          <p:cNvGrpSpPr/>
          <p:nvPr/>
        </p:nvGrpSpPr>
        <p:grpSpPr>
          <a:xfrm rot="10800000" flipH="1">
            <a:off x="2467871" y="298450"/>
            <a:ext cx="6506400" cy="90900"/>
            <a:chOff x="1239825" y="571500"/>
            <a:chExt cx="6506400" cy="90900"/>
          </a:xfrm>
        </p:grpSpPr>
        <p:cxnSp>
          <p:nvCxnSpPr>
            <p:cNvPr id="366" name="Google Shape;366;p36"/>
            <p:cNvCxnSpPr/>
            <p:nvPr/>
          </p:nvCxnSpPr>
          <p:spPr>
            <a:xfrm>
              <a:off x="1239825" y="571500"/>
              <a:ext cx="6506400" cy="0"/>
            </a:xfrm>
            <a:prstGeom prst="straightConnector1">
              <a:avLst/>
            </a:prstGeom>
            <a:noFill/>
            <a:ln w="9525" cap="flat" cmpd="sng">
              <a:solidFill>
                <a:schemeClr val="dk1"/>
              </a:solidFill>
              <a:prstDash val="solid"/>
              <a:round/>
              <a:headEnd type="none" w="med" len="med"/>
              <a:tailEnd type="none" w="med" len="med"/>
            </a:ln>
          </p:spPr>
        </p:cxnSp>
        <p:sp>
          <p:nvSpPr>
            <p:cNvPr id="367" name="Google Shape;367;p36"/>
            <p:cNvSpPr/>
            <p:nvPr/>
          </p:nvSpPr>
          <p:spPr>
            <a:xfrm>
              <a:off x="1239825" y="571500"/>
              <a:ext cx="505200" cy="90900"/>
            </a:xfrm>
            <a:prstGeom prst="rect">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26" Type="http://schemas.openxmlformats.org/officeDocument/2006/relationships/slideLayout" Target="../slideLayouts/slideLayout26.xml"/><Relationship Id="rId3" Type="http://schemas.openxmlformats.org/officeDocument/2006/relationships/slideLayout" Target="../slideLayouts/slideLayout3.xml"/><Relationship Id="rId21" Type="http://schemas.openxmlformats.org/officeDocument/2006/relationships/slideLayout" Target="../slideLayouts/slideLayout21.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slideLayout" Target="../slideLayouts/slideLayout25.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 Id="rId27"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simple-light-2">
    <p:bg>
      <p:bgPr>
        <a:solidFill>
          <a:schemeClr val="dk2"/>
        </a:solid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311700" y="445025"/>
            <a:ext cx="8520600" cy="572700"/>
          </a:xfrm>
          <a:prstGeom prst="rect">
            <a:avLst/>
          </a:prstGeom>
          <a:noFill/>
          <a:ln>
            <a:noFill/>
          </a:ln>
        </p:spPr>
        <p:txBody>
          <a:bodyPr spcFirstLastPara="1" wrap="square" lIns="91425" tIns="91425" rIns="91425" bIns="91425" anchor="t" anchorCtr="0">
            <a:noAutofit/>
          </a:bodyPr>
          <a:lstStyle>
            <a:lvl1pPr lvl="0" algn="ctr" rtl="0">
              <a:spcBef>
                <a:spcPts val="0"/>
              </a:spcBef>
              <a:spcAft>
                <a:spcPts val="0"/>
              </a:spcAft>
              <a:buClr>
                <a:schemeClr val="dk1"/>
              </a:buClr>
              <a:buSzPts val="3500"/>
              <a:buFont typeface="Noto Serif Ethiopic"/>
              <a:buNone/>
              <a:defRPr sz="3500">
                <a:solidFill>
                  <a:schemeClr val="dk1"/>
                </a:solidFill>
                <a:latin typeface="Noto Serif Ethiopic"/>
                <a:ea typeface="Noto Serif Ethiopic"/>
                <a:cs typeface="Noto Serif Ethiopic"/>
                <a:sym typeface="Noto Serif Ethiopic"/>
              </a:defRPr>
            </a:lvl1pPr>
            <a:lvl2pPr lvl="1" rtl="0">
              <a:spcBef>
                <a:spcPts val="0"/>
              </a:spcBef>
              <a:spcAft>
                <a:spcPts val="0"/>
              </a:spcAft>
              <a:buClr>
                <a:schemeClr val="dk1"/>
              </a:buClr>
              <a:buSzPts val="3500"/>
              <a:buFont typeface="Bebas Neue"/>
              <a:buNone/>
              <a:defRPr sz="3500">
                <a:solidFill>
                  <a:schemeClr val="dk1"/>
                </a:solidFill>
                <a:latin typeface="Bebas Neue"/>
                <a:ea typeface="Bebas Neue"/>
                <a:cs typeface="Bebas Neue"/>
                <a:sym typeface="Bebas Neue"/>
              </a:defRPr>
            </a:lvl2pPr>
            <a:lvl3pPr lvl="2" rtl="0">
              <a:spcBef>
                <a:spcPts val="0"/>
              </a:spcBef>
              <a:spcAft>
                <a:spcPts val="0"/>
              </a:spcAft>
              <a:buClr>
                <a:schemeClr val="dk1"/>
              </a:buClr>
              <a:buSzPts val="3500"/>
              <a:buFont typeface="Bebas Neue"/>
              <a:buNone/>
              <a:defRPr sz="3500">
                <a:solidFill>
                  <a:schemeClr val="dk1"/>
                </a:solidFill>
                <a:latin typeface="Bebas Neue"/>
                <a:ea typeface="Bebas Neue"/>
                <a:cs typeface="Bebas Neue"/>
                <a:sym typeface="Bebas Neue"/>
              </a:defRPr>
            </a:lvl3pPr>
            <a:lvl4pPr lvl="3" rtl="0">
              <a:spcBef>
                <a:spcPts val="0"/>
              </a:spcBef>
              <a:spcAft>
                <a:spcPts val="0"/>
              </a:spcAft>
              <a:buClr>
                <a:schemeClr val="dk1"/>
              </a:buClr>
              <a:buSzPts val="3500"/>
              <a:buFont typeface="Bebas Neue"/>
              <a:buNone/>
              <a:defRPr sz="3500">
                <a:solidFill>
                  <a:schemeClr val="dk1"/>
                </a:solidFill>
                <a:latin typeface="Bebas Neue"/>
                <a:ea typeface="Bebas Neue"/>
                <a:cs typeface="Bebas Neue"/>
                <a:sym typeface="Bebas Neue"/>
              </a:defRPr>
            </a:lvl4pPr>
            <a:lvl5pPr lvl="4" rtl="0">
              <a:spcBef>
                <a:spcPts val="0"/>
              </a:spcBef>
              <a:spcAft>
                <a:spcPts val="0"/>
              </a:spcAft>
              <a:buClr>
                <a:schemeClr val="dk1"/>
              </a:buClr>
              <a:buSzPts val="3500"/>
              <a:buFont typeface="Bebas Neue"/>
              <a:buNone/>
              <a:defRPr sz="3500">
                <a:solidFill>
                  <a:schemeClr val="dk1"/>
                </a:solidFill>
                <a:latin typeface="Bebas Neue"/>
                <a:ea typeface="Bebas Neue"/>
                <a:cs typeface="Bebas Neue"/>
                <a:sym typeface="Bebas Neue"/>
              </a:defRPr>
            </a:lvl5pPr>
            <a:lvl6pPr lvl="5" rtl="0">
              <a:spcBef>
                <a:spcPts val="0"/>
              </a:spcBef>
              <a:spcAft>
                <a:spcPts val="0"/>
              </a:spcAft>
              <a:buClr>
                <a:schemeClr val="dk1"/>
              </a:buClr>
              <a:buSzPts val="3500"/>
              <a:buFont typeface="Bebas Neue"/>
              <a:buNone/>
              <a:defRPr sz="3500">
                <a:solidFill>
                  <a:schemeClr val="dk1"/>
                </a:solidFill>
                <a:latin typeface="Bebas Neue"/>
                <a:ea typeface="Bebas Neue"/>
                <a:cs typeface="Bebas Neue"/>
                <a:sym typeface="Bebas Neue"/>
              </a:defRPr>
            </a:lvl6pPr>
            <a:lvl7pPr lvl="6" rtl="0">
              <a:spcBef>
                <a:spcPts val="0"/>
              </a:spcBef>
              <a:spcAft>
                <a:spcPts val="0"/>
              </a:spcAft>
              <a:buClr>
                <a:schemeClr val="dk1"/>
              </a:buClr>
              <a:buSzPts val="3500"/>
              <a:buFont typeface="Bebas Neue"/>
              <a:buNone/>
              <a:defRPr sz="3500">
                <a:solidFill>
                  <a:schemeClr val="dk1"/>
                </a:solidFill>
                <a:latin typeface="Bebas Neue"/>
                <a:ea typeface="Bebas Neue"/>
                <a:cs typeface="Bebas Neue"/>
                <a:sym typeface="Bebas Neue"/>
              </a:defRPr>
            </a:lvl7pPr>
            <a:lvl8pPr lvl="7" rtl="0">
              <a:spcBef>
                <a:spcPts val="0"/>
              </a:spcBef>
              <a:spcAft>
                <a:spcPts val="0"/>
              </a:spcAft>
              <a:buClr>
                <a:schemeClr val="dk1"/>
              </a:buClr>
              <a:buSzPts val="3500"/>
              <a:buFont typeface="Bebas Neue"/>
              <a:buNone/>
              <a:defRPr sz="3500">
                <a:solidFill>
                  <a:schemeClr val="dk1"/>
                </a:solidFill>
                <a:latin typeface="Bebas Neue"/>
                <a:ea typeface="Bebas Neue"/>
                <a:cs typeface="Bebas Neue"/>
                <a:sym typeface="Bebas Neue"/>
              </a:defRPr>
            </a:lvl8pPr>
            <a:lvl9pPr lvl="8" rtl="0">
              <a:spcBef>
                <a:spcPts val="0"/>
              </a:spcBef>
              <a:spcAft>
                <a:spcPts val="0"/>
              </a:spcAft>
              <a:buClr>
                <a:schemeClr val="dk1"/>
              </a:buClr>
              <a:buSzPts val="3500"/>
              <a:buFont typeface="Bebas Neue"/>
              <a:buNone/>
              <a:defRPr sz="3500">
                <a:solidFill>
                  <a:schemeClr val="dk1"/>
                </a:solidFill>
                <a:latin typeface="Bebas Neue"/>
                <a:ea typeface="Bebas Neue"/>
                <a:cs typeface="Bebas Neue"/>
                <a:sym typeface="Bebas Neue"/>
              </a:defRPr>
            </a:lvl9pPr>
          </a:lstStyle>
          <a:p>
            <a:endParaRPr/>
          </a:p>
        </p:txBody>
      </p:sp>
      <p:sp>
        <p:nvSpPr>
          <p:cNvPr id="7" name="Google Shape;7;p1"/>
          <p:cNvSpPr txBox="1">
            <a:spLocks noGrp="1"/>
          </p:cNvSpPr>
          <p:nvPr>
            <p:ph type="body" idx="1"/>
          </p:nvPr>
        </p:nvSpPr>
        <p:spPr>
          <a:xfrm>
            <a:off x="311700" y="1152475"/>
            <a:ext cx="8520600" cy="3416400"/>
          </a:xfrm>
          <a:prstGeom prst="rect">
            <a:avLst/>
          </a:prstGeom>
          <a:noFill/>
          <a:ln>
            <a:noFill/>
          </a:ln>
        </p:spPr>
        <p:txBody>
          <a:bodyPr spcFirstLastPara="1" wrap="square" lIns="91425" tIns="91425" rIns="91425" bIns="91425" anchor="t" anchorCtr="0">
            <a:noAutofit/>
          </a:bodyPr>
          <a:lstStyle>
            <a:lvl1pPr marL="457200" lvl="0" indent="-304800" rtl="0">
              <a:lnSpc>
                <a:spcPct val="100000"/>
              </a:lnSpc>
              <a:spcBef>
                <a:spcPts val="0"/>
              </a:spcBef>
              <a:spcAft>
                <a:spcPts val="0"/>
              </a:spcAft>
              <a:buClr>
                <a:schemeClr val="dk1"/>
              </a:buClr>
              <a:buSzPts val="1200"/>
              <a:buFont typeface="Akatab"/>
              <a:buChar char="●"/>
              <a:defRPr sz="1200">
                <a:solidFill>
                  <a:schemeClr val="dk1"/>
                </a:solidFill>
                <a:latin typeface="Akatab"/>
                <a:ea typeface="Akatab"/>
                <a:cs typeface="Akatab"/>
                <a:sym typeface="Akatab"/>
              </a:defRPr>
            </a:lvl1pPr>
            <a:lvl2pPr marL="914400" lvl="1" indent="-304800" rtl="0">
              <a:lnSpc>
                <a:spcPct val="100000"/>
              </a:lnSpc>
              <a:spcBef>
                <a:spcPts val="1600"/>
              </a:spcBef>
              <a:spcAft>
                <a:spcPts val="0"/>
              </a:spcAft>
              <a:buClr>
                <a:schemeClr val="dk1"/>
              </a:buClr>
              <a:buSzPts val="1200"/>
              <a:buFont typeface="Akatab"/>
              <a:buChar char="○"/>
              <a:defRPr sz="1200">
                <a:solidFill>
                  <a:schemeClr val="dk1"/>
                </a:solidFill>
                <a:latin typeface="Akatab"/>
                <a:ea typeface="Akatab"/>
                <a:cs typeface="Akatab"/>
                <a:sym typeface="Akatab"/>
              </a:defRPr>
            </a:lvl2pPr>
            <a:lvl3pPr marL="1371600" lvl="2" indent="-304800" rtl="0">
              <a:lnSpc>
                <a:spcPct val="100000"/>
              </a:lnSpc>
              <a:spcBef>
                <a:spcPts val="1600"/>
              </a:spcBef>
              <a:spcAft>
                <a:spcPts val="0"/>
              </a:spcAft>
              <a:buClr>
                <a:schemeClr val="dk1"/>
              </a:buClr>
              <a:buSzPts val="1200"/>
              <a:buFont typeface="Akatab"/>
              <a:buChar char="■"/>
              <a:defRPr sz="1200">
                <a:solidFill>
                  <a:schemeClr val="dk1"/>
                </a:solidFill>
                <a:latin typeface="Akatab"/>
                <a:ea typeface="Akatab"/>
                <a:cs typeface="Akatab"/>
                <a:sym typeface="Akatab"/>
              </a:defRPr>
            </a:lvl3pPr>
            <a:lvl4pPr marL="1828800" lvl="3" indent="-304800" rtl="0">
              <a:lnSpc>
                <a:spcPct val="100000"/>
              </a:lnSpc>
              <a:spcBef>
                <a:spcPts val="1600"/>
              </a:spcBef>
              <a:spcAft>
                <a:spcPts val="0"/>
              </a:spcAft>
              <a:buClr>
                <a:schemeClr val="dk1"/>
              </a:buClr>
              <a:buSzPts val="1200"/>
              <a:buFont typeface="Akatab"/>
              <a:buChar char="●"/>
              <a:defRPr sz="1200">
                <a:solidFill>
                  <a:schemeClr val="dk1"/>
                </a:solidFill>
                <a:latin typeface="Akatab"/>
                <a:ea typeface="Akatab"/>
                <a:cs typeface="Akatab"/>
                <a:sym typeface="Akatab"/>
              </a:defRPr>
            </a:lvl4pPr>
            <a:lvl5pPr marL="2286000" lvl="4" indent="-304800" rtl="0">
              <a:lnSpc>
                <a:spcPct val="100000"/>
              </a:lnSpc>
              <a:spcBef>
                <a:spcPts val="1600"/>
              </a:spcBef>
              <a:spcAft>
                <a:spcPts val="0"/>
              </a:spcAft>
              <a:buClr>
                <a:schemeClr val="dk1"/>
              </a:buClr>
              <a:buSzPts val="1200"/>
              <a:buFont typeface="Akatab"/>
              <a:buChar char="○"/>
              <a:defRPr sz="1200">
                <a:solidFill>
                  <a:schemeClr val="dk1"/>
                </a:solidFill>
                <a:latin typeface="Akatab"/>
                <a:ea typeface="Akatab"/>
                <a:cs typeface="Akatab"/>
                <a:sym typeface="Akatab"/>
              </a:defRPr>
            </a:lvl5pPr>
            <a:lvl6pPr marL="2743200" lvl="5" indent="-304800" rtl="0">
              <a:lnSpc>
                <a:spcPct val="100000"/>
              </a:lnSpc>
              <a:spcBef>
                <a:spcPts val="1600"/>
              </a:spcBef>
              <a:spcAft>
                <a:spcPts val="0"/>
              </a:spcAft>
              <a:buClr>
                <a:schemeClr val="dk1"/>
              </a:buClr>
              <a:buSzPts val="1200"/>
              <a:buFont typeface="Akatab"/>
              <a:buChar char="■"/>
              <a:defRPr sz="1200">
                <a:solidFill>
                  <a:schemeClr val="dk1"/>
                </a:solidFill>
                <a:latin typeface="Akatab"/>
                <a:ea typeface="Akatab"/>
                <a:cs typeface="Akatab"/>
                <a:sym typeface="Akatab"/>
              </a:defRPr>
            </a:lvl6pPr>
            <a:lvl7pPr marL="3200400" lvl="6" indent="-304800" rtl="0">
              <a:lnSpc>
                <a:spcPct val="100000"/>
              </a:lnSpc>
              <a:spcBef>
                <a:spcPts val="1600"/>
              </a:spcBef>
              <a:spcAft>
                <a:spcPts val="0"/>
              </a:spcAft>
              <a:buClr>
                <a:schemeClr val="dk1"/>
              </a:buClr>
              <a:buSzPts val="1200"/>
              <a:buFont typeface="Akatab"/>
              <a:buChar char="●"/>
              <a:defRPr sz="1200">
                <a:solidFill>
                  <a:schemeClr val="dk1"/>
                </a:solidFill>
                <a:latin typeface="Akatab"/>
                <a:ea typeface="Akatab"/>
                <a:cs typeface="Akatab"/>
                <a:sym typeface="Akatab"/>
              </a:defRPr>
            </a:lvl7pPr>
            <a:lvl8pPr marL="3657600" lvl="7" indent="-304800" rtl="0">
              <a:lnSpc>
                <a:spcPct val="100000"/>
              </a:lnSpc>
              <a:spcBef>
                <a:spcPts val="1600"/>
              </a:spcBef>
              <a:spcAft>
                <a:spcPts val="0"/>
              </a:spcAft>
              <a:buClr>
                <a:schemeClr val="dk1"/>
              </a:buClr>
              <a:buSzPts val="1200"/>
              <a:buFont typeface="Akatab"/>
              <a:buChar char="○"/>
              <a:defRPr sz="1200">
                <a:solidFill>
                  <a:schemeClr val="dk1"/>
                </a:solidFill>
                <a:latin typeface="Akatab"/>
                <a:ea typeface="Akatab"/>
                <a:cs typeface="Akatab"/>
                <a:sym typeface="Akatab"/>
              </a:defRPr>
            </a:lvl8pPr>
            <a:lvl9pPr marL="4114800" lvl="8" indent="-304800" rtl="0">
              <a:lnSpc>
                <a:spcPct val="100000"/>
              </a:lnSpc>
              <a:spcBef>
                <a:spcPts val="1600"/>
              </a:spcBef>
              <a:spcAft>
                <a:spcPts val="1600"/>
              </a:spcAft>
              <a:buClr>
                <a:schemeClr val="dk1"/>
              </a:buClr>
              <a:buSzPts val="1200"/>
              <a:buFont typeface="Akatab"/>
              <a:buChar char="■"/>
              <a:defRPr sz="1200">
                <a:solidFill>
                  <a:schemeClr val="dk1"/>
                </a:solidFill>
                <a:latin typeface="Akatab"/>
                <a:ea typeface="Akatab"/>
                <a:cs typeface="Akatab"/>
                <a:sym typeface="Akatab"/>
              </a:defRPr>
            </a:lvl9pPr>
          </a:lstStyle>
          <a:p>
            <a:endParaRPr/>
          </a:p>
        </p:txBody>
      </p:sp>
    </p:spTree>
  </p:cSld>
  <p:clrMap bg1="lt1" tx1="dk1" bg2="dk2" tx2="lt2" accent1="accent1" accent2="accent2" accent3="accent3" accent4="accent4" accent5="accent5" accent6="accent6" hlink="hlink" folHlink="folHlink"/>
  <p:sldLayoutIdLst>
    <p:sldLayoutId id="2147483648" r:id="rId1"/>
    <p:sldLayoutId id="2147483649" r:id="rId2"/>
    <p:sldLayoutId id="2147483650" r:id="rId3"/>
    <p:sldLayoutId id="2147483651" r:id="rId4"/>
    <p:sldLayoutId id="2147483652" r:id="rId5"/>
    <p:sldLayoutId id="2147483653" r:id="rId6"/>
    <p:sldLayoutId id="2147483656" r:id="rId7"/>
    <p:sldLayoutId id="2147483658" r:id="rId8"/>
    <p:sldLayoutId id="2147483659" r:id="rId9"/>
    <p:sldLayoutId id="2147483660" r:id="rId10"/>
    <p:sldLayoutId id="2147483661" r:id="rId11"/>
    <p:sldLayoutId id="2147483662" r:id="rId12"/>
    <p:sldLayoutId id="2147483663" r:id="rId13"/>
    <p:sldLayoutId id="2147483664" r:id="rId14"/>
    <p:sldLayoutId id="2147483665" r:id="rId15"/>
    <p:sldLayoutId id="2147483666" r:id="rId16"/>
    <p:sldLayoutId id="2147483671" r:id="rId17"/>
    <p:sldLayoutId id="2147483672" r:id="rId18"/>
    <p:sldLayoutId id="2147483673" r:id="rId19"/>
    <p:sldLayoutId id="2147483674" r:id="rId20"/>
    <p:sldLayoutId id="2147483675" r:id="rId21"/>
    <p:sldLayoutId id="2147483676" r:id="rId22"/>
    <p:sldLayoutId id="2147483677" r:id="rId23"/>
    <p:sldLayoutId id="2147483679" r:id="rId24"/>
    <p:sldLayoutId id="2147483681" r:id="rId25"/>
    <p:sldLayoutId id="2147483682" r:id="rId26"/>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xml"/><Relationship Id="rId1" Type="http://schemas.openxmlformats.org/officeDocument/2006/relationships/slideLayout" Target="../slideLayouts/slideLayout15.xml"/><Relationship Id="rId4" Type="http://schemas.microsoft.com/office/2007/relationships/hdphoto" Target="../media/hdphoto1.wdp"/></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3.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7.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1.xml"/></Relationships>
</file>

<file path=ppt/slides/_rels/slide7.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notesSlide" Target="../notesSlides/notesSlide7.xml"/><Relationship Id="rId1" Type="http://schemas.openxmlformats.org/officeDocument/2006/relationships/slideLayout" Target="../slideLayouts/slideLayout9.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6.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2.xml"/></Relationships>
</file>

<file path=ppt/slides/_rels/slide10.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0.xml"/><Relationship Id="rId1" Type="http://schemas.openxmlformats.org/officeDocument/2006/relationships/slideLayout" Target="../slideLayouts/slideLayout16.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2.xml"/><Relationship Id="rId1" Type="http://schemas.openxmlformats.org/officeDocument/2006/relationships/slideLayout" Target="../slideLayouts/slideLayout6.xml"/></Relationships>
</file>

<file path=ppt/slides/_rels/slide13.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3.xml"/><Relationship Id="rId1" Type="http://schemas.openxmlformats.org/officeDocument/2006/relationships/slideLayout" Target="../slideLayouts/slideLayout6.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1.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0.xml"/></Relationships>
</file>

<file path=ppt/slides/_rels/slide16.xml.rels><?xml version="1.0" encoding="UTF-8" standalone="yes"?>
<Relationships xmlns="http://schemas.openxmlformats.org/package/2006/relationships"><Relationship Id="rId3" Type="http://schemas.openxmlformats.org/officeDocument/2006/relationships/slideLayout" Target="../slideLayouts/slideLayout18.xml"/><Relationship Id="rId2" Type="http://schemas.openxmlformats.org/officeDocument/2006/relationships/video" Target="../media/media1.mp4"/><Relationship Id="rId1" Type="http://schemas.microsoft.com/office/2007/relationships/media" Target="../media/media1.mp4"/><Relationship Id="rId6" Type="http://schemas.openxmlformats.org/officeDocument/2006/relationships/image" Target="../media/image7.png"/><Relationship Id="rId5" Type="http://schemas.openxmlformats.org/officeDocument/2006/relationships/image" Target="../media/image6.JPG"/><Relationship Id="rId4"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12.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17.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3.xml"/></Relationships>
</file>

<file path=ppt/slides/_rels/slide20.xml.rels><?xml version="1.0" encoding="UTF-8" standalone="yes"?>
<Relationships xmlns="http://schemas.openxmlformats.org/package/2006/relationships"><Relationship Id="rId3" Type="http://schemas.openxmlformats.org/officeDocument/2006/relationships/image" Target="../media/image8.jpeg"/><Relationship Id="rId2" Type="http://schemas.openxmlformats.org/officeDocument/2006/relationships/notesSlide" Target="../notesSlides/notesSlide20.xml"/><Relationship Id="rId1" Type="http://schemas.openxmlformats.org/officeDocument/2006/relationships/slideLayout" Target="../slideLayouts/slideLayout3.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11.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4.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17.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19.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21.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23.xml"/></Relationships>
</file>

<file path=ppt/slides/_rels/slide28.xml.rels><?xml version="1.0" encoding="UTF-8" standalone="yes"?>
<Relationships xmlns="http://schemas.openxmlformats.org/package/2006/relationships"><Relationship Id="rId3" Type="http://schemas.openxmlformats.org/officeDocument/2006/relationships/image" Target="../media/image9.jpg"/><Relationship Id="rId2" Type="http://schemas.openxmlformats.org/officeDocument/2006/relationships/notesSlide" Target="../notesSlides/notesSlide28.xml"/><Relationship Id="rId1" Type="http://schemas.openxmlformats.org/officeDocument/2006/relationships/slideLayout" Target="../slideLayouts/slideLayout7.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13.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24.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14.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13.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14.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5.xml"/></Relationships>
</file>

<file path=ppt/slides/_rels/slide35.xml.rels><?xml version="1.0" encoding="UTF-8" standalone="yes"?>
<Relationships xmlns="http://schemas.openxmlformats.org/package/2006/relationships"><Relationship Id="rId3" Type="http://schemas.openxmlformats.org/officeDocument/2006/relationships/hyperlink" Target="https://docs.google.com/spreadsheets/d/12DK4TVSU4guZFyx4uRAR7-ey164dlWf-wGLkI8wSojQ/copy" TargetMode="External"/><Relationship Id="rId2" Type="http://schemas.openxmlformats.org/officeDocument/2006/relationships/notesSlide" Target="../notesSlides/notesSlide35.xml"/><Relationship Id="rId1" Type="http://schemas.openxmlformats.org/officeDocument/2006/relationships/slideLayout" Target="../slideLayouts/slideLayout13.xml"/><Relationship Id="rId5" Type="http://schemas.openxmlformats.org/officeDocument/2006/relationships/hyperlink" Target="https://slidesgo.com/slidesgo-school/presentation-tips/how-to-modify-a-graph-in-our-templates?utm_source=slidesgo_template&amp;utm_medium=referral-link&amp;utm_campaign=how-to-modify-a-graph-in-our-templates&amp;utm_term=slidesgo-school&amp;utm_content=how-to-modify-a-graph-in-our-templates" TargetMode="External"/><Relationship Id="rId4" Type="http://schemas.openxmlformats.org/officeDocument/2006/relationships/image" Target="../media/image10.png"/></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36.xml"/><Relationship Id="rId1" Type="http://schemas.openxmlformats.org/officeDocument/2006/relationships/slideLayout" Target="../slideLayouts/slideLayout22.xml"/></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37.xml"/><Relationship Id="rId1" Type="http://schemas.openxmlformats.org/officeDocument/2006/relationships/slideLayout" Target="../slideLayouts/slideLayout5.xml"/></Relationships>
</file>

<file path=ppt/slides/_rels/slide38.xml.rels><?xml version="1.0" encoding="UTF-8" standalone="yes"?>
<Relationships xmlns="http://schemas.openxmlformats.org/package/2006/relationships"><Relationship Id="rId2" Type="http://schemas.openxmlformats.org/officeDocument/2006/relationships/notesSlide" Target="../notesSlides/notesSlide38.xml"/><Relationship Id="rId1" Type="http://schemas.openxmlformats.org/officeDocument/2006/relationships/slideLayout" Target="../slideLayouts/slideLayout20.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377"/>
        <p:cNvGrpSpPr/>
        <p:nvPr/>
      </p:nvGrpSpPr>
      <p:grpSpPr>
        <a:xfrm>
          <a:off x="0" y="0"/>
          <a:ext cx="0" cy="0"/>
          <a:chOff x="0" y="0"/>
          <a:chExt cx="0" cy="0"/>
        </a:xfrm>
      </p:grpSpPr>
      <p:sp>
        <p:nvSpPr>
          <p:cNvPr id="378" name="Google Shape;378;p40"/>
          <p:cNvSpPr txBox="1">
            <a:spLocks noGrp="1"/>
          </p:cNvSpPr>
          <p:nvPr>
            <p:ph type="ctrTitle"/>
          </p:nvPr>
        </p:nvSpPr>
        <p:spPr>
          <a:xfrm>
            <a:off x="597150" y="1211173"/>
            <a:ext cx="5509318" cy="1990200"/>
          </a:xfrm>
          <a:prstGeom prst="rect">
            <a:avLst/>
          </a:prstGeom>
        </p:spPr>
        <p:txBody>
          <a:bodyPr spcFirstLastPara="1" wrap="square" lIns="91425" tIns="91425" rIns="91425" bIns="91425" anchor="b" anchorCtr="0">
            <a:noAutofit/>
          </a:bodyPr>
          <a:lstStyle/>
          <a:p>
            <a:pPr lvl="0"/>
            <a:r>
              <a:rPr lang="en" sz="5400" dirty="0" smtClean="0"/>
              <a:t>AuditionSense</a:t>
            </a:r>
            <a:br>
              <a:rPr lang="en" sz="5400" dirty="0" smtClean="0"/>
            </a:br>
            <a:r>
              <a:rPr lang="en-US" sz="2000" dirty="0"/>
              <a:t>A Modular Multi-modal AI System</a:t>
            </a:r>
            <a:br>
              <a:rPr lang="en-US" sz="2000" dirty="0"/>
            </a:br>
            <a:r>
              <a:rPr lang="en-US" sz="2000" dirty="0"/>
              <a:t>for Human Performance Analysis</a:t>
            </a:r>
            <a:endParaRPr sz="2000" dirty="0"/>
          </a:p>
        </p:txBody>
      </p:sp>
      <p:sp>
        <p:nvSpPr>
          <p:cNvPr id="379" name="Google Shape;379;p40"/>
          <p:cNvSpPr txBox="1">
            <a:spLocks noGrp="1"/>
          </p:cNvSpPr>
          <p:nvPr>
            <p:ph type="subTitle" idx="1"/>
          </p:nvPr>
        </p:nvSpPr>
        <p:spPr>
          <a:xfrm>
            <a:off x="597150" y="3201373"/>
            <a:ext cx="4890300" cy="1344901"/>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dirty="0" smtClean="0">
                <a:latin typeface="Akatab"/>
                <a:ea typeface="Akatab"/>
                <a:cs typeface="Akatab"/>
                <a:sym typeface="Akatab"/>
              </a:rPr>
              <a:t>Prepared by:</a:t>
            </a:r>
            <a:br>
              <a:rPr lang="en" dirty="0" smtClean="0">
                <a:latin typeface="Akatab"/>
                <a:ea typeface="Akatab"/>
                <a:cs typeface="Akatab"/>
                <a:sym typeface="Akatab"/>
              </a:rPr>
            </a:br>
            <a:r>
              <a:rPr lang="en" dirty="0" smtClean="0">
                <a:latin typeface="Akatab"/>
                <a:ea typeface="Akatab"/>
                <a:cs typeface="Akatab"/>
                <a:sym typeface="Akatab"/>
              </a:rPr>
              <a:t>Mehraeel Philip, Fatma Milad, Sama Gehad,</a:t>
            </a:r>
          </a:p>
          <a:p>
            <a:pPr marL="0" lvl="0" indent="0" algn="l" rtl="0">
              <a:spcBef>
                <a:spcPts val="0"/>
              </a:spcBef>
              <a:spcAft>
                <a:spcPts val="0"/>
              </a:spcAft>
              <a:buNone/>
            </a:pPr>
            <a:r>
              <a:rPr lang="en" dirty="0" smtClean="0"/>
              <a:t>Marwan Ahmed and Mo’men </a:t>
            </a:r>
            <a:r>
              <a:rPr lang="en" dirty="0" smtClean="0"/>
              <a:t>Mohie</a:t>
            </a:r>
          </a:p>
          <a:p>
            <a:pPr marL="0" lvl="0" indent="0" algn="l" rtl="0">
              <a:spcBef>
                <a:spcPts val="0"/>
              </a:spcBef>
              <a:spcAft>
                <a:spcPts val="0"/>
              </a:spcAft>
              <a:buNone/>
            </a:pPr>
            <a:endParaRPr lang="en-US" dirty="0"/>
          </a:p>
          <a:p>
            <a:pPr marL="0" lvl="0" indent="0" algn="l" rtl="0">
              <a:spcBef>
                <a:spcPts val="0"/>
              </a:spcBef>
              <a:spcAft>
                <a:spcPts val="0"/>
              </a:spcAft>
              <a:buNone/>
            </a:pPr>
            <a:r>
              <a:rPr lang="en-US" dirty="0" smtClean="0">
                <a:latin typeface="Akatab"/>
                <a:ea typeface="Akatab"/>
                <a:cs typeface="Akatab"/>
                <a:sym typeface="Akatab"/>
              </a:rPr>
              <a:t>Supervisor: </a:t>
            </a:r>
            <a:r>
              <a:rPr lang="en-US" dirty="0" err="1" smtClean="0">
                <a:latin typeface="Akatab"/>
                <a:ea typeface="Akatab"/>
                <a:cs typeface="Akatab"/>
                <a:sym typeface="Akatab"/>
              </a:rPr>
              <a:t>Dr</a:t>
            </a:r>
            <a:r>
              <a:rPr lang="en-US" dirty="0" smtClean="0">
                <a:latin typeface="Akatab"/>
                <a:ea typeface="Akatab"/>
                <a:cs typeface="Akatab"/>
                <a:sym typeface="Akatab"/>
              </a:rPr>
              <a:t> Ayman </a:t>
            </a:r>
            <a:r>
              <a:rPr lang="en-US" dirty="0" err="1" smtClean="0">
                <a:latin typeface="Akatab"/>
                <a:ea typeface="Akatab"/>
                <a:cs typeface="Akatab"/>
                <a:sym typeface="Akatab"/>
              </a:rPr>
              <a:t>Ezzat</a:t>
            </a:r>
            <a:endParaRPr dirty="0">
              <a:latin typeface="Akatab"/>
              <a:ea typeface="Akatab"/>
              <a:cs typeface="Akatab"/>
              <a:sym typeface="Akatab"/>
            </a:endParaRPr>
          </a:p>
        </p:txBody>
      </p:sp>
      <p:grpSp>
        <p:nvGrpSpPr>
          <p:cNvPr id="380" name="Google Shape;380;p40"/>
          <p:cNvGrpSpPr/>
          <p:nvPr/>
        </p:nvGrpSpPr>
        <p:grpSpPr>
          <a:xfrm rot="10800000">
            <a:off x="597150" y="4546275"/>
            <a:ext cx="8385900" cy="90900"/>
            <a:chOff x="160950" y="480600"/>
            <a:chExt cx="8385900" cy="90900"/>
          </a:xfrm>
        </p:grpSpPr>
        <p:cxnSp>
          <p:nvCxnSpPr>
            <p:cNvPr id="381" name="Google Shape;381;p40"/>
            <p:cNvCxnSpPr/>
            <p:nvPr/>
          </p:nvCxnSpPr>
          <p:spPr>
            <a:xfrm>
              <a:off x="160950" y="571500"/>
              <a:ext cx="8385900" cy="0"/>
            </a:xfrm>
            <a:prstGeom prst="straightConnector1">
              <a:avLst/>
            </a:prstGeom>
            <a:noFill/>
            <a:ln w="9525" cap="flat" cmpd="sng">
              <a:solidFill>
                <a:schemeClr val="dk1"/>
              </a:solidFill>
              <a:prstDash val="solid"/>
              <a:round/>
              <a:headEnd type="none" w="med" len="med"/>
              <a:tailEnd type="none" w="med" len="med"/>
            </a:ln>
          </p:spPr>
        </p:cxnSp>
        <p:sp>
          <p:nvSpPr>
            <p:cNvPr id="382" name="Google Shape;382;p40"/>
            <p:cNvSpPr/>
            <p:nvPr/>
          </p:nvSpPr>
          <p:spPr>
            <a:xfrm>
              <a:off x="8041650" y="480600"/>
              <a:ext cx="505200" cy="90900"/>
            </a:xfrm>
            <a:prstGeom prst="rect">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383" name="Google Shape;383;p40"/>
          <p:cNvGrpSpPr/>
          <p:nvPr/>
        </p:nvGrpSpPr>
        <p:grpSpPr>
          <a:xfrm>
            <a:off x="6061018" y="1211173"/>
            <a:ext cx="90900" cy="3705900"/>
            <a:chOff x="7952125" y="1292300"/>
            <a:chExt cx="90900" cy="3705900"/>
          </a:xfrm>
        </p:grpSpPr>
        <p:sp>
          <p:nvSpPr>
            <p:cNvPr id="384" name="Google Shape;384;p40"/>
            <p:cNvSpPr/>
            <p:nvPr/>
          </p:nvSpPr>
          <p:spPr>
            <a:xfrm rot="5400000">
              <a:off x="7744975" y="1499450"/>
              <a:ext cx="505200" cy="90900"/>
            </a:xfrm>
            <a:prstGeom prst="rect">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cxnSp>
          <p:nvCxnSpPr>
            <p:cNvPr id="385" name="Google Shape;385;p40"/>
            <p:cNvCxnSpPr/>
            <p:nvPr/>
          </p:nvCxnSpPr>
          <p:spPr>
            <a:xfrm>
              <a:off x="8043025" y="1292300"/>
              <a:ext cx="0" cy="3705900"/>
            </a:xfrm>
            <a:prstGeom prst="straightConnector1">
              <a:avLst/>
            </a:prstGeom>
            <a:noFill/>
            <a:ln w="9525" cap="flat" cmpd="sng">
              <a:solidFill>
                <a:schemeClr val="dk1"/>
              </a:solidFill>
              <a:prstDash val="solid"/>
              <a:round/>
              <a:headEnd type="none" w="med" len="med"/>
              <a:tailEnd type="none" w="med" len="med"/>
            </a:ln>
          </p:spPr>
        </p:cxnSp>
      </p:grpSp>
      <p:pic>
        <p:nvPicPr>
          <p:cNvPr id="2" name="Picture 1"/>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160174" y="152400"/>
            <a:ext cx="3903508" cy="4846320"/>
          </a:xfrm>
          <a:prstGeom prst="rect">
            <a:avLst/>
          </a:prstGeom>
        </p:spPr>
      </p:pic>
    </p:spTree>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450"/>
        <p:cNvGrpSpPr/>
        <p:nvPr/>
      </p:nvGrpSpPr>
      <p:grpSpPr>
        <a:xfrm>
          <a:off x="0" y="0"/>
          <a:ext cx="0" cy="0"/>
          <a:chOff x="0" y="0"/>
          <a:chExt cx="0" cy="0"/>
        </a:xfrm>
      </p:grpSpPr>
      <p:sp>
        <p:nvSpPr>
          <p:cNvPr id="451" name="Google Shape;451;p46"/>
          <p:cNvSpPr txBox="1">
            <a:spLocks noGrp="1"/>
          </p:cNvSpPr>
          <p:nvPr>
            <p:ph type="subTitle" idx="1"/>
          </p:nvPr>
        </p:nvSpPr>
        <p:spPr>
          <a:xfrm>
            <a:off x="416561" y="1138258"/>
            <a:ext cx="5262879" cy="3640435"/>
          </a:xfrm>
          <a:prstGeom prst="rect">
            <a:avLst/>
          </a:prstGeom>
        </p:spPr>
        <p:txBody>
          <a:bodyPr spcFirstLastPara="1" wrap="square" lIns="91425" tIns="91425" rIns="91425" bIns="91425" anchor="t" anchorCtr="0">
            <a:noAutofit/>
          </a:bodyPr>
          <a:lstStyle/>
          <a:p>
            <a:pPr marL="171450" indent="-171450">
              <a:lnSpc>
                <a:spcPct val="150000"/>
              </a:lnSpc>
            </a:pPr>
            <a:r>
              <a:rPr lang="en-US" dirty="0" smtClean="0"/>
              <a:t>What is </a:t>
            </a:r>
            <a:r>
              <a:rPr lang="en-US" dirty="0" err="1" smtClean="0"/>
              <a:t>AuditionSense</a:t>
            </a:r>
            <a:r>
              <a:rPr lang="en-US" dirty="0" smtClean="0"/>
              <a:t>?</a:t>
            </a:r>
          </a:p>
          <a:p>
            <a:pPr marL="0" indent="0">
              <a:lnSpc>
                <a:spcPct val="150000"/>
              </a:lnSpc>
              <a:buNone/>
            </a:pPr>
            <a:r>
              <a:rPr lang="en-US" sz="1100" dirty="0"/>
              <a:t>A multi-modal AI system that analyzes human performance by combining visual, auditory, and behavioral data from audition videos (1–5 minutes</a:t>
            </a:r>
            <a:r>
              <a:rPr lang="en-US" sz="1100" dirty="0" smtClean="0"/>
              <a:t>).</a:t>
            </a:r>
          </a:p>
          <a:p>
            <a:pPr marL="171450" indent="-171450">
              <a:lnSpc>
                <a:spcPct val="150000"/>
              </a:lnSpc>
            </a:pPr>
            <a:r>
              <a:rPr lang="en-US" dirty="0" smtClean="0"/>
              <a:t>Why is it needed?</a:t>
            </a:r>
          </a:p>
          <a:p>
            <a:pPr marL="628650" lvl="1" indent="-171450" algn="l">
              <a:lnSpc>
                <a:spcPct val="150000"/>
              </a:lnSpc>
            </a:pPr>
            <a:r>
              <a:rPr lang="en-US" sz="1050" dirty="0"/>
              <a:t>Traditional audition evaluations are subjective (fatigue, personal bias, inconsistent standards</a:t>
            </a:r>
            <a:r>
              <a:rPr lang="en-US" sz="1050" dirty="0" smtClean="0"/>
              <a:t>).</a:t>
            </a:r>
            <a:endParaRPr lang="en-US" sz="1050" dirty="0"/>
          </a:p>
          <a:p>
            <a:pPr marL="628650" lvl="1" indent="-171450" algn="l">
              <a:lnSpc>
                <a:spcPct val="150000"/>
              </a:lnSpc>
            </a:pPr>
            <a:r>
              <a:rPr lang="en-US" sz="1050" dirty="0"/>
              <a:t>Directors need objective, quantitative feedback on eye engagement, emotion, voice, and gestures</a:t>
            </a:r>
            <a:r>
              <a:rPr lang="en-US" sz="1050" dirty="0" smtClean="0"/>
              <a:t>.</a:t>
            </a:r>
            <a:endParaRPr lang="en-US" sz="1050" dirty="0"/>
          </a:p>
          <a:p>
            <a:pPr marL="628650" lvl="1" indent="-171450" algn="l">
              <a:lnSpc>
                <a:spcPct val="150000"/>
              </a:lnSpc>
            </a:pPr>
            <a:r>
              <a:rPr lang="en-US" sz="1050" dirty="0"/>
              <a:t>No integrated tool exists that processes all modalities in director-preferred order (eyes → voice → posture</a:t>
            </a:r>
            <a:r>
              <a:rPr lang="en-US" sz="1050" dirty="0" smtClean="0"/>
              <a:t>).</a:t>
            </a:r>
          </a:p>
          <a:p>
            <a:pPr marL="171450" indent="-171450">
              <a:lnSpc>
                <a:spcPct val="150000"/>
              </a:lnSpc>
            </a:pPr>
            <a:r>
              <a:rPr lang="en-US" dirty="0"/>
              <a:t>Our Solution: </a:t>
            </a:r>
            <a:r>
              <a:rPr lang="en-US" sz="1100" dirty="0"/>
              <a:t>Uploads video → extracts multimodal features → generates score + 1–3 sentence summary → displays interactive report.</a:t>
            </a:r>
          </a:p>
          <a:p>
            <a:pPr marL="171450" indent="-171450">
              <a:lnSpc>
                <a:spcPct val="150000"/>
              </a:lnSpc>
            </a:pPr>
            <a:r>
              <a:rPr lang="en-US" dirty="0" smtClean="0"/>
              <a:t>Target </a:t>
            </a:r>
            <a:r>
              <a:rPr lang="en-US" dirty="0"/>
              <a:t>Users: </a:t>
            </a:r>
            <a:r>
              <a:rPr lang="en-US" sz="1100" dirty="0"/>
              <a:t>Casting directors, talent agents, production </a:t>
            </a:r>
            <a:r>
              <a:rPr lang="en-US" sz="1100" dirty="0" smtClean="0"/>
              <a:t>companies.</a:t>
            </a:r>
          </a:p>
        </p:txBody>
      </p:sp>
      <p:sp>
        <p:nvSpPr>
          <p:cNvPr id="452" name="Google Shape;452;p46"/>
          <p:cNvSpPr txBox="1">
            <a:spLocks noGrp="1"/>
          </p:cNvSpPr>
          <p:nvPr>
            <p:ph type="title"/>
          </p:nvPr>
        </p:nvSpPr>
        <p:spPr>
          <a:xfrm>
            <a:off x="720000" y="445025"/>
            <a:ext cx="7704000" cy="5727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 dirty="0" smtClean="0"/>
              <a:t>INTRODUCTION</a:t>
            </a:r>
            <a:endParaRPr dirty="0"/>
          </a:p>
        </p:txBody>
      </p:sp>
      <p:pic>
        <p:nvPicPr>
          <p:cNvPr id="6" name="Picture 5"/>
          <p:cNvPicPr>
            <a:picLocks noChangeAspect="1"/>
          </p:cNvPicPr>
          <p:nvPr/>
        </p:nvPicPr>
        <p:blipFill rotWithShape="1">
          <a:blip r:embed="rId3">
            <a:extLst>
              <a:ext uri="{BEBA8EAE-BF5A-486C-A8C5-ECC9F3942E4B}">
                <a14:imgProps xmlns:a14="http://schemas.microsoft.com/office/drawing/2010/main">
                  <a14:imgLayer r:embed="rId4">
                    <a14:imgEffect>
                      <a14:saturation sat="200000"/>
                    </a14:imgEffect>
                  </a14:imgLayer>
                </a14:imgProps>
              </a:ext>
              <a:ext uri="{28A0092B-C50C-407E-A947-70E740481C1C}">
                <a14:useLocalDpi xmlns:a14="http://schemas.microsoft.com/office/drawing/2010/main" val="0"/>
              </a:ext>
            </a:extLst>
          </a:blip>
          <a:srcRect r="11860"/>
          <a:stretch/>
        </p:blipFill>
        <p:spPr>
          <a:xfrm>
            <a:off x="5679440" y="1262950"/>
            <a:ext cx="3098800" cy="3515744"/>
          </a:xfrm>
          <a:prstGeom prst="rect">
            <a:avLst/>
          </a:prstGeom>
        </p:spPr>
      </p:pic>
    </p:spTree>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430"/>
        <p:cNvGrpSpPr/>
        <p:nvPr/>
      </p:nvGrpSpPr>
      <p:grpSpPr>
        <a:xfrm>
          <a:off x="0" y="0"/>
          <a:ext cx="0" cy="0"/>
          <a:chOff x="0" y="0"/>
          <a:chExt cx="0" cy="0"/>
        </a:xfrm>
      </p:grpSpPr>
      <p:sp>
        <p:nvSpPr>
          <p:cNvPr id="431" name="Google Shape;431;p44"/>
          <p:cNvSpPr txBox="1">
            <a:spLocks noGrp="1"/>
          </p:cNvSpPr>
          <p:nvPr>
            <p:ph type="title"/>
          </p:nvPr>
        </p:nvSpPr>
        <p:spPr>
          <a:xfrm>
            <a:off x="1393550" y="2502950"/>
            <a:ext cx="4723232" cy="1282500"/>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en" sz="5400" dirty="0" smtClean="0"/>
              <a:t>Related Work</a:t>
            </a:r>
            <a:endParaRPr sz="5400" dirty="0"/>
          </a:p>
        </p:txBody>
      </p:sp>
      <p:sp>
        <p:nvSpPr>
          <p:cNvPr id="433" name="Google Shape;433;p44"/>
          <p:cNvSpPr txBox="1">
            <a:spLocks noGrp="1"/>
          </p:cNvSpPr>
          <p:nvPr>
            <p:ph type="title" idx="2"/>
          </p:nvPr>
        </p:nvSpPr>
        <p:spPr>
          <a:xfrm>
            <a:off x="1393550" y="1713902"/>
            <a:ext cx="1200000" cy="841800"/>
          </a:xfrm>
          <a:prstGeom prst="rect">
            <a:avLst/>
          </a:prstGeom>
        </p:spPr>
        <p:txBody>
          <a:bodyPr spcFirstLastPara="1" wrap="square" lIns="91425" tIns="91425" rIns="91425" bIns="91425" anchor="ctr" anchorCtr="0">
            <a:noAutofit/>
          </a:bodyPr>
          <a:lstStyle/>
          <a:p>
            <a:pPr marL="0" lvl="0" indent="0" algn="l" rtl="0">
              <a:spcBef>
                <a:spcPts val="0"/>
              </a:spcBef>
              <a:spcAft>
                <a:spcPts val="0"/>
              </a:spcAft>
              <a:buNone/>
            </a:pPr>
            <a:r>
              <a:rPr lang="en"/>
              <a:t>01</a:t>
            </a:r>
            <a:endParaRPr/>
          </a:p>
        </p:txBody>
      </p:sp>
      <p:grpSp>
        <p:nvGrpSpPr>
          <p:cNvPr id="434" name="Google Shape;434;p44"/>
          <p:cNvGrpSpPr/>
          <p:nvPr/>
        </p:nvGrpSpPr>
        <p:grpSpPr>
          <a:xfrm flipH="1">
            <a:off x="576156" y="508623"/>
            <a:ext cx="8385900" cy="90900"/>
            <a:chOff x="160950" y="480600"/>
            <a:chExt cx="8385900" cy="90900"/>
          </a:xfrm>
        </p:grpSpPr>
        <p:cxnSp>
          <p:nvCxnSpPr>
            <p:cNvPr id="435" name="Google Shape;435;p44"/>
            <p:cNvCxnSpPr/>
            <p:nvPr/>
          </p:nvCxnSpPr>
          <p:spPr>
            <a:xfrm>
              <a:off x="160950" y="571500"/>
              <a:ext cx="8385900" cy="0"/>
            </a:xfrm>
            <a:prstGeom prst="straightConnector1">
              <a:avLst/>
            </a:prstGeom>
            <a:noFill/>
            <a:ln w="9525" cap="flat" cmpd="sng">
              <a:solidFill>
                <a:schemeClr val="lt1"/>
              </a:solidFill>
              <a:prstDash val="solid"/>
              <a:round/>
              <a:headEnd type="none" w="med" len="med"/>
              <a:tailEnd type="none" w="med" len="med"/>
            </a:ln>
          </p:spPr>
        </p:cxnSp>
        <p:sp>
          <p:nvSpPr>
            <p:cNvPr id="436" name="Google Shape;436;p44"/>
            <p:cNvSpPr/>
            <p:nvPr/>
          </p:nvSpPr>
          <p:spPr>
            <a:xfrm>
              <a:off x="8041650" y="480600"/>
              <a:ext cx="505200" cy="90900"/>
            </a:xfrm>
            <a:prstGeom prst="rect">
              <a:avLst/>
            </a:pr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437" name="Google Shape;437;p44"/>
          <p:cNvGrpSpPr/>
          <p:nvPr/>
        </p:nvGrpSpPr>
        <p:grpSpPr>
          <a:xfrm rot="10800000">
            <a:off x="7961770" y="1295598"/>
            <a:ext cx="90900" cy="3697200"/>
            <a:chOff x="1113520" y="156298"/>
            <a:chExt cx="90900" cy="3697200"/>
          </a:xfrm>
        </p:grpSpPr>
        <p:sp>
          <p:nvSpPr>
            <p:cNvPr id="438" name="Google Shape;438;p44"/>
            <p:cNvSpPr/>
            <p:nvPr/>
          </p:nvSpPr>
          <p:spPr>
            <a:xfrm rot="-5400000">
              <a:off x="906370" y="3555448"/>
              <a:ext cx="505200" cy="90900"/>
            </a:xfrm>
            <a:prstGeom prst="rect">
              <a:avLst/>
            </a:pr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cxnSp>
          <p:nvCxnSpPr>
            <p:cNvPr id="439" name="Google Shape;439;p44"/>
            <p:cNvCxnSpPr/>
            <p:nvPr/>
          </p:nvCxnSpPr>
          <p:spPr>
            <a:xfrm rot="10800000">
              <a:off x="1121185" y="156298"/>
              <a:ext cx="0" cy="3434700"/>
            </a:xfrm>
            <a:prstGeom prst="straightConnector1">
              <a:avLst/>
            </a:prstGeom>
            <a:noFill/>
            <a:ln w="9525" cap="flat" cmpd="sng">
              <a:solidFill>
                <a:schemeClr val="lt1"/>
              </a:solidFill>
              <a:prstDash val="solid"/>
              <a:round/>
              <a:headEnd type="none" w="med" len="med"/>
              <a:tailEnd type="none" w="med" len="med"/>
            </a:ln>
          </p:spPr>
        </p:cxnSp>
      </p:grpSp>
    </p:spTree>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389"/>
        <p:cNvGrpSpPr/>
        <p:nvPr/>
      </p:nvGrpSpPr>
      <p:grpSpPr>
        <a:xfrm>
          <a:off x="0" y="0"/>
          <a:ext cx="0" cy="0"/>
          <a:chOff x="0" y="0"/>
          <a:chExt cx="0" cy="0"/>
        </a:xfrm>
      </p:grpSpPr>
      <p:sp>
        <p:nvSpPr>
          <p:cNvPr id="390" name="Google Shape;390;p41"/>
          <p:cNvSpPr txBox="1">
            <a:spLocks noGrp="1"/>
          </p:cNvSpPr>
          <p:nvPr>
            <p:ph type="title"/>
          </p:nvPr>
        </p:nvSpPr>
        <p:spPr>
          <a:xfrm>
            <a:off x="720000" y="445025"/>
            <a:ext cx="7704000" cy="5727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 dirty="0" smtClean="0"/>
              <a:t>Related Work</a:t>
            </a:r>
            <a:endParaRPr dirty="0"/>
          </a:p>
        </p:txBody>
      </p:sp>
      <p:graphicFrame>
        <p:nvGraphicFramePr>
          <p:cNvPr id="3" name="Table 2"/>
          <p:cNvGraphicFramePr>
            <a:graphicFrameLocks noGrp="1"/>
          </p:cNvGraphicFramePr>
          <p:nvPr>
            <p:extLst>
              <p:ext uri="{D42A27DB-BD31-4B8C-83A1-F6EECF244321}">
                <p14:modId xmlns:p14="http://schemas.microsoft.com/office/powerpoint/2010/main" val="3568313762"/>
              </p:ext>
            </p:extLst>
          </p:nvPr>
        </p:nvGraphicFramePr>
        <p:xfrm>
          <a:off x="1213440" y="1278486"/>
          <a:ext cx="6717120" cy="3390496"/>
        </p:xfrm>
        <a:graphic>
          <a:graphicData uri="http://schemas.openxmlformats.org/drawingml/2006/table">
            <a:tbl>
              <a:tblPr firstRow="1" firstCol="1">
                <a:tableStyleId>{3C2FFA5D-87B4-456A-9821-1D502468CF0F}</a:tableStyleId>
              </a:tblPr>
              <a:tblGrid>
                <a:gridCol w="2239040">
                  <a:extLst>
                    <a:ext uri="{9D8B030D-6E8A-4147-A177-3AD203B41FA5}">
                      <a16:colId xmlns:a16="http://schemas.microsoft.com/office/drawing/2014/main" val="2853155956"/>
                    </a:ext>
                  </a:extLst>
                </a:gridCol>
                <a:gridCol w="2239040">
                  <a:extLst>
                    <a:ext uri="{9D8B030D-6E8A-4147-A177-3AD203B41FA5}">
                      <a16:colId xmlns:a16="http://schemas.microsoft.com/office/drawing/2014/main" val="883293869"/>
                    </a:ext>
                  </a:extLst>
                </a:gridCol>
                <a:gridCol w="2239040">
                  <a:extLst>
                    <a:ext uri="{9D8B030D-6E8A-4147-A177-3AD203B41FA5}">
                      <a16:colId xmlns:a16="http://schemas.microsoft.com/office/drawing/2014/main" val="876377218"/>
                    </a:ext>
                  </a:extLst>
                </a:gridCol>
              </a:tblGrid>
              <a:tr h="398882">
                <a:tc>
                  <a:txBody>
                    <a:bodyPr/>
                    <a:lstStyle/>
                    <a:p>
                      <a:pPr algn="l"/>
                      <a:r>
                        <a:rPr lang="en-US">
                          <a:effectLst/>
                        </a:rPr>
                        <a:t>Approach</a:t>
                      </a:r>
                      <a:endParaRPr lang="en-US" b="0">
                        <a:effectLst/>
                        <a:latin typeface="quote-cjk-patch"/>
                      </a:endParaRPr>
                    </a:p>
                  </a:txBody>
                  <a:tcPr marR="121920" marT="76200" marB="76200" anchor="ctr"/>
                </a:tc>
                <a:tc>
                  <a:txBody>
                    <a:bodyPr/>
                    <a:lstStyle/>
                    <a:p>
                      <a:pPr algn="l"/>
                      <a:r>
                        <a:rPr lang="en-US">
                          <a:effectLst/>
                        </a:rPr>
                        <a:t>Strengths</a:t>
                      </a:r>
                      <a:endParaRPr lang="en-US" b="0">
                        <a:effectLst/>
                        <a:latin typeface="quote-cjk-patch"/>
                      </a:endParaRPr>
                    </a:p>
                  </a:txBody>
                  <a:tcPr marL="121920" marR="121920" marT="76200" marB="76200" anchor="ctr"/>
                </a:tc>
                <a:tc>
                  <a:txBody>
                    <a:bodyPr/>
                    <a:lstStyle/>
                    <a:p>
                      <a:pPr algn="l"/>
                      <a:r>
                        <a:rPr lang="en-US">
                          <a:effectLst/>
                        </a:rPr>
                        <a:t>Limitations</a:t>
                      </a:r>
                      <a:endParaRPr lang="en-US" b="0">
                        <a:effectLst/>
                        <a:latin typeface="quote-cjk-patch"/>
                      </a:endParaRPr>
                    </a:p>
                  </a:txBody>
                  <a:tcPr marL="121920" marR="121920" marT="76200" marB="76200" anchor="ctr"/>
                </a:tc>
                <a:extLst>
                  <a:ext uri="{0D108BD9-81ED-4DB2-BD59-A6C34878D82A}">
                    <a16:rowId xmlns:a16="http://schemas.microsoft.com/office/drawing/2014/main" val="2173037637"/>
                  </a:ext>
                </a:extLst>
              </a:tr>
              <a:tr h="631563">
                <a:tc>
                  <a:txBody>
                    <a:bodyPr/>
                    <a:lstStyle/>
                    <a:p>
                      <a:r>
                        <a:rPr lang="en-US">
                          <a:effectLst/>
                        </a:rPr>
                        <a:t>Traditional manual auditions</a:t>
                      </a:r>
                      <a:endParaRPr lang="en-US" b="0">
                        <a:effectLst/>
                        <a:latin typeface="quote-cjk-patch"/>
                      </a:endParaRPr>
                    </a:p>
                  </a:txBody>
                  <a:tcPr marR="121920" marT="76200" marB="76200" anchor="ctr"/>
                </a:tc>
                <a:tc>
                  <a:txBody>
                    <a:bodyPr/>
                    <a:lstStyle/>
                    <a:p>
                      <a:r>
                        <a:rPr lang="en-US" dirty="0" smtClean="0">
                          <a:effectLst/>
                        </a:rPr>
                        <a:t>Human</a:t>
                      </a:r>
                      <a:endParaRPr lang="ja-JP" altLang="en-US" b="0" dirty="0">
                        <a:effectLst/>
                        <a:latin typeface="quote-cjk-patch"/>
                      </a:endParaRPr>
                    </a:p>
                  </a:txBody>
                  <a:tcPr marL="121920" marR="121920" marT="76200" marB="76200" anchor="ctr"/>
                </a:tc>
                <a:tc>
                  <a:txBody>
                    <a:bodyPr/>
                    <a:lstStyle/>
                    <a:p>
                      <a:r>
                        <a:rPr lang="en-US">
                          <a:effectLst/>
                        </a:rPr>
                        <a:t>Subjective, inconsistent, slow</a:t>
                      </a:r>
                      <a:endParaRPr lang="en-US" b="0">
                        <a:effectLst/>
                        <a:latin typeface="quote-cjk-patch"/>
                      </a:endParaRPr>
                    </a:p>
                  </a:txBody>
                  <a:tcPr marL="121920" marT="76200" marB="76200" anchor="ctr"/>
                </a:tc>
                <a:extLst>
                  <a:ext uri="{0D108BD9-81ED-4DB2-BD59-A6C34878D82A}">
                    <a16:rowId xmlns:a16="http://schemas.microsoft.com/office/drawing/2014/main" val="1266446546"/>
                  </a:ext>
                </a:extLst>
              </a:tr>
              <a:tr h="631563">
                <a:tc>
                  <a:txBody>
                    <a:bodyPr/>
                    <a:lstStyle/>
                    <a:p>
                      <a:r>
                        <a:rPr lang="en-US">
                          <a:effectLst/>
                        </a:rPr>
                        <a:t>Single-modality AI (e.g., only emotion)</a:t>
                      </a:r>
                      <a:endParaRPr lang="en-US" b="0">
                        <a:effectLst/>
                        <a:latin typeface="quote-cjk-patch"/>
                      </a:endParaRPr>
                    </a:p>
                  </a:txBody>
                  <a:tcPr marR="121920" marT="76200" marB="76200" anchor="ctr"/>
                </a:tc>
                <a:tc>
                  <a:txBody>
                    <a:bodyPr/>
                    <a:lstStyle/>
                    <a:p>
                      <a:r>
                        <a:rPr lang="en-US">
                          <a:effectLst/>
                        </a:rPr>
                        <a:t>Focused analysis</a:t>
                      </a:r>
                      <a:endParaRPr lang="en-US" b="0">
                        <a:effectLst/>
                        <a:latin typeface="quote-cjk-patch"/>
                      </a:endParaRPr>
                    </a:p>
                  </a:txBody>
                  <a:tcPr marL="121920" marR="121920" marT="76200" marB="76200" anchor="ctr"/>
                </a:tc>
                <a:tc>
                  <a:txBody>
                    <a:bodyPr/>
                    <a:lstStyle/>
                    <a:p>
                      <a:r>
                        <a:rPr lang="en-US">
                          <a:effectLst/>
                        </a:rPr>
                        <a:t>Misses voice/gesture context</a:t>
                      </a:r>
                      <a:endParaRPr lang="en-US" b="0">
                        <a:effectLst/>
                        <a:latin typeface="quote-cjk-patch"/>
                      </a:endParaRPr>
                    </a:p>
                  </a:txBody>
                  <a:tcPr marL="121920" marT="76200" marB="76200" anchor="ctr"/>
                </a:tc>
                <a:extLst>
                  <a:ext uri="{0D108BD9-81ED-4DB2-BD59-A6C34878D82A}">
                    <a16:rowId xmlns:a16="http://schemas.microsoft.com/office/drawing/2014/main" val="2474267606"/>
                  </a:ext>
                </a:extLst>
              </a:tr>
              <a:tr h="864244">
                <a:tc>
                  <a:txBody>
                    <a:bodyPr/>
                    <a:lstStyle/>
                    <a:p>
                      <a:r>
                        <a:rPr lang="en-US">
                          <a:effectLst/>
                        </a:rPr>
                        <a:t>Human action recognition (Kuang &amp; Tie, 2022)</a:t>
                      </a:r>
                      <a:endParaRPr lang="en-US" b="0">
                        <a:effectLst/>
                        <a:latin typeface="quote-cjk-patch"/>
                      </a:endParaRPr>
                    </a:p>
                  </a:txBody>
                  <a:tcPr marR="121920" marT="76200" marB="76200" anchor="ctr"/>
                </a:tc>
                <a:tc>
                  <a:txBody>
                    <a:bodyPr/>
                    <a:lstStyle/>
                    <a:p>
                      <a:r>
                        <a:rPr lang="en-US">
                          <a:effectLst/>
                        </a:rPr>
                        <a:t>Good for group activity</a:t>
                      </a:r>
                      <a:endParaRPr lang="en-US" b="0">
                        <a:effectLst/>
                        <a:latin typeface="quote-cjk-patch"/>
                      </a:endParaRPr>
                    </a:p>
                  </a:txBody>
                  <a:tcPr marL="121920" marR="121920" marT="76200" marB="76200" anchor="ctr"/>
                </a:tc>
                <a:tc>
                  <a:txBody>
                    <a:bodyPr/>
                    <a:lstStyle/>
                    <a:p>
                      <a:r>
                        <a:rPr lang="en-US">
                          <a:effectLst/>
                        </a:rPr>
                        <a:t>Not designed for individual acting performance</a:t>
                      </a:r>
                      <a:endParaRPr lang="en-US" b="0">
                        <a:effectLst/>
                        <a:latin typeface="quote-cjk-patch"/>
                      </a:endParaRPr>
                    </a:p>
                  </a:txBody>
                  <a:tcPr marL="121920" marT="76200" marB="76200" anchor="ctr"/>
                </a:tc>
                <a:extLst>
                  <a:ext uri="{0D108BD9-81ED-4DB2-BD59-A6C34878D82A}">
                    <a16:rowId xmlns:a16="http://schemas.microsoft.com/office/drawing/2014/main" val="2571271013"/>
                  </a:ext>
                </a:extLst>
              </a:tr>
              <a:tr h="864244">
                <a:tc>
                  <a:txBody>
                    <a:bodyPr/>
                    <a:lstStyle/>
                    <a:p>
                      <a:r>
                        <a:rPr lang="en-US">
                          <a:effectLst/>
                        </a:rPr>
                        <a:t>Tennis performance ML (Jindo et al., 2023)</a:t>
                      </a:r>
                      <a:endParaRPr lang="en-US" b="0">
                        <a:effectLst/>
                        <a:latin typeface="quote-cjk-patch"/>
                      </a:endParaRPr>
                    </a:p>
                  </a:txBody>
                  <a:tcPr marR="121920" marT="76200" marB="76200" anchor="ctr"/>
                </a:tc>
                <a:tc>
                  <a:txBody>
                    <a:bodyPr/>
                    <a:lstStyle/>
                    <a:p>
                      <a:r>
                        <a:rPr lang="en-US">
                          <a:effectLst/>
                        </a:rPr>
                        <a:t>Quantitative metrics</a:t>
                      </a:r>
                      <a:endParaRPr lang="en-US" b="0">
                        <a:effectLst/>
                        <a:latin typeface="quote-cjk-patch"/>
                      </a:endParaRPr>
                    </a:p>
                  </a:txBody>
                  <a:tcPr marL="121920" marR="121920" marT="76200" marB="76200" anchor="ctr"/>
                </a:tc>
                <a:tc>
                  <a:txBody>
                    <a:bodyPr/>
                    <a:lstStyle/>
                    <a:p>
                      <a:r>
                        <a:rPr lang="en-US" dirty="0">
                          <a:effectLst/>
                        </a:rPr>
                        <a:t>Domain-specific, not generalizable to acting</a:t>
                      </a:r>
                      <a:endParaRPr lang="en-US" b="0" dirty="0">
                        <a:effectLst/>
                        <a:latin typeface="quote-cjk-patch"/>
                      </a:endParaRPr>
                    </a:p>
                  </a:txBody>
                  <a:tcPr marL="121920" marT="76200" marB="76200" anchor="ctr"/>
                </a:tc>
                <a:extLst>
                  <a:ext uri="{0D108BD9-81ED-4DB2-BD59-A6C34878D82A}">
                    <a16:rowId xmlns:a16="http://schemas.microsoft.com/office/drawing/2014/main" val="4115489571"/>
                  </a:ext>
                </a:extLst>
              </a:tr>
            </a:tbl>
          </a:graphicData>
        </a:graphic>
      </p:graphicFrame>
    </p:spTree>
    <p:extLst>
      <p:ext uri="{BB962C8B-B14F-4D97-AF65-F5344CB8AC3E}">
        <p14:creationId xmlns:p14="http://schemas.microsoft.com/office/powerpoint/2010/main" val="949731690"/>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470"/>
        <p:cNvGrpSpPr/>
        <p:nvPr/>
      </p:nvGrpSpPr>
      <p:grpSpPr>
        <a:xfrm>
          <a:off x="0" y="0"/>
          <a:ext cx="0" cy="0"/>
          <a:chOff x="0" y="0"/>
          <a:chExt cx="0" cy="0"/>
        </a:xfrm>
      </p:grpSpPr>
      <p:sp>
        <p:nvSpPr>
          <p:cNvPr id="471" name="Google Shape;471;p48"/>
          <p:cNvSpPr txBox="1">
            <a:spLocks noGrp="1"/>
          </p:cNvSpPr>
          <p:nvPr>
            <p:ph type="subTitle" idx="3"/>
          </p:nvPr>
        </p:nvSpPr>
        <p:spPr>
          <a:xfrm>
            <a:off x="913552" y="1670861"/>
            <a:ext cx="3211200" cy="1349430"/>
          </a:xfrm>
          <a:prstGeom prst="rect">
            <a:avLst/>
          </a:prstGeom>
        </p:spPr>
        <p:txBody>
          <a:bodyPr spcFirstLastPara="1" wrap="square" lIns="91425" tIns="91425" rIns="91425" bIns="91425" anchor="t" anchorCtr="0">
            <a:noAutofit/>
          </a:bodyPr>
          <a:lstStyle/>
          <a:p>
            <a:pPr marL="0" lvl="0" indent="0">
              <a:lnSpc>
                <a:spcPct val="150000"/>
              </a:lnSpc>
            </a:pPr>
            <a:r>
              <a:rPr lang="en-US" sz="1600" dirty="0"/>
              <a:t>No existing system provides integrated multi-modal analysis (emotion + gaze + voice + gesture) with director-facing natural language summaries and per-action segmentation.</a:t>
            </a:r>
            <a:endParaRPr sz="1600" dirty="0"/>
          </a:p>
        </p:txBody>
      </p:sp>
      <p:sp>
        <p:nvSpPr>
          <p:cNvPr id="473" name="Google Shape;473;p48"/>
          <p:cNvSpPr txBox="1">
            <a:spLocks noGrp="1"/>
          </p:cNvSpPr>
          <p:nvPr>
            <p:ph type="subTitle" idx="1"/>
          </p:nvPr>
        </p:nvSpPr>
        <p:spPr>
          <a:xfrm>
            <a:off x="913552" y="1194761"/>
            <a:ext cx="3211200" cy="476100"/>
          </a:xfrm>
          <a:prstGeom prst="rect">
            <a:avLst/>
          </a:prstGeom>
        </p:spPr>
        <p:txBody>
          <a:bodyPr spcFirstLastPara="1" wrap="square" lIns="91425" tIns="91425" rIns="91425" bIns="91425" anchor="b" anchorCtr="0">
            <a:noAutofit/>
          </a:bodyPr>
          <a:lstStyle/>
          <a:p>
            <a:pPr marL="0" lvl="0" indent="0" algn="r" rtl="0">
              <a:spcBef>
                <a:spcPts val="0"/>
              </a:spcBef>
              <a:spcAft>
                <a:spcPts val="0"/>
              </a:spcAft>
              <a:buNone/>
            </a:pPr>
            <a:r>
              <a:rPr lang="en" sz="2800" dirty="0" smtClean="0"/>
              <a:t>Gap Identified</a:t>
            </a:r>
            <a:endParaRPr sz="2800" dirty="0"/>
          </a:p>
        </p:txBody>
      </p:sp>
      <p:sp>
        <p:nvSpPr>
          <p:cNvPr id="474" name="Google Shape;474;p48"/>
          <p:cNvSpPr txBox="1">
            <a:spLocks noGrp="1"/>
          </p:cNvSpPr>
          <p:nvPr>
            <p:ph type="subTitle" idx="2"/>
          </p:nvPr>
        </p:nvSpPr>
        <p:spPr>
          <a:xfrm>
            <a:off x="4949973" y="1194761"/>
            <a:ext cx="3211200" cy="476100"/>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en" sz="2800" dirty="0" smtClean="0"/>
              <a:t>Our Contribution</a:t>
            </a:r>
            <a:endParaRPr sz="2800" dirty="0"/>
          </a:p>
        </p:txBody>
      </p:sp>
      <p:sp>
        <p:nvSpPr>
          <p:cNvPr id="475" name="Google Shape;475;p48"/>
          <p:cNvSpPr txBox="1">
            <a:spLocks noGrp="1"/>
          </p:cNvSpPr>
          <p:nvPr>
            <p:ph type="subTitle" idx="4"/>
          </p:nvPr>
        </p:nvSpPr>
        <p:spPr>
          <a:xfrm>
            <a:off x="4949973" y="1670860"/>
            <a:ext cx="3211200" cy="2159921"/>
          </a:xfrm>
          <a:prstGeom prst="rect">
            <a:avLst/>
          </a:prstGeom>
        </p:spPr>
        <p:txBody>
          <a:bodyPr spcFirstLastPara="1" wrap="square" lIns="91425" tIns="91425" rIns="91425" bIns="91425" anchor="t" anchorCtr="0">
            <a:noAutofit/>
          </a:bodyPr>
          <a:lstStyle/>
          <a:p>
            <a:pPr marL="0" lvl="0" indent="0">
              <a:lnSpc>
                <a:spcPct val="150000"/>
              </a:lnSpc>
            </a:pPr>
            <a:r>
              <a:rPr lang="en-US" sz="1600" dirty="0" err="1"/>
              <a:t>AuditionSense</a:t>
            </a:r>
            <a:r>
              <a:rPr lang="en-US" sz="1600" dirty="0"/>
              <a:t> fills this gap with a modular, extensible pipeline and an 85/100 SUS score for </a:t>
            </a:r>
            <a:r>
              <a:rPr lang="en-US" sz="1600" dirty="0" smtClean="0"/>
              <a:t>usability fulfilled using multi-modal analysis.</a:t>
            </a:r>
            <a:endParaRPr sz="1600" dirty="0"/>
          </a:p>
        </p:txBody>
      </p:sp>
      <p:cxnSp>
        <p:nvCxnSpPr>
          <p:cNvPr id="4" name="Straight Connector 3"/>
          <p:cNvCxnSpPr/>
          <p:nvPr/>
        </p:nvCxnSpPr>
        <p:spPr>
          <a:xfrm>
            <a:off x="4502724" y="706582"/>
            <a:ext cx="0" cy="3657600"/>
          </a:xfrm>
          <a:prstGeom prst="line">
            <a:avLst/>
          </a:prstGeom>
        </p:spPr>
        <p:style>
          <a:lnRef idx="1">
            <a:schemeClr val="accent1"/>
          </a:lnRef>
          <a:fillRef idx="0">
            <a:schemeClr val="accent1"/>
          </a:fillRef>
          <a:effectRef idx="0">
            <a:schemeClr val="accent1"/>
          </a:effectRef>
          <a:fontRef idx="minor">
            <a:schemeClr val="tx1"/>
          </a:fontRef>
        </p:style>
      </p:cxnSp>
    </p:spTree>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457"/>
        <p:cNvGrpSpPr/>
        <p:nvPr/>
      </p:nvGrpSpPr>
      <p:grpSpPr>
        <a:xfrm>
          <a:off x="0" y="0"/>
          <a:ext cx="0" cy="0"/>
          <a:chOff x="0" y="0"/>
          <a:chExt cx="0" cy="0"/>
        </a:xfrm>
      </p:grpSpPr>
      <p:sp>
        <p:nvSpPr>
          <p:cNvPr id="458" name="Google Shape;458;p47"/>
          <p:cNvSpPr txBox="1">
            <a:spLocks noGrp="1"/>
          </p:cNvSpPr>
          <p:nvPr>
            <p:ph type="title"/>
          </p:nvPr>
        </p:nvSpPr>
        <p:spPr>
          <a:xfrm>
            <a:off x="2352125" y="2350752"/>
            <a:ext cx="3555300" cy="1777152"/>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en" sz="5400" dirty="0" smtClean="0"/>
              <a:t>Problem Statement</a:t>
            </a:r>
            <a:endParaRPr sz="5400" dirty="0"/>
          </a:p>
        </p:txBody>
      </p:sp>
      <p:sp>
        <p:nvSpPr>
          <p:cNvPr id="459" name="Google Shape;459;p47"/>
          <p:cNvSpPr txBox="1">
            <a:spLocks noGrp="1"/>
          </p:cNvSpPr>
          <p:nvPr>
            <p:ph type="title" idx="2"/>
          </p:nvPr>
        </p:nvSpPr>
        <p:spPr>
          <a:xfrm>
            <a:off x="1152125" y="2350752"/>
            <a:ext cx="1200000" cy="841800"/>
          </a:xfrm>
          <a:prstGeom prst="rect">
            <a:avLst/>
          </a:prstGeom>
        </p:spPr>
        <p:txBody>
          <a:bodyPr spcFirstLastPara="1" wrap="square" lIns="91425" tIns="91425" rIns="91425" bIns="91425" anchor="ctr" anchorCtr="0">
            <a:noAutofit/>
          </a:bodyPr>
          <a:lstStyle/>
          <a:p>
            <a:pPr marL="0" lvl="0" indent="0" algn="l" rtl="0">
              <a:spcBef>
                <a:spcPts val="0"/>
              </a:spcBef>
              <a:spcAft>
                <a:spcPts val="0"/>
              </a:spcAft>
              <a:buNone/>
            </a:pPr>
            <a:r>
              <a:rPr lang="en"/>
              <a:t>02</a:t>
            </a:r>
            <a:endParaRPr/>
          </a:p>
        </p:txBody>
      </p:sp>
      <p:grpSp>
        <p:nvGrpSpPr>
          <p:cNvPr id="461" name="Google Shape;461;p47"/>
          <p:cNvGrpSpPr/>
          <p:nvPr/>
        </p:nvGrpSpPr>
        <p:grpSpPr>
          <a:xfrm flipH="1">
            <a:off x="577491" y="508623"/>
            <a:ext cx="8385900" cy="90900"/>
            <a:chOff x="160950" y="480600"/>
            <a:chExt cx="8385900" cy="90900"/>
          </a:xfrm>
        </p:grpSpPr>
        <p:cxnSp>
          <p:nvCxnSpPr>
            <p:cNvPr id="462" name="Google Shape;462;p47"/>
            <p:cNvCxnSpPr/>
            <p:nvPr/>
          </p:nvCxnSpPr>
          <p:spPr>
            <a:xfrm>
              <a:off x="160950" y="571500"/>
              <a:ext cx="8385900" cy="0"/>
            </a:xfrm>
            <a:prstGeom prst="straightConnector1">
              <a:avLst/>
            </a:prstGeom>
            <a:noFill/>
            <a:ln w="9525" cap="flat" cmpd="sng">
              <a:solidFill>
                <a:schemeClr val="lt1"/>
              </a:solidFill>
              <a:prstDash val="solid"/>
              <a:round/>
              <a:headEnd type="none" w="med" len="med"/>
              <a:tailEnd type="none" w="med" len="med"/>
            </a:ln>
          </p:spPr>
        </p:cxnSp>
        <p:sp>
          <p:nvSpPr>
            <p:cNvPr id="463" name="Google Shape;463;p47"/>
            <p:cNvSpPr/>
            <p:nvPr/>
          </p:nvSpPr>
          <p:spPr>
            <a:xfrm>
              <a:off x="8041650" y="480600"/>
              <a:ext cx="505200" cy="90900"/>
            </a:xfrm>
            <a:prstGeom prst="rect">
              <a:avLst/>
            </a:pr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464" name="Google Shape;464;p47"/>
          <p:cNvGrpSpPr/>
          <p:nvPr/>
        </p:nvGrpSpPr>
        <p:grpSpPr>
          <a:xfrm flipH="1">
            <a:off x="7988270" y="150698"/>
            <a:ext cx="90900" cy="4415700"/>
            <a:chOff x="1113520" y="-562202"/>
            <a:chExt cx="90900" cy="4415700"/>
          </a:xfrm>
        </p:grpSpPr>
        <p:sp>
          <p:nvSpPr>
            <p:cNvPr id="465" name="Google Shape;465;p47"/>
            <p:cNvSpPr/>
            <p:nvPr/>
          </p:nvSpPr>
          <p:spPr>
            <a:xfrm rot="-5400000">
              <a:off x="906370" y="3555448"/>
              <a:ext cx="505200" cy="90900"/>
            </a:xfrm>
            <a:prstGeom prst="rect">
              <a:avLst/>
            </a:pr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cxnSp>
          <p:nvCxnSpPr>
            <p:cNvPr id="466" name="Google Shape;466;p47"/>
            <p:cNvCxnSpPr/>
            <p:nvPr/>
          </p:nvCxnSpPr>
          <p:spPr>
            <a:xfrm rot="10800000">
              <a:off x="1121185" y="-562202"/>
              <a:ext cx="0" cy="4153200"/>
            </a:xfrm>
            <a:prstGeom prst="straightConnector1">
              <a:avLst/>
            </a:prstGeom>
            <a:noFill/>
            <a:ln w="9525" cap="flat" cmpd="sng">
              <a:solidFill>
                <a:schemeClr val="lt1"/>
              </a:solidFill>
              <a:prstDash val="solid"/>
              <a:round/>
              <a:headEnd type="none" w="med" len="med"/>
              <a:tailEnd type="none" w="med" len="med"/>
            </a:ln>
          </p:spPr>
        </p:cxnSp>
      </p:grpSp>
    </p:spTree>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398"/>
        <p:cNvGrpSpPr/>
        <p:nvPr/>
      </p:nvGrpSpPr>
      <p:grpSpPr>
        <a:xfrm>
          <a:off x="0" y="0"/>
          <a:ext cx="0" cy="0"/>
          <a:chOff x="0" y="0"/>
          <a:chExt cx="0" cy="0"/>
        </a:xfrm>
      </p:grpSpPr>
      <p:sp>
        <p:nvSpPr>
          <p:cNvPr id="400" name="Google Shape;400;p42"/>
          <p:cNvSpPr txBox="1">
            <a:spLocks noGrp="1"/>
          </p:cNvSpPr>
          <p:nvPr>
            <p:ph type="title"/>
          </p:nvPr>
        </p:nvSpPr>
        <p:spPr>
          <a:xfrm>
            <a:off x="1245650" y="450888"/>
            <a:ext cx="1275300" cy="5934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
              <a:t>01</a:t>
            </a:r>
            <a:endParaRPr/>
          </a:p>
        </p:txBody>
      </p:sp>
      <p:sp>
        <p:nvSpPr>
          <p:cNvPr id="401" name="Google Shape;401;p42"/>
          <p:cNvSpPr txBox="1">
            <a:spLocks noGrp="1"/>
          </p:cNvSpPr>
          <p:nvPr>
            <p:ph type="subTitle" idx="1"/>
          </p:nvPr>
        </p:nvSpPr>
        <p:spPr>
          <a:xfrm>
            <a:off x="720000" y="948763"/>
            <a:ext cx="2336400" cy="1253250"/>
          </a:xfrm>
          <a:prstGeom prst="rect">
            <a:avLst/>
          </a:prstGeom>
        </p:spPr>
        <p:txBody>
          <a:bodyPr spcFirstLastPara="1" wrap="square" lIns="91425" tIns="91425" rIns="91425" bIns="91425" anchor="t" anchorCtr="0">
            <a:noAutofit/>
          </a:bodyPr>
          <a:lstStyle/>
          <a:p>
            <a:pPr marL="0" lvl="0" indent="0"/>
            <a:r>
              <a:rPr lang="en-US" sz="1400" dirty="0"/>
              <a:t>Directors face difficulties evaluating actors objectively due to subjective human judgment.</a:t>
            </a:r>
            <a:endParaRPr sz="1400" dirty="0"/>
          </a:p>
        </p:txBody>
      </p:sp>
      <p:sp>
        <p:nvSpPr>
          <p:cNvPr id="402" name="Google Shape;402;p42"/>
          <p:cNvSpPr txBox="1">
            <a:spLocks noGrp="1"/>
          </p:cNvSpPr>
          <p:nvPr>
            <p:ph type="title" idx="2"/>
          </p:nvPr>
        </p:nvSpPr>
        <p:spPr>
          <a:xfrm>
            <a:off x="3931900" y="450888"/>
            <a:ext cx="1275300" cy="5934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
              <a:t>02</a:t>
            </a:r>
            <a:endParaRPr/>
          </a:p>
        </p:txBody>
      </p:sp>
      <p:sp>
        <p:nvSpPr>
          <p:cNvPr id="403" name="Google Shape;403;p42"/>
          <p:cNvSpPr txBox="1">
            <a:spLocks noGrp="1"/>
          </p:cNvSpPr>
          <p:nvPr>
            <p:ph type="subTitle" idx="3"/>
          </p:nvPr>
        </p:nvSpPr>
        <p:spPr>
          <a:xfrm>
            <a:off x="3403800" y="948763"/>
            <a:ext cx="2336400" cy="1253250"/>
          </a:xfrm>
          <a:prstGeom prst="rect">
            <a:avLst/>
          </a:prstGeom>
        </p:spPr>
        <p:txBody>
          <a:bodyPr spcFirstLastPara="1" wrap="square" lIns="91425" tIns="91425" rIns="91425" bIns="91425" anchor="t" anchorCtr="0">
            <a:noAutofit/>
          </a:bodyPr>
          <a:lstStyle/>
          <a:p>
            <a:pPr marL="0" lvl="0" indent="0"/>
            <a:r>
              <a:rPr lang="en-US" sz="1400" dirty="0"/>
              <a:t>Nonverbal cues like facial expressions, posture, and gestures are often missed or misinterpreted.</a:t>
            </a:r>
            <a:endParaRPr sz="1400" dirty="0"/>
          </a:p>
        </p:txBody>
      </p:sp>
      <p:sp>
        <p:nvSpPr>
          <p:cNvPr id="404" name="Google Shape;404;p42"/>
          <p:cNvSpPr txBox="1">
            <a:spLocks noGrp="1"/>
          </p:cNvSpPr>
          <p:nvPr>
            <p:ph type="title" idx="4"/>
          </p:nvPr>
        </p:nvSpPr>
        <p:spPr>
          <a:xfrm>
            <a:off x="6623050" y="450888"/>
            <a:ext cx="1275300" cy="5934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
              <a:t>03</a:t>
            </a:r>
            <a:endParaRPr/>
          </a:p>
        </p:txBody>
      </p:sp>
      <p:sp>
        <p:nvSpPr>
          <p:cNvPr id="405" name="Google Shape;405;p42"/>
          <p:cNvSpPr txBox="1">
            <a:spLocks noGrp="1"/>
          </p:cNvSpPr>
          <p:nvPr>
            <p:ph type="subTitle" idx="5"/>
          </p:nvPr>
        </p:nvSpPr>
        <p:spPr>
          <a:xfrm>
            <a:off x="6087600" y="948763"/>
            <a:ext cx="2336400" cy="1253250"/>
          </a:xfrm>
          <a:prstGeom prst="rect">
            <a:avLst/>
          </a:prstGeom>
        </p:spPr>
        <p:txBody>
          <a:bodyPr spcFirstLastPara="1" wrap="square" lIns="91425" tIns="91425" rIns="91425" bIns="91425" anchor="t" anchorCtr="0">
            <a:noAutofit/>
          </a:bodyPr>
          <a:lstStyle/>
          <a:p>
            <a:pPr marL="0" lvl="0" indent="0"/>
            <a:r>
              <a:rPr lang="en-US" sz="1400" dirty="0"/>
              <a:t>Manual audition review is time-consuming and inconsistent.</a:t>
            </a:r>
            <a:endParaRPr sz="1400" dirty="0"/>
          </a:p>
        </p:txBody>
      </p:sp>
      <p:sp>
        <p:nvSpPr>
          <p:cNvPr id="406" name="Google Shape;406;p42"/>
          <p:cNvSpPr txBox="1">
            <a:spLocks noGrp="1"/>
          </p:cNvSpPr>
          <p:nvPr>
            <p:ph type="title" idx="6"/>
          </p:nvPr>
        </p:nvSpPr>
        <p:spPr>
          <a:xfrm>
            <a:off x="1081975" y="2377485"/>
            <a:ext cx="1275300" cy="5934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
              <a:t>04</a:t>
            </a:r>
            <a:endParaRPr/>
          </a:p>
        </p:txBody>
      </p:sp>
      <p:sp>
        <p:nvSpPr>
          <p:cNvPr id="407" name="Google Shape;407;p42"/>
          <p:cNvSpPr txBox="1">
            <a:spLocks noGrp="1"/>
          </p:cNvSpPr>
          <p:nvPr>
            <p:ph type="subTitle" idx="7"/>
          </p:nvPr>
        </p:nvSpPr>
        <p:spPr>
          <a:xfrm>
            <a:off x="556325" y="2883586"/>
            <a:ext cx="2336400" cy="1253250"/>
          </a:xfrm>
          <a:prstGeom prst="rect">
            <a:avLst/>
          </a:prstGeom>
        </p:spPr>
        <p:txBody>
          <a:bodyPr spcFirstLastPara="1" wrap="square" lIns="91425" tIns="91425" rIns="91425" bIns="91425" anchor="t" anchorCtr="0">
            <a:noAutofit/>
          </a:bodyPr>
          <a:lstStyle/>
          <a:p>
            <a:pPr marL="0" lvl="0" indent="0"/>
            <a:r>
              <a:rPr lang="en-US" sz="1400" dirty="0"/>
              <a:t>Existing tools lack integrated analysis of visual, emotional, vocal, and physical performance aspects.</a:t>
            </a:r>
            <a:endParaRPr sz="1400" dirty="0"/>
          </a:p>
        </p:txBody>
      </p:sp>
      <p:sp>
        <p:nvSpPr>
          <p:cNvPr id="408" name="Google Shape;408;p42"/>
          <p:cNvSpPr txBox="1">
            <a:spLocks noGrp="1"/>
          </p:cNvSpPr>
          <p:nvPr>
            <p:ph type="title" idx="8"/>
          </p:nvPr>
        </p:nvSpPr>
        <p:spPr>
          <a:xfrm>
            <a:off x="3768225" y="2377485"/>
            <a:ext cx="1275300" cy="5934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
              <a:t>05</a:t>
            </a:r>
            <a:endParaRPr/>
          </a:p>
        </p:txBody>
      </p:sp>
      <p:sp>
        <p:nvSpPr>
          <p:cNvPr id="409" name="Google Shape;409;p42"/>
          <p:cNvSpPr txBox="1">
            <a:spLocks noGrp="1"/>
          </p:cNvSpPr>
          <p:nvPr>
            <p:ph type="subTitle" idx="9"/>
          </p:nvPr>
        </p:nvSpPr>
        <p:spPr>
          <a:xfrm>
            <a:off x="3071550" y="2883586"/>
            <a:ext cx="2668650" cy="1253250"/>
          </a:xfrm>
          <a:prstGeom prst="rect">
            <a:avLst/>
          </a:prstGeom>
        </p:spPr>
        <p:txBody>
          <a:bodyPr spcFirstLastPara="1" wrap="square" lIns="91425" tIns="91425" rIns="91425" bIns="91425" anchor="t" anchorCtr="0">
            <a:noAutofit/>
          </a:bodyPr>
          <a:lstStyle/>
          <a:p>
            <a:pPr marL="0" lvl="0" indent="0"/>
            <a:r>
              <a:rPr lang="en-US" sz="1400" dirty="0"/>
              <a:t>There is a need for an AI-driven system that provides fast, accurate, and comprehensive audition evaluations and reports.</a:t>
            </a:r>
            <a:endParaRPr sz="1400" dirty="0"/>
          </a:p>
        </p:txBody>
      </p:sp>
      <p:pic>
        <p:nvPicPr>
          <p:cNvPr id="2050" name="Picture 2" descr="Tired Film Director Stock Photos - Free &amp; Royalty-Free Stock Photos from  Dreamstime"/>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360674" y="1900811"/>
            <a:ext cx="2950965" cy="3603621"/>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984"/>
        <p:cNvGrpSpPr/>
        <p:nvPr/>
      </p:nvGrpSpPr>
      <p:grpSpPr>
        <a:xfrm>
          <a:off x="0" y="0"/>
          <a:ext cx="0" cy="0"/>
          <a:chOff x="0" y="0"/>
          <a:chExt cx="0" cy="0"/>
        </a:xfrm>
      </p:grpSpPr>
      <p:sp>
        <p:nvSpPr>
          <p:cNvPr id="985" name="Google Shape;985;p76"/>
          <p:cNvSpPr txBox="1">
            <a:spLocks noGrp="1"/>
          </p:cNvSpPr>
          <p:nvPr>
            <p:ph type="title"/>
          </p:nvPr>
        </p:nvSpPr>
        <p:spPr>
          <a:xfrm>
            <a:off x="720000" y="445025"/>
            <a:ext cx="7704000" cy="5727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 dirty="0" smtClean="0"/>
              <a:t>Problem Statement</a:t>
            </a:r>
            <a:endParaRPr dirty="0"/>
          </a:p>
        </p:txBody>
      </p:sp>
      <p:sp>
        <p:nvSpPr>
          <p:cNvPr id="986" name="Google Shape;986;p76"/>
          <p:cNvSpPr txBox="1">
            <a:spLocks noGrp="1"/>
          </p:cNvSpPr>
          <p:nvPr>
            <p:ph type="body" idx="1"/>
          </p:nvPr>
        </p:nvSpPr>
        <p:spPr>
          <a:xfrm>
            <a:off x="720000" y="903717"/>
            <a:ext cx="7704000" cy="1655618"/>
          </a:xfrm>
          <a:prstGeom prst="rect">
            <a:avLst/>
          </a:prstGeom>
        </p:spPr>
        <p:txBody>
          <a:bodyPr spcFirstLastPara="1" wrap="square" lIns="91425" tIns="91425" rIns="91425" bIns="91425" anchor="t" anchorCtr="0">
            <a:noAutofit/>
          </a:bodyPr>
          <a:lstStyle/>
          <a:p>
            <a:pPr marL="0" lvl="0" indent="0" algn="l" rtl="0">
              <a:lnSpc>
                <a:spcPct val="100000"/>
              </a:lnSpc>
              <a:spcBef>
                <a:spcPts val="1000"/>
              </a:spcBef>
              <a:spcAft>
                <a:spcPts val="0"/>
              </a:spcAft>
              <a:buNone/>
            </a:pPr>
            <a:r>
              <a:rPr lang="en-US" b="1" dirty="0" smtClean="0"/>
              <a:t>Formal Definition</a:t>
            </a:r>
          </a:p>
          <a:p>
            <a:pPr marL="0" lvl="0" indent="0">
              <a:lnSpc>
                <a:spcPct val="100000"/>
              </a:lnSpc>
              <a:spcBef>
                <a:spcPts val="1000"/>
              </a:spcBef>
              <a:buNone/>
            </a:pPr>
            <a:r>
              <a:rPr lang="en-US" dirty="0"/>
              <a:t>Given an audition video V</a:t>
            </a:r>
            <a:r>
              <a:rPr lang="en-US" i="1" dirty="0"/>
              <a:t>V</a:t>
            </a:r>
            <a:r>
              <a:rPr lang="en-US" dirty="0"/>
              <a:t> of length 1–5 minutes, extract features F={</a:t>
            </a:r>
            <a:r>
              <a:rPr lang="en-US" dirty="0" smtClean="0"/>
              <a:t>E,G,V,P}</a:t>
            </a:r>
            <a:r>
              <a:rPr lang="en-US" i="1" dirty="0" smtClean="0"/>
              <a:t> </a:t>
            </a:r>
            <a:r>
              <a:rPr lang="en-US" dirty="0" smtClean="0"/>
              <a:t>where</a:t>
            </a:r>
            <a:r>
              <a:rPr lang="en-US" dirty="0"/>
              <a:t>:</a:t>
            </a:r>
            <a:endParaRPr b="1" dirty="0"/>
          </a:p>
          <a:p>
            <a:pPr lvl="0" indent="-304800">
              <a:lnSpc>
                <a:spcPct val="100000"/>
              </a:lnSpc>
              <a:buSzPts val="1200"/>
            </a:pPr>
            <a:r>
              <a:rPr lang="en-US" dirty="0">
                <a:solidFill>
                  <a:schemeClr val="hlink"/>
                </a:solidFill>
              </a:rPr>
              <a:t>E = facial emotions </a:t>
            </a:r>
            <a:endParaRPr lang="en-US" dirty="0" smtClean="0">
              <a:solidFill>
                <a:schemeClr val="hlink"/>
              </a:solidFill>
            </a:endParaRPr>
          </a:p>
          <a:p>
            <a:pPr lvl="0" indent="-304800">
              <a:lnSpc>
                <a:spcPct val="100000"/>
              </a:lnSpc>
              <a:buSzPts val="1200"/>
            </a:pPr>
            <a:r>
              <a:rPr lang="en-US" dirty="0" smtClean="0">
                <a:solidFill>
                  <a:schemeClr val="hlink"/>
                </a:solidFill>
              </a:rPr>
              <a:t>G </a:t>
            </a:r>
            <a:r>
              <a:rPr lang="en-US" dirty="0">
                <a:solidFill>
                  <a:schemeClr val="hlink"/>
                </a:solidFill>
              </a:rPr>
              <a:t>= gaze direction and fixation </a:t>
            </a:r>
            <a:r>
              <a:rPr lang="en-US" dirty="0" err="1" smtClean="0">
                <a:solidFill>
                  <a:schemeClr val="hlink"/>
                </a:solidFill>
              </a:rPr>
              <a:t>heatmaps</a:t>
            </a:r>
            <a:endParaRPr lang="en-US" dirty="0">
              <a:solidFill>
                <a:schemeClr val="hlink"/>
              </a:solidFill>
            </a:endParaRPr>
          </a:p>
          <a:p>
            <a:pPr lvl="0" indent="-304800">
              <a:lnSpc>
                <a:spcPct val="100000"/>
              </a:lnSpc>
              <a:buSzPts val="1200"/>
            </a:pPr>
            <a:r>
              <a:rPr lang="en-US" dirty="0">
                <a:solidFill>
                  <a:schemeClr val="hlink"/>
                </a:solidFill>
              </a:rPr>
              <a:t>V </a:t>
            </a:r>
            <a:r>
              <a:rPr lang="en-US" dirty="0" smtClean="0">
                <a:solidFill>
                  <a:schemeClr val="hlink"/>
                </a:solidFill>
              </a:rPr>
              <a:t>= </a:t>
            </a:r>
            <a:r>
              <a:rPr lang="en-US" dirty="0">
                <a:solidFill>
                  <a:schemeClr val="hlink"/>
                </a:solidFill>
              </a:rPr>
              <a:t>voice prosody (pitch, intensity, tempo) + transcription</a:t>
            </a:r>
          </a:p>
          <a:p>
            <a:pPr lvl="0" indent="-304800">
              <a:lnSpc>
                <a:spcPct val="100000"/>
              </a:lnSpc>
              <a:buSzPts val="1200"/>
            </a:pPr>
            <a:r>
              <a:rPr lang="en-US" dirty="0" smtClean="0">
                <a:solidFill>
                  <a:schemeClr val="hlink"/>
                </a:solidFill>
              </a:rPr>
              <a:t>P </a:t>
            </a:r>
            <a:r>
              <a:rPr lang="en-US" dirty="0">
                <a:solidFill>
                  <a:schemeClr val="hlink"/>
                </a:solidFill>
              </a:rPr>
              <a:t>= pose and gesture </a:t>
            </a:r>
            <a:r>
              <a:rPr lang="en-US" dirty="0" err="1">
                <a:solidFill>
                  <a:schemeClr val="hlink"/>
                </a:solidFill>
              </a:rPr>
              <a:t>keypoints</a:t>
            </a:r>
            <a:r>
              <a:rPr lang="en-US" dirty="0">
                <a:solidFill>
                  <a:schemeClr val="hlink"/>
                </a:solidFill>
              </a:rPr>
              <a:t> (33 landmarks via MediaPipe)</a:t>
            </a:r>
            <a:endParaRPr dirty="0"/>
          </a:p>
        </p:txBody>
      </p:sp>
      <p:sp>
        <p:nvSpPr>
          <p:cNvPr id="4" name="Google Shape;986;p76"/>
          <p:cNvSpPr txBox="1">
            <a:spLocks/>
          </p:cNvSpPr>
          <p:nvPr/>
        </p:nvSpPr>
        <p:spPr>
          <a:xfrm>
            <a:off x="720000" y="2349545"/>
            <a:ext cx="7704000" cy="1336964"/>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L="457200" marR="0" lvl="0" indent="-317500" algn="l" rtl="0">
              <a:lnSpc>
                <a:spcPct val="115000"/>
              </a:lnSpc>
              <a:spcBef>
                <a:spcPts val="0"/>
              </a:spcBef>
              <a:spcAft>
                <a:spcPts val="0"/>
              </a:spcAft>
              <a:buClr>
                <a:schemeClr val="dk1"/>
              </a:buClr>
              <a:buSzPts val="1400"/>
              <a:buFont typeface="Akatab"/>
              <a:buChar char="●"/>
              <a:defRPr sz="1200" b="0" i="0" u="none" strike="noStrike" cap="none">
                <a:solidFill>
                  <a:schemeClr val="dk1"/>
                </a:solidFill>
                <a:latin typeface="Akatab"/>
                <a:ea typeface="Akatab"/>
                <a:cs typeface="Akatab"/>
                <a:sym typeface="Akatab"/>
              </a:defRPr>
            </a:lvl1pPr>
            <a:lvl2pPr marL="914400" marR="0" lvl="1" indent="-304800" algn="l" rtl="0">
              <a:lnSpc>
                <a:spcPct val="115000"/>
              </a:lnSpc>
              <a:spcBef>
                <a:spcPts val="0"/>
              </a:spcBef>
              <a:spcAft>
                <a:spcPts val="0"/>
              </a:spcAft>
              <a:buClr>
                <a:schemeClr val="dk1"/>
              </a:buClr>
              <a:buSzPts val="1200"/>
              <a:buFont typeface="Akatab"/>
              <a:buChar char="○"/>
              <a:defRPr sz="1200" b="0" i="0" u="none" strike="noStrike" cap="none">
                <a:solidFill>
                  <a:schemeClr val="dk1"/>
                </a:solidFill>
                <a:latin typeface="Akatab"/>
                <a:ea typeface="Akatab"/>
                <a:cs typeface="Akatab"/>
                <a:sym typeface="Akatab"/>
              </a:defRPr>
            </a:lvl2pPr>
            <a:lvl3pPr marL="1371600" marR="0" lvl="2" indent="-304800" algn="l" rtl="0">
              <a:lnSpc>
                <a:spcPct val="115000"/>
              </a:lnSpc>
              <a:spcBef>
                <a:spcPts val="0"/>
              </a:spcBef>
              <a:spcAft>
                <a:spcPts val="0"/>
              </a:spcAft>
              <a:buClr>
                <a:schemeClr val="dk1"/>
              </a:buClr>
              <a:buSzPts val="1200"/>
              <a:buFont typeface="Akatab"/>
              <a:buChar char="■"/>
              <a:defRPr sz="1200" b="0" i="0" u="none" strike="noStrike" cap="none">
                <a:solidFill>
                  <a:schemeClr val="dk1"/>
                </a:solidFill>
                <a:latin typeface="Akatab"/>
                <a:ea typeface="Akatab"/>
                <a:cs typeface="Akatab"/>
                <a:sym typeface="Akatab"/>
              </a:defRPr>
            </a:lvl3pPr>
            <a:lvl4pPr marL="1828800" marR="0" lvl="3" indent="-304800" algn="l" rtl="0">
              <a:lnSpc>
                <a:spcPct val="115000"/>
              </a:lnSpc>
              <a:spcBef>
                <a:spcPts val="0"/>
              </a:spcBef>
              <a:spcAft>
                <a:spcPts val="0"/>
              </a:spcAft>
              <a:buClr>
                <a:schemeClr val="dk1"/>
              </a:buClr>
              <a:buSzPts val="1200"/>
              <a:buFont typeface="Akatab"/>
              <a:buChar char="●"/>
              <a:defRPr sz="1200" b="0" i="0" u="none" strike="noStrike" cap="none">
                <a:solidFill>
                  <a:schemeClr val="dk1"/>
                </a:solidFill>
                <a:latin typeface="Akatab"/>
                <a:ea typeface="Akatab"/>
                <a:cs typeface="Akatab"/>
                <a:sym typeface="Akatab"/>
              </a:defRPr>
            </a:lvl4pPr>
            <a:lvl5pPr marL="2286000" marR="0" lvl="4" indent="-304800" algn="l" rtl="0">
              <a:lnSpc>
                <a:spcPct val="115000"/>
              </a:lnSpc>
              <a:spcBef>
                <a:spcPts val="0"/>
              </a:spcBef>
              <a:spcAft>
                <a:spcPts val="0"/>
              </a:spcAft>
              <a:buClr>
                <a:schemeClr val="dk1"/>
              </a:buClr>
              <a:buSzPts val="1200"/>
              <a:buFont typeface="Akatab"/>
              <a:buChar char="○"/>
              <a:defRPr sz="1200" b="0" i="0" u="none" strike="noStrike" cap="none">
                <a:solidFill>
                  <a:schemeClr val="dk1"/>
                </a:solidFill>
                <a:latin typeface="Akatab"/>
                <a:ea typeface="Akatab"/>
                <a:cs typeface="Akatab"/>
                <a:sym typeface="Akatab"/>
              </a:defRPr>
            </a:lvl5pPr>
            <a:lvl6pPr marL="2743200" marR="0" lvl="5" indent="-304800" algn="l" rtl="0">
              <a:lnSpc>
                <a:spcPct val="115000"/>
              </a:lnSpc>
              <a:spcBef>
                <a:spcPts val="0"/>
              </a:spcBef>
              <a:spcAft>
                <a:spcPts val="0"/>
              </a:spcAft>
              <a:buClr>
                <a:schemeClr val="dk1"/>
              </a:buClr>
              <a:buSzPts val="1200"/>
              <a:buFont typeface="Akatab"/>
              <a:buChar char="■"/>
              <a:defRPr sz="1200" b="0" i="0" u="none" strike="noStrike" cap="none">
                <a:solidFill>
                  <a:schemeClr val="dk1"/>
                </a:solidFill>
                <a:latin typeface="Akatab"/>
                <a:ea typeface="Akatab"/>
                <a:cs typeface="Akatab"/>
                <a:sym typeface="Akatab"/>
              </a:defRPr>
            </a:lvl6pPr>
            <a:lvl7pPr marL="3200400" marR="0" lvl="6" indent="-304800" algn="l" rtl="0">
              <a:lnSpc>
                <a:spcPct val="115000"/>
              </a:lnSpc>
              <a:spcBef>
                <a:spcPts val="0"/>
              </a:spcBef>
              <a:spcAft>
                <a:spcPts val="0"/>
              </a:spcAft>
              <a:buClr>
                <a:schemeClr val="dk1"/>
              </a:buClr>
              <a:buSzPts val="1200"/>
              <a:buFont typeface="Akatab"/>
              <a:buChar char="●"/>
              <a:defRPr sz="1200" b="0" i="0" u="none" strike="noStrike" cap="none">
                <a:solidFill>
                  <a:schemeClr val="dk1"/>
                </a:solidFill>
                <a:latin typeface="Akatab"/>
                <a:ea typeface="Akatab"/>
                <a:cs typeface="Akatab"/>
                <a:sym typeface="Akatab"/>
              </a:defRPr>
            </a:lvl7pPr>
            <a:lvl8pPr marL="3657600" marR="0" lvl="7" indent="-304800" algn="l" rtl="0">
              <a:lnSpc>
                <a:spcPct val="115000"/>
              </a:lnSpc>
              <a:spcBef>
                <a:spcPts val="0"/>
              </a:spcBef>
              <a:spcAft>
                <a:spcPts val="0"/>
              </a:spcAft>
              <a:buClr>
                <a:schemeClr val="dk1"/>
              </a:buClr>
              <a:buSzPts val="1200"/>
              <a:buFont typeface="Akatab"/>
              <a:buChar char="○"/>
              <a:defRPr sz="1200" b="0" i="0" u="none" strike="noStrike" cap="none">
                <a:solidFill>
                  <a:schemeClr val="dk1"/>
                </a:solidFill>
                <a:latin typeface="Akatab"/>
                <a:ea typeface="Akatab"/>
                <a:cs typeface="Akatab"/>
                <a:sym typeface="Akatab"/>
              </a:defRPr>
            </a:lvl8pPr>
            <a:lvl9pPr marL="4114800" marR="0" lvl="8" indent="-304800" algn="l" rtl="0">
              <a:lnSpc>
                <a:spcPct val="115000"/>
              </a:lnSpc>
              <a:spcBef>
                <a:spcPts val="0"/>
              </a:spcBef>
              <a:spcAft>
                <a:spcPts val="0"/>
              </a:spcAft>
              <a:buClr>
                <a:schemeClr val="dk1"/>
              </a:buClr>
              <a:buSzPts val="1200"/>
              <a:buFont typeface="Akatab"/>
              <a:buChar char="■"/>
              <a:defRPr sz="1200" b="0" i="0" u="none" strike="noStrike" cap="none">
                <a:solidFill>
                  <a:schemeClr val="dk1"/>
                </a:solidFill>
                <a:latin typeface="Akatab"/>
                <a:ea typeface="Akatab"/>
                <a:cs typeface="Akatab"/>
                <a:sym typeface="Akatab"/>
              </a:defRPr>
            </a:lvl9pPr>
          </a:lstStyle>
          <a:p>
            <a:pPr marL="0" indent="0">
              <a:lnSpc>
                <a:spcPct val="100000"/>
              </a:lnSpc>
              <a:spcBef>
                <a:spcPts val="1000"/>
              </a:spcBef>
              <a:buFont typeface="Akatab"/>
              <a:buNone/>
            </a:pPr>
            <a:r>
              <a:rPr lang="en-US" b="1" dirty="0" smtClean="0"/>
              <a:t>Key Challenges</a:t>
            </a:r>
          </a:p>
          <a:p>
            <a:pPr indent="-304800">
              <a:lnSpc>
                <a:spcPct val="100000"/>
              </a:lnSpc>
              <a:buSzPts val="1200"/>
            </a:pPr>
            <a:r>
              <a:rPr lang="en-US" dirty="0">
                <a:solidFill>
                  <a:schemeClr val="hlink"/>
                </a:solidFill>
              </a:rPr>
              <a:t>Synchronizing audio/video/pose streams in real </a:t>
            </a:r>
            <a:r>
              <a:rPr lang="en-US" dirty="0" smtClean="0">
                <a:solidFill>
                  <a:schemeClr val="hlink"/>
                </a:solidFill>
              </a:rPr>
              <a:t>time</a:t>
            </a:r>
            <a:endParaRPr lang="en-US" dirty="0">
              <a:solidFill>
                <a:schemeClr val="hlink"/>
              </a:solidFill>
            </a:endParaRPr>
          </a:p>
          <a:p>
            <a:pPr indent="-304800">
              <a:lnSpc>
                <a:spcPct val="100000"/>
              </a:lnSpc>
              <a:buSzPts val="1200"/>
            </a:pPr>
            <a:r>
              <a:rPr lang="en-US" dirty="0">
                <a:solidFill>
                  <a:schemeClr val="hlink"/>
                </a:solidFill>
              </a:rPr>
              <a:t>Detecting emotions under variable lighting and </a:t>
            </a:r>
            <a:r>
              <a:rPr lang="en-US" dirty="0" smtClean="0">
                <a:solidFill>
                  <a:schemeClr val="hlink"/>
                </a:solidFill>
              </a:rPr>
              <a:t>occlusions</a:t>
            </a:r>
            <a:endParaRPr lang="en-US" dirty="0">
              <a:solidFill>
                <a:schemeClr val="hlink"/>
              </a:solidFill>
            </a:endParaRPr>
          </a:p>
          <a:p>
            <a:pPr indent="-304800">
              <a:lnSpc>
                <a:spcPct val="100000"/>
              </a:lnSpc>
              <a:buSzPts val="1200"/>
            </a:pPr>
            <a:r>
              <a:rPr lang="en-US" dirty="0">
                <a:solidFill>
                  <a:schemeClr val="hlink"/>
                </a:solidFill>
              </a:rPr>
              <a:t>Segmenting continuous video into 10 discrete </a:t>
            </a:r>
            <a:r>
              <a:rPr lang="en-US" dirty="0" smtClean="0">
                <a:solidFill>
                  <a:schemeClr val="hlink"/>
                </a:solidFill>
              </a:rPr>
              <a:t>actions</a:t>
            </a:r>
            <a:endParaRPr lang="en-US" dirty="0">
              <a:solidFill>
                <a:schemeClr val="hlink"/>
              </a:solidFill>
            </a:endParaRPr>
          </a:p>
          <a:p>
            <a:pPr indent="-304800">
              <a:lnSpc>
                <a:spcPct val="100000"/>
              </a:lnSpc>
              <a:buSzPts val="1200"/>
            </a:pPr>
            <a:r>
              <a:rPr lang="en-US" dirty="0">
                <a:solidFill>
                  <a:schemeClr val="hlink"/>
                </a:solidFill>
              </a:rPr>
              <a:t>Generating human-readable summaries from numerical metrics</a:t>
            </a:r>
            <a:endParaRPr lang="en-US" dirty="0"/>
          </a:p>
        </p:txBody>
      </p:sp>
      <p:sp>
        <p:nvSpPr>
          <p:cNvPr id="5" name="Google Shape;986;p76"/>
          <p:cNvSpPr txBox="1">
            <a:spLocks/>
          </p:cNvSpPr>
          <p:nvPr/>
        </p:nvSpPr>
        <p:spPr>
          <a:xfrm>
            <a:off x="720000" y="3388637"/>
            <a:ext cx="7704000" cy="1336964"/>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L="457200" marR="0" lvl="0" indent="-317500" algn="l" rtl="0">
              <a:lnSpc>
                <a:spcPct val="115000"/>
              </a:lnSpc>
              <a:spcBef>
                <a:spcPts val="0"/>
              </a:spcBef>
              <a:spcAft>
                <a:spcPts val="0"/>
              </a:spcAft>
              <a:buClr>
                <a:schemeClr val="dk1"/>
              </a:buClr>
              <a:buSzPts val="1400"/>
              <a:buFont typeface="Akatab"/>
              <a:buChar char="●"/>
              <a:defRPr sz="1200" b="0" i="0" u="none" strike="noStrike" cap="none">
                <a:solidFill>
                  <a:schemeClr val="dk1"/>
                </a:solidFill>
                <a:latin typeface="Akatab"/>
                <a:ea typeface="Akatab"/>
                <a:cs typeface="Akatab"/>
                <a:sym typeface="Akatab"/>
              </a:defRPr>
            </a:lvl1pPr>
            <a:lvl2pPr marL="914400" marR="0" lvl="1" indent="-304800" algn="l" rtl="0">
              <a:lnSpc>
                <a:spcPct val="115000"/>
              </a:lnSpc>
              <a:spcBef>
                <a:spcPts val="0"/>
              </a:spcBef>
              <a:spcAft>
                <a:spcPts val="0"/>
              </a:spcAft>
              <a:buClr>
                <a:schemeClr val="dk1"/>
              </a:buClr>
              <a:buSzPts val="1200"/>
              <a:buFont typeface="Akatab"/>
              <a:buChar char="○"/>
              <a:defRPr sz="1200" b="0" i="0" u="none" strike="noStrike" cap="none">
                <a:solidFill>
                  <a:schemeClr val="dk1"/>
                </a:solidFill>
                <a:latin typeface="Akatab"/>
                <a:ea typeface="Akatab"/>
                <a:cs typeface="Akatab"/>
                <a:sym typeface="Akatab"/>
              </a:defRPr>
            </a:lvl2pPr>
            <a:lvl3pPr marL="1371600" marR="0" lvl="2" indent="-304800" algn="l" rtl="0">
              <a:lnSpc>
                <a:spcPct val="115000"/>
              </a:lnSpc>
              <a:spcBef>
                <a:spcPts val="0"/>
              </a:spcBef>
              <a:spcAft>
                <a:spcPts val="0"/>
              </a:spcAft>
              <a:buClr>
                <a:schemeClr val="dk1"/>
              </a:buClr>
              <a:buSzPts val="1200"/>
              <a:buFont typeface="Akatab"/>
              <a:buChar char="■"/>
              <a:defRPr sz="1200" b="0" i="0" u="none" strike="noStrike" cap="none">
                <a:solidFill>
                  <a:schemeClr val="dk1"/>
                </a:solidFill>
                <a:latin typeface="Akatab"/>
                <a:ea typeface="Akatab"/>
                <a:cs typeface="Akatab"/>
                <a:sym typeface="Akatab"/>
              </a:defRPr>
            </a:lvl3pPr>
            <a:lvl4pPr marL="1828800" marR="0" lvl="3" indent="-304800" algn="l" rtl="0">
              <a:lnSpc>
                <a:spcPct val="115000"/>
              </a:lnSpc>
              <a:spcBef>
                <a:spcPts val="0"/>
              </a:spcBef>
              <a:spcAft>
                <a:spcPts val="0"/>
              </a:spcAft>
              <a:buClr>
                <a:schemeClr val="dk1"/>
              </a:buClr>
              <a:buSzPts val="1200"/>
              <a:buFont typeface="Akatab"/>
              <a:buChar char="●"/>
              <a:defRPr sz="1200" b="0" i="0" u="none" strike="noStrike" cap="none">
                <a:solidFill>
                  <a:schemeClr val="dk1"/>
                </a:solidFill>
                <a:latin typeface="Akatab"/>
                <a:ea typeface="Akatab"/>
                <a:cs typeface="Akatab"/>
                <a:sym typeface="Akatab"/>
              </a:defRPr>
            </a:lvl4pPr>
            <a:lvl5pPr marL="2286000" marR="0" lvl="4" indent="-304800" algn="l" rtl="0">
              <a:lnSpc>
                <a:spcPct val="115000"/>
              </a:lnSpc>
              <a:spcBef>
                <a:spcPts val="0"/>
              </a:spcBef>
              <a:spcAft>
                <a:spcPts val="0"/>
              </a:spcAft>
              <a:buClr>
                <a:schemeClr val="dk1"/>
              </a:buClr>
              <a:buSzPts val="1200"/>
              <a:buFont typeface="Akatab"/>
              <a:buChar char="○"/>
              <a:defRPr sz="1200" b="0" i="0" u="none" strike="noStrike" cap="none">
                <a:solidFill>
                  <a:schemeClr val="dk1"/>
                </a:solidFill>
                <a:latin typeface="Akatab"/>
                <a:ea typeface="Akatab"/>
                <a:cs typeface="Akatab"/>
                <a:sym typeface="Akatab"/>
              </a:defRPr>
            </a:lvl5pPr>
            <a:lvl6pPr marL="2743200" marR="0" lvl="5" indent="-304800" algn="l" rtl="0">
              <a:lnSpc>
                <a:spcPct val="115000"/>
              </a:lnSpc>
              <a:spcBef>
                <a:spcPts val="0"/>
              </a:spcBef>
              <a:spcAft>
                <a:spcPts val="0"/>
              </a:spcAft>
              <a:buClr>
                <a:schemeClr val="dk1"/>
              </a:buClr>
              <a:buSzPts val="1200"/>
              <a:buFont typeface="Akatab"/>
              <a:buChar char="■"/>
              <a:defRPr sz="1200" b="0" i="0" u="none" strike="noStrike" cap="none">
                <a:solidFill>
                  <a:schemeClr val="dk1"/>
                </a:solidFill>
                <a:latin typeface="Akatab"/>
                <a:ea typeface="Akatab"/>
                <a:cs typeface="Akatab"/>
                <a:sym typeface="Akatab"/>
              </a:defRPr>
            </a:lvl6pPr>
            <a:lvl7pPr marL="3200400" marR="0" lvl="6" indent="-304800" algn="l" rtl="0">
              <a:lnSpc>
                <a:spcPct val="115000"/>
              </a:lnSpc>
              <a:spcBef>
                <a:spcPts val="0"/>
              </a:spcBef>
              <a:spcAft>
                <a:spcPts val="0"/>
              </a:spcAft>
              <a:buClr>
                <a:schemeClr val="dk1"/>
              </a:buClr>
              <a:buSzPts val="1200"/>
              <a:buFont typeface="Akatab"/>
              <a:buChar char="●"/>
              <a:defRPr sz="1200" b="0" i="0" u="none" strike="noStrike" cap="none">
                <a:solidFill>
                  <a:schemeClr val="dk1"/>
                </a:solidFill>
                <a:latin typeface="Akatab"/>
                <a:ea typeface="Akatab"/>
                <a:cs typeface="Akatab"/>
                <a:sym typeface="Akatab"/>
              </a:defRPr>
            </a:lvl7pPr>
            <a:lvl8pPr marL="3657600" marR="0" lvl="7" indent="-304800" algn="l" rtl="0">
              <a:lnSpc>
                <a:spcPct val="115000"/>
              </a:lnSpc>
              <a:spcBef>
                <a:spcPts val="0"/>
              </a:spcBef>
              <a:spcAft>
                <a:spcPts val="0"/>
              </a:spcAft>
              <a:buClr>
                <a:schemeClr val="dk1"/>
              </a:buClr>
              <a:buSzPts val="1200"/>
              <a:buFont typeface="Akatab"/>
              <a:buChar char="○"/>
              <a:defRPr sz="1200" b="0" i="0" u="none" strike="noStrike" cap="none">
                <a:solidFill>
                  <a:schemeClr val="dk1"/>
                </a:solidFill>
                <a:latin typeface="Akatab"/>
                <a:ea typeface="Akatab"/>
                <a:cs typeface="Akatab"/>
                <a:sym typeface="Akatab"/>
              </a:defRPr>
            </a:lvl8pPr>
            <a:lvl9pPr marL="4114800" marR="0" lvl="8" indent="-304800" algn="l" rtl="0">
              <a:lnSpc>
                <a:spcPct val="115000"/>
              </a:lnSpc>
              <a:spcBef>
                <a:spcPts val="0"/>
              </a:spcBef>
              <a:spcAft>
                <a:spcPts val="0"/>
              </a:spcAft>
              <a:buClr>
                <a:schemeClr val="dk1"/>
              </a:buClr>
              <a:buSzPts val="1200"/>
              <a:buFont typeface="Akatab"/>
              <a:buChar char="■"/>
              <a:defRPr sz="1200" b="0" i="0" u="none" strike="noStrike" cap="none">
                <a:solidFill>
                  <a:schemeClr val="dk1"/>
                </a:solidFill>
                <a:latin typeface="Akatab"/>
                <a:ea typeface="Akatab"/>
                <a:cs typeface="Akatab"/>
                <a:sym typeface="Akatab"/>
              </a:defRPr>
            </a:lvl9pPr>
          </a:lstStyle>
          <a:p>
            <a:pPr marL="0" indent="0">
              <a:lnSpc>
                <a:spcPct val="100000"/>
              </a:lnSpc>
              <a:spcBef>
                <a:spcPts val="1000"/>
              </a:spcBef>
              <a:buFont typeface="Akatab"/>
              <a:buNone/>
            </a:pPr>
            <a:r>
              <a:rPr lang="en-US" b="1" dirty="0" smtClean="0"/>
              <a:t>Success Criteria</a:t>
            </a:r>
          </a:p>
          <a:p>
            <a:pPr indent="-304800">
              <a:lnSpc>
                <a:spcPct val="100000"/>
              </a:lnSpc>
              <a:buSzPts val="1200"/>
            </a:pPr>
            <a:r>
              <a:rPr lang="en-US" dirty="0">
                <a:solidFill>
                  <a:schemeClr val="hlink"/>
                </a:solidFill>
              </a:rPr>
              <a:t>Emotion detection accuracy ≥60% (baseline for human variability</a:t>
            </a:r>
            <a:r>
              <a:rPr lang="en-US" dirty="0" smtClean="0">
                <a:solidFill>
                  <a:schemeClr val="hlink"/>
                </a:solidFill>
              </a:rPr>
              <a:t>)</a:t>
            </a:r>
            <a:endParaRPr lang="en-US" dirty="0">
              <a:solidFill>
                <a:schemeClr val="hlink"/>
              </a:solidFill>
            </a:endParaRPr>
          </a:p>
          <a:p>
            <a:pPr indent="-304800">
              <a:lnSpc>
                <a:spcPct val="100000"/>
              </a:lnSpc>
              <a:buSzPts val="1200"/>
            </a:pPr>
            <a:r>
              <a:rPr lang="en-US" dirty="0">
                <a:solidFill>
                  <a:schemeClr val="hlink"/>
                </a:solidFill>
              </a:rPr>
              <a:t>Gesture matching via $1 </a:t>
            </a:r>
            <a:r>
              <a:rPr lang="en-US" dirty="0" smtClean="0">
                <a:solidFill>
                  <a:schemeClr val="hlink"/>
                </a:solidFill>
              </a:rPr>
              <a:t>recognizer</a:t>
            </a:r>
            <a:endParaRPr lang="en-US" dirty="0">
              <a:solidFill>
                <a:schemeClr val="hlink"/>
              </a:solidFill>
            </a:endParaRPr>
          </a:p>
          <a:p>
            <a:pPr indent="-304800">
              <a:lnSpc>
                <a:spcPct val="100000"/>
              </a:lnSpc>
              <a:buSzPts val="1200"/>
            </a:pPr>
            <a:r>
              <a:rPr lang="en-US" dirty="0">
                <a:solidFill>
                  <a:schemeClr val="hlink"/>
                </a:solidFill>
              </a:rPr>
              <a:t>Report generation within 5 seconds for 1-minute </a:t>
            </a:r>
            <a:r>
              <a:rPr lang="en-US" dirty="0" smtClean="0">
                <a:solidFill>
                  <a:schemeClr val="hlink"/>
                </a:solidFill>
              </a:rPr>
              <a:t>video</a:t>
            </a:r>
            <a:endParaRPr lang="en-US" dirty="0">
              <a:solidFill>
                <a:schemeClr val="hlink"/>
              </a:solidFill>
            </a:endParaRPr>
          </a:p>
          <a:p>
            <a:pPr indent="-304800">
              <a:lnSpc>
                <a:spcPct val="100000"/>
              </a:lnSpc>
              <a:buSzPts val="1200"/>
            </a:pPr>
            <a:r>
              <a:rPr lang="en-US" dirty="0">
                <a:solidFill>
                  <a:schemeClr val="hlink"/>
                </a:solidFill>
              </a:rPr>
              <a:t>SUS score ≥68 (achieved: 85)</a:t>
            </a:r>
            <a:endParaRPr lang="en-US" dirty="0"/>
          </a:p>
        </p:txBody>
      </p:sp>
      <p:cxnSp>
        <p:nvCxnSpPr>
          <p:cNvPr id="3" name="Straight Connector 2"/>
          <p:cNvCxnSpPr/>
          <p:nvPr/>
        </p:nvCxnSpPr>
        <p:spPr>
          <a:xfrm>
            <a:off x="720000" y="2459182"/>
            <a:ext cx="7454182"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8" name="Straight Connector 7"/>
          <p:cNvCxnSpPr/>
          <p:nvPr/>
        </p:nvCxnSpPr>
        <p:spPr>
          <a:xfrm>
            <a:off x="720000" y="3539836"/>
            <a:ext cx="7454182" cy="0"/>
          </a:xfrm>
          <a:prstGeom prst="line">
            <a:avLst/>
          </a:prstGeom>
        </p:spPr>
        <p:style>
          <a:lnRef idx="1">
            <a:schemeClr val="accent1"/>
          </a:lnRef>
          <a:fillRef idx="0">
            <a:schemeClr val="accent1"/>
          </a:fillRef>
          <a:effectRef idx="0">
            <a:schemeClr val="accent1"/>
          </a:effectRef>
          <a:fontRef idx="minor">
            <a:schemeClr val="tx1"/>
          </a:fontRef>
        </p:style>
      </p:cxn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520"/>
        <p:cNvGrpSpPr/>
        <p:nvPr/>
      </p:nvGrpSpPr>
      <p:grpSpPr>
        <a:xfrm>
          <a:off x="0" y="0"/>
          <a:ext cx="0" cy="0"/>
          <a:chOff x="0" y="0"/>
          <a:chExt cx="0" cy="0"/>
        </a:xfrm>
      </p:grpSpPr>
      <p:sp>
        <p:nvSpPr>
          <p:cNvPr id="521" name="Google Shape;521;p52"/>
          <p:cNvSpPr txBox="1">
            <a:spLocks noGrp="1"/>
          </p:cNvSpPr>
          <p:nvPr>
            <p:ph type="title"/>
          </p:nvPr>
        </p:nvSpPr>
        <p:spPr>
          <a:xfrm>
            <a:off x="3854900" y="2595848"/>
            <a:ext cx="3733800" cy="1405200"/>
          </a:xfrm>
          <a:prstGeom prst="rect">
            <a:avLst/>
          </a:prstGeom>
        </p:spPr>
        <p:txBody>
          <a:bodyPr spcFirstLastPara="1" wrap="square" lIns="91425" tIns="91425" rIns="91425" bIns="91425" anchor="b" anchorCtr="0">
            <a:noAutofit/>
          </a:bodyPr>
          <a:lstStyle/>
          <a:p>
            <a:pPr marL="0" lvl="0" indent="0" algn="ctr" rtl="0">
              <a:spcBef>
                <a:spcPts val="0"/>
              </a:spcBef>
              <a:spcAft>
                <a:spcPts val="0"/>
              </a:spcAft>
              <a:buNone/>
            </a:pPr>
            <a:r>
              <a:rPr lang="en-US" sz="4800" dirty="0" smtClean="0"/>
              <a:t>System Overview</a:t>
            </a:r>
            <a:endParaRPr sz="4800" dirty="0"/>
          </a:p>
        </p:txBody>
      </p:sp>
      <p:sp>
        <p:nvSpPr>
          <p:cNvPr id="523" name="Google Shape;523;p52"/>
          <p:cNvSpPr txBox="1">
            <a:spLocks noGrp="1"/>
          </p:cNvSpPr>
          <p:nvPr>
            <p:ph type="title" idx="2"/>
          </p:nvPr>
        </p:nvSpPr>
        <p:spPr>
          <a:xfrm>
            <a:off x="5121800" y="1643052"/>
            <a:ext cx="1200000" cy="8418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
              <a:t>03</a:t>
            </a:r>
            <a:endParaRPr/>
          </a:p>
        </p:txBody>
      </p:sp>
      <p:grpSp>
        <p:nvGrpSpPr>
          <p:cNvPr id="524" name="Google Shape;524;p52"/>
          <p:cNvGrpSpPr/>
          <p:nvPr/>
        </p:nvGrpSpPr>
        <p:grpSpPr>
          <a:xfrm>
            <a:off x="181160" y="508623"/>
            <a:ext cx="8385900" cy="90900"/>
            <a:chOff x="160950" y="480600"/>
            <a:chExt cx="8385900" cy="90900"/>
          </a:xfrm>
        </p:grpSpPr>
        <p:cxnSp>
          <p:nvCxnSpPr>
            <p:cNvPr id="525" name="Google Shape;525;p52"/>
            <p:cNvCxnSpPr/>
            <p:nvPr/>
          </p:nvCxnSpPr>
          <p:spPr>
            <a:xfrm>
              <a:off x="160950" y="571500"/>
              <a:ext cx="8385900" cy="0"/>
            </a:xfrm>
            <a:prstGeom prst="straightConnector1">
              <a:avLst/>
            </a:prstGeom>
            <a:noFill/>
            <a:ln w="9525" cap="flat" cmpd="sng">
              <a:solidFill>
                <a:schemeClr val="lt1"/>
              </a:solidFill>
              <a:prstDash val="solid"/>
              <a:round/>
              <a:headEnd type="none" w="med" len="med"/>
              <a:tailEnd type="none" w="med" len="med"/>
            </a:ln>
          </p:spPr>
        </p:cxnSp>
        <p:sp>
          <p:nvSpPr>
            <p:cNvPr id="526" name="Google Shape;526;p52"/>
            <p:cNvSpPr/>
            <p:nvPr/>
          </p:nvSpPr>
          <p:spPr>
            <a:xfrm>
              <a:off x="8041650" y="480600"/>
              <a:ext cx="505200" cy="90900"/>
            </a:xfrm>
            <a:prstGeom prst="rect">
              <a:avLst/>
            </a:pr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527" name="Google Shape;527;p52"/>
          <p:cNvGrpSpPr/>
          <p:nvPr/>
        </p:nvGrpSpPr>
        <p:grpSpPr>
          <a:xfrm>
            <a:off x="1113520" y="156298"/>
            <a:ext cx="90900" cy="3697200"/>
            <a:chOff x="1113520" y="156298"/>
            <a:chExt cx="90900" cy="3697200"/>
          </a:xfrm>
        </p:grpSpPr>
        <p:sp>
          <p:nvSpPr>
            <p:cNvPr id="528" name="Google Shape;528;p52"/>
            <p:cNvSpPr/>
            <p:nvPr/>
          </p:nvSpPr>
          <p:spPr>
            <a:xfrm rot="-5400000">
              <a:off x="906370" y="3555448"/>
              <a:ext cx="505200" cy="90900"/>
            </a:xfrm>
            <a:prstGeom prst="rect">
              <a:avLst/>
            </a:pr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cxnSp>
          <p:nvCxnSpPr>
            <p:cNvPr id="529" name="Google Shape;529;p52"/>
            <p:cNvCxnSpPr/>
            <p:nvPr/>
          </p:nvCxnSpPr>
          <p:spPr>
            <a:xfrm rot="10800000">
              <a:off x="1121185" y="156298"/>
              <a:ext cx="0" cy="3434700"/>
            </a:xfrm>
            <a:prstGeom prst="straightConnector1">
              <a:avLst/>
            </a:prstGeom>
            <a:noFill/>
            <a:ln w="9525" cap="flat" cmpd="sng">
              <a:solidFill>
                <a:schemeClr val="lt1"/>
              </a:solidFill>
              <a:prstDash val="solid"/>
              <a:round/>
              <a:headEnd type="none" w="med" len="med"/>
              <a:tailEnd type="none" w="med" len="med"/>
            </a:ln>
          </p:spPr>
        </p:cxnSp>
      </p:grpSp>
    </p:spTree>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553"/>
        <p:cNvGrpSpPr/>
        <p:nvPr/>
      </p:nvGrpSpPr>
      <p:grpSpPr>
        <a:xfrm>
          <a:off x="0" y="0"/>
          <a:ext cx="0" cy="0"/>
          <a:chOff x="0" y="0"/>
          <a:chExt cx="0" cy="0"/>
        </a:xfrm>
      </p:grpSpPr>
      <p:sp>
        <p:nvSpPr>
          <p:cNvPr id="556" name="Google Shape;556;p56"/>
          <p:cNvSpPr txBox="1">
            <a:spLocks noGrp="1"/>
          </p:cNvSpPr>
          <p:nvPr>
            <p:ph type="subTitle" idx="1"/>
          </p:nvPr>
        </p:nvSpPr>
        <p:spPr>
          <a:xfrm>
            <a:off x="4124960" y="1076960"/>
            <a:ext cx="4797367" cy="3592022"/>
          </a:xfrm>
          <a:prstGeom prst="rect">
            <a:avLst/>
          </a:prstGeom>
        </p:spPr>
        <p:txBody>
          <a:bodyPr spcFirstLastPara="1" wrap="square" lIns="91425" tIns="91425" rIns="91425" bIns="91425" anchor="t" anchorCtr="0">
            <a:noAutofit/>
          </a:bodyPr>
          <a:lstStyle/>
          <a:p>
            <a:pPr marL="171450" indent="-171450">
              <a:lnSpc>
                <a:spcPct val="150000"/>
              </a:lnSpc>
              <a:buSzPct val="80000"/>
            </a:pPr>
            <a:r>
              <a:rPr lang="en-US" dirty="0"/>
              <a:t>Data Ingestion</a:t>
            </a:r>
            <a:r>
              <a:rPr lang="en-US" dirty="0" smtClean="0"/>
              <a:t>: through file upload (video </a:t>
            </a:r>
            <a:r>
              <a:rPr lang="en-US" dirty="0"/>
              <a:t>+ audio).</a:t>
            </a:r>
          </a:p>
          <a:p>
            <a:pPr marL="171450" indent="-171450">
              <a:lnSpc>
                <a:spcPct val="150000"/>
              </a:lnSpc>
              <a:buSzPct val="80000"/>
            </a:pPr>
            <a:r>
              <a:rPr lang="en-US" dirty="0" smtClean="0"/>
              <a:t>Data </a:t>
            </a:r>
            <a:r>
              <a:rPr lang="en-US" dirty="0"/>
              <a:t>Pre-processing: extracting frames, extracting audio, detecting face/pose </a:t>
            </a:r>
            <a:r>
              <a:rPr lang="en-US" dirty="0" smtClean="0"/>
              <a:t>bounding boxes</a:t>
            </a:r>
            <a:r>
              <a:rPr lang="en-US" dirty="0"/>
              <a:t>, synchronizing timestamps</a:t>
            </a:r>
            <a:r>
              <a:rPr lang="en-US" dirty="0" smtClean="0"/>
              <a:t>.</a:t>
            </a:r>
            <a:endParaRPr lang="en-US" dirty="0"/>
          </a:p>
          <a:p>
            <a:pPr marL="171450" indent="-171450">
              <a:lnSpc>
                <a:spcPct val="150000"/>
              </a:lnSpc>
              <a:buSzPct val="80000"/>
            </a:pPr>
            <a:r>
              <a:rPr lang="en-US" dirty="0" smtClean="0"/>
              <a:t>Per-modality analyzers: Eye/Gaze Estimator – </a:t>
            </a:r>
            <a:r>
              <a:rPr lang="en-US" dirty="0"/>
              <a:t>Facial Emotion </a:t>
            </a:r>
            <a:r>
              <a:rPr lang="en-US" dirty="0" smtClean="0"/>
              <a:t>Detector – </a:t>
            </a:r>
            <a:r>
              <a:rPr lang="en-US" dirty="0"/>
              <a:t>Voice </a:t>
            </a:r>
            <a:r>
              <a:rPr lang="en-US" dirty="0" smtClean="0"/>
              <a:t>Analyzer – </a:t>
            </a:r>
            <a:r>
              <a:rPr lang="en-US" dirty="0"/>
              <a:t>Pose and Gesture </a:t>
            </a:r>
            <a:r>
              <a:rPr lang="en-US" dirty="0" smtClean="0"/>
              <a:t>Pipeline</a:t>
            </a:r>
          </a:p>
          <a:p>
            <a:pPr marL="171450" indent="-171450">
              <a:lnSpc>
                <a:spcPct val="150000"/>
              </a:lnSpc>
              <a:buSzPct val="80000"/>
            </a:pPr>
            <a:r>
              <a:rPr lang="en-US" dirty="0"/>
              <a:t>A</a:t>
            </a:r>
            <a:r>
              <a:rPr lang="en-US" dirty="0" smtClean="0"/>
              <a:t>ction </a:t>
            </a:r>
            <a:r>
              <a:rPr lang="en-US" dirty="0"/>
              <a:t>Segmentation Module: temporal segmentation of streaming videos </a:t>
            </a:r>
          </a:p>
          <a:p>
            <a:pPr marL="171450" indent="-171450">
              <a:lnSpc>
                <a:spcPct val="150000"/>
              </a:lnSpc>
              <a:buSzPct val="80000"/>
            </a:pPr>
            <a:r>
              <a:rPr lang="en-US" dirty="0" smtClean="0"/>
              <a:t>Scoring </a:t>
            </a:r>
            <a:r>
              <a:rPr lang="en-US" dirty="0"/>
              <a:t>and Interpretation: rule aggregator + ML-based </a:t>
            </a:r>
            <a:r>
              <a:rPr lang="en-US" dirty="0" smtClean="0"/>
              <a:t>model</a:t>
            </a:r>
          </a:p>
          <a:p>
            <a:pPr marL="171450" indent="-171450">
              <a:lnSpc>
                <a:spcPct val="150000"/>
              </a:lnSpc>
              <a:buSzPct val="80000"/>
            </a:pPr>
            <a:r>
              <a:rPr lang="en-US" dirty="0" smtClean="0"/>
              <a:t>UI</a:t>
            </a:r>
            <a:r>
              <a:rPr lang="en-US" dirty="0"/>
              <a:t>: Flask web app to show scores, short textual summaries, and PDF reports.</a:t>
            </a:r>
          </a:p>
          <a:p>
            <a:pPr marL="171450" indent="-171450">
              <a:lnSpc>
                <a:spcPct val="150000"/>
              </a:lnSpc>
              <a:buSzPct val="80000"/>
            </a:pPr>
            <a:r>
              <a:rPr lang="en-US" dirty="0" smtClean="0"/>
              <a:t>Storage </a:t>
            </a:r>
            <a:r>
              <a:rPr lang="en-US" dirty="0"/>
              <a:t>and Artifacts: local file structure to store video samples, extracted features, </a:t>
            </a:r>
            <a:r>
              <a:rPr lang="en-US" dirty="0" smtClean="0"/>
              <a:t>models</a:t>
            </a:r>
            <a:r>
              <a:rPr lang="en-US" dirty="0"/>
              <a:t>, reports, and evaluation</a:t>
            </a:r>
            <a:endParaRPr dirty="0"/>
          </a:p>
        </p:txBody>
      </p:sp>
      <p:pic>
        <p:nvPicPr>
          <p:cNvPr id="6" name="Picture 5"/>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41503" y="162559"/>
            <a:ext cx="3583457" cy="4832449"/>
          </a:xfrm>
          <a:prstGeom prst="rect">
            <a:avLst/>
          </a:prstGeom>
        </p:spPr>
      </p:pic>
      <p:sp>
        <p:nvSpPr>
          <p:cNvPr id="3" name="Title 2"/>
          <p:cNvSpPr>
            <a:spLocks noGrp="1"/>
          </p:cNvSpPr>
          <p:nvPr>
            <p:ph type="title"/>
          </p:nvPr>
        </p:nvSpPr>
        <p:spPr>
          <a:xfrm>
            <a:off x="4263616" y="344313"/>
            <a:ext cx="3615600" cy="580247"/>
          </a:xfrm>
        </p:spPr>
        <p:txBody>
          <a:bodyPr/>
          <a:lstStyle/>
          <a:p>
            <a:r>
              <a:rPr lang="en-US" sz="2800" dirty="0" smtClean="0"/>
              <a:t>Key Components</a:t>
            </a:r>
            <a:endParaRPr lang="en-US" sz="2800" dirty="0"/>
          </a:p>
        </p:txBody>
      </p:sp>
    </p:spTree>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430"/>
        <p:cNvGrpSpPr/>
        <p:nvPr/>
      </p:nvGrpSpPr>
      <p:grpSpPr>
        <a:xfrm>
          <a:off x="0" y="0"/>
          <a:ext cx="0" cy="0"/>
          <a:chOff x="0" y="0"/>
          <a:chExt cx="0" cy="0"/>
        </a:xfrm>
      </p:grpSpPr>
      <p:sp>
        <p:nvSpPr>
          <p:cNvPr id="431" name="Google Shape;431;p44"/>
          <p:cNvSpPr txBox="1">
            <a:spLocks noGrp="1"/>
          </p:cNvSpPr>
          <p:nvPr>
            <p:ph type="title"/>
          </p:nvPr>
        </p:nvSpPr>
        <p:spPr>
          <a:xfrm>
            <a:off x="1393550" y="2502950"/>
            <a:ext cx="4723232" cy="1282500"/>
          </a:xfrm>
          <a:prstGeom prst="rect">
            <a:avLst/>
          </a:prstGeom>
        </p:spPr>
        <p:txBody>
          <a:bodyPr spcFirstLastPara="1" wrap="square" lIns="91425" tIns="91425" rIns="91425" bIns="91425" anchor="b" anchorCtr="0">
            <a:noAutofit/>
          </a:bodyPr>
          <a:lstStyle/>
          <a:p>
            <a:pPr lvl="0"/>
            <a:r>
              <a:rPr lang="en-US" sz="5400" dirty="0"/>
              <a:t>Approach</a:t>
            </a:r>
            <a:endParaRPr sz="5400" dirty="0"/>
          </a:p>
        </p:txBody>
      </p:sp>
      <p:sp>
        <p:nvSpPr>
          <p:cNvPr id="433" name="Google Shape;433;p44"/>
          <p:cNvSpPr txBox="1">
            <a:spLocks noGrp="1"/>
          </p:cNvSpPr>
          <p:nvPr>
            <p:ph type="title" idx="2"/>
          </p:nvPr>
        </p:nvSpPr>
        <p:spPr>
          <a:xfrm>
            <a:off x="1393550" y="1713902"/>
            <a:ext cx="1200000" cy="841800"/>
          </a:xfrm>
          <a:prstGeom prst="rect">
            <a:avLst/>
          </a:prstGeom>
        </p:spPr>
        <p:txBody>
          <a:bodyPr spcFirstLastPara="1" wrap="square" lIns="91425" tIns="91425" rIns="91425" bIns="91425" anchor="ctr" anchorCtr="0">
            <a:noAutofit/>
          </a:bodyPr>
          <a:lstStyle/>
          <a:p>
            <a:pPr marL="0" lvl="0" indent="0" algn="l" rtl="0">
              <a:spcBef>
                <a:spcPts val="0"/>
              </a:spcBef>
              <a:spcAft>
                <a:spcPts val="0"/>
              </a:spcAft>
              <a:buNone/>
            </a:pPr>
            <a:r>
              <a:rPr lang="en" dirty="0" smtClean="0"/>
              <a:t>04</a:t>
            </a:r>
            <a:endParaRPr dirty="0"/>
          </a:p>
        </p:txBody>
      </p:sp>
      <p:grpSp>
        <p:nvGrpSpPr>
          <p:cNvPr id="434" name="Google Shape;434;p44"/>
          <p:cNvGrpSpPr/>
          <p:nvPr/>
        </p:nvGrpSpPr>
        <p:grpSpPr>
          <a:xfrm flipH="1">
            <a:off x="576156" y="508623"/>
            <a:ext cx="8385900" cy="90900"/>
            <a:chOff x="160950" y="480600"/>
            <a:chExt cx="8385900" cy="90900"/>
          </a:xfrm>
        </p:grpSpPr>
        <p:cxnSp>
          <p:nvCxnSpPr>
            <p:cNvPr id="435" name="Google Shape;435;p44"/>
            <p:cNvCxnSpPr/>
            <p:nvPr/>
          </p:nvCxnSpPr>
          <p:spPr>
            <a:xfrm>
              <a:off x="160950" y="571500"/>
              <a:ext cx="8385900" cy="0"/>
            </a:xfrm>
            <a:prstGeom prst="straightConnector1">
              <a:avLst/>
            </a:prstGeom>
            <a:noFill/>
            <a:ln w="9525" cap="flat" cmpd="sng">
              <a:solidFill>
                <a:schemeClr val="lt1"/>
              </a:solidFill>
              <a:prstDash val="solid"/>
              <a:round/>
              <a:headEnd type="none" w="med" len="med"/>
              <a:tailEnd type="none" w="med" len="med"/>
            </a:ln>
          </p:spPr>
        </p:cxnSp>
        <p:sp>
          <p:nvSpPr>
            <p:cNvPr id="436" name="Google Shape;436;p44"/>
            <p:cNvSpPr/>
            <p:nvPr/>
          </p:nvSpPr>
          <p:spPr>
            <a:xfrm>
              <a:off x="8041650" y="480600"/>
              <a:ext cx="505200" cy="90900"/>
            </a:xfrm>
            <a:prstGeom prst="rect">
              <a:avLst/>
            </a:pr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437" name="Google Shape;437;p44"/>
          <p:cNvGrpSpPr/>
          <p:nvPr/>
        </p:nvGrpSpPr>
        <p:grpSpPr>
          <a:xfrm rot="10800000">
            <a:off x="7961770" y="1295598"/>
            <a:ext cx="90900" cy="3697200"/>
            <a:chOff x="1113520" y="156298"/>
            <a:chExt cx="90900" cy="3697200"/>
          </a:xfrm>
        </p:grpSpPr>
        <p:sp>
          <p:nvSpPr>
            <p:cNvPr id="438" name="Google Shape;438;p44"/>
            <p:cNvSpPr/>
            <p:nvPr/>
          </p:nvSpPr>
          <p:spPr>
            <a:xfrm rot="-5400000">
              <a:off x="906370" y="3555448"/>
              <a:ext cx="505200" cy="90900"/>
            </a:xfrm>
            <a:prstGeom prst="rect">
              <a:avLst/>
            </a:pr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cxnSp>
          <p:nvCxnSpPr>
            <p:cNvPr id="439" name="Google Shape;439;p44"/>
            <p:cNvCxnSpPr/>
            <p:nvPr/>
          </p:nvCxnSpPr>
          <p:spPr>
            <a:xfrm rot="10800000">
              <a:off x="1121185" y="156298"/>
              <a:ext cx="0" cy="3434700"/>
            </a:xfrm>
            <a:prstGeom prst="straightConnector1">
              <a:avLst/>
            </a:prstGeom>
            <a:noFill/>
            <a:ln w="9525" cap="flat" cmpd="sng">
              <a:solidFill>
                <a:schemeClr val="lt1"/>
              </a:solidFill>
              <a:prstDash val="solid"/>
              <a:round/>
              <a:headEnd type="none" w="med" len="med"/>
              <a:tailEnd type="none" w="med" len="med"/>
            </a:ln>
          </p:spPr>
        </p:cxnSp>
      </p:grpSp>
    </p:spTree>
    <p:extLst>
      <p:ext uri="{BB962C8B-B14F-4D97-AF65-F5344CB8AC3E}">
        <p14:creationId xmlns:p14="http://schemas.microsoft.com/office/powerpoint/2010/main" val="3565767086"/>
      </p:ext>
    </p:extLst>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473"/>
        <p:cNvGrpSpPr/>
        <p:nvPr/>
      </p:nvGrpSpPr>
      <p:grpSpPr>
        <a:xfrm>
          <a:off x="0" y="0"/>
          <a:ext cx="0" cy="0"/>
          <a:chOff x="0" y="0"/>
          <a:chExt cx="0" cy="0"/>
        </a:xfrm>
      </p:grpSpPr>
      <p:sp>
        <p:nvSpPr>
          <p:cNvPr id="474" name="Google Shape;474;p37"/>
          <p:cNvSpPr txBox="1">
            <a:spLocks noGrp="1"/>
          </p:cNvSpPr>
          <p:nvPr>
            <p:ph type="title"/>
          </p:nvPr>
        </p:nvSpPr>
        <p:spPr>
          <a:xfrm>
            <a:off x="720001" y="243365"/>
            <a:ext cx="7704000" cy="4407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 dirty="0" smtClean="0"/>
              <a:t>Pipeline Stages</a:t>
            </a:r>
            <a:endParaRPr dirty="0"/>
          </a:p>
        </p:txBody>
      </p:sp>
      <p:sp>
        <p:nvSpPr>
          <p:cNvPr id="475" name="Google Shape;475;p37"/>
          <p:cNvSpPr txBox="1">
            <a:spLocks noGrp="1"/>
          </p:cNvSpPr>
          <p:nvPr>
            <p:ph type="body" idx="1"/>
          </p:nvPr>
        </p:nvSpPr>
        <p:spPr>
          <a:xfrm>
            <a:off x="988186" y="830814"/>
            <a:ext cx="7809452" cy="3858255"/>
          </a:xfrm>
          <a:prstGeom prst="rect">
            <a:avLst/>
          </a:prstGeom>
        </p:spPr>
        <p:txBody>
          <a:bodyPr spcFirstLastPara="1" wrap="square" lIns="91425" tIns="91425" rIns="91425" bIns="91425" anchor="t" anchorCtr="0">
            <a:noAutofit/>
          </a:bodyPr>
          <a:lstStyle/>
          <a:p>
            <a:pPr marL="228600" lvl="0" indent="-228600">
              <a:buFont typeface="+mj-lt"/>
              <a:buAutoNum type="arabicPeriod"/>
            </a:pPr>
            <a:r>
              <a:rPr lang="en-US" dirty="0"/>
              <a:t>Data </a:t>
            </a:r>
            <a:r>
              <a:rPr lang="en-US" dirty="0" smtClean="0"/>
              <a:t>Ingestion</a:t>
            </a:r>
            <a:endParaRPr lang="en-US" dirty="0"/>
          </a:p>
          <a:p>
            <a:pPr marL="685800" lvl="1" indent="-228600">
              <a:buFont typeface="+mj-lt"/>
              <a:buAutoNum type="arabicPeriod"/>
            </a:pPr>
            <a:r>
              <a:rPr lang="en-US" dirty="0"/>
              <a:t>Accepts .mp4, .</a:t>
            </a:r>
            <a:r>
              <a:rPr lang="en-US" dirty="0" err="1"/>
              <a:t>avi</a:t>
            </a:r>
            <a:r>
              <a:rPr lang="en-US" dirty="0"/>
              <a:t>, .</a:t>
            </a:r>
            <a:r>
              <a:rPr lang="en-US" dirty="0" err="1"/>
              <a:t>mov</a:t>
            </a:r>
            <a:r>
              <a:rPr lang="en-US" dirty="0"/>
              <a:t> (max 5 minutes, 500MB</a:t>
            </a:r>
            <a:r>
              <a:rPr lang="en-US" dirty="0" smtClean="0"/>
              <a:t>)</a:t>
            </a:r>
            <a:endParaRPr lang="en-US" dirty="0"/>
          </a:p>
          <a:p>
            <a:pPr marL="685800" lvl="1" indent="-228600">
              <a:buFont typeface="+mj-lt"/>
              <a:buAutoNum type="arabicPeriod"/>
            </a:pPr>
            <a:r>
              <a:rPr lang="en-US" dirty="0"/>
              <a:t>Extracts audio (16kHz WAV) and synchronized frame </a:t>
            </a:r>
            <a:r>
              <a:rPr lang="en-US" dirty="0" smtClean="0"/>
              <a:t>timestamps</a:t>
            </a:r>
            <a:endParaRPr lang="en-US" dirty="0"/>
          </a:p>
          <a:p>
            <a:pPr marL="228600" lvl="0" indent="-228600">
              <a:buFont typeface="+mj-lt"/>
              <a:buAutoNum type="arabicPeriod"/>
            </a:pPr>
            <a:r>
              <a:rPr lang="en-US" dirty="0"/>
              <a:t>Per-Modality Analyzers (Parallel</a:t>
            </a:r>
            <a:r>
              <a:rPr lang="en-US" dirty="0" smtClean="0"/>
              <a:t>)</a:t>
            </a:r>
            <a:endParaRPr lang="en-US" dirty="0"/>
          </a:p>
          <a:p>
            <a:pPr marL="685800" lvl="1" indent="-228600">
              <a:buFont typeface="+mj-lt"/>
              <a:buAutoNum type="arabicPeriod"/>
            </a:pPr>
            <a:r>
              <a:rPr lang="en-US" dirty="0"/>
              <a:t>Emotion: </a:t>
            </a:r>
            <a:r>
              <a:rPr lang="en-US" dirty="0" err="1"/>
              <a:t>DeepFace</a:t>
            </a:r>
            <a:r>
              <a:rPr lang="en-US" dirty="0"/>
              <a:t> → 7 emotions per frame, aggregated to scene-level </a:t>
            </a:r>
            <a:r>
              <a:rPr lang="en-US" dirty="0" smtClean="0"/>
              <a:t>profile</a:t>
            </a:r>
            <a:endParaRPr lang="en-US" dirty="0"/>
          </a:p>
          <a:p>
            <a:pPr marL="685800" lvl="1" indent="-228600">
              <a:buFont typeface="+mj-lt"/>
              <a:buAutoNum type="arabicPeriod"/>
            </a:pPr>
            <a:r>
              <a:rPr lang="en-US" dirty="0"/>
              <a:t>Eye Tracking: MediaPipe Iris → gaze vector + fixation </a:t>
            </a:r>
            <a:r>
              <a:rPr lang="en-US" dirty="0" err="1" smtClean="0"/>
              <a:t>heatmap</a:t>
            </a:r>
            <a:endParaRPr lang="en-US" dirty="0"/>
          </a:p>
          <a:p>
            <a:pPr marL="685800" lvl="1" indent="-228600">
              <a:buFont typeface="+mj-lt"/>
              <a:buAutoNum type="arabicPeriod"/>
            </a:pPr>
            <a:r>
              <a:rPr lang="en-US" dirty="0"/>
              <a:t>Voice: Speech-to-text + prosody (pitch, tempo, intensity</a:t>
            </a:r>
            <a:r>
              <a:rPr lang="en-US" dirty="0" smtClean="0"/>
              <a:t>)</a:t>
            </a:r>
            <a:endParaRPr lang="en-US" dirty="0"/>
          </a:p>
          <a:p>
            <a:pPr marL="685800" lvl="1" indent="-228600">
              <a:buFont typeface="+mj-lt"/>
              <a:buAutoNum type="arabicPeriod"/>
            </a:pPr>
            <a:r>
              <a:rPr lang="en-US" dirty="0"/>
              <a:t>Pose: MediaPipe Pose → 33 landmarks normalized to [0,1</a:t>
            </a:r>
            <a:r>
              <a:rPr lang="en-US" dirty="0" smtClean="0"/>
              <a:t>]</a:t>
            </a:r>
            <a:endParaRPr lang="en-US" dirty="0"/>
          </a:p>
          <a:p>
            <a:pPr marL="685800" lvl="1" indent="-228600">
              <a:buFont typeface="+mj-lt"/>
              <a:buAutoNum type="arabicPeriod"/>
            </a:pPr>
            <a:r>
              <a:rPr lang="en-US" dirty="0"/>
              <a:t>Gesture: Custom 3D landmark heuristics + $1 recognizer for template </a:t>
            </a:r>
            <a:r>
              <a:rPr lang="en-US" dirty="0" smtClean="0"/>
              <a:t>matching</a:t>
            </a:r>
            <a:endParaRPr lang="en-US" dirty="0"/>
          </a:p>
          <a:p>
            <a:pPr marL="228600" lvl="0" indent="-228600">
              <a:buFont typeface="+mj-lt"/>
              <a:buAutoNum type="arabicPeriod"/>
            </a:pPr>
            <a:r>
              <a:rPr lang="en-US" dirty="0"/>
              <a:t>Temporal Action </a:t>
            </a:r>
            <a:r>
              <a:rPr lang="en-US" dirty="0" smtClean="0"/>
              <a:t>Segmentation</a:t>
            </a:r>
            <a:endParaRPr lang="en-US" dirty="0"/>
          </a:p>
          <a:p>
            <a:pPr marL="685800" lvl="1" indent="-228600">
              <a:buFont typeface="+mj-lt"/>
              <a:buAutoNum type="arabicPeriod"/>
            </a:pPr>
            <a:r>
              <a:rPr lang="en-US" dirty="0"/>
              <a:t>Segments long video into 10 discrete actions (e.g., "monologue start," "emotional peak</a:t>
            </a:r>
            <a:r>
              <a:rPr lang="en-US" dirty="0" smtClean="0"/>
              <a:t>")</a:t>
            </a:r>
            <a:endParaRPr lang="en-US" dirty="0"/>
          </a:p>
          <a:p>
            <a:pPr marL="685800" lvl="1" indent="-228600">
              <a:buFont typeface="+mj-lt"/>
              <a:buAutoNum type="arabicPeriod"/>
            </a:pPr>
            <a:r>
              <a:rPr lang="en-US" dirty="0"/>
              <a:t>Each action gets per-segment emotion/gesture confidence </a:t>
            </a:r>
            <a:r>
              <a:rPr lang="en-US" dirty="0" smtClean="0"/>
              <a:t>scores</a:t>
            </a:r>
            <a:endParaRPr lang="en-US" dirty="0"/>
          </a:p>
          <a:p>
            <a:pPr marL="228600" lvl="0" indent="-228600">
              <a:buFont typeface="+mj-lt"/>
              <a:buAutoNum type="arabicPeriod"/>
            </a:pPr>
            <a:r>
              <a:rPr lang="en-US" dirty="0"/>
              <a:t>Scoring &amp; Report </a:t>
            </a:r>
            <a:r>
              <a:rPr lang="en-US" dirty="0" smtClean="0"/>
              <a:t>Generation</a:t>
            </a:r>
            <a:endParaRPr lang="en-US" dirty="0"/>
          </a:p>
          <a:p>
            <a:pPr marL="685800" lvl="1" indent="-228600">
              <a:buFont typeface="+mj-lt"/>
              <a:buAutoNum type="arabicPeriod"/>
            </a:pPr>
            <a:r>
              <a:rPr lang="en-US" dirty="0"/>
              <a:t>Eye/Emotion weight = highest priority (director preference</a:t>
            </a:r>
            <a:r>
              <a:rPr lang="en-US" dirty="0" smtClean="0"/>
              <a:t>)</a:t>
            </a:r>
            <a:endParaRPr lang="en-US" dirty="0"/>
          </a:p>
          <a:p>
            <a:pPr marL="685800" lvl="1" indent="-228600">
              <a:buFont typeface="+mj-lt"/>
              <a:buAutoNum type="arabicPeriod"/>
            </a:pPr>
            <a:r>
              <a:rPr lang="en-US" dirty="0"/>
              <a:t>Aggregation </a:t>
            </a:r>
            <a:r>
              <a:rPr lang="en-US" dirty="0" smtClean="0"/>
              <a:t>formula:</a:t>
            </a:r>
          </a:p>
          <a:p>
            <a:pPr marL="1143000" lvl="2" indent="-228600">
              <a:buFont typeface="+mj-lt"/>
              <a:buAutoNum type="arabicPeriod"/>
            </a:pPr>
            <a:r>
              <a:rPr lang="en-US" dirty="0" smtClean="0"/>
              <a:t>Score</a:t>
            </a:r>
            <a:r>
              <a:rPr lang="en-US" dirty="0"/>
              <a:t>=(Emotion Std.Dev.×0.5)+(Face Confidence×0.3)+((1−Mean)×0.2)</a:t>
            </a:r>
          </a:p>
          <a:p>
            <a:pPr marL="685800" lvl="1" indent="-228600">
              <a:buFont typeface="+mj-lt"/>
              <a:buAutoNum type="arabicPeriod"/>
            </a:pPr>
            <a:r>
              <a:rPr lang="en-US" dirty="0"/>
              <a:t>Output: 1–3 sentence summary + numeric scores (0–100) + radar/bar charts</a:t>
            </a:r>
            <a:endParaRPr lang="en-US" dirty="0">
              <a:solidFill>
                <a:schemeClr val="dk1"/>
              </a:solidFill>
            </a:endParaRPr>
          </a:p>
        </p:txBody>
      </p:sp>
      <p:pic>
        <p:nvPicPr>
          <p:cNvPr id="476" name="Google Shape;476;p37"/>
          <p:cNvPicPr preferRelativeResize="0"/>
          <p:nvPr/>
        </p:nvPicPr>
        <p:blipFill>
          <a:blip r:embed="rId3">
            <a:alphaModFix/>
          </a:blip>
          <a:stretch>
            <a:fillRect/>
          </a:stretch>
        </p:blipFill>
        <p:spPr>
          <a:xfrm rot="-468998">
            <a:off x="7727493" y="3399927"/>
            <a:ext cx="1393016" cy="1656542"/>
          </a:xfrm>
          <a:prstGeom prst="rect">
            <a:avLst/>
          </a:prstGeom>
          <a:noFill/>
          <a:ln>
            <a:noFill/>
          </a:ln>
        </p:spPr>
      </p:pic>
    </p:spTree>
    <p:extLst>
      <p:ext uri="{BB962C8B-B14F-4D97-AF65-F5344CB8AC3E}">
        <p14:creationId xmlns:p14="http://schemas.microsoft.com/office/powerpoint/2010/main" val="1539488647"/>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473"/>
        <p:cNvGrpSpPr/>
        <p:nvPr/>
      </p:nvGrpSpPr>
      <p:grpSpPr>
        <a:xfrm>
          <a:off x="0" y="0"/>
          <a:ext cx="0" cy="0"/>
          <a:chOff x="0" y="0"/>
          <a:chExt cx="0" cy="0"/>
        </a:xfrm>
      </p:grpSpPr>
      <p:sp>
        <p:nvSpPr>
          <p:cNvPr id="474" name="Google Shape;474;p37"/>
          <p:cNvSpPr txBox="1">
            <a:spLocks noGrp="1"/>
          </p:cNvSpPr>
          <p:nvPr>
            <p:ph type="title"/>
          </p:nvPr>
        </p:nvSpPr>
        <p:spPr>
          <a:xfrm>
            <a:off x="720001" y="243365"/>
            <a:ext cx="7704000" cy="4407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 dirty="0" smtClean="0"/>
              <a:t>Design Rationale - Architecture</a:t>
            </a:r>
            <a:endParaRPr dirty="0"/>
          </a:p>
        </p:txBody>
      </p:sp>
      <p:sp>
        <p:nvSpPr>
          <p:cNvPr id="475" name="Google Shape;475;p37"/>
          <p:cNvSpPr txBox="1">
            <a:spLocks noGrp="1"/>
          </p:cNvSpPr>
          <p:nvPr>
            <p:ph type="body" idx="1"/>
          </p:nvPr>
        </p:nvSpPr>
        <p:spPr>
          <a:xfrm>
            <a:off x="219257" y="1087124"/>
            <a:ext cx="4947103" cy="3858255"/>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US" sz="1600" b="1" dirty="0" smtClean="0">
                <a:solidFill>
                  <a:schemeClr val="dk1"/>
                </a:solidFill>
              </a:rPr>
              <a:t>Why we chose this architecture ?</a:t>
            </a:r>
            <a:endParaRPr sz="1600" b="1" dirty="0">
              <a:solidFill>
                <a:schemeClr val="dk1"/>
              </a:solidFill>
            </a:endParaRPr>
          </a:p>
          <a:p>
            <a:pPr lvl="0">
              <a:spcBef>
                <a:spcPts val="1000"/>
              </a:spcBef>
            </a:pPr>
            <a:r>
              <a:rPr lang="en-US" sz="1600" dirty="0">
                <a:solidFill>
                  <a:schemeClr val="dk1"/>
                </a:solidFill>
              </a:rPr>
              <a:t>Layered architecture ensures clarity and maintainability</a:t>
            </a:r>
          </a:p>
          <a:p>
            <a:pPr lvl="0">
              <a:spcBef>
                <a:spcPts val="1000"/>
              </a:spcBef>
            </a:pPr>
            <a:r>
              <a:rPr lang="en-US" sz="1600" dirty="0">
                <a:solidFill>
                  <a:schemeClr val="dk1"/>
                </a:solidFill>
              </a:rPr>
              <a:t>Presentation Layer: UI and user interaction</a:t>
            </a:r>
          </a:p>
          <a:p>
            <a:pPr lvl="0">
              <a:spcBef>
                <a:spcPts val="1000"/>
              </a:spcBef>
            </a:pPr>
            <a:r>
              <a:rPr lang="en-US" sz="1600" dirty="0">
                <a:solidFill>
                  <a:schemeClr val="dk1"/>
                </a:solidFill>
              </a:rPr>
              <a:t>Processing Layer: detection, logic, evaluation</a:t>
            </a:r>
          </a:p>
          <a:p>
            <a:pPr lvl="0">
              <a:spcBef>
                <a:spcPts val="1000"/>
              </a:spcBef>
            </a:pPr>
            <a:r>
              <a:rPr lang="en-US" sz="1600" dirty="0">
                <a:solidFill>
                  <a:schemeClr val="dk1"/>
                </a:solidFill>
              </a:rPr>
              <a:t>Data Layer: metrics storage and reporting</a:t>
            </a:r>
          </a:p>
          <a:p>
            <a:pPr lvl="0">
              <a:spcBef>
                <a:spcPts val="1000"/>
              </a:spcBef>
            </a:pPr>
            <a:r>
              <a:rPr lang="en-US" sz="1600" dirty="0">
                <a:solidFill>
                  <a:schemeClr val="dk1"/>
                </a:solidFill>
              </a:rPr>
              <a:t>Separation enables easier debugging and upgrades</a:t>
            </a:r>
          </a:p>
          <a:p>
            <a:pPr lvl="0">
              <a:spcBef>
                <a:spcPts val="1000"/>
              </a:spcBef>
            </a:pPr>
            <a:r>
              <a:rPr lang="en-US" sz="1600" dirty="0">
                <a:solidFill>
                  <a:schemeClr val="dk1"/>
                </a:solidFill>
              </a:rPr>
              <a:t>Modular design supports flexibility and </a:t>
            </a:r>
            <a:r>
              <a:rPr lang="en-US" sz="1600" dirty="0" smtClean="0">
                <a:solidFill>
                  <a:schemeClr val="dk1"/>
                </a:solidFill>
              </a:rPr>
              <a:t>reuse</a:t>
            </a:r>
            <a:endParaRPr lang="en-US" sz="1600" dirty="0">
              <a:solidFill>
                <a:schemeClr val="dk1"/>
              </a:solidFill>
            </a:endParaRPr>
          </a:p>
        </p:txBody>
      </p:sp>
      <p:pic>
        <p:nvPicPr>
          <p:cNvPr id="476" name="Google Shape;476;p37"/>
          <p:cNvPicPr preferRelativeResize="0"/>
          <p:nvPr/>
        </p:nvPicPr>
        <p:blipFill>
          <a:blip r:embed="rId3">
            <a:alphaModFix/>
          </a:blip>
          <a:stretch>
            <a:fillRect/>
          </a:stretch>
        </p:blipFill>
        <p:spPr>
          <a:xfrm rot="-468998">
            <a:off x="7727493" y="3399927"/>
            <a:ext cx="1393016" cy="1656542"/>
          </a:xfrm>
          <a:prstGeom prst="rect">
            <a:avLst/>
          </a:prstGeom>
          <a:noFill/>
          <a:ln>
            <a:noFill/>
          </a:ln>
        </p:spPr>
      </p:pic>
      <p:sp>
        <p:nvSpPr>
          <p:cNvPr id="5" name="Google Shape;475;p37"/>
          <p:cNvSpPr txBox="1">
            <a:spLocks/>
          </p:cNvSpPr>
          <p:nvPr/>
        </p:nvSpPr>
        <p:spPr>
          <a:xfrm>
            <a:off x="4541520" y="1087124"/>
            <a:ext cx="4322263" cy="3858255"/>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L="457200" marR="0" lvl="0" indent="-317500" algn="l" rtl="0">
              <a:lnSpc>
                <a:spcPct val="100000"/>
              </a:lnSpc>
              <a:spcBef>
                <a:spcPts val="0"/>
              </a:spcBef>
              <a:spcAft>
                <a:spcPts val="0"/>
              </a:spcAft>
              <a:buClr>
                <a:schemeClr val="accent1"/>
              </a:buClr>
              <a:buSzPts val="1400"/>
              <a:buFont typeface="Comic Neue"/>
              <a:buChar char="●"/>
              <a:defRPr sz="1400" b="0" i="0" u="none" strike="noStrike" cap="none">
                <a:solidFill>
                  <a:schemeClr val="lt1"/>
                </a:solidFill>
                <a:latin typeface="Comic Neue"/>
                <a:ea typeface="Comic Neue"/>
                <a:cs typeface="Comic Neue"/>
                <a:sym typeface="Comic Neue"/>
              </a:defRPr>
            </a:lvl1pPr>
            <a:lvl2pPr marL="914400" marR="0" lvl="1" indent="-317500" algn="l" rtl="0">
              <a:lnSpc>
                <a:spcPct val="115000"/>
              </a:lnSpc>
              <a:spcBef>
                <a:spcPts val="0"/>
              </a:spcBef>
              <a:spcAft>
                <a:spcPts val="0"/>
              </a:spcAft>
              <a:buClr>
                <a:schemeClr val="lt1"/>
              </a:buClr>
              <a:buSzPts val="1400"/>
              <a:buFont typeface="Comic Neue"/>
              <a:buChar char="○"/>
              <a:defRPr sz="1400" b="0" i="0" u="none" strike="noStrike" cap="none">
                <a:solidFill>
                  <a:schemeClr val="lt1"/>
                </a:solidFill>
                <a:latin typeface="Comic Neue"/>
                <a:ea typeface="Comic Neue"/>
                <a:cs typeface="Comic Neue"/>
                <a:sym typeface="Comic Neue"/>
              </a:defRPr>
            </a:lvl2pPr>
            <a:lvl3pPr marL="1371600" marR="0" lvl="2" indent="-317500" algn="l" rtl="0">
              <a:lnSpc>
                <a:spcPct val="115000"/>
              </a:lnSpc>
              <a:spcBef>
                <a:spcPts val="0"/>
              </a:spcBef>
              <a:spcAft>
                <a:spcPts val="0"/>
              </a:spcAft>
              <a:buClr>
                <a:schemeClr val="lt1"/>
              </a:buClr>
              <a:buSzPts val="1400"/>
              <a:buFont typeface="Comic Neue"/>
              <a:buChar char="■"/>
              <a:defRPr sz="1400" b="0" i="0" u="none" strike="noStrike" cap="none">
                <a:solidFill>
                  <a:schemeClr val="lt1"/>
                </a:solidFill>
                <a:latin typeface="Comic Neue"/>
                <a:ea typeface="Comic Neue"/>
                <a:cs typeface="Comic Neue"/>
                <a:sym typeface="Comic Neue"/>
              </a:defRPr>
            </a:lvl3pPr>
            <a:lvl4pPr marL="1828800" marR="0" lvl="3" indent="-317500" algn="l" rtl="0">
              <a:lnSpc>
                <a:spcPct val="115000"/>
              </a:lnSpc>
              <a:spcBef>
                <a:spcPts val="0"/>
              </a:spcBef>
              <a:spcAft>
                <a:spcPts val="0"/>
              </a:spcAft>
              <a:buClr>
                <a:schemeClr val="lt1"/>
              </a:buClr>
              <a:buSzPts val="1400"/>
              <a:buFont typeface="Comic Neue"/>
              <a:buChar char="●"/>
              <a:defRPr sz="1400" b="0" i="0" u="none" strike="noStrike" cap="none">
                <a:solidFill>
                  <a:schemeClr val="lt1"/>
                </a:solidFill>
                <a:latin typeface="Comic Neue"/>
                <a:ea typeface="Comic Neue"/>
                <a:cs typeface="Comic Neue"/>
                <a:sym typeface="Comic Neue"/>
              </a:defRPr>
            </a:lvl4pPr>
            <a:lvl5pPr marL="2286000" marR="0" lvl="4" indent="-317500" algn="l" rtl="0">
              <a:lnSpc>
                <a:spcPct val="115000"/>
              </a:lnSpc>
              <a:spcBef>
                <a:spcPts val="0"/>
              </a:spcBef>
              <a:spcAft>
                <a:spcPts val="0"/>
              </a:spcAft>
              <a:buClr>
                <a:schemeClr val="lt1"/>
              </a:buClr>
              <a:buSzPts val="1400"/>
              <a:buFont typeface="Comic Neue"/>
              <a:buChar char="○"/>
              <a:defRPr sz="1400" b="0" i="0" u="none" strike="noStrike" cap="none">
                <a:solidFill>
                  <a:schemeClr val="lt1"/>
                </a:solidFill>
                <a:latin typeface="Comic Neue"/>
                <a:ea typeface="Comic Neue"/>
                <a:cs typeface="Comic Neue"/>
                <a:sym typeface="Comic Neue"/>
              </a:defRPr>
            </a:lvl5pPr>
            <a:lvl6pPr marL="2743200" marR="0" lvl="5" indent="-317500" algn="l" rtl="0">
              <a:lnSpc>
                <a:spcPct val="115000"/>
              </a:lnSpc>
              <a:spcBef>
                <a:spcPts val="0"/>
              </a:spcBef>
              <a:spcAft>
                <a:spcPts val="0"/>
              </a:spcAft>
              <a:buClr>
                <a:schemeClr val="lt1"/>
              </a:buClr>
              <a:buSzPts val="1400"/>
              <a:buFont typeface="Comic Neue"/>
              <a:buChar char="■"/>
              <a:defRPr sz="1400" b="0" i="0" u="none" strike="noStrike" cap="none">
                <a:solidFill>
                  <a:schemeClr val="lt1"/>
                </a:solidFill>
                <a:latin typeface="Comic Neue"/>
                <a:ea typeface="Comic Neue"/>
                <a:cs typeface="Comic Neue"/>
                <a:sym typeface="Comic Neue"/>
              </a:defRPr>
            </a:lvl6pPr>
            <a:lvl7pPr marL="3200400" marR="0" lvl="6" indent="-317500" algn="l" rtl="0">
              <a:lnSpc>
                <a:spcPct val="115000"/>
              </a:lnSpc>
              <a:spcBef>
                <a:spcPts val="0"/>
              </a:spcBef>
              <a:spcAft>
                <a:spcPts val="0"/>
              </a:spcAft>
              <a:buClr>
                <a:schemeClr val="lt1"/>
              </a:buClr>
              <a:buSzPts val="1400"/>
              <a:buFont typeface="Comic Neue"/>
              <a:buChar char="●"/>
              <a:defRPr sz="1400" b="0" i="0" u="none" strike="noStrike" cap="none">
                <a:solidFill>
                  <a:schemeClr val="lt1"/>
                </a:solidFill>
                <a:latin typeface="Comic Neue"/>
                <a:ea typeface="Comic Neue"/>
                <a:cs typeface="Comic Neue"/>
                <a:sym typeface="Comic Neue"/>
              </a:defRPr>
            </a:lvl7pPr>
            <a:lvl8pPr marL="3657600" marR="0" lvl="7" indent="-317500" algn="l" rtl="0">
              <a:lnSpc>
                <a:spcPct val="115000"/>
              </a:lnSpc>
              <a:spcBef>
                <a:spcPts val="0"/>
              </a:spcBef>
              <a:spcAft>
                <a:spcPts val="0"/>
              </a:spcAft>
              <a:buClr>
                <a:schemeClr val="lt1"/>
              </a:buClr>
              <a:buSzPts val="1400"/>
              <a:buFont typeface="Comic Neue"/>
              <a:buChar char="○"/>
              <a:defRPr sz="1400" b="0" i="0" u="none" strike="noStrike" cap="none">
                <a:solidFill>
                  <a:schemeClr val="lt1"/>
                </a:solidFill>
                <a:latin typeface="Comic Neue"/>
                <a:ea typeface="Comic Neue"/>
                <a:cs typeface="Comic Neue"/>
                <a:sym typeface="Comic Neue"/>
              </a:defRPr>
            </a:lvl8pPr>
            <a:lvl9pPr marL="4114800" marR="0" lvl="8" indent="-317500" algn="l" rtl="0">
              <a:lnSpc>
                <a:spcPct val="115000"/>
              </a:lnSpc>
              <a:spcBef>
                <a:spcPts val="0"/>
              </a:spcBef>
              <a:spcAft>
                <a:spcPts val="0"/>
              </a:spcAft>
              <a:buClr>
                <a:schemeClr val="lt1"/>
              </a:buClr>
              <a:buSzPts val="1400"/>
              <a:buFont typeface="Comic Neue"/>
              <a:buChar char="■"/>
              <a:defRPr sz="1400" b="0" i="0" u="none" strike="noStrike" cap="none">
                <a:solidFill>
                  <a:schemeClr val="lt1"/>
                </a:solidFill>
                <a:latin typeface="Comic Neue"/>
                <a:ea typeface="Comic Neue"/>
                <a:cs typeface="Comic Neue"/>
                <a:sym typeface="Comic Neue"/>
              </a:defRPr>
            </a:lvl9pPr>
          </a:lstStyle>
          <a:p>
            <a:pPr marL="0" indent="0" algn="ctr">
              <a:buFont typeface="Comic Neue"/>
              <a:buNone/>
            </a:pPr>
            <a:r>
              <a:rPr lang="en-US" sz="1600" b="1" dirty="0" smtClean="0">
                <a:solidFill>
                  <a:schemeClr val="dk1"/>
                </a:solidFill>
              </a:rPr>
              <a:t>Why we chose this design ?</a:t>
            </a:r>
          </a:p>
          <a:p>
            <a:pPr marL="0" indent="0" algn="ctr">
              <a:buNone/>
            </a:pPr>
            <a:r>
              <a:rPr lang="en-US" sz="1600" dirty="0">
                <a:solidFill>
                  <a:schemeClr val="dk1"/>
                </a:solidFill>
              </a:rPr>
              <a:t>Layered </a:t>
            </a:r>
            <a:r>
              <a:rPr lang="en-US" sz="1600" dirty="0" smtClean="0">
                <a:solidFill>
                  <a:schemeClr val="dk1"/>
                </a:solidFill>
              </a:rPr>
              <a:t>Architecture</a:t>
            </a:r>
          </a:p>
          <a:p>
            <a:pPr marL="0" indent="0" algn="ctr">
              <a:buNone/>
            </a:pPr>
            <a:r>
              <a:rPr lang="en-US" sz="1600" dirty="0" smtClean="0">
                <a:solidFill>
                  <a:schemeClr val="dk1"/>
                </a:solidFill>
              </a:rPr>
              <a:t>    |</a:t>
            </a:r>
          </a:p>
          <a:p>
            <a:pPr marL="0" indent="0" algn="ctr">
              <a:buNone/>
            </a:pPr>
            <a:r>
              <a:rPr lang="en-US" sz="1600" dirty="0">
                <a:solidFill>
                  <a:schemeClr val="dk1"/>
                </a:solidFill>
              </a:rPr>
              <a:t> </a:t>
            </a:r>
            <a:r>
              <a:rPr lang="en-US" sz="1600" dirty="0" smtClean="0">
                <a:solidFill>
                  <a:schemeClr val="dk1"/>
                </a:solidFill>
              </a:rPr>
              <a:t>   v</a:t>
            </a:r>
            <a:endParaRPr lang="en-US" sz="1600" dirty="0">
              <a:solidFill>
                <a:schemeClr val="dk1"/>
              </a:solidFill>
            </a:endParaRPr>
          </a:p>
          <a:p>
            <a:pPr marL="0" indent="0" algn="ctr">
              <a:buNone/>
            </a:pPr>
            <a:r>
              <a:rPr lang="en-US" sz="1600" dirty="0">
                <a:solidFill>
                  <a:schemeClr val="dk1"/>
                </a:solidFill>
              </a:rPr>
              <a:t>Separation of Concerns</a:t>
            </a:r>
          </a:p>
          <a:p>
            <a:pPr marL="0" indent="0" algn="ctr">
              <a:buNone/>
            </a:pPr>
            <a:r>
              <a:rPr lang="en-US" sz="1600" dirty="0">
                <a:solidFill>
                  <a:schemeClr val="dk1"/>
                </a:solidFill>
              </a:rPr>
              <a:t>    </a:t>
            </a:r>
            <a:r>
              <a:rPr lang="en-US" sz="1600" dirty="0" smtClean="0">
                <a:solidFill>
                  <a:schemeClr val="dk1"/>
                </a:solidFill>
              </a:rPr>
              <a:t>|</a:t>
            </a:r>
            <a:endParaRPr lang="en-US" sz="1600" dirty="0">
              <a:solidFill>
                <a:schemeClr val="dk1"/>
              </a:solidFill>
            </a:endParaRPr>
          </a:p>
          <a:p>
            <a:pPr marL="0" indent="0" algn="ctr">
              <a:buNone/>
            </a:pPr>
            <a:r>
              <a:rPr lang="en-US" sz="1600" dirty="0">
                <a:solidFill>
                  <a:schemeClr val="dk1"/>
                </a:solidFill>
              </a:rPr>
              <a:t>    </a:t>
            </a:r>
            <a:r>
              <a:rPr lang="en-US" sz="1600" dirty="0" smtClean="0">
                <a:solidFill>
                  <a:schemeClr val="dk1"/>
                </a:solidFill>
              </a:rPr>
              <a:t>v</a:t>
            </a:r>
            <a:endParaRPr lang="en-US" sz="1600" dirty="0">
              <a:solidFill>
                <a:schemeClr val="dk1"/>
              </a:solidFill>
            </a:endParaRPr>
          </a:p>
          <a:p>
            <a:pPr marL="0" indent="0" algn="ctr">
              <a:buNone/>
            </a:pPr>
            <a:r>
              <a:rPr lang="en-US" sz="1600" dirty="0">
                <a:solidFill>
                  <a:schemeClr val="dk1"/>
                </a:solidFill>
              </a:rPr>
              <a:t>Modular Components</a:t>
            </a:r>
          </a:p>
          <a:p>
            <a:pPr marL="0" indent="0" algn="ctr">
              <a:buNone/>
            </a:pPr>
            <a:r>
              <a:rPr lang="en-US" sz="1600" dirty="0">
                <a:solidFill>
                  <a:schemeClr val="dk1"/>
                </a:solidFill>
              </a:rPr>
              <a:t>    </a:t>
            </a:r>
            <a:r>
              <a:rPr lang="en-US" sz="1600" dirty="0" smtClean="0">
                <a:solidFill>
                  <a:schemeClr val="dk1"/>
                </a:solidFill>
              </a:rPr>
              <a:t>|</a:t>
            </a:r>
            <a:endParaRPr lang="en-US" sz="1600" dirty="0">
              <a:solidFill>
                <a:schemeClr val="dk1"/>
              </a:solidFill>
            </a:endParaRPr>
          </a:p>
          <a:p>
            <a:pPr marL="0" indent="0" algn="ctr">
              <a:buNone/>
            </a:pPr>
            <a:r>
              <a:rPr lang="en-US" sz="1600" dirty="0">
                <a:solidFill>
                  <a:schemeClr val="dk1"/>
                </a:solidFill>
              </a:rPr>
              <a:t>    </a:t>
            </a:r>
            <a:r>
              <a:rPr lang="en-US" sz="1600" dirty="0" smtClean="0">
                <a:solidFill>
                  <a:schemeClr val="dk1"/>
                </a:solidFill>
              </a:rPr>
              <a:t>v</a:t>
            </a:r>
            <a:endParaRPr lang="en-US" sz="1600" dirty="0">
              <a:solidFill>
                <a:schemeClr val="dk1"/>
              </a:solidFill>
            </a:endParaRPr>
          </a:p>
          <a:p>
            <a:pPr marL="0" indent="0" algn="ctr">
              <a:buNone/>
            </a:pPr>
            <a:r>
              <a:rPr lang="en-US" sz="1600" dirty="0">
                <a:solidFill>
                  <a:schemeClr val="dk1"/>
                </a:solidFill>
              </a:rPr>
              <a:t>Easy Maintenance</a:t>
            </a:r>
          </a:p>
          <a:p>
            <a:pPr marL="0" indent="0" algn="ctr">
              <a:buNone/>
            </a:pPr>
            <a:r>
              <a:rPr lang="en-US" sz="1600" dirty="0">
                <a:solidFill>
                  <a:schemeClr val="dk1"/>
                </a:solidFill>
              </a:rPr>
              <a:t>    </a:t>
            </a:r>
            <a:r>
              <a:rPr lang="en-US" sz="1600" dirty="0" smtClean="0">
                <a:solidFill>
                  <a:schemeClr val="dk1"/>
                </a:solidFill>
              </a:rPr>
              <a:t>|</a:t>
            </a:r>
            <a:endParaRPr lang="en-US" sz="1600" dirty="0">
              <a:solidFill>
                <a:schemeClr val="dk1"/>
              </a:solidFill>
            </a:endParaRPr>
          </a:p>
          <a:p>
            <a:pPr marL="0" indent="0" algn="ctr">
              <a:buNone/>
            </a:pPr>
            <a:r>
              <a:rPr lang="en-US" sz="1600" dirty="0">
                <a:solidFill>
                  <a:schemeClr val="dk1"/>
                </a:solidFill>
              </a:rPr>
              <a:t>    </a:t>
            </a:r>
            <a:r>
              <a:rPr lang="en-US" sz="1600" dirty="0" smtClean="0">
                <a:solidFill>
                  <a:schemeClr val="dk1"/>
                </a:solidFill>
              </a:rPr>
              <a:t>v</a:t>
            </a:r>
            <a:endParaRPr lang="en-US" sz="1600" dirty="0">
              <a:solidFill>
                <a:schemeClr val="dk1"/>
              </a:solidFill>
            </a:endParaRPr>
          </a:p>
          <a:p>
            <a:pPr marL="0" indent="0" algn="ctr">
              <a:buNone/>
            </a:pPr>
            <a:r>
              <a:rPr lang="en-US" sz="1600" dirty="0">
                <a:solidFill>
                  <a:schemeClr val="dk1"/>
                </a:solidFill>
              </a:rPr>
              <a:t>Scalable System</a:t>
            </a:r>
          </a:p>
          <a:p>
            <a:pPr marL="0" indent="0">
              <a:buFont typeface="Comic Neue"/>
              <a:buNone/>
            </a:pPr>
            <a:endParaRPr lang="en-US" sz="1600" dirty="0" smtClean="0">
              <a:solidFill>
                <a:schemeClr val="dk1"/>
              </a:solidFill>
            </a:endParaRPr>
          </a:p>
        </p:txBody>
      </p:sp>
    </p:spTree>
    <p:extLst>
      <p:ext uri="{BB962C8B-B14F-4D97-AF65-F5344CB8AC3E}">
        <p14:creationId xmlns:p14="http://schemas.microsoft.com/office/powerpoint/2010/main" val="3719505176"/>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457"/>
        <p:cNvGrpSpPr/>
        <p:nvPr/>
      </p:nvGrpSpPr>
      <p:grpSpPr>
        <a:xfrm>
          <a:off x="0" y="0"/>
          <a:ext cx="0" cy="0"/>
          <a:chOff x="0" y="0"/>
          <a:chExt cx="0" cy="0"/>
        </a:xfrm>
      </p:grpSpPr>
      <p:sp>
        <p:nvSpPr>
          <p:cNvPr id="458" name="Google Shape;458;p47"/>
          <p:cNvSpPr txBox="1">
            <a:spLocks noGrp="1"/>
          </p:cNvSpPr>
          <p:nvPr>
            <p:ph type="title"/>
          </p:nvPr>
        </p:nvSpPr>
        <p:spPr>
          <a:xfrm>
            <a:off x="2352125" y="2350752"/>
            <a:ext cx="3555300" cy="967412"/>
          </a:xfrm>
          <a:prstGeom prst="rect">
            <a:avLst/>
          </a:prstGeom>
        </p:spPr>
        <p:txBody>
          <a:bodyPr spcFirstLastPara="1" wrap="square" lIns="91425" tIns="91425" rIns="91425" bIns="91425" anchor="b" anchorCtr="0">
            <a:noAutofit/>
          </a:bodyPr>
          <a:lstStyle/>
          <a:p>
            <a:pPr lvl="0"/>
            <a:r>
              <a:rPr lang="en-US" sz="6000" dirty="0"/>
              <a:t>Dataset</a:t>
            </a:r>
            <a:endParaRPr sz="6000" dirty="0"/>
          </a:p>
        </p:txBody>
      </p:sp>
      <p:sp>
        <p:nvSpPr>
          <p:cNvPr id="459" name="Google Shape;459;p47"/>
          <p:cNvSpPr txBox="1">
            <a:spLocks noGrp="1"/>
          </p:cNvSpPr>
          <p:nvPr>
            <p:ph type="title" idx="2"/>
          </p:nvPr>
        </p:nvSpPr>
        <p:spPr>
          <a:xfrm>
            <a:off x="1152125" y="2350752"/>
            <a:ext cx="1200000" cy="841800"/>
          </a:xfrm>
          <a:prstGeom prst="rect">
            <a:avLst/>
          </a:prstGeom>
        </p:spPr>
        <p:txBody>
          <a:bodyPr spcFirstLastPara="1" wrap="square" lIns="91425" tIns="91425" rIns="91425" bIns="91425" anchor="ctr" anchorCtr="0">
            <a:noAutofit/>
          </a:bodyPr>
          <a:lstStyle/>
          <a:p>
            <a:pPr marL="0" lvl="0" indent="0" algn="l" rtl="0">
              <a:spcBef>
                <a:spcPts val="0"/>
              </a:spcBef>
              <a:spcAft>
                <a:spcPts val="0"/>
              </a:spcAft>
              <a:buNone/>
            </a:pPr>
            <a:r>
              <a:rPr lang="en" dirty="0" smtClean="0"/>
              <a:t>05</a:t>
            </a:r>
            <a:endParaRPr dirty="0"/>
          </a:p>
        </p:txBody>
      </p:sp>
      <p:grpSp>
        <p:nvGrpSpPr>
          <p:cNvPr id="461" name="Google Shape;461;p47"/>
          <p:cNvGrpSpPr/>
          <p:nvPr/>
        </p:nvGrpSpPr>
        <p:grpSpPr>
          <a:xfrm flipH="1">
            <a:off x="577491" y="508623"/>
            <a:ext cx="8385900" cy="90900"/>
            <a:chOff x="160950" y="480600"/>
            <a:chExt cx="8385900" cy="90900"/>
          </a:xfrm>
        </p:grpSpPr>
        <p:cxnSp>
          <p:nvCxnSpPr>
            <p:cNvPr id="462" name="Google Shape;462;p47"/>
            <p:cNvCxnSpPr/>
            <p:nvPr/>
          </p:nvCxnSpPr>
          <p:spPr>
            <a:xfrm>
              <a:off x="160950" y="571500"/>
              <a:ext cx="8385900" cy="0"/>
            </a:xfrm>
            <a:prstGeom prst="straightConnector1">
              <a:avLst/>
            </a:prstGeom>
            <a:noFill/>
            <a:ln w="9525" cap="flat" cmpd="sng">
              <a:solidFill>
                <a:schemeClr val="lt1"/>
              </a:solidFill>
              <a:prstDash val="solid"/>
              <a:round/>
              <a:headEnd type="none" w="med" len="med"/>
              <a:tailEnd type="none" w="med" len="med"/>
            </a:ln>
          </p:spPr>
        </p:cxnSp>
        <p:sp>
          <p:nvSpPr>
            <p:cNvPr id="463" name="Google Shape;463;p47"/>
            <p:cNvSpPr/>
            <p:nvPr/>
          </p:nvSpPr>
          <p:spPr>
            <a:xfrm>
              <a:off x="8041650" y="480600"/>
              <a:ext cx="505200" cy="90900"/>
            </a:xfrm>
            <a:prstGeom prst="rect">
              <a:avLst/>
            </a:pr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464" name="Google Shape;464;p47"/>
          <p:cNvGrpSpPr/>
          <p:nvPr/>
        </p:nvGrpSpPr>
        <p:grpSpPr>
          <a:xfrm flipH="1">
            <a:off x="7988270" y="150698"/>
            <a:ext cx="90900" cy="4415700"/>
            <a:chOff x="1113520" y="-562202"/>
            <a:chExt cx="90900" cy="4415700"/>
          </a:xfrm>
        </p:grpSpPr>
        <p:sp>
          <p:nvSpPr>
            <p:cNvPr id="465" name="Google Shape;465;p47"/>
            <p:cNvSpPr/>
            <p:nvPr/>
          </p:nvSpPr>
          <p:spPr>
            <a:xfrm rot="-5400000">
              <a:off x="906370" y="3555448"/>
              <a:ext cx="505200" cy="90900"/>
            </a:xfrm>
            <a:prstGeom prst="rect">
              <a:avLst/>
            </a:pr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cxnSp>
          <p:nvCxnSpPr>
            <p:cNvPr id="466" name="Google Shape;466;p47"/>
            <p:cNvCxnSpPr/>
            <p:nvPr/>
          </p:nvCxnSpPr>
          <p:spPr>
            <a:xfrm rot="10800000">
              <a:off x="1121185" y="-562202"/>
              <a:ext cx="0" cy="4153200"/>
            </a:xfrm>
            <a:prstGeom prst="straightConnector1">
              <a:avLst/>
            </a:prstGeom>
            <a:noFill/>
            <a:ln w="9525" cap="flat" cmpd="sng">
              <a:solidFill>
                <a:schemeClr val="lt1"/>
              </a:solidFill>
              <a:prstDash val="solid"/>
              <a:round/>
              <a:headEnd type="none" w="med" len="med"/>
              <a:tailEnd type="none" w="med" len="med"/>
            </a:ln>
          </p:spPr>
        </p:cxnSp>
      </p:grpSp>
    </p:spTree>
    <p:extLst>
      <p:ext uri="{BB962C8B-B14F-4D97-AF65-F5344CB8AC3E}">
        <p14:creationId xmlns:p14="http://schemas.microsoft.com/office/powerpoint/2010/main" val="470523064"/>
      </p:ext>
    </p:extLst>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538"/>
        <p:cNvGrpSpPr/>
        <p:nvPr/>
      </p:nvGrpSpPr>
      <p:grpSpPr>
        <a:xfrm>
          <a:off x="0" y="0"/>
          <a:ext cx="0" cy="0"/>
          <a:chOff x="0" y="0"/>
          <a:chExt cx="0" cy="0"/>
        </a:xfrm>
      </p:grpSpPr>
      <p:graphicFrame>
        <p:nvGraphicFramePr>
          <p:cNvPr id="4" name="Table 3"/>
          <p:cNvGraphicFramePr>
            <a:graphicFrameLocks noGrp="1"/>
          </p:cNvGraphicFramePr>
          <p:nvPr>
            <p:extLst>
              <p:ext uri="{D42A27DB-BD31-4B8C-83A1-F6EECF244321}">
                <p14:modId xmlns:p14="http://schemas.microsoft.com/office/powerpoint/2010/main" val="2404413428"/>
              </p:ext>
            </p:extLst>
          </p:nvPr>
        </p:nvGraphicFramePr>
        <p:xfrm>
          <a:off x="858983" y="1122219"/>
          <a:ext cx="7379042" cy="3511567"/>
        </p:xfrm>
        <a:graphic>
          <a:graphicData uri="http://schemas.openxmlformats.org/drawingml/2006/table">
            <a:tbl>
              <a:tblPr firstRow="1">
                <a:tableStyleId>{3C2FFA5D-87B4-456A-9821-1D502468CF0F}</a:tableStyleId>
              </a:tblPr>
              <a:tblGrid>
                <a:gridCol w="1849582">
                  <a:extLst>
                    <a:ext uri="{9D8B030D-6E8A-4147-A177-3AD203B41FA5}">
                      <a16:colId xmlns:a16="http://schemas.microsoft.com/office/drawing/2014/main" val="3119105847"/>
                    </a:ext>
                  </a:extLst>
                </a:gridCol>
                <a:gridCol w="727363">
                  <a:extLst>
                    <a:ext uri="{9D8B030D-6E8A-4147-A177-3AD203B41FA5}">
                      <a16:colId xmlns:a16="http://schemas.microsoft.com/office/drawing/2014/main" val="3181294751"/>
                    </a:ext>
                  </a:extLst>
                </a:gridCol>
                <a:gridCol w="1782103">
                  <a:extLst>
                    <a:ext uri="{9D8B030D-6E8A-4147-A177-3AD203B41FA5}">
                      <a16:colId xmlns:a16="http://schemas.microsoft.com/office/drawing/2014/main" val="1626384795"/>
                    </a:ext>
                  </a:extLst>
                </a:gridCol>
                <a:gridCol w="1509997">
                  <a:extLst>
                    <a:ext uri="{9D8B030D-6E8A-4147-A177-3AD203B41FA5}">
                      <a16:colId xmlns:a16="http://schemas.microsoft.com/office/drawing/2014/main" val="1896743721"/>
                    </a:ext>
                  </a:extLst>
                </a:gridCol>
                <a:gridCol w="1509997">
                  <a:extLst>
                    <a:ext uri="{9D8B030D-6E8A-4147-A177-3AD203B41FA5}">
                      <a16:colId xmlns:a16="http://schemas.microsoft.com/office/drawing/2014/main" val="497454277"/>
                    </a:ext>
                  </a:extLst>
                </a:gridCol>
              </a:tblGrid>
              <a:tr h="357109">
                <a:tc>
                  <a:txBody>
                    <a:bodyPr/>
                    <a:lstStyle/>
                    <a:p>
                      <a:pPr algn="l"/>
                      <a:r>
                        <a:rPr lang="en-US" sz="1100">
                          <a:effectLst/>
                        </a:rPr>
                        <a:t>Dataset</a:t>
                      </a:r>
                      <a:endParaRPr lang="en-US" sz="1100" b="0">
                        <a:effectLst/>
                        <a:latin typeface="quote-cjk-patch"/>
                      </a:endParaRPr>
                    </a:p>
                  </a:txBody>
                  <a:tcPr marL="74809" marR="99746" marT="62341" marB="62341" anchor="ctr"/>
                </a:tc>
                <a:tc>
                  <a:txBody>
                    <a:bodyPr/>
                    <a:lstStyle/>
                    <a:p>
                      <a:pPr algn="l"/>
                      <a:r>
                        <a:rPr lang="en-US" sz="1100">
                          <a:effectLst/>
                        </a:rPr>
                        <a:t>Type</a:t>
                      </a:r>
                      <a:endParaRPr lang="en-US" sz="1100" b="0">
                        <a:effectLst/>
                        <a:latin typeface="quote-cjk-patch"/>
                      </a:endParaRPr>
                    </a:p>
                  </a:txBody>
                  <a:tcPr marL="99746" marR="99746" marT="62341" marB="62341" anchor="ctr"/>
                </a:tc>
                <a:tc>
                  <a:txBody>
                    <a:bodyPr/>
                    <a:lstStyle/>
                    <a:p>
                      <a:pPr algn="l"/>
                      <a:r>
                        <a:rPr lang="en-US" sz="1100">
                          <a:effectLst/>
                        </a:rPr>
                        <a:t>Size</a:t>
                      </a:r>
                      <a:endParaRPr lang="en-US" sz="1100" b="0">
                        <a:effectLst/>
                        <a:latin typeface="quote-cjk-patch"/>
                      </a:endParaRPr>
                    </a:p>
                  </a:txBody>
                  <a:tcPr marL="99746" marR="99746" marT="62341" marB="62341" anchor="ctr"/>
                </a:tc>
                <a:tc>
                  <a:txBody>
                    <a:bodyPr/>
                    <a:lstStyle/>
                    <a:p>
                      <a:pPr algn="l"/>
                      <a:r>
                        <a:rPr lang="en-US" sz="1100">
                          <a:effectLst/>
                        </a:rPr>
                        <a:t>Content</a:t>
                      </a:r>
                      <a:endParaRPr lang="en-US" sz="1100" b="0">
                        <a:effectLst/>
                        <a:latin typeface="quote-cjk-patch"/>
                      </a:endParaRPr>
                    </a:p>
                  </a:txBody>
                  <a:tcPr marL="99746" marR="99746" marT="62341" marB="62341" anchor="ctr"/>
                </a:tc>
                <a:tc>
                  <a:txBody>
                    <a:bodyPr/>
                    <a:lstStyle/>
                    <a:p>
                      <a:pPr algn="l"/>
                      <a:r>
                        <a:rPr lang="en-US" sz="1100">
                          <a:effectLst/>
                        </a:rPr>
                        <a:t>Usage</a:t>
                      </a:r>
                      <a:endParaRPr lang="en-US" sz="1100" b="0">
                        <a:effectLst/>
                        <a:latin typeface="quote-cjk-patch"/>
                      </a:endParaRPr>
                    </a:p>
                  </a:txBody>
                  <a:tcPr marL="99746" marR="99746" marT="62341" marB="62341" anchor="ctr"/>
                </a:tc>
                <a:extLst>
                  <a:ext uri="{0D108BD9-81ED-4DB2-BD59-A6C34878D82A}">
                    <a16:rowId xmlns:a16="http://schemas.microsoft.com/office/drawing/2014/main" val="3783116129"/>
                  </a:ext>
                </a:extLst>
              </a:tr>
              <a:tr h="1190362">
                <a:tc>
                  <a:txBody>
                    <a:bodyPr/>
                    <a:lstStyle/>
                    <a:p>
                      <a:r>
                        <a:rPr lang="en-US" sz="1100">
                          <a:effectLst/>
                        </a:rPr>
                        <a:t>Locally recorded videos</a:t>
                      </a:r>
                      <a:endParaRPr lang="en-US" sz="1100" b="0">
                        <a:effectLst/>
                        <a:latin typeface="quote-cjk-patch"/>
                      </a:endParaRPr>
                    </a:p>
                  </a:txBody>
                  <a:tcPr marL="74809" marR="99746" marT="62341" marB="62341" anchor="ctr"/>
                </a:tc>
                <a:tc>
                  <a:txBody>
                    <a:bodyPr/>
                    <a:lstStyle/>
                    <a:p>
                      <a:r>
                        <a:rPr lang="en-US" sz="1100">
                          <a:effectLst/>
                        </a:rPr>
                        <a:t>Video</a:t>
                      </a:r>
                      <a:endParaRPr lang="en-US" sz="1100" b="0">
                        <a:effectLst/>
                        <a:latin typeface="quote-cjk-patch"/>
                      </a:endParaRPr>
                    </a:p>
                  </a:txBody>
                  <a:tcPr marL="99746" marR="99746" marT="62341" marB="62341" anchor="ctr"/>
                </a:tc>
                <a:tc>
                  <a:txBody>
                    <a:bodyPr/>
                    <a:lstStyle/>
                    <a:p>
                      <a:r>
                        <a:rPr lang="en-US" sz="1100">
                          <a:effectLst/>
                        </a:rPr>
                        <a:t>20 clips (1–5 min each)</a:t>
                      </a:r>
                      <a:endParaRPr lang="en-US" sz="1100" b="0">
                        <a:effectLst/>
                        <a:latin typeface="quote-cjk-patch"/>
                      </a:endParaRPr>
                    </a:p>
                  </a:txBody>
                  <a:tcPr marL="99746" marR="99746" marT="62341" marB="62341" anchor="ctr"/>
                </a:tc>
                <a:tc>
                  <a:txBody>
                    <a:bodyPr/>
                    <a:lstStyle/>
                    <a:p>
                      <a:r>
                        <a:rPr lang="en-US" sz="1100">
                          <a:effectLst/>
                        </a:rPr>
                        <a:t>Acting performances (happy, sad, angry, neutral, gestures)</a:t>
                      </a:r>
                      <a:endParaRPr lang="en-US" sz="1100" b="0">
                        <a:effectLst/>
                        <a:latin typeface="quote-cjk-patch"/>
                      </a:endParaRPr>
                    </a:p>
                  </a:txBody>
                  <a:tcPr marL="99746" marR="99746" marT="62341" marB="62341" anchor="ctr"/>
                </a:tc>
                <a:tc>
                  <a:txBody>
                    <a:bodyPr/>
                    <a:lstStyle/>
                    <a:p>
                      <a:r>
                        <a:rPr lang="en-US" sz="1100">
                          <a:effectLst/>
                        </a:rPr>
                        <a:t>Primary training &amp; testing</a:t>
                      </a:r>
                      <a:endParaRPr lang="en-US" sz="1100" b="0">
                        <a:effectLst/>
                        <a:latin typeface="quote-cjk-patch"/>
                      </a:endParaRPr>
                    </a:p>
                  </a:txBody>
                  <a:tcPr marL="99746" marR="74809" marT="62341" marB="62341" anchor="ctr"/>
                </a:tc>
                <a:extLst>
                  <a:ext uri="{0D108BD9-81ED-4DB2-BD59-A6C34878D82A}">
                    <a16:rowId xmlns:a16="http://schemas.microsoft.com/office/drawing/2014/main" val="2859407815"/>
                  </a:ext>
                </a:extLst>
              </a:tr>
              <a:tr h="982048">
                <a:tc>
                  <a:txBody>
                    <a:bodyPr/>
                    <a:lstStyle/>
                    <a:p>
                      <a:r>
                        <a:rPr lang="en-US" sz="1100">
                          <a:effectLst/>
                        </a:rPr>
                        <a:t>Kaggle: Human Action Recognition (HAR)</a:t>
                      </a:r>
                      <a:endParaRPr lang="en-US" sz="1100" b="0">
                        <a:effectLst/>
                        <a:latin typeface="quote-cjk-patch"/>
                      </a:endParaRPr>
                    </a:p>
                  </a:txBody>
                  <a:tcPr marL="74809" marR="99746" marT="62341" marB="62341" anchor="ctr"/>
                </a:tc>
                <a:tc>
                  <a:txBody>
                    <a:bodyPr/>
                    <a:lstStyle/>
                    <a:p>
                      <a:r>
                        <a:rPr lang="en-US" sz="1100">
                          <a:effectLst/>
                        </a:rPr>
                        <a:t>Video</a:t>
                      </a:r>
                      <a:endParaRPr lang="en-US" sz="1100" b="0">
                        <a:effectLst/>
                        <a:latin typeface="quote-cjk-patch"/>
                      </a:endParaRPr>
                    </a:p>
                  </a:txBody>
                  <a:tcPr marL="99746" marR="99746" marT="62341" marB="62341" anchor="ctr"/>
                </a:tc>
                <a:tc>
                  <a:txBody>
                    <a:bodyPr/>
                    <a:lstStyle/>
                    <a:p>
                      <a:r>
                        <a:rPr lang="en-US" sz="1100">
                          <a:effectLst/>
                        </a:rPr>
                        <a:t>~15,000 clips</a:t>
                      </a:r>
                      <a:endParaRPr lang="en-US" sz="1100" b="0">
                        <a:effectLst/>
                        <a:latin typeface="quote-cjk-patch"/>
                      </a:endParaRPr>
                    </a:p>
                  </a:txBody>
                  <a:tcPr marL="99746" marR="99746" marT="62341" marB="62341" anchor="ctr"/>
                </a:tc>
                <a:tc>
                  <a:txBody>
                    <a:bodyPr/>
                    <a:lstStyle/>
                    <a:p>
                      <a:r>
                        <a:rPr lang="en-US" sz="1100">
                          <a:effectLst/>
                        </a:rPr>
                        <a:t>Walking, jumping, hand-waving, etc.</a:t>
                      </a:r>
                      <a:endParaRPr lang="en-US" sz="1100" b="0">
                        <a:effectLst/>
                        <a:latin typeface="quote-cjk-patch"/>
                      </a:endParaRPr>
                    </a:p>
                  </a:txBody>
                  <a:tcPr marL="99746" marR="99746" marT="62341" marB="62341" anchor="ctr"/>
                </a:tc>
                <a:tc>
                  <a:txBody>
                    <a:bodyPr/>
                    <a:lstStyle/>
                    <a:p>
                      <a:r>
                        <a:rPr lang="en-US" sz="1100">
                          <a:effectLst/>
                        </a:rPr>
                        <a:t>Gesture &amp; pose pretraining</a:t>
                      </a:r>
                      <a:endParaRPr lang="en-US" sz="1100" b="0">
                        <a:effectLst/>
                        <a:latin typeface="quote-cjk-patch"/>
                      </a:endParaRPr>
                    </a:p>
                  </a:txBody>
                  <a:tcPr marL="99746" marR="74809" marT="62341" marB="62341" anchor="ctr"/>
                </a:tc>
                <a:extLst>
                  <a:ext uri="{0D108BD9-81ED-4DB2-BD59-A6C34878D82A}">
                    <a16:rowId xmlns:a16="http://schemas.microsoft.com/office/drawing/2014/main" val="633464770"/>
                  </a:ext>
                </a:extLst>
              </a:tr>
              <a:tr h="982048">
                <a:tc>
                  <a:txBody>
                    <a:bodyPr/>
                    <a:lstStyle/>
                    <a:p>
                      <a:r>
                        <a:rPr lang="en-US" sz="1100">
                          <a:effectLst/>
                        </a:rPr>
                        <a:t>Kaggle: Human Activity Recognition Video Dataset</a:t>
                      </a:r>
                      <a:endParaRPr lang="en-US" sz="1100" b="0">
                        <a:effectLst/>
                        <a:latin typeface="quote-cjk-patch"/>
                      </a:endParaRPr>
                    </a:p>
                  </a:txBody>
                  <a:tcPr marL="74809" marR="99746" marT="62341" marB="62341" anchor="ctr"/>
                </a:tc>
                <a:tc>
                  <a:txBody>
                    <a:bodyPr/>
                    <a:lstStyle/>
                    <a:p>
                      <a:r>
                        <a:rPr lang="en-US" sz="1100">
                          <a:effectLst/>
                        </a:rPr>
                        <a:t>Video</a:t>
                      </a:r>
                      <a:endParaRPr lang="en-US" sz="1100" b="0">
                        <a:effectLst/>
                        <a:latin typeface="quote-cjk-patch"/>
                      </a:endParaRPr>
                    </a:p>
                  </a:txBody>
                  <a:tcPr marL="99746" marR="99746" marT="62341" marB="62341" anchor="ctr"/>
                </a:tc>
                <a:tc>
                  <a:txBody>
                    <a:bodyPr/>
                    <a:lstStyle/>
                    <a:p>
                      <a:r>
                        <a:rPr lang="en-US" sz="1100">
                          <a:effectLst/>
                        </a:rPr>
                        <a:t>~1,000 clips</a:t>
                      </a:r>
                      <a:endParaRPr lang="en-US" sz="1100" b="0">
                        <a:effectLst/>
                        <a:latin typeface="quote-cjk-patch"/>
                      </a:endParaRPr>
                    </a:p>
                  </a:txBody>
                  <a:tcPr marL="99746" marR="99746" marT="62341" marB="62341" anchor="ctr"/>
                </a:tc>
                <a:tc>
                  <a:txBody>
                    <a:bodyPr/>
                    <a:lstStyle/>
                    <a:p>
                      <a:r>
                        <a:rPr lang="en-US" sz="1100">
                          <a:effectLst/>
                        </a:rPr>
                        <a:t>Daily activities (sitting, standing, clapping)</a:t>
                      </a:r>
                      <a:endParaRPr lang="en-US" sz="1100" b="0">
                        <a:effectLst/>
                        <a:latin typeface="quote-cjk-patch"/>
                      </a:endParaRPr>
                    </a:p>
                  </a:txBody>
                  <a:tcPr marL="99746" marR="99746" marT="62341" marB="62341" anchor="ctr"/>
                </a:tc>
                <a:tc>
                  <a:txBody>
                    <a:bodyPr/>
                    <a:lstStyle/>
                    <a:p>
                      <a:r>
                        <a:rPr lang="en-US" sz="1100" dirty="0">
                          <a:effectLst/>
                        </a:rPr>
                        <a:t>Action segmentation validation</a:t>
                      </a:r>
                      <a:endParaRPr lang="en-US" sz="1100" b="0" dirty="0">
                        <a:effectLst/>
                        <a:latin typeface="quote-cjk-patch"/>
                      </a:endParaRPr>
                    </a:p>
                  </a:txBody>
                  <a:tcPr marL="99746" marR="74809" marT="62341" marB="62341" anchor="ctr"/>
                </a:tc>
                <a:extLst>
                  <a:ext uri="{0D108BD9-81ED-4DB2-BD59-A6C34878D82A}">
                    <a16:rowId xmlns:a16="http://schemas.microsoft.com/office/drawing/2014/main" val="2764510983"/>
                  </a:ext>
                </a:extLst>
              </a:tr>
            </a:tbl>
          </a:graphicData>
        </a:graphic>
      </p:graphicFrame>
      <p:sp>
        <p:nvSpPr>
          <p:cNvPr id="7" name="Google Shape;474;p37"/>
          <p:cNvSpPr txBox="1">
            <a:spLocks noGrp="1"/>
          </p:cNvSpPr>
          <p:nvPr>
            <p:ph type="title"/>
          </p:nvPr>
        </p:nvSpPr>
        <p:spPr>
          <a:xfrm>
            <a:off x="720001" y="243365"/>
            <a:ext cx="7704000" cy="4407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 dirty="0" smtClean="0"/>
              <a:t>Dataset Sources</a:t>
            </a:r>
            <a:endParaRPr dirty="0"/>
          </a:p>
        </p:txBody>
      </p:sp>
    </p:spTree>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910"/>
        <p:cNvGrpSpPr/>
        <p:nvPr/>
      </p:nvGrpSpPr>
      <p:grpSpPr>
        <a:xfrm>
          <a:off x="0" y="0"/>
          <a:ext cx="0" cy="0"/>
          <a:chOff x="0" y="0"/>
          <a:chExt cx="0" cy="0"/>
        </a:xfrm>
      </p:grpSpPr>
      <p:sp>
        <p:nvSpPr>
          <p:cNvPr id="915" name="Google Shape;915;p73"/>
          <p:cNvSpPr txBox="1">
            <a:spLocks noGrp="1"/>
          </p:cNvSpPr>
          <p:nvPr>
            <p:ph type="subTitle" idx="4"/>
          </p:nvPr>
        </p:nvSpPr>
        <p:spPr>
          <a:xfrm>
            <a:off x="480053" y="380200"/>
            <a:ext cx="5421983" cy="2566094"/>
          </a:xfrm>
          <a:prstGeom prst="rect">
            <a:avLst/>
          </a:prstGeom>
        </p:spPr>
        <p:txBody>
          <a:bodyPr spcFirstLastPara="1" wrap="square" lIns="91425" tIns="91425" rIns="91425" bIns="91425" anchor="t" anchorCtr="0">
            <a:noAutofit/>
          </a:bodyPr>
          <a:lstStyle/>
          <a:p>
            <a:pPr algn="l">
              <a:lnSpc>
                <a:spcPct val="150000"/>
              </a:lnSpc>
            </a:pPr>
            <a:r>
              <a:rPr lang="en-US" b="1" dirty="0"/>
              <a:t>Preprocessing Steps</a:t>
            </a:r>
            <a:endParaRPr lang="en-US" dirty="0"/>
          </a:p>
          <a:p>
            <a:pPr algn="l">
              <a:lnSpc>
                <a:spcPct val="150000"/>
              </a:lnSpc>
              <a:buFont typeface="Arial" panose="020B0604020202020204" pitchFamily="34" charset="0"/>
              <a:buChar char="•"/>
            </a:pPr>
            <a:r>
              <a:rPr lang="en-US" dirty="0"/>
              <a:t>Resize frames to 224×224 (MediaPipe requirement)</a:t>
            </a:r>
          </a:p>
          <a:p>
            <a:pPr algn="l">
              <a:lnSpc>
                <a:spcPct val="150000"/>
              </a:lnSpc>
              <a:buFont typeface="Arial" panose="020B0604020202020204" pitchFamily="34" charset="0"/>
              <a:buChar char="•"/>
            </a:pPr>
            <a:r>
              <a:rPr lang="en-US" dirty="0"/>
              <a:t>Normalize pose landmarks to [0,1] using image width/height</a:t>
            </a:r>
          </a:p>
          <a:p>
            <a:pPr algn="l">
              <a:lnSpc>
                <a:spcPct val="150000"/>
              </a:lnSpc>
              <a:buFont typeface="Arial" panose="020B0604020202020204" pitchFamily="34" charset="0"/>
              <a:buChar char="•"/>
            </a:pPr>
            <a:r>
              <a:rPr lang="en-US" dirty="0"/>
              <a:t>Extract audio at 16kHz mono</a:t>
            </a:r>
          </a:p>
          <a:p>
            <a:pPr algn="l">
              <a:lnSpc>
                <a:spcPct val="150000"/>
              </a:lnSpc>
              <a:buFont typeface="Arial" panose="020B0604020202020204" pitchFamily="34" charset="0"/>
              <a:buChar char="•"/>
            </a:pPr>
            <a:r>
              <a:rPr lang="en-US" dirty="0"/>
              <a:t>Split: 70% train, 15% validation, 15% test </a:t>
            </a:r>
            <a:r>
              <a:rPr lang="en-US" dirty="0" smtClean="0"/>
              <a:t>(</a:t>
            </a:r>
            <a:r>
              <a:rPr lang="en-US" dirty="0"/>
              <a:t>per-actor stratification)</a:t>
            </a:r>
          </a:p>
          <a:p>
            <a:pPr algn="l">
              <a:lnSpc>
                <a:spcPct val="150000"/>
              </a:lnSpc>
            </a:pPr>
            <a:r>
              <a:rPr lang="en-US" b="1" dirty="0"/>
              <a:t>Ethical Considerations</a:t>
            </a:r>
            <a:endParaRPr lang="en-US" dirty="0"/>
          </a:p>
          <a:p>
            <a:pPr algn="l">
              <a:lnSpc>
                <a:spcPct val="150000"/>
              </a:lnSpc>
              <a:buFont typeface="Arial" panose="020B0604020202020204" pitchFamily="34" charset="0"/>
              <a:buChar char="•"/>
            </a:pPr>
            <a:r>
              <a:rPr lang="en-US" dirty="0"/>
              <a:t>All local recordings with informed consent</a:t>
            </a:r>
          </a:p>
          <a:p>
            <a:pPr algn="l">
              <a:lnSpc>
                <a:spcPct val="150000"/>
              </a:lnSpc>
              <a:buFont typeface="Arial" panose="020B0604020202020204" pitchFamily="34" charset="0"/>
              <a:buChar char="•"/>
            </a:pPr>
            <a:r>
              <a:rPr lang="en-US" dirty="0"/>
              <a:t>No cloud storage; videos deleted on request</a:t>
            </a:r>
          </a:p>
        </p:txBody>
      </p:sp>
      <p:pic>
        <p:nvPicPr>
          <p:cNvPr id="6" name="Picture 5"/>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926638" y="2732612"/>
            <a:ext cx="3264362" cy="2050301"/>
          </a:xfrm>
          <a:prstGeom prst="rect">
            <a:avLst/>
          </a:prstGeom>
          <a:ln>
            <a:noFill/>
          </a:ln>
          <a:effectLst>
            <a:outerShdw blurRad="190500" algn="tl" rotWithShape="0">
              <a:srgbClr val="000000">
                <a:alpha val="70000"/>
              </a:srgbClr>
            </a:outerShdw>
          </a:effectLst>
        </p:spPr>
      </p:pic>
      <p:pic>
        <p:nvPicPr>
          <p:cNvPr id="14" name="Backhand2_Bad.mp4">
            <a:hlinkClick r:id="" action="ppaction://media"/>
            <a:extLst>
              <a:ext uri="{FF2B5EF4-FFF2-40B4-BE49-F238E27FC236}">
                <a16:creationId xmlns:a16="http://schemas.microsoft.com/office/drawing/2014/main" id="{51F28A0F-257C-C4B0-F138-C85E0286471A}"/>
              </a:ext>
            </a:extLst>
          </p:cNvPr>
          <p:cNvPicPr>
            <a:picLocks noChangeAspect="1"/>
          </p:cNvPicPr>
          <p:nvPr>
            <a:videoFile r:link="rId2"/>
            <p:extLst>
              <p:ext uri="{DAA4B4D4-6D71-4841-9C94-3DE7FCFB9230}">
                <p14:media xmlns:p14="http://schemas.microsoft.com/office/powerpoint/2010/main" r:embed="rId1"/>
              </p:ext>
            </p:extLst>
          </p:nvPr>
        </p:nvPicPr>
        <p:blipFill>
          <a:blip r:embed="rId6"/>
          <a:stretch>
            <a:fillRect/>
          </a:stretch>
        </p:blipFill>
        <p:spPr>
          <a:xfrm>
            <a:off x="6091720" y="679893"/>
            <a:ext cx="2248715" cy="4103020"/>
          </a:xfrm>
          <a:prstGeom prst="rect">
            <a:avLst/>
          </a:prstGeom>
          <a:ln>
            <a:noFill/>
          </a:ln>
          <a:effectLst>
            <a:outerShdw blurRad="292100" dist="139700" dir="2700000" algn="tl" rotWithShape="0">
              <a:srgbClr val="333333">
                <a:alpha val="65000"/>
              </a:srgbClr>
            </a:outerShdw>
          </a:effectLst>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mediacall" presetSubtype="0" fill="hold" nodeType="clickEffect">
                                  <p:stCondLst>
                                    <p:cond delay="0"/>
                                  </p:stCondLst>
                                  <p:childTnLst>
                                    <p:cmd type="call" cmd="playFrom(0.0)">
                                      <p:cBhvr>
                                        <p:cTn id="6" dur="1200" fill="hold"/>
                                        <p:tgtEl>
                                          <p:spTgt spid="14"/>
                                        </p:tgtEl>
                                      </p:cBhvr>
                                    </p:cmd>
                                  </p:childTnLst>
                                </p:cTn>
                              </p:par>
                            </p:childTnLst>
                          </p:cTn>
                        </p:par>
                      </p:childTnLst>
                    </p:cTn>
                  </p:par>
                </p:childTnLst>
              </p:cTn>
              <p:prevCondLst>
                <p:cond evt="onPrev" delay="0">
                  <p:tgtEl>
                    <p:sldTgt/>
                  </p:tgtEl>
                </p:cond>
              </p:prevCondLst>
              <p:nextCondLst>
                <p:cond evt="onNext" delay="0">
                  <p:tgtEl>
                    <p:sldTgt/>
                  </p:tgtEl>
                </p:cond>
              </p:nextCondLst>
            </p:seq>
            <p:seq concurrent="1" nextAc="seek">
              <p:cTn id="7" restart="whenNotActive" fill="hold" evtFilter="cancelBubble" nodeType="interactiveSeq">
                <p:stCondLst>
                  <p:cond evt="onClick" delay="0">
                    <p:tgtEl>
                      <p:spTgt spid="14"/>
                    </p:tgtEl>
                  </p:cond>
                </p:stCondLst>
                <p:endSync evt="end" delay="0">
                  <p:rtn val="all"/>
                </p:endSync>
                <p:childTnLst>
                  <p:par>
                    <p:cTn id="8" fill="hold">
                      <p:stCondLst>
                        <p:cond delay="0"/>
                      </p:stCondLst>
                      <p:childTnLst>
                        <p:par>
                          <p:cTn id="9" fill="hold">
                            <p:stCondLst>
                              <p:cond delay="0"/>
                            </p:stCondLst>
                            <p:childTnLst>
                              <p:par>
                                <p:cTn id="10" presetID="2" presetClass="mediacall" presetSubtype="0" fill="hold" nodeType="clickEffect">
                                  <p:stCondLst>
                                    <p:cond delay="0"/>
                                  </p:stCondLst>
                                  <p:childTnLst>
                                    <p:cmd type="call" cmd="togglePause">
                                      <p:cBhvr>
                                        <p:cTn id="11" dur="1" fill="hold"/>
                                        <p:tgtEl>
                                          <p:spTgt spid="14"/>
                                        </p:tgtEl>
                                      </p:cBhvr>
                                    </p:cmd>
                                  </p:childTnLst>
                                </p:cTn>
                              </p:par>
                            </p:childTnLst>
                          </p:cTn>
                        </p:par>
                      </p:childTnLst>
                    </p:cTn>
                  </p:par>
                </p:childTnLst>
              </p:cTn>
              <p:nextCondLst>
                <p:cond evt="onClick" delay="0">
                  <p:tgtEl>
                    <p:spTgt spid="14"/>
                  </p:tgtEl>
                </p:cond>
              </p:nextCondLst>
            </p:seq>
            <p:video>
              <p:cMediaNode vol="80000">
                <p:cTn id="12" fill="hold" display="0">
                  <p:stCondLst>
                    <p:cond delay="indefinite"/>
                  </p:stCondLst>
                </p:cTn>
                <p:tgtEl>
                  <p:spTgt spid="14"/>
                </p:tgtEl>
              </p:cMediaNode>
            </p:video>
          </p:childTnLst>
        </p:cTn>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520"/>
        <p:cNvGrpSpPr/>
        <p:nvPr/>
      </p:nvGrpSpPr>
      <p:grpSpPr>
        <a:xfrm>
          <a:off x="0" y="0"/>
          <a:ext cx="0" cy="0"/>
          <a:chOff x="0" y="0"/>
          <a:chExt cx="0" cy="0"/>
        </a:xfrm>
      </p:grpSpPr>
      <p:sp>
        <p:nvSpPr>
          <p:cNvPr id="521" name="Google Shape;521;p52"/>
          <p:cNvSpPr txBox="1">
            <a:spLocks noGrp="1"/>
          </p:cNvSpPr>
          <p:nvPr>
            <p:ph type="title"/>
          </p:nvPr>
        </p:nvSpPr>
        <p:spPr>
          <a:xfrm>
            <a:off x="3615138" y="2645698"/>
            <a:ext cx="4213323" cy="1405200"/>
          </a:xfrm>
          <a:prstGeom prst="rect">
            <a:avLst/>
          </a:prstGeom>
        </p:spPr>
        <p:txBody>
          <a:bodyPr spcFirstLastPara="1" wrap="square" lIns="91425" tIns="91425" rIns="91425" bIns="91425" anchor="b" anchorCtr="0">
            <a:noAutofit/>
          </a:bodyPr>
          <a:lstStyle/>
          <a:p>
            <a:pPr lvl="0"/>
            <a:r>
              <a:rPr lang="en-US" sz="4800" dirty="0" smtClean="0"/>
              <a:t>Experiments/Results</a:t>
            </a:r>
            <a:endParaRPr sz="4800" dirty="0"/>
          </a:p>
        </p:txBody>
      </p:sp>
      <p:sp>
        <p:nvSpPr>
          <p:cNvPr id="523" name="Google Shape;523;p52"/>
          <p:cNvSpPr txBox="1">
            <a:spLocks noGrp="1"/>
          </p:cNvSpPr>
          <p:nvPr>
            <p:ph type="title" idx="2"/>
          </p:nvPr>
        </p:nvSpPr>
        <p:spPr>
          <a:xfrm>
            <a:off x="5121800" y="1643052"/>
            <a:ext cx="1200000" cy="8418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 dirty="0" smtClean="0"/>
              <a:t>06</a:t>
            </a:r>
            <a:endParaRPr dirty="0"/>
          </a:p>
        </p:txBody>
      </p:sp>
      <p:grpSp>
        <p:nvGrpSpPr>
          <p:cNvPr id="524" name="Google Shape;524;p52"/>
          <p:cNvGrpSpPr/>
          <p:nvPr/>
        </p:nvGrpSpPr>
        <p:grpSpPr>
          <a:xfrm>
            <a:off x="181160" y="508623"/>
            <a:ext cx="8385900" cy="90900"/>
            <a:chOff x="160950" y="480600"/>
            <a:chExt cx="8385900" cy="90900"/>
          </a:xfrm>
        </p:grpSpPr>
        <p:cxnSp>
          <p:nvCxnSpPr>
            <p:cNvPr id="525" name="Google Shape;525;p52"/>
            <p:cNvCxnSpPr/>
            <p:nvPr/>
          </p:nvCxnSpPr>
          <p:spPr>
            <a:xfrm>
              <a:off x="160950" y="571500"/>
              <a:ext cx="8385900" cy="0"/>
            </a:xfrm>
            <a:prstGeom prst="straightConnector1">
              <a:avLst/>
            </a:prstGeom>
            <a:noFill/>
            <a:ln w="9525" cap="flat" cmpd="sng">
              <a:solidFill>
                <a:schemeClr val="lt1"/>
              </a:solidFill>
              <a:prstDash val="solid"/>
              <a:round/>
              <a:headEnd type="none" w="med" len="med"/>
              <a:tailEnd type="none" w="med" len="med"/>
            </a:ln>
          </p:spPr>
        </p:cxnSp>
        <p:sp>
          <p:nvSpPr>
            <p:cNvPr id="526" name="Google Shape;526;p52"/>
            <p:cNvSpPr/>
            <p:nvPr/>
          </p:nvSpPr>
          <p:spPr>
            <a:xfrm>
              <a:off x="8041650" y="480600"/>
              <a:ext cx="505200" cy="90900"/>
            </a:xfrm>
            <a:prstGeom prst="rect">
              <a:avLst/>
            </a:pr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527" name="Google Shape;527;p52"/>
          <p:cNvGrpSpPr/>
          <p:nvPr/>
        </p:nvGrpSpPr>
        <p:grpSpPr>
          <a:xfrm>
            <a:off x="1113520" y="156298"/>
            <a:ext cx="90900" cy="3697200"/>
            <a:chOff x="1113520" y="156298"/>
            <a:chExt cx="90900" cy="3697200"/>
          </a:xfrm>
        </p:grpSpPr>
        <p:sp>
          <p:nvSpPr>
            <p:cNvPr id="528" name="Google Shape;528;p52"/>
            <p:cNvSpPr/>
            <p:nvPr/>
          </p:nvSpPr>
          <p:spPr>
            <a:xfrm rot="-5400000">
              <a:off x="906370" y="3555448"/>
              <a:ext cx="505200" cy="90900"/>
            </a:xfrm>
            <a:prstGeom prst="rect">
              <a:avLst/>
            </a:pr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cxnSp>
          <p:nvCxnSpPr>
            <p:cNvPr id="529" name="Google Shape;529;p52"/>
            <p:cNvCxnSpPr/>
            <p:nvPr/>
          </p:nvCxnSpPr>
          <p:spPr>
            <a:xfrm rot="10800000">
              <a:off x="1121185" y="156298"/>
              <a:ext cx="0" cy="3434700"/>
            </a:xfrm>
            <a:prstGeom prst="straightConnector1">
              <a:avLst/>
            </a:prstGeom>
            <a:noFill/>
            <a:ln w="9525" cap="flat" cmpd="sng">
              <a:solidFill>
                <a:schemeClr val="lt1"/>
              </a:solidFill>
              <a:prstDash val="solid"/>
              <a:round/>
              <a:headEnd type="none" w="med" len="med"/>
              <a:tailEnd type="none" w="med" len="med"/>
            </a:ln>
          </p:spPr>
        </p:cxnSp>
      </p:grpSp>
    </p:spTree>
    <p:extLst>
      <p:ext uri="{BB962C8B-B14F-4D97-AF65-F5344CB8AC3E}">
        <p14:creationId xmlns:p14="http://schemas.microsoft.com/office/powerpoint/2010/main" val="2653385455"/>
      </p:ext>
    </p:extLst>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470"/>
        <p:cNvGrpSpPr/>
        <p:nvPr/>
      </p:nvGrpSpPr>
      <p:grpSpPr>
        <a:xfrm>
          <a:off x="0" y="0"/>
          <a:ext cx="0" cy="0"/>
          <a:chOff x="0" y="0"/>
          <a:chExt cx="0" cy="0"/>
        </a:xfrm>
      </p:grpSpPr>
      <p:sp>
        <p:nvSpPr>
          <p:cNvPr id="471" name="Google Shape;471;p48"/>
          <p:cNvSpPr txBox="1">
            <a:spLocks noGrp="1"/>
          </p:cNvSpPr>
          <p:nvPr>
            <p:ph type="subTitle" idx="3"/>
          </p:nvPr>
        </p:nvSpPr>
        <p:spPr>
          <a:xfrm>
            <a:off x="876736" y="1456116"/>
            <a:ext cx="3625988" cy="3060466"/>
          </a:xfrm>
          <a:prstGeom prst="rect">
            <a:avLst/>
          </a:prstGeom>
        </p:spPr>
        <p:txBody>
          <a:bodyPr spcFirstLastPara="1" wrap="square" lIns="91425" tIns="91425" rIns="91425" bIns="91425" anchor="t" anchorCtr="0">
            <a:noAutofit/>
          </a:bodyPr>
          <a:lstStyle/>
          <a:p>
            <a:pPr marL="285750" lvl="0" indent="-285750" algn="l">
              <a:lnSpc>
                <a:spcPct val="150000"/>
              </a:lnSpc>
              <a:buFont typeface="Arial" panose="020B0604020202020204" pitchFamily="34" charset="0"/>
              <a:buChar char="•"/>
            </a:pPr>
            <a:r>
              <a:rPr lang="en-US" dirty="0"/>
              <a:t>Hardware: Laptop with CPU i7, 16GB RAM, no GPU (some experiments</a:t>
            </a:r>
            <a:r>
              <a:rPr lang="en-US" dirty="0" smtClean="0"/>
              <a:t>)</a:t>
            </a:r>
            <a:endParaRPr lang="en-US" dirty="0"/>
          </a:p>
          <a:p>
            <a:pPr marL="285750" lvl="0" indent="-285750" algn="l">
              <a:lnSpc>
                <a:spcPct val="150000"/>
              </a:lnSpc>
              <a:buFont typeface="Arial" panose="020B0604020202020204" pitchFamily="34" charset="0"/>
              <a:buChar char="•"/>
            </a:pPr>
            <a:r>
              <a:rPr lang="en-US" dirty="0"/>
              <a:t>Software: Python 3.9+, </a:t>
            </a:r>
            <a:r>
              <a:rPr lang="en-US" dirty="0" err="1"/>
              <a:t>TensorFlow</a:t>
            </a:r>
            <a:r>
              <a:rPr lang="en-US" dirty="0"/>
              <a:t> 2.10, MediaPipe 0.10, Flask </a:t>
            </a:r>
            <a:r>
              <a:rPr lang="en-US" dirty="0" smtClean="0"/>
              <a:t>2.0</a:t>
            </a:r>
            <a:endParaRPr lang="en-US" dirty="0"/>
          </a:p>
          <a:p>
            <a:pPr marL="285750" lvl="0" indent="-285750" algn="l">
              <a:lnSpc>
                <a:spcPct val="150000"/>
              </a:lnSpc>
              <a:buFont typeface="Arial" panose="020B0604020202020204" pitchFamily="34" charset="0"/>
              <a:buChar char="•"/>
            </a:pPr>
            <a:r>
              <a:rPr lang="en-US" dirty="0"/>
              <a:t>Baselines: Compared 8 model architectures (CNN, RNN, LSTM, GRU, </a:t>
            </a:r>
            <a:r>
              <a:rPr lang="en-US" dirty="0" err="1"/>
              <a:t>BiLSTM</a:t>
            </a:r>
            <a:r>
              <a:rPr lang="en-US" dirty="0"/>
              <a:t>, CNN-LSTM, CNN-RNN, </a:t>
            </a:r>
            <a:r>
              <a:rPr lang="en-US" dirty="0" err="1"/>
              <a:t>Keras</a:t>
            </a:r>
            <a:r>
              <a:rPr lang="en-US" dirty="0"/>
              <a:t> DNN, </a:t>
            </a:r>
            <a:r>
              <a:rPr lang="en-US" dirty="0" err="1" smtClean="0"/>
              <a:t>PyCaret</a:t>
            </a:r>
            <a:r>
              <a:rPr lang="en-US" dirty="0" smtClean="0"/>
              <a:t>)</a:t>
            </a:r>
          </a:p>
          <a:p>
            <a:pPr marL="285750" lvl="0" indent="-285750" algn="l">
              <a:lnSpc>
                <a:spcPct val="150000"/>
              </a:lnSpc>
              <a:buFont typeface="Arial" panose="020B0604020202020204" pitchFamily="34" charset="0"/>
              <a:buChar char="•"/>
            </a:pPr>
            <a:r>
              <a:rPr lang="en-US" dirty="0" smtClean="0"/>
              <a:t>Metrics</a:t>
            </a:r>
            <a:r>
              <a:rPr lang="en-US" dirty="0"/>
              <a:t>: Accuracy, Precision, Recall, F1, SUS score, processing latency</a:t>
            </a:r>
            <a:endParaRPr dirty="0"/>
          </a:p>
        </p:txBody>
      </p:sp>
      <p:sp>
        <p:nvSpPr>
          <p:cNvPr id="473" name="Google Shape;473;p48"/>
          <p:cNvSpPr txBox="1">
            <a:spLocks noGrp="1"/>
          </p:cNvSpPr>
          <p:nvPr>
            <p:ph type="subTitle" idx="1"/>
          </p:nvPr>
        </p:nvSpPr>
        <p:spPr>
          <a:xfrm>
            <a:off x="913552" y="855325"/>
            <a:ext cx="3211200" cy="476100"/>
          </a:xfrm>
          <a:prstGeom prst="rect">
            <a:avLst/>
          </a:prstGeom>
        </p:spPr>
        <p:txBody>
          <a:bodyPr spcFirstLastPara="1" wrap="square" lIns="91425" tIns="91425" rIns="91425" bIns="91425" anchor="b" anchorCtr="0">
            <a:noAutofit/>
          </a:bodyPr>
          <a:lstStyle/>
          <a:p>
            <a:pPr marL="0" lvl="0" indent="0" algn="r" rtl="0">
              <a:spcBef>
                <a:spcPts val="0"/>
              </a:spcBef>
              <a:spcAft>
                <a:spcPts val="0"/>
              </a:spcAft>
              <a:buNone/>
            </a:pPr>
            <a:r>
              <a:rPr lang="en" dirty="0" smtClean="0"/>
              <a:t>Experimental Setup</a:t>
            </a:r>
            <a:endParaRPr dirty="0"/>
          </a:p>
        </p:txBody>
      </p:sp>
      <p:sp>
        <p:nvSpPr>
          <p:cNvPr id="474" name="Google Shape;474;p48"/>
          <p:cNvSpPr txBox="1">
            <a:spLocks noGrp="1"/>
          </p:cNvSpPr>
          <p:nvPr>
            <p:ph type="subTitle" idx="2"/>
          </p:nvPr>
        </p:nvSpPr>
        <p:spPr>
          <a:xfrm>
            <a:off x="4949973" y="855325"/>
            <a:ext cx="3211200" cy="476100"/>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en" dirty="0" smtClean="0"/>
              <a:t>Error Analysis</a:t>
            </a:r>
            <a:endParaRPr dirty="0"/>
          </a:p>
        </p:txBody>
      </p:sp>
      <p:cxnSp>
        <p:nvCxnSpPr>
          <p:cNvPr id="4" name="Straight Connector 3"/>
          <p:cNvCxnSpPr/>
          <p:nvPr/>
        </p:nvCxnSpPr>
        <p:spPr>
          <a:xfrm>
            <a:off x="4502724" y="706582"/>
            <a:ext cx="0" cy="3657600"/>
          </a:xfrm>
          <a:prstGeom prst="line">
            <a:avLst/>
          </a:prstGeom>
        </p:spPr>
        <p:style>
          <a:lnRef idx="1">
            <a:schemeClr val="accent1"/>
          </a:lnRef>
          <a:fillRef idx="0">
            <a:schemeClr val="accent1"/>
          </a:fillRef>
          <a:effectRef idx="0">
            <a:schemeClr val="accent1"/>
          </a:effectRef>
          <a:fontRef idx="minor">
            <a:schemeClr val="tx1"/>
          </a:fontRef>
        </p:style>
      </p:cxnSp>
      <p:sp>
        <p:nvSpPr>
          <p:cNvPr id="8" name="Google Shape;471;p48"/>
          <p:cNvSpPr txBox="1">
            <a:spLocks noGrp="1"/>
          </p:cNvSpPr>
          <p:nvPr>
            <p:ph type="subTitle" idx="3"/>
          </p:nvPr>
        </p:nvSpPr>
        <p:spPr>
          <a:xfrm>
            <a:off x="4589754" y="1456116"/>
            <a:ext cx="3625988" cy="3060466"/>
          </a:xfrm>
          <a:prstGeom prst="rect">
            <a:avLst/>
          </a:prstGeom>
        </p:spPr>
        <p:txBody>
          <a:bodyPr spcFirstLastPara="1" wrap="square" lIns="91425" tIns="91425" rIns="91425" bIns="91425" anchor="t" anchorCtr="0">
            <a:noAutofit/>
          </a:bodyPr>
          <a:lstStyle/>
          <a:p>
            <a:pPr marL="285750" lvl="0" indent="-285750" algn="l">
              <a:lnSpc>
                <a:spcPct val="150000"/>
              </a:lnSpc>
              <a:buFont typeface="Arial" panose="020B0604020202020204" pitchFamily="34" charset="0"/>
              <a:buChar char="•"/>
            </a:pPr>
            <a:r>
              <a:rPr lang="en-US" dirty="0"/>
              <a:t>Emotion misclassifications: neutral → sad (low lighting)</a:t>
            </a:r>
          </a:p>
          <a:p>
            <a:pPr marL="285750" lvl="0" indent="-285750" algn="l">
              <a:lnSpc>
                <a:spcPct val="150000"/>
              </a:lnSpc>
              <a:buFont typeface="Arial" panose="020B0604020202020204" pitchFamily="34" charset="0"/>
              <a:buChar char="•"/>
            </a:pPr>
            <a:endParaRPr lang="en-US" dirty="0"/>
          </a:p>
          <a:p>
            <a:pPr marL="285750" lvl="0" indent="-285750" algn="l">
              <a:lnSpc>
                <a:spcPct val="150000"/>
              </a:lnSpc>
              <a:buFont typeface="Arial" panose="020B0604020202020204" pitchFamily="34" charset="0"/>
              <a:buChar char="•"/>
            </a:pPr>
            <a:r>
              <a:rPr lang="en-US" dirty="0"/>
              <a:t>Gaze failures: 20% of frames when face partially occluded</a:t>
            </a:r>
          </a:p>
          <a:p>
            <a:pPr marL="285750" lvl="0" indent="-285750" algn="l">
              <a:lnSpc>
                <a:spcPct val="150000"/>
              </a:lnSpc>
              <a:buFont typeface="Arial" panose="020B0604020202020204" pitchFamily="34" charset="0"/>
              <a:buChar char="•"/>
            </a:pPr>
            <a:endParaRPr lang="en-US" dirty="0"/>
          </a:p>
          <a:p>
            <a:pPr marL="285750" lvl="0" indent="-285750" algn="l">
              <a:lnSpc>
                <a:spcPct val="150000"/>
              </a:lnSpc>
              <a:buFont typeface="Arial" panose="020B0604020202020204" pitchFamily="34" charset="0"/>
              <a:buChar char="•"/>
            </a:pPr>
            <a:r>
              <a:rPr lang="en-US" dirty="0"/>
              <a:t>Action segmentation: 10 actions detected, 8 correct labels (80% frame-wise accuracy)</a:t>
            </a:r>
            <a:endParaRPr dirty="0"/>
          </a:p>
        </p:txBody>
      </p:sp>
    </p:spTree>
    <p:extLst>
      <p:ext uri="{BB962C8B-B14F-4D97-AF65-F5344CB8AC3E}">
        <p14:creationId xmlns:p14="http://schemas.microsoft.com/office/powerpoint/2010/main" val="2707831424"/>
      </p:ext>
    </p:extLst>
  </p:cSld>
  <p:clrMapOvr>
    <a:masterClrMapping/>
  </p:clrMapOvr>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389"/>
        <p:cNvGrpSpPr/>
        <p:nvPr/>
      </p:nvGrpSpPr>
      <p:grpSpPr>
        <a:xfrm>
          <a:off x="0" y="0"/>
          <a:ext cx="0" cy="0"/>
          <a:chOff x="0" y="0"/>
          <a:chExt cx="0" cy="0"/>
        </a:xfrm>
      </p:grpSpPr>
      <p:sp>
        <p:nvSpPr>
          <p:cNvPr id="9" name="Google Shape;390;p41"/>
          <p:cNvSpPr txBox="1">
            <a:spLocks/>
          </p:cNvSpPr>
          <p:nvPr/>
        </p:nvSpPr>
        <p:spPr>
          <a:xfrm>
            <a:off x="719998" y="3034688"/>
            <a:ext cx="7704000" cy="572700"/>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R="0" lvl="0" algn="ctr" rtl="0">
              <a:lnSpc>
                <a:spcPct val="100000"/>
              </a:lnSpc>
              <a:spcBef>
                <a:spcPts val="0"/>
              </a:spcBef>
              <a:spcAft>
                <a:spcPts val="0"/>
              </a:spcAft>
              <a:buClr>
                <a:schemeClr val="dk1"/>
              </a:buClr>
              <a:buSzPts val="3500"/>
              <a:buFont typeface="Noto Serif Ethiopic"/>
              <a:buNone/>
              <a:defRPr sz="3500" b="0" i="0" u="none" strike="noStrike" cap="none">
                <a:solidFill>
                  <a:schemeClr val="dk1"/>
                </a:solidFill>
                <a:latin typeface="Noto Serif Ethiopic"/>
                <a:ea typeface="Noto Serif Ethiopic"/>
                <a:cs typeface="Noto Serif Ethiopic"/>
                <a:sym typeface="Noto Serif Ethiopic"/>
              </a:defRPr>
            </a:lvl1pPr>
            <a:lvl2pPr marR="0" lvl="1" algn="l" rtl="0">
              <a:lnSpc>
                <a:spcPct val="100000"/>
              </a:lnSpc>
              <a:spcBef>
                <a:spcPts val="0"/>
              </a:spcBef>
              <a:spcAft>
                <a:spcPts val="0"/>
              </a:spcAft>
              <a:buClr>
                <a:schemeClr val="dk1"/>
              </a:buClr>
              <a:buSzPts val="3500"/>
              <a:buFont typeface="Bebas Neue"/>
              <a:buNone/>
              <a:defRPr sz="3500" b="0" i="0" u="none" strike="noStrike" cap="none">
                <a:solidFill>
                  <a:schemeClr val="dk1"/>
                </a:solidFill>
                <a:latin typeface="Bebas Neue"/>
                <a:ea typeface="Bebas Neue"/>
                <a:cs typeface="Bebas Neue"/>
                <a:sym typeface="Bebas Neue"/>
              </a:defRPr>
            </a:lvl2pPr>
            <a:lvl3pPr marR="0" lvl="2" algn="l" rtl="0">
              <a:lnSpc>
                <a:spcPct val="100000"/>
              </a:lnSpc>
              <a:spcBef>
                <a:spcPts val="0"/>
              </a:spcBef>
              <a:spcAft>
                <a:spcPts val="0"/>
              </a:spcAft>
              <a:buClr>
                <a:schemeClr val="dk1"/>
              </a:buClr>
              <a:buSzPts val="3500"/>
              <a:buFont typeface="Bebas Neue"/>
              <a:buNone/>
              <a:defRPr sz="3500" b="0" i="0" u="none" strike="noStrike" cap="none">
                <a:solidFill>
                  <a:schemeClr val="dk1"/>
                </a:solidFill>
                <a:latin typeface="Bebas Neue"/>
                <a:ea typeface="Bebas Neue"/>
                <a:cs typeface="Bebas Neue"/>
                <a:sym typeface="Bebas Neue"/>
              </a:defRPr>
            </a:lvl3pPr>
            <a:lvl4pPr marR="0" lvl="3" algn="l" rtl="0">
              <a:lnSpc>
                <a:spcPct val="100000"/>
              </a:lnSpc>
              <a:spcBef>
                <a:spcPts val="0"/>
              </a:spcBef>
              <a:spcAft>
                <a:spcPts val="0"/>
              </a:spcAft>
              <a:buClr>
                <a:schemeClr val="dk1"/>
              </a:buClr>
              <a:buSzPts val="3500"/>
              <a:buFont typeface="Bebas Neue"/>
              <a:buNone/>
              <a:defRPr sz="3500" b="0" i="0" u="none" strike="noStrike" cap="none">
                <a:solidFill>
                  <a:schemeClr val="dk1"/>
                </a:solidFill>
                <a:latin typeface="Bebas Neue"/>
                <a:ea typeface="Bebas Neue"/>
                <a:cs typeface="Bebas Neue"/>
                <a:sym typeface="Bebas Neue"/>
              </a:defRPr>
            </a:lvl4pPr>
            <a:lvl5pPr marR="0" lvl="4" algn="l" rtl="0">
              <a:lnSpc>
                <a:spcPct val="100000"/>
              </a:lnSpc>
              <a:spcBef>
                <a:spcPts val="0"/>
              </a:spcBef>
              <a:spcAft>
                <a:spcPts val="0"/>
              </a:spcAft>
              <a:buClr>
                <a:schemeClr val="dk1"/>
              </a:buClr>
              <a:buSzPts val="3500"/>
              <a:buFont typeface="Bebas Neue"/>
              <a:buNone/>
              <a:defRPr sz="3500" b="0" i="0" u="none" strike="noStrike" cap="none">
                <a:solidFill>
                  <a:schemeClr val="dk1"/>
                </a:solidFill>
                <a:latin typeface="Bebas Neue"/>
                <a:ea typeface="Bebas Neue"/>
                <a:cs typeface="Bebas Neue"/>
                <a:sym typeface="Bebas Neue"/>
              </a:defRPr>
            </a:lvl5pPr>
            <a:lvl6pPr marR="0" lvl="5" algn="l" rtl="0">
              <a:lnSpc>
                <a:spcPct val="100000"/>
              </a:lnSpc>
              <a:spcBef>
                <a:spcPts val="0"/>
              </a:spcBef>
              <a:spcAft>
                <a:spcPts val="0"/>
              </a:spcAft>
              <a:buClr>
                <a:schemeClr val="dk1"/>
              </a:buClr>
              <a:buSzPts val="3500"/>
              <a:buFont typeface="Bebas Neue"/>
              <a:buNone/>
              <a:defRPr sz="3500" b="0" i="0" u="none" strike="noStrike" cap="none">
                <a:solidFill>
                  <a:schemeClr val="dk1"/>
                </a:solidFill>
                <a:latin typeface="Bebas Neue"/>
                <a:ea typeface="Bebas Neue"/>
                <a:cs typeface="Bebas Neue"/>
                <a:sym typeface="Bebas Neue"/>
              </a:defRPr>
            </a:lvl6pPr>
            <a:lvl7pPr marR="0" lvl="6" algn="l" rtl="0">
              <a:lnSpc>
                <a:spcPct val="100000"/>
              </a:lnSpc>
              <a:spcBef>
                <a:spcPts val="0"/>
              </a:spcBef>
              <a:spcAft>
                <a:spcPts val="0"/>
              </a:spcAft>
              <a:buClr>
                <a:schemeClr val="dk1"/>
              </a:buClr>
              <a:buSzPts val="3500"/>
              <a:buFont typeface="Bebas Neue"/>
              <a:buNone/>
              <a:defRPr sz="3500" b="0" i="0" u="none" strike="noStrike" cap="none">
                <a:solidFill>
                  <a:schemeClr val="dk1"/>
                </a:solidFill>
                <a:latin typeface="Bebas Neue"/>
                <a:ea typeface="Bebas Neue"/>
                <a:cs typeface="Bebas Neue"/>
                <a:sym typeface="Bebas Neue"/>
              </a:defRPr>
            </a:lvl7pPr>
            <a:lvl8pPr marR="0" lvl="7" algn="l" rtl="0">
              <a:lnSpc>
                <a:spcPct val="100000"/>
              </a:lnSpc>
              <a:spcBef>
                <a:spcPts val="0"/>
              </a:spcBef>
              <a:spcAft>
                <a:spcPts val="0"/>
              </a:spcAft>
              <a:buClr>
                <a:schemeClr val="dk1"/>
              </a:buClr>
              <a:buSzPts val="3500"/>
              <a:buFont typeface="Bebas Neue"/>
              <a:buNone/>
              <a:defRPr sz="3500" b="0" i="0" u="none" strike="noStrike" cap="none">
                <a:solidFill>
                  <a:schemeClr val="dk1"/>
                </a:solidFill>
                <a:latin typeface="Bebas Neue"/>
                <a:ea typeface="Bebas Neue"/>
                <a:cs typeface="Bebas Neue"/>
                <a:sym typeface="Bebas Neue"/>
              </a:defRPr>
            </a:lvl8pPr>
            <a:lvl9pPr marR="0" lvl="8" algn="l" rtl="0">
              <a:lnSpc>
                <a:spcPct val="100000"/>
              </a:lnSpc>
              <a:spcBef>
                <a:spcPts val="0"/>
              </a:spcBef>
              <a:spcAft>
                <a:spcPts val="0"/>
              </a:spcAft>
              <a:buClr>
                <a:schemeClr val="dk1"/>
              </a:buClr>
              <a:buSzPts val="3500"/>
              <a:buFont typeface="Bebas Neue"/>
              <a:buNone/>
              <a:defRPr sz="3500" b="0" i="0" u="none" strike="noStrike" cap="none">
                <a:solidFill>
                  <a:schemeClr val="dk1"/>
                </a:solidFill>
                <a:latin typeface="Bebas Neue"/>
                <a:ea typeface="Bebas Neue"/>
                <a:cs typeface="Bebas Neue"/>
                <a:sym typeface="Bebas Neue"/>
              </a:defRPr>
            </a:lvl9pPr>
          </a:lstStyle>
          <a:p>
            <a:r>
              <a:rPr lang="en-US" sz="2000" dirty="0" smtClean="0"/>
              <a:t>Performance Metrics</a:t>
            </a:r>
            <a:endParaRPr lang="en-US" sz="2000" dirty="0"/>
          </a:p>
        </p:txBody>
      </p:sp>
      <p:sp>
        <p:nvSpPr>
          <p:cNvPr id="12" name="Google Shape;556;p56"/>
          <p:cNvSpPr txBox="1">
            <a:spLocks/>
          </p:cNvSpPr>
          <p:nvPr/>
        </p:nvSpPr>
        <p:spPr>
          <a:xfrm>
            <a:off x="2239115" y="3321038"/>
            <a:ext cx="5179993" cy="1586345"/>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L="457200" marR="0" lvl="0" indent="-317500" algn="ctr" rtl="0">
              <a:lnSpc>
                <a:spcPct val="115000"/>
              </a:lnSpc>
              <a:spcBef>
                <a:spcPts val="0"/>
              </a:spcBef>
              <a:spcAft>
                <a:spcPts val="0"/>
              </a:spcAft>
              <a:buClr>
                <a:schemeClr val="dk1"/>
              </a:buClr>
              <a:buSzPts val="1400"/>
              <a:buFont typeface="Akatab"/>
              <a:buChar char="●"/>
              <a:defRPr sz="1200" b="0" i="0" u="none" strike="noStrike" cap="none">
                <a:solidFill>
                  <a:schemeClr val="dk1"/>
                </a:solidFill>
                <a:latin typeface="Akatab"/>
                <a:ea typeface="Akatab"/>
                <a:cs typeface="Akatab"/>
                <a:sym typeface="Akatab"/>
              </a:defRPr>
            </a:lvl1pPr>
            <a:lvl2pPr marL="914400" marR="0" lvl="1" indent="-304800" algn="l" rtl="0">
              <a:lnSpc>
                <a:spcPct val="115000"/>
              </a:lnSpc>
              <a:spcBef>
                <a:spcPts val="0"/>
              </a:spcBef>
              <a:spcAft>
                <a:spcPts val="0"/>
              </a:spcAft>
              <a:buClr>
                <a:schemeClr val="dk1"/>
              </a:buClr>
              <a:buSzPts val="1200"/>
              <a:buFont typeface="Akatab"/>
              <a:buChar char="○"/>
              <a:defRPr sz="1200" b="0" i="0" u="none" strike="noStrike" cap="none">
                <a:solidFill>
                  <a:schemeClr val="dk1"/>
                </a:solidFill>
                <a:latin typeface="Akatab"/>
                <a:ea typeface="Akatab"/>
                <a:cs typeface="Akatab"/>
                <a:sym typeface="Akatab"/>
              </a:defRPr>
            </a:lvl2pPr>
            <a:lvl3pPr marL="1371600" marR="0" lvl="2" indent="-304800" algn="l" rtl="0">
              <a:lnSpc>
                <a:spcPct val="115000"/>
              </a:lnSpc>
              <a:spcBef>
                <a:spcPts val="0"/>
              </a:spcBef>
              <a:spcAft>
                <a:spcPts val="0"/>
              </a:spcAft>
              <a:buClr>
                <a:schemeClr val="dk1"/>
              </a:buClr>
              <a:buSzPts val="1200"/>
              <a:buFont typeface="Akatab"/>
              <a:buChar char="■"/>
              <a:defRPr sz="1200" b="0" i="0" u="none" strike="noStrike" cap="none">
                <a:solidFill>
                  <a:schemeClr val="dk1"/>
                </a:solidFill>
                <a:latin typeface="Akatab"/>
                <a:ea typeface="Akatab"/>
                <a:cs typeface="Akatab"/>
                <a:sym typeface="Akatab"/>
              </a:defRPr>
            </a:lvl3pPr>
            <a:lvl4pPr marL="1828800" marR="0" lvl="3" indent="-304800" algn="l" rtl="0">
              <a:lnSpc>
                <a:spcPct val="115000"/>
              </a:lnSpc>
              <a:spcBef>
                <a:spcPts val="0"/>
              </a:spcBef>
              <a:spcAft>
                <a:spcPts val="0"/>
              </a:spcAft>
              <a:buClr>
                <a:schemeClr val="dk1"/>
              </a:buClr>
              <a:buSzPts val="1200"/>
              <a:buFont typeface="Akatab"/>
              <a:buChar char="●"/>
              <a:defRPr sz="1200" b="0" i="0" u="none" strike="noStrike" cap="none">
                <a:solidFill>
                  <a:schemeClr val="dk1"/>
                </a:solidFill>
                <a:latin typeface="Akatab"/>
                <a:ea typeface="Akatab"/>
                <a:cs typeface="Akatab"/>
                <a:sym typeface="Akatab"/>
              </a:defRPr>
            </a:lvl4pPr>
            <a:lvl5pPr marL="2286000" marR="0" lvl="4" indent="-304800" algn="l" rtl="0">
              <a:lnSpc>
                <a:spcPct val="115000"/>
              </a:lnSpc>
              <a:spcBef>
                <a:spcPts val="0"/>
              </a:spcBef>
              <a:spcAft>
                <a:spcPts val="0"/>
              </a:spcAft>
              <a:buClr>
                <a:schemeClr val="dk1"/>
              </a:buClr>
              <a:buSzPts val="1200"/>
              <a:buFont typeface="Akatab"/>
              <a:buChar char="○"/>
              <a:defRPr sz="1200" b="0" i="0" u="none" strike="noStrike" cap="none">
                <a:solidFill>
                  <a:schemeClr val="dk1"/>
                </a:solidFill>
                <a:latin typeface="Akatab"/>
                <a:ea typeface="Akatab"/>
                <a:cs typeface="Akatab"/>
                <a:sym typeface="Akatab"/>
              </a:defRPr>
            </a:lvl5pPr>
            <a:lvl6pPr marL="2743200" marR="0" lvl="5" indent="-304800" algn="l" rtl="0">
              <a:lnSpc>
                <a:spcPct val="115000"/>
              </a:lnSpc>
              <a:spcBef>
                <a:spcPts val="0"/>
              </a:spcBef>
              <a:spcAft>
                <a:spcPts val="0"/>
              </a:spcAft>
              <a:buClr>
                <a:schemeClr val="dk1"/>
              </a:buClr>
              <a:buSzPts val="1200"/>
              <a:buFont typeface="Akatab"/>
              <a:buChar char="■"/>
              <a:defRPr sz="1200" b="0" i="0" u="none" strike="noStrike" cap="none">
                <a:solidFill>
                  <a:schemeClr val="dk1"/>
                </a:solidFill>
                <a:latin typeface="Akatab"/>
                <a:ea typeface="Akatab"/>
                <a:cs typeface="Akatab"/>
                <a:sym typeface="Akatab"/>
              </a:defRPr>
            </a:lvl6pPr>
            <a:lvl7pPr marL="3200400" marR="0" lvl="6" indent="-304800" algn="l" rtl="0">
              <a:lnSpc>
                <a:spcPct val="115000"/>
              </a:lnSpc>
              <a:spcBef>
                <a:spcPts val="0"/>
              </a:spcBef>
              <a:spcAft>
                <a:spcPts val="0"/>
              </a:spcAft>
              <a:buClr>
                <a:schemeClr val="dk1"/>
              </a:buClr>
              <a:buSzPts val="1200"/>
              <a:buFont typeface="Akatab"/>
              <a:buChar char="●"/>
              <a:defRPr sz="1200" b="0" i="0" u="none" strike="noStrike" cap="none">
                <a:solidFill>
                  <a:schemeClr val="dk1"/>
                </a:solidFill>
                <a:latin typeface="Akatab"/>
                <a:ea typeface="Akatab"/>
                <a:cs typeface="Akatab"/>
                <a:sym typeface="Akatab"/>
              </a:defRPr>
            </a:lvl7pPr>
            <a:lvl8pPr marL="3657600" marR="0" lvl="7" indent="-304800" algn="l" rtl="0">
              <a:lnSpc>
                <a:spcPct val="115000"/>
              </a:lnSpc>
              <a:spcBef>
                <a:spcPts val="0"/>
              </a:spcBef>
              <a:spcAft>
                <a:spcPts val="0"/>
              </a:spcAft>
              <a:buClr>
                <a:schemeClr val="dk1"/>
              </a:buClr>
              <a:buSzPts val="1200"/>
              <a:buFont typeface="Akatab"/>
              <a:buChar char="○"/>
              <a:defRPr sz="1200" b="0" i="0" u="none" strike="noStrike" cap="none">
                <a:solidFill>
                  <a:schemeClr val="dk1"/>
                </a:solidFill>
                <a:latin typeface="Akatab"/>
                <a:ea typeface="Akatab"/>
                <a:cs typeface="Akatab"/>
                <a:sym typeface="Akatab"/>
              </a:defRPr>
            </a:lvl8pPr>
            <a:lvl9pPr marL="4114800" marR="0" lvl="8" indent="-304800" algn="l" rtl="0">
              <a:lnSpc>
                <a:spcPct val="115000"/>
              </a:lnSpc>
              <a:spcBef>
                <a:spcPts val="0"/>
              </a:spcBef>
              <a:spcAft>
                <a:spcPts val="0"/>
              </a:spcAft>
              <a:buClr>
                <a:schemeClr val="dk1"/>
              </a:buClr>
              <a:buSzPts val="1200"/>
              <a:buFont typeface="Akatab"/>
              <a:buChar char="■"/>
              <a:defRPr sz="1200" b="0" i="0" u="none" strike="noStrike" cap="none">
                <a:solidFill>
                  <a:schemeClr val="dk1"/>
                </a:solidFill>
                <a:latin typeface="Akatab"/>
                <a:ea typeface="Akatab"/>
                <a:cs typeface="Akatab"/>
                <a:sym typeface="Akatab"/>
              </a:defRPr>
            </a:lvl9pPr>
          </a:lstStyle>
          <a:p>
            <a:pPr marL="171450" indent="-171450" algn="l">
              <a:lnSpc>
                <a:spcPct val="150000"/>
              </a:lnSpc>
              <a:buSzPct val="80000"/>
            </a:pPr>
            <a:r>
              <a:rPr lang="en-US" dirty="0"/>
              <a:t>Emotion detection accuracy: 61.5% (meets 60% baseline</a:t>
            </a:r>
            <a:r>
              <a:rPr lang="en-US" dirty="0" smtClean="0"/>
              <a:t>)</a:t>
            </a:r>
            <a:endParaRPr lang="en-US" dirty="0"/>
          </a:p>
          <a:p>
            <a:pPr marL="171450" indent="-171450" algn="l">
              <a:lnSpc>
                <a:spcPct val="150000"/>
              </a:lnSpc>
              <a:buSzPct val="80000"/>
            </a:pPr>
            <a:r>
              <a:rPr lang="en-US" dirty="0"/>
              <a:t>Gesture matching via $1 recognizer: 14/20 correct (70% accuracy</a:t>
            </a:r>
            <a:r>
              <a:rPr lang="en-US" dirty="0" smtClean="0"/>
              <a:t>)</a:t>
            </a:r>
            <a:endParaRPr lang="en-US" dirty="0"/>
          </a:p>
          <a:p>
            <a:pPr marL="171450" indent="-171450" algn="l">
              <a:lnSpc>
                <a:spcPct val="150000"/>
              </a:lnSpc>
              <a:buSzPct val="80000"/>
            </a:pPr>
            <a:r>
              <a:rPr lang="en-US" dirty="0"/>
              <a:t>Report generation latency: &lt;5 seconds for 1-minute </a:t>
            </a:r>
            <a:r>
              <a:rPr lang="en-US" dirty="0" smtClean="0"/>
              <a:t>video</a:t>
            </a:r>
            <a:endParaRPr lang="en-US" dirty="0"/>
          </a:p>
          <a:p>
            <a:pPr marL="171450" indent="-171450" algn="l">
              <a:lnSpc>
                <a:spcPct val="150000"/>
              </a:lnSpc>
              <a:buSzPct val="80000"/>
            </a:pPr>
            <a:r>
              <a:rPr lang="en-US" dirty="0"/>
              <a:t>SUS score: 85/100 (exceeds 68 threshold</a:t>
            </a:r>
            <a:r>
              <a:rPr lang="en-US" dirty="0" smtClean="0"/>
              <a:t>)</a:t>
            </a:r>
            <a:endParaRPr lang="en-US" dirty="0"/>
          </a:p>
          <a:p>
            <a:pPr marL="171450" indent="-171450" algn="l">
              <a:lnSpc>
                <a:spcPct val="150000"/>
              </a:lnSpc>
              <a:buSzPct val="80000"/>
            </a:pPr>
            <a:r>
              <a:rPr lang="en-US" dirty="0"/>
              <a:t>Processing time: 1 min video → 9.5 min (meets 10 min target)</a:t>
            </a:r>
          </a:p>
        </p:txBody>
      </p:sp>
      <p:sp>
        <p:nvSpPr>
          <p:cNvPr id="13" name="Google Shape;390;p41"/>
          <p:cNvSpPr txBox="1">
            <a:spLocks/>
          </p:cNvSpPr>
          <p:nvPr/>
        </p:nvSpPr>
        <p:spPr>
          <a:xfrm>
            <a:off x="719999" y="165263"/>
            <a:ext cx="7704000" cy="572700"/>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R="0" lvl="0" algn="ctr" rtl="0">
              <a:lnSpc>
                <a:spcPct val="100000"/>
              </a:lnSpc>
              <a:spcBef>
                <a:spcPts val="0"/>
              </a:spcBef>
              <a:spcAft>
                <a:spcPts val="0"/>
              </a:spcAft>
              <a:buClr>
                <a:schemeClr val="dk1"/>
              </a:buClr>
              <a:buSzPts val="3500"/>
              <a:buFont typeface="Noto Serif Ethiopic"/>
              <a:buNone/>
              <a:defRPr sz="3500" b="0" i="0" u="none" strike="noStrike" cap="none">
                <a:solidFill>
                  <a:schemeClr val="dk1"/>
                </a:solidFill>
                <a:latin typeface="Noto Serif Ethiopic"/>
                <a:ea typeface="Noto Serif Ethiopic"/>
                <a:cs typeface="Noto Serif Ethiopic"/>
                <a:sym typeface="Noto Serif Ethiopic"/>
              </a:defRPr>
            </a:lvl1pPr>
            <a:lvl2pPr marR="0" lvl="1" algn="l" rtl="0">
              <a:lnSpc>
                <a:spcPct val="100000"/>
              </a:lnSpc>
              <a:spcBef>
                <a:spcPts val="0"/>
              </a:spcBef>
              <a:spcAft>
                <a:spcPts val="0"/>
              </a:spcAft>
              <a:buClr>
                <a:schemeClr val="dk1"/>
              </a:buClr>
              <a:buSzPts val="3500"/>
              <a:buFont typeface="Bebas Neue"/>
              <a:buNone/>
              <a:defRPr sz="3500" b="0" i="0" u="none" strike="noStrike" cap="none">
                <a:solidFill>
                  <a:schemeClr val="dk1"/>
                </a:solidFill>
                <a:latin typeface="Bebas Neue"/>
                <a:ea typeface="Bebas Neue"/>
                <a:cs typeface="Bebas Neue"/>
                <a:sym typeface="Bebas Neue"/>
              </a:defRPr>
            </a:lvl2pPr>
            <a:lvl3pPr marR="0" lvl="2" algn="l" rtl="0">
              <a:lnSpc>
                <a:spcPct val="100000"/>
              </a:lnSpc>
              <a:spcBef>
                <a:spcPts val="0"/>
              </a:spcBef>
              <a:spcAft>
                <a:spcPts val="0"/>
              </a:spcAft>
              <a:buClr>
                <a:schemeClr val="dk1"/>
              </a:buClr>
              <a:buSzPts val="3500"/>
              <a:buFont typeface="Bebas Neue"/>
              <a:buNone/>
              <a:defRPr sz="3500" b="0" i="0" u="none" strike="noStrike" cap="none">
                <a:solidFill>
                  <a:schemeClr val="dk1"/>
                </a:solidFill>
                <a:latin typeface="Bebas Neue"/>
                <a:ea typeface="Bebas Neue"/>
                <a:cs typeface="Bebas Neue"/>
                <a:sym typeface="Bebas Neue"/>
              </a:defRPr>
            </a:lvl3pPr>
            <a:lvl4pPr marR="0" lvl="3" algn="l" rtl="0">
              <a:lnSpc>
                <a:spcPct val="100000"/>
              </a:lnSpc>
              <a:spcBef>
                <a:spcPts val="0"/>
              </a:spcBef>
              <a:spcAft>
                <a:spcPts val="0"/>
              </a:spcAft>
              <a:buClr>
                <a:schemeClr val="dk1"/>
              </a:buClr>
              <a:buSzPts val="3500"/>
              <a:buFont typeface="Bebas Neue"/>
              <a:buNone/>
              <a:defRPr sz="3500" b="0" i="0" u="none" strike="noStrike" cap="none">
                <a:solidFill>
                  <a:schemeClr val="dk1"/>
                </a:solidFill>
                <a:latin typeface="Bebas Neue"/>
                <a:ea typeface="Bebas Neue"/>
                <a:cs typeface="Bebas Neue"/>
                <a:sym typeface="Bebas Neue"/>
              </a:defRPr>
            </a:lvl4pPr>
            <a:lvl5pPr marR="0" lvl="4" algn="l" rtl="0">
              <a:lnSpc>
                <a:spcPct val="100000"/>
              </a:lnSpc>
              <a:spcBef>
                <a:spcPts val="0"/>
              </a:spcBef>
              <a:spcAft>
                <a:spcPts val="0"/>
              </a:spcAft>
              <a:buClr>
                <a:schemeClr val="dk1"/>
              </a:buClr>
              <a:buSzPts val="3500"/>
              <a:buFont typeface="Bebas Neue"/>
              <a:buNone/>
              <a:defRPr sz="3500" b="0" i="0" u="none" strike="noStrike" cap="none">
                <a:solidFill>
                  <a:schemeClr val="dk1"/>
                </a:solidFill>
                <a:latin typeface="Bebas Neue"/>
                <a:ea typeface="Bebas Neue"/>
                <a:cs typeface="Bebas Neue"/>
                <a:sym typeface="Bebas Neue"/>
              </a:defRPr>
            </a:lvl5pPr>
            <a:lvl6pPr marR="0" lvl="5" algn="l" rtl="0">
              <a:lnSpc>
                <a:spcPct val="100000"/>
              </a:lnSpc>
              <a:spcBef>
                <a:spcPts val="0"/>
              </a:spcBef>
              <a:spcAft>
                <a:spcPts val="0"/>
              </a:spcAft>
              <a:buClr>
                <a:schemeClr val="dk1"/>
              </a:buClr>
              <a:buSzPts val="3500"/>
              <a:buFont typeface="Bebas Neue"/>
              <a:buNone/>
              <a:defRPr sz="3500" b="0" i="0" u="none" strike="noStrike" cap="none">
                <a:solidFill>
                  <a:schemeClr val="dk1"/>
                </a:solidFill>
                <a:latin typeface="Bebas Neue"/>
                <a:ea typeface="Bebas Neue"/>
                <a:cs typeface="Bebas Neue"/>
                <a:sym typeface="Bebas Neue"/>
              </a:defRPr>
            </a:lvl6pPr>
            <a:lvl7pPr marR="0" lvl="6" algn="l" rtl="0">
              <a:lnSpc>
                <a:spcPct val="100000"/>
              </a:lnSpc>
              <a:spcBef>
                <a:spcPts val="0"/>
              </a:spcBef>
              <a:spcAft>
                <a:spcPts val="0"/>
              </a:spcAft>
              <a:buClr>
                <a:schemeClr val="dk1"/>
              </a:buClr>
              <a:buSzPts val="3500"/>
              <a:buFont typeface="Bebas Neue"/>
              <a:buNone/>
              <a:defRPr sz="3500" b="0" i="0" u="none" strike="noStrike" cap="none">
                <a:solidFill>
                  <a:schemeClr val="dk1"/>
                </a:solidFill>
                <a:latin typeface="Bebas Neue"/>
                <a:ea typeface="Bebas Neue"/>
                <a:cs typeface="Bebas Neue"/>
                <a:sym typeface="Bebas Neue"/>
              </a:defRPr>
            </a:lvl7pPr>
            <a:lvl8pPr marR="0" lvl="7" algn="l" rtl="0">
              <a:lnSpc>
                <a:spcPct val="100000"/>
              </a:lnSpc>
              <a:spcBef>
                <a:spcPts val="0"/>
              </a:spcBef>
              <a:spcAft>
                <a:spcPts val="0"/>
              </a:spcAft>
              <a:buClr>
                <a:schemeClr val="dk1"/>
              </a:buClr>
              <a:buSzPts val="3500"/>
              <a:buFont typeface="Bebas Neue"/>
              <a:buNone/>
              <a:defRPr sz="3500" b="0" i="0" u="none" strike="noStrike" cap="none">
                <a:solidFill>
                  <a:schemeClr val="dk1"/>
                </a:solidFill>
                <a:latin typeface="Bebas Neue"/>
                <a:ea typeface="Bebas Neue"/>
                <a:cs typeface="Bebas Neue"/>
                <a:sym typeface="Bebas Neue"/>
              </a:defRPr>
            </a:lvl8pPr>
            <a:lvl9pPr marR="0" lvl="8" algn="l" rtl="0">
              <a:lnSpc>
                <a:spcPct val="100000"/>
              </a:lnSpc>
              <a:spcBef>
                <a:spcPts val="0"/>
              </a:spcBef>
              <a:spcAft>
                <a:spcPts val="0"/>
              </a:spcAft>
              <a:buClr>
                <a:schemeClr val="dk1"/>
              </a:buClr>
              <a:buSzPts val="3500"/>
              <a:buFont typeface="Bebas Neue"/>
              <a:buNone/>
              <a:defRPr sz="3500" b="0" i="0" u="none" strike="noStrike" cap="none">
                <a:solidFill>
                  <a:schemeClr val="dk1"/>
                </a:solidFill>
                <a:latin typeface="Bebas Neue"/>
                <a:ea typeface="Bebas Neue"/>
                <a:cs typeface="Bebas Neue"/>
                <a:sym typeface="Bebas Neue"/>
              </a:defRPr>
            </a:lvl9pPr>
          </a:lstStyle>
          <a:p>
            <a:r>
              <a:rPr lang="en-US" sz="2000" smtClean="0"/>
              <a:t>Quantitative Results</a:t>
            </a:r>
            <a:endParaRPr lang="en-US" sz="2000" dirty="0"/>
          </a:p>
        </p:txBody>
      </p:sp>
      <p:graphicFrame>
        <p:nvGraphicFramePr>
          <p:cNvPr id="14" name="Table 13"/>
          <p:cNvGraphicFramePr>
            <a:graphicFrameLocks noGrp="1"/>
          </p:cNvGraphicFramePr>
          <p:nvPr>
            <p:extLst>
              <p:ext uri="{D42A27DB-BD31-4B8C-83A1-F6EECF244321}">
                <p14:modId xmlns:p14="http://schemas.microsoft.com/office/powerpoint/2010/main" val="4066696653"/>
              </p:ext>
            </p:extLst>
          </p:nvPr>
        </p:nvGraphicFramePr>
        <p:xfrm>
          <a:off x="1213894" y="737963"/>
          <a:ext cx="6716208" cy="2244078"/>
        </p:xfrm>
        <a:graphic>
          <a:graphicData uri="http://schemas.openxmlformats.org/drawingml/2006/table">
            <a:tbl>
              <a:tblPr firstRow="1" firstCol="1">
                <a:tableStyleId>{3C2FFA5D-87B4-456A-9821-1D502468CF0F}</a:tableStyleId>
              </a:tblPr>
              <a:tblGrid>
                <a:gridCol w="2313708">
                  <a:extLst>
                    <a:ext uri="{9D8B030D-6E8A-4147-A177-3AD203B41FA5}">
                      <a16:colId xmlns:a16="http://schemas.microsoft.com/office/drawing/2014/main" val="1009647615"/>
                    </a:ext>
                  </a:extLst>
                </a:gridCol>
                <a:gridCol w="969819">
                  <a:extLst>
                    <a:ext uri="{9D8B030D-6E8A-4147-A177-3AD203B41FA5}">
                      <a16:colId xmlns:a16="http://schemas.microsoft.com/office/drawing/2014/main" val="1959120601"/>
                    </a:ext>
                  </a:extLst>
                </a:gridCol>
                <a:gridCol w="1299081">
                  <a:extLst>
                    <a:ext uri="{9D8B030D-6E8A-4147-A177-3AD203B41FA5}">
                      <a16:colId xmlns:a16="http://schemas.microsoft.com/office/drawing/2014/main" val="923486982"/>
                    </a:ext>
                  </a:extLst>
                </a:gridCol>
                <a:gridCol w="928254">
                  <a:extLst>
                    <a:ext uri="{9D8B030D-6E8A-4147-A177-3AD203B41FA5}">
                      <a16:colId xmlns:a16="http://schemas.microsoft.com/office/drawing/2014/main" val="574982113"/>
                    </a:ext>
                  </a:extLst>
                </a:gridCol>
                <a:gridCol w="1205346">
                  <a:extLst>
                    <a:ext uri="{9D8B030D-6E8A-4147-A177-3AD203B41FA5}">
                      <a16:colId xmlns:a16="http://schemas.microsoft.com/office/drawing/2014/main" val="1601832976"/>
                    </a:ext>
                  </a:extLst>
                </a:gridCol>
              </a:tblGrid>
              <a:tr h="260681">
                <a:tc>
                  <a:txBody>
                    <a:bodyPr/>
                    <a:lstStyle/>
                    <a:p>
                      <a:pPr algn="l"/>
                      <a:r>
                        <a:rPr lang="en-US" sz="1200" dirty="0">
                          <a:effectLst/>
                        </a:rPr>
                        <a:t>Model</a:t>
                      </a:r>
                      <a:endParaRPr lang="en-US" sz="1200" b="0" dirty="0">
                        <a:effectLst/>
                        <a:latin typeface="quote-cjk-patch"/>
                      </a:endParaRPr>
                    </a:p>
                  </a:txBody>
                  <a:tcPr marR="121920" marT="76200" marB="76200" anchor="ctr"/>
                </a:tc>
                <a:tc>
                  <a:txBody>
                    <a:bodyPr/>
                    <a:lstStyle/>
                    <a:p>
                      <a:pPr algn="l"/>
                      <a:r>
                        <a:rPr lang="en-US" sz="1200">
                          <a:effectLst/>
                        </a:rPr>
                        <a:t>Accuracy</a:t>
                      </a:r>
                      <a:endParaRPr lang="en-US" sz="1200" b="0">
                        <a:effectLst/>
                        <a:latin typeface="quote-cjk-patch"/>
                      </a:endParaRPr>
                    </a:p>
                  </a:txBody>
                  <a:tcPr marL="121920" marR="121920" marT="76200" marB="76200" anchor="ctr"/>
                </a:tc>
                <a:tc>
                  <a:txBody>
                    <a:bodyPr/>
                    <a:lstStyle/>
                    <a:p>
                      <a:pPr algn="l"/>
                      <a:r>
                        <a:rPr lang="en-US" sz="1200">
                          <a:effectLst/>
                        </a:rPr>
                        <a:t>Precision</a:t>
                      </a:r>
                      <a:endParaRPr lang="en-US" sz="1200" b="0">
                        <a:effectLst/>
                        <a:latin typeface="quote-cjk-patch"/>
                      </a:endParaRPr>
                    </a:p>
                  </a:txBody>
                  <a:tcPr marL="121920" marR="121920" marT="76200" marB="76200" anchor="ctr"/>
                </a:tc>
                <a:tc>
                  <a:txBody>
                    <a:bodyPr/>
                    <a:lstStyle/>
                    <a:p>
                      <a:pPr algn="l"/>
                      <a:r>
                        <a:rPr lang="en-US" sz="1200">
                          <a:effectLst/>
                        </a:rPr>
                        <a:t>Recall</a:t>
                      </a:r>
                      <a:endParaRPr lang="en-US" sz="1200" b="0">
                        <a:effectLst/>
                        <a:latin typeface="quote-cjk-patch"/>
                      </a:endParaRPr>
                    </a:p>
                  </a:txBody>
                  <a:tcPr marL="121920" marR="121920" marT="76200" marB="76200" anchor="ctr"/>
                </a:tc>
                <a:tc>
                  <a:txBody>
                    <a:bodyPr/>
                    <a:lstStyle/>
                    <a:p>
                      <a:pPr algn="l"/>
                      <a:r>
                        <a:rPr lang="en-US" sz="1200">
                          <a:effectLst/>
                        </a:rPr>
                        <a:t>F1 Score</a:t>
                      </a:r>
                      <a:endParaRPr lang="en-US" sz="1200" b="0">
                        <a:effectLst/>
                        <a:latin typeface="quote-cjk-patch"/>
                      </a:endParaRPr>
                    </a:p>
                  </a:txBody>
                  <a:tcPr marL="121920" marR="121920" marT="76200" marB="76200" anchor="ctr"/>
                </a:tc>
                <a:extLst>
                  <a:ext uri="{0D108BD9-81ED-4DB2-BD59-A6C34878D82A}">
                    <a16:rowId xmlns:a16="http://schemas.microsoft.com/office/drawing/2014/main" val="3007145553"/>
                  </a:ext>
                </a:extLst>
              </a:tr>
              <a:tr h="412746">
                <a:tc>
                  <a:txBody>
                    <a:bodyPr/>
                    <a:lstStyle/>
                    <a:p>
                      <a:r>
                        <a:rPr lang="en-US" sz="1200" dirty="0" err="1">
                          <a:effectLst/>
                        </a:rPr>
                        <a:t>Keras</a:t>
                      </a:r>
                      <a:r>
                        <a:rPr lang="en-US" sz="1200" dirty="0">
                          <a:effectLst/>
                        </a:rPr>
                        <a:t> DNN (baseline)</a:t>
                      </a:r>
                      <a:endParaRPr lang="en-US" sz="1200" b="0" dirty="0">
                        <a:effectLst/>
                        <a:latin typeface="quote-cjk-patch"/>
                      </a:endParaRPr>
                    </a:p>
                  </a:txBody>
                  <a:tcPr marR="121920" marT="76200" marB="76200" anchor="ctr"/>
                </a:tc>
                <a:tc>
                  <a:txBody>
                    <a:bodyPr/>
                    <a:lstStyle/>
                    <a:p>
                      <a:r>
                        <a:rPr lang="en-US" sz="1200">
                          <a:effectLst/>
                        </a:rPr>
                        <a:t>65%</a:t>
                      </a:r>
                      <a:endParaRPr lang="en-US" sz="1200" b="0">
                        <a:effectLst/>
                        <a:latin typeface="quote-cjk-patch"/>
                      </a:endParaRPr>
                    </a:p>
                  </a:txBody>
                  <a:tcPr marL="121920" marR="121920" marT="76200" marB="76200" anchor="ctr"/>
                </a:tc>
                <a:tc>
                  <a:txBody>
                    <a:bodyPr/>
                    <a:lstStyle/>
                    <a:p>
                      <a:r>
                        <a:rPr lang="en-US" sz="1200">
                          <a:effectLst/>
                        </a:rPr>
                        <a:t>0.63</a:t>
                      </a:r>
                      <a:endParaRPr lang="en-US" sz="1200" b="0">
                        <a:effectLst/>
                        <a:latin typeface="quote-cjk-patch"/>
                      </a:endParaRPr>
                    </a:p>
                  </a:txBody>
                  <a:tcPr marL="121920" marR="121920" marT="76200" marB="76200" anchor="ctr"/>
                </a:tc>
                <a:tc>
                  <a:txBody>
                    <a:bodyPr/>
                    <a:lstStyle/>
                    <a:p>
                      <a:r>
                        <a:rPr lang="en-US" sz="1200">
                          <a:effectLst/>
                        </a:rPr>
                        <a:t>0.62</a:t>
                      </a:r>
                      <a:endParaRPr lang="en-US" sz="1200" b="0">
                        <a:effectLst/>
                        <a:latin typeface="quote-cjk-patch"/>
                      </a:endParaRPr>
                    </a:p>
                  </a:txBody>
                  <a:tcPr marL="121920" marR="121920" marT="76200" marB="76200" anchor="ctr"/>
                </a:tc>
                <a:tc>
                  <a:txBody>
                    <a:bodyPr/>
                    <a:lstStyle/>
                    <a:p>
                      <a:r>
                        <a:rPr lang="en-US" sz="1200">
                          <a:effectLst/>
                        </a:rPr>
                        <a:t>0.62</a:t>
                      </a:r>
                      <a:endParaRPr lang="en-US" sz="1200" b="0">
                        <a:effectLst/>
                        <a:latin typeface="quote-cjk-patch"/>
                      </a:endParaRPr>
                    </a:p>
                  </a:txBody>
                  <a:tcPr marL="121920" marT="76200" marB="76200" anchor="ctr"/>
                </a:tc>
                <a:extLst>
                  <a:ext uri="{0D108BD9-81ED-4DB2-BD59-A6C34878D82A}">
                    <a16:rowId xmlns:a16="http://schemas.microsoft.com/office/drawing/2014/main" val="2450763035"/>
                  </a:ext>
                </a:extLst>
              </a:tr>
              <a:tr h="260681">
                <a:tc>
                  <a:txBody>
                    <a:bodyPr/>
                    <a:lstStyle/>
                    <a:p>
                      <a:r>
                        <a:rPr lang="en-US" sz="1200">
                          <a:effectLst/>
                        </a:rPr>
                        <a:t>LSTM</a:t>
                      </a:r>
                      <a:endParaRPr lang="en-US" sz="1200" b="0">
                        <a:effectLst/>
                        <a:latin typeface="quote-cjk-patch"/>
                      </a:endParaRPr>
                    </a:p>
                  </a:txBody>
                  <a:tcPr marR="121920" marT="76200" marB="76200" anchor="ctr"/>
                </a:tc>
                <a:tc>
                  <a:txBody>
                    <a:bodyPr/>
                    <a:lstStyle/>
                    <a:p>
                      <a:r>
                        <a:rPr lang="en-US" sz="1200">
                          <a:effectLst/>
                        </a:rPr>
                        <a:t>68%</a:t>
                      </a:r>
                      <a:endParaRPr lang="en-US" sz="1200" b="0">
                        <a:effectLst/>
                        <a:latin typeface="quote-cjk-patch"/>
                      </a:endParaRPr>
                    </a:p>
                  </a:txBody>
                  <a:tcPr marL="121920" marR="121920" marT="76200" marB="76200" anchor="ctr"/>
                </a:tc>
                <a:tc>
                  <a:txBody>
                    <a:bodyPr/>
                    <a:lstStyle/>
                    <a:p>
                      <a:r>
                        <a:rPr lang="en-US" sz="1200">
                          <a:effectLst/>
                        </a:rPr>
                        <a:t>0.66</a:t>
                      </a:r>
                      <a:endParaRPr lang="en-US" sz="1200" b="0">
                        <a:effectLst/>
                        <a:latin typeface="quote-cjk-patch"/>
                      </a:endParaRPr>
                    </a:p>
                  </a:txBody>
                  <a:tcPr marL="121920" marR="121920" marT="76200" marB="76200" anchor="ctr"/>
                </a:tc>
                <a:tc>
                  <a:txBody>
                    <a:bodyPr/>
                    <a:lstStyle/>
                    <a:p>
                      <a:r>
                        <a:rPr lang="en-US" sz="1200">
                          <a:effectLst/>
                        </a:rPr>
                        <a:t>0.67</a:t>
                      </a:r>
                      <a:endParaRPr lang="en-US" sz="1200" b="0">
                        <a:effectLst/>
                        <a:latin typeface="quote-cjk-patch"/>
                      </a:endParaRPr>
                    </a:p>
                  </a:txBody>
                  <a:tcPr marL="121920" marR="121920" marT="76200" marB="76200" anchor="ctr"/>
                </a:tc>
                <a:tc>
                  <a:txBody>
                    <a:bodyPr/>
                    <a:lstStyle/>
                    <a:p>
                      <a:r>
                        <a:rPr lang="en-US" sz="1200">
                          <a:effectLst/>
                        </a:rPr>
                        <a:t>0.66</a:t>
                      </a:r>
                      <a:endParaRPr lang="en-US" sz="1200" b="0">
                        <a:effectLst/>
                        <a:latin typeface="quote-cjk-patch"/>
                      </a:endParaRPr>
                    </a:p>
                  </a:txBody>
                  <a:tcPr marL="121920" marT="76200" marB="76200" anchor="ctr"/>
                </a:tc>
                <a:extLst>
                  <a:ext uri="{0D108BD9-81ED-4DB2-BD59-A6C34878D82A}">
                    <a16:rowId xmlns:a16="http://schemas.microsoft.com/office/drawing/2014/main" val="3141137754"/>
                  </a:ext>
                </a:extLst>
              </a:tr>
              <a:tr h="260681">
                <a:tc>
                  <a:txBody>
                    <a:bodyPr/>
                    <a:lstStyle/>
                    <a:p>
                      <a:r>
                        <a:rPr lang="en-US" sz="1200">
                          <a:effectLst/>
                        </a:rPr>
                        <a:t>GRU</a:t>
                      </a:r>
                      <a:endParaRPr lang="en-US" sz="1200" b="0">
                        <a:effectLst/>
                        <a:latin typeface="quote-cjk-patch"/>
                      </a:endParaRPr>
                    </a:p>
                  </a:txBody>
                  <a:tcPr marR="121920" marT="76200" marB="76200" anchor="ctr"/>
                </a:tc>
                <a:tc>
                  <a:txBody>
                    <a:bodyPr/>
                    <a:lstStyle/>
                    <a:p>
                      <a:r>
                        <a:rPr lang="en-US" sz="1200">
                          <a:effectLst/>
                        </a:rPr>
                        <a:t>70%</a:t>
                      </a:r>
                      <a:endParaRPr lang="en-US" sz="1200" b="0">
                        <a:effectLst/>
                        <a:latin typeface="quote-cjk-patch"/>
                      </a:endParaRPr>
                    </a:p>
                  </a:txBody>
                  <a:tcPr marL="121920" marR="121920" marT="76200" marB="76200" anchor="ctr"/>
                </a:tc>
                <a:tc>
                  <a:txBody>
                    <a:bodyPr/>
                    <a:lstStyle/>
                    <a:p>
                      <a:r>
                        <a:rPr lang="en-US" sz="1200">
                          <a:effectLst/>
                        </a:rPr>
                        <a:t>0.69</a:t>
                      </a:r>
                      <a:endParaRPr lang="en-US" sz="1200" b="0">
                        <a:effectLst/>
                        <a:latin typeface="quote-cjk-patch"/>
                      </a:endParaRPr>
                    </a:p>
                  </a:txBody>
                  <a:tcPr marL="121920" marR="121920" marT="76200" marB="76200" anchor="ctr"/>
                </a:tc>
                <a:tc>
                  <a:txBody>
                    <a:bodyPr/>
                    <a:lstStyle/>
                    <a:p>
                      <a:r>
                        <a:rPr lang="en-US" sz="1200">
                          <a:effectLst/>
                        </a:rPr>
                        <a:t>0.68</a:t>
                      </a:r>
                      <a:endParaRPr lang="en-US" sz="1200" b="0">
                        <a:effectLst/>
                        <a:latin typeface="quote-cjk-patch"/>
                      </a:endParaRPr>
                    </a:p>
                  </a:txBody>
                  <a:tcPr marL="121920" marR="121920" marT="76200" marB="76200" anchor="ctr"/>
                </a:tc>
                <a:tc>
                  <a:txBody>
                    <a:bodyPr/>
                    <a:lstStyle/>
                    <a:p>
                      <a:r>
                        <a:rPr lang="en-US" sz="1200">
                          <a:effectLst/>
                        </a:rPr>
                        <a:t>0.68</a:t>
                      </a:r>
                      <a:endParaRPr lang="en-US" sz="1200" b="0">
                        <a:effectLst/>
                        <a:latin typeface="quote-cjk-patch"/>
                      </a:endParaRPr>
                    </a:p>
                  </a:txBody>
                  <a:tcPr marL="121920" marT="76200" marB="76200" anchor="ctr"/>
                </a:tc>
                <a:extLst>
                  <a:ext uri="{0D108BD9-81ED-4DB2-BD59-A6C34878D82A}">
                    <a16:rowId xmlns:a16="http://schemas.microsoft.com/office/drawing/2014/main" val="1118131234"/>
                  </a:ext>
                </a:extLst>
              </a:tr>
              <a:tr h="412746">
                <a:tc>
                  <a:txBody>
                    <a:bodyPr/>
                    <a:lstStyle/>
                    <a:p>
                      <a:r>
                        <a:rPr lang="en-US" sz="1200">
                          <a:effectLst/>
                        </a:rPr>
                        <a:t>CNN-LSTM (our ensemble)</a:t>
                      </a:r>
                      <a:endParaRPr lang="en-US" sz="1200" b="0">
                        <a:effectLst/>
                        <a:latin typeface="quote-cjk-patch"/>
                      </a:endParaRPr>
                    </a:p>
                  </a:txBody>
                  <a:tcPr marR="121920" marT="76200" marB="76200" anchor="ctr"/>
                </a:tc>
                <a:tc>
                  <a:txBody>
                    <a:bodyPr/>
                    <a:lstStyle/>
                    <a:p>
                      <a:r>
                        <a:rPr lang="en-US" sz="1200">
                          <a:effectLst/>
                        </a:rPr>
                        <a:t>78%</a:t>
                      </a:r>
                      <a:endParaRPr lang="en-US" sz="1200" b="0">
                        <a:effectLst/>
                        <a:latin typeface="quote-cjk-patch"/>
                      </a:endParaRPr>
                    </a:p>
                  </a:txBody>
                  <a:tcPr marL="121920" marR="121920" marT="76200" marB="76200" anchor="ctr"/>
                </a:tc>
                <a:tc>
                  <a:txBody>
                    <a:bodyPr/>
                    <a:lstStyle/>
                    <a:p>
                      <a:r>
                        <a:rPr lang="en-US" sz="1200">
                          <a:effectLst/>
                        </a:rPr>
                        <a:t>0.77</a:t>
                      </a:r>
                      <a:endParaRPr lang="en-US" sz="1200" b="0">
                        <a:effectLst/>
                        <a:latin typeface="quote-cjk-patch"/>
                      </a:endParaRPr>
                    </a:p>
                  </a:txBody>
                  <a:tcPr marL="121920" marR="121920" marT="76200" marB="76200" anchor="ctr"/>
                </a:tc>
                <a:tc>
                  <a:txBody>
                    <a:bodyPr/>
                    <a:lstStyle/>
                    <a:p>
                      <a:r>
                        <a:rPr lang="en-US" sz="1200">
                          <a:effectLst/>
                        </a:rPr>
                        <a:t>0.76</a:t>
                      </a:r>
                      <a:endParaRPr lang="en-US" sz="1200" b="0">
                        <a:effectLst/>
                        <a:latin typeface="quote-cjk-patch"/>
                      </a:endParaRPr>
                    </a:p>
                  </a:txBody>
                  <a:tcPr marL="121920" marR="121920" marT="76200" marB="76200" anchor="ctr"/>
                </a:tc>
                <a:tc>
                  <a:txBody>
                    <a:bodyPr/>
                    <a:lstStyle/>
                    <a:p>
                      <a:r>
                        <a:rPr lang="en-US" sz="1200">
                          <a:effectLst/>
                        </a:rPr>
                        <a:t>0.76</a:t>
                      </a:r>
                      <a:endParaRPr lang="en-US" sz="1200" b="0">
                        <a:effectLst/>
                        <a:latin typeface="quote-cjk-patch"/>
                      </a:endParaRPr>
                    </a:p>
                  </a:txBody>
                  <a:tcPr marL="121920" marT="76200" marB="76200" anchor="ctr"/>
                </a:tc>
                <a:extLst>
                  <a:ext uri="{0D108BD9-81ED-4DB2-BD59-A6C34878D82A}">
                    <a16:rowId xmlns:a16="http://schemas.microsoft.com/office/drawing/2014/main" val="476559881"/>
                  </a:ext>
                </a:extLst>
              </a:tr>
              <a:tr h="412746">
                <a:tc>
                  <a:txBody>
                    <a:bodyPr/>
                    <a:lstStyle/>
                    <a:p>
                      <a:r>
                        <a:rPr lang="en-US" sz="1200">
                          <a:effectLst/>
                        </a:rPr>
                        <a:t>PyCaret (classical ML)</a:t>
                      </a:r>
                      <a:endParaRPr lang="en-US" sz="1200" b="0">
                        <a:effectLst/>
                        <a:latin typeface="quote-cjk-patch"/>
                      </a:endParaRPr>
                    </a:p>
                  </a:txBody>
                  <a:tcPr marR="121920" marT="76200" marB="76200" anchor="ctr"/>
                </a:tc>
                <a:tc>
                  <a:txBody>
                    <a:bodyPr/>
                    <a:lstStyle/>
                    <a:p>
                      <a:r>
                        <a:rPr lang="en-US" sz="1200">
                          <a:effectLst/>
                        </a:rPr>
                        <a:t>72%</a:t>
                      </a:r>
                      <a:endParaRPr lang="en-US" sz="1200" b="0">
                        <a:effectLst/>
                        <a:latin typeface="quote-cjk-patch"/>
                      </a:endParaRPr>
                    </a:p>
                  </a:txBody>
                  <a:tcPr marL="121920" marR="121920" marT="76200" marB="76200" anchor="ctr"/>
                </a:tc>
                <a:tc>
                  <a:txBody>
                    <a:bodyPr/>
                    <a:lstStyle/>
                    <a:p>
                      <a:r>
                        <a:rPr lang="en-US" sz="1200">
                          <a:effectLst/>
                        </a:rPr>
                        <a:t>0.71</a:t>
                      </a:r>
                      <a:endParaRPr lang="en-US" sz="1200" b="0">
                        <a:effectLst/>
                        <a:latin typeface="quote-cjk-patch"/>
                      </a:endParaRPr>
                    </a:p>
                  </a:txBody>
                  <a:tcPr marL="121920" marR="121920" marT="76200" marB="76200" anchor="ctr"/>
                </a:tc>
                <a:tc>
                  <a:txBody>
                    <a:bodyPr/>
                    <a:lstStyle/>
                    <a:p>
                      <a:r>
                        <a:rPr lang="en-US" sz="1200">
                          <a:effectLst/>
                        </a:rPr>
                        <a:t>0.70</a:t>
                      </a:r>
                      <a:endParaRPr lang="en-US" sz="1200" b="0">
                        <a:effectLst/>
                        <a:latin typeface="quote-cjk-patch"/>
                      </a:endParaRPr>
                    </a:p>
                  </a:txBody>
                  <a:tcPr marL="121920" marR="121920" marT="76200" marB="76200" anchor="ctr"/>
                </a:tc>
                <a:tc>
                  <a:txBody>
                    <a:bodyPr/>
                    <a:lstStyle/>
                    <a:p>
                      <a:r>
                        <a:rPr lang="en-US" sz="1200" dirty="0">
                          <a:effectLst/>
                        </a:rPr>
                        <a:t>0.70</a:t>
                      </a:r>
                      <a:endParaRPr lang="en-US" sz="1200" b="0" dirty="0">
                        <a:effectLst/>
                        <a:latin typeface="quote-cjk-patch"/>
                      </a:endParaRPr>
                    </a:p>
                  </a:txBody>
                  <a:tcPr marL="121920" marT="76200" marB="76200" anchor="ctr"/>
                </a:tc>
                <a:extLst>
                  <a:ext uri="{0D108BD9-81ED-4DB2-BD59-A6C34878D82A}">
                    <a16:rowId xmlns:a16="http://schemas.microsoft.com/office/drawing/2014/main" val="3876375008"/>
                  </a:ext>
                </a:extLst>
              </a:tr>
            </a:tbl>
          </a:graphicData>
        </a:graphic>
      </p:graphicFrame>
    </p:spTree>
  </p:cSld>
  <p:clrMapOvr>
    <a:masterClrMapping/>
  </p:clrMapOvr>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Shape 389"/>
        <p:cNvGrpSpPr/>
        <p:nvPr/>
      </p:nvGrpSpPr>
      <p:grpSpPr>
        <a:xfrm>
          <a:off x="0" y="0"/>
          <a:ext cx="0" cy="0"/>
          <a:chOff x="0" y="0"/>
          <a:chExt cx="0" cy="0"/>
        </a:xfrm>
      </p:grpSpPr>
      <p:pic>
        <p:nvPicPr>
          <p:cNvPr id="2" name="Picture 1"/>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963947" y="387927"/>
            <a:ext cx="7134035" cy="4497786"/>
          </a:xfrm>
          <a:prstGeom prst="rect">
            <a:avLst/>
          </a:prstGeom>
        </p:spPr>
      </p:pic>
    </p:spTree>
    <p:extLst>
      <p:ext uri="{BB962C8B-B14F-4D97-AF65-F5344CB8AC3E}">
        <p14:creationId xmlns:p14="http://schemas.microsoft.com/office/powerpoint/2010/main" val="1190165936"/>
      </p:ext>
    </p:extLst>
  </p:cSld>
  <p:clrMapOvr>
    <a:masterClrMapping/>
  </p:clrMapOvr>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Shape 430"/>
        <p:cNvGrpSpPr/>
        <p:nvPr/>
      </p:nvGrpSpPr>
      <p:grpSpPr>
        <a:xfrm>
          <a:off x="0" y="0"/>
          <a:ext cx="0" cy="0"/>
          <a:chOff x="0" y="0"/>
          <a:chExt cx="0" cy="0"/>
        </a:xfrm>
      </p:grpSpPr>
      <p:sp>
        <p:nvSpPr>
          <p:cNvPr id="431" name="Google Shape;431;p44"/>
          <p:cNvSpPr txBox="1">
            <a:spLocks noGrp="1"/>
          </p:cNvSpPr>
          <p:nvPr>
            <p:ph type="title"/>
          </p:nvPr>
        </p:nvSpPr>
        <p:spPr>
          <a:xfrm>
            <a:off x="1393550" y="2502950"/>
            <a:ext cx="4723232" cy="1282500"/>
          </a:xfrm>
          <a:prstGeom prst="rect">
            <a:avLst/>
          </a:prstGeom>
        </p:spPr>
        <p:txBody>
          <a:bodyPr spcFirstLastPara="1" wrap="square" lIns="91425" tIns="91425" rIns="91425" bIns="91425" anchor="b" anchorCtr="0">
            <a:noAutofit/>
          </a:bodyPr>
          <a:lstStyle/>
          <a:p>
            <a:pPr lvl="0"/>
            <a:r>
              <a:rPr lang="en-US" sz="5400" dirty="0"/>
              <a:t>Contributions</a:t>
            </a:r>
            <a:endParaRPr sz="5400" dirty="0"/>
          </a:p>
        </p:txBody>
      </p:sp>
      <p:sp>
        <p:nvSpPr>
          <p:cNvPr id="433" name="Google Shape;433;p44"/>
          <p:cNvSpPr txBox="1">
            <a:spLocks noGrp="1"/>
          </p:cNvSpPr>
          <p:nvPr>
            <p:ph type="title" idx="2"/>
          </p:nvPr>
        </p:nvSpPr>
        <p:spPr>
          <a:xfrm>
            <a:off x="1393550" y="1713902"/>
            <a:ext cx="1200000" cy="841800"/>
          </a:xfrm>
          <a:prstGeom prst="rect">
            <a:avLst/>
          </a:prstGeom>
        </p:spPr>
        <p:txBody>
          <a:bodyPr spcFirstLastPara="1" wrap="square" lIns="91425" tIns="91425" rIns="91425" bIns="91425" anchor="ctr" anchorCtr="0">
            <a:noAutofit/>
          </a:bodyPr>
          <a:lstStyle/>
          <a:p>
            <a:pPr marL="0" lvl="0" indent="0" algn="l" rtl="0">
              <a:spcBef>
                <a:spcPts val="0"/>
              </a:spcBef>
              <a:spcAft>
                <a:spcPts val="0"/>
              </a:spcAft>
              <a:buNone/>
            </a:pPr>
            <a:r>
              <a:rPr lang="en" dirty="0" smtClean="0"/>
              <a:t>07</a:t>
            </a:r>
            <a:endParaRPr dirty="0"/>
          </a:p>
        </p:txBody>
      </p:sp>
      <p:grpSp>
        <p:nvGrpSpPr>
          <p:cNvPr id="434" name="Google Shape;434;p44"/>
          <p:cNvGrpSpPr/>
          <p:nvPr/>
        </p:nvGrpSpPr>
        <p:grpSpPr>
          <a:xfrm flipH="1">
            <a:off x="576156" y="508623"/>
            <a:ext cx="8385900" cy="90900"/>
            <a:chOff x="160950" y="480600"/>
            <a:chExt cx="8385900" cy="90900"/>
          </a:xfrm>
        </p:grpSpPr>
        <p:cxnSp>
          <p:nvCxnSpPr>
            <p:cNvPr id="435" name="Google Shape;435;p44"/>
            <p:cNvCxnSpPr/>
            <p:nvPr/>
          </p:nvCxnSpPr>
          <p:spPr>
            <a:xfrm>
              <a:off x="160950" y="571500"/>
              <a:ext cx="8385900" cy="0"/>
            </a:xfrm>
            <a:prstGeom prst="straightConnector1">
              <a:avLst/>
            </a:prstGeom>
            <a:noFill/>
            <a:ln w="9525" cap="flat" cmpd="sng">
              <a:solidFill>
                <a:schemeClr val="lt1"/>
              </a:solidFill>
              <a:prstDash val="solid"/>
              <a:round/>
              <a:headEnd type="none" w="med" len="med"/>
              <a:tailEnd type="none" w="med" len="med"/>
            </a:ln>
          </p:spPr>
        </p:cxnSp>
        <p:sp>
          <p:nvSpPr>
            <p:cNvPr id="436" name="Google Shape;436;p44"/>
            <p:cNvSpPr/>
            <p:nvPr/>
          </p:nvSpPr>
          <p:spPr>
            <a:xfrm>
              <a:off x="8041650" y="480600"/>
              <a:ext cx="505200" cy="90900"/>
            </a:xfrm>
            <a:prstGeom prst="rect">
              <a:avLst/>
            </a:pr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437" name="Google Shape;437;p44"/>
          <p:cNvGrpSpPr/>
          <p:nvPr/>
        </p:nvGrpSpPr>
        <p:grpSpPr>
          <a:xfrm rot="10800000">
            <a:off x="7961770" y="1295598"/>
            <a:ext cx="90900" cy="3697200"/>
            <a:chOff x="1113520" y="156298"/>
            <a:chExt cx="90900" cy="3697200"/>
          </a:xfrm>
        </p:grpSpPr>
        <p:sp>
          <p:nvSpPr>
            <p:cNvPr id="438" name="Google Shape;438;p44"/>
            <p:cNvSpPr/>
            <p:nvPr/>
          </p:nvSpPr>
          <p:spPr>
            <a:xfrm rot="-5400000">
              <a:off x="906370" y="3555448"/>
              <a:ext cx="505200" cy="90900"/>
            </a:xfrm>
            <a:prstGeom prst="rect">
              <a:avLst/>
            </a:pr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cxnSp>
          <p:nvCxnSpPr>
            <p:cNvPr id="439" name="Google Shape;439;p44"/>
            <p:cNvCxnSpPr/>
            <p:nvPr/>
          </p:nvCxnSpPr>
          <p:spPr>
            <a:xfrm rot="10800000">
              <a:off x="1121185" y="156298"/>
              <a:ext cx="0" cy="3434700"/>
            </a:xfrm>
            <a:prstGeom prst="straightConnector1">
              <a:avLst/>
            </a:prstGeom>
            <a:noFill/>
            <a:ln w="9525" cap="flat" cmpd="sng">
              <a:solidFill>
                <a:schemeClr val="lt1"/>
              </a:solidFill>
              <a:prstDash val="solid"/>
              <a:round/>
              <a:headEnd type="none" w="med" len="med"/>
              <a:tailEnd type="none" w="med" len="med"/>
            </a:ln>
          </p:spPr>
        </p:cxnSp>
      </p:grpSp>
    </p:spTree>
    <p:extLst>
      <p:ext uri="{BB962C8B-B14F-4D97-AF65-F5344CB8AC3E}">
        <p14:creationId xmlns:p14="http://schemas.microsoft.com/office/powerpoint/2010/main" val="3086549038"/>
      </p:ext>
    </p:extLst>
  </p:cSld>
  <p:clrMapOvr>
    <a:masterClrMapping/>
  </p:clrMapOvr>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Shape 457"/>
        <p:cNvGrpSpPr/>
        <p:nvPr/>
      </p:nvGrpSpPr>
      <p:grpSpPr>
        <a:xfrm>
          <a:off x="0" y="0"/>
          <a:ext cx="0" cy="0"/>
          <a:chOff x="0" y="0"/>
          <a:chExt cx="0" cy="0"/>
        </a:xfrm>
      </p:grpSpPr>
      <p:sp>
        <p:nvSpPr>
          <p:cNvPr id="458" name="Google Shape;458;p47"/>
          <p:cNvSpPr txBox="1">
            <a:spLocks noGrp="1"/>
          </p:cNvSpPr>
          <p:nvPr>
            <p:ph type="title"/>
          </p:nvPr>
        </p:nvSpPr>
        <p:spPr>
          <a:xfrm>
            <a:off x="2352124" y="2350752"/>
            <a:ext cx="5389795" cy="967412"/>
          </a:xfrm>
          <a:prstGeom prst="rect">
            <a:avLst/>
          </a:prstGeom>
        </p:spPr>
        <p:txBody>
          <a:bodyPr spcFirstLastPara="1" wrap="square" lIns="91425" tIns="91425" rIns="91425" bIns="91425" anchor="b" anchorCtr="0">
            <a:noAutofit/>
          </a:bodyPr>
          <a:lstStyle/>
          <a:p>
            <a:pPr lvl="0"/>
            <a:r>
              <a:rPr lang="en-US" sz="6000" dirty="0" smtClean="0"/>
              <a:t>Achievements</a:t>
            </a:r>
            <a:endParaRPr sz="6000" dirty="0"/>
          </a:p>
        </p:txBody>
      </p:sp>
      <p:sp>
        <p:nvSpPr>
          <p:cNvPr id="459" name="Google Shape;459;p47"/>
          <p:cNvSpPr txBox="1">
            <a:spLocks noGrp="1"/>
          </p:cNvSpPr>
          <p:nvPr>
            <p:ph type="title" idx="2"/>
          </p:nvPr>
        </p:nvSpPr>
        <p:spPr>
          <a:xfrm>
            <a:off x="1152125" y="2350752"/>
            <a:ext cx="1200000" cy="841800"/>
          </a:xfrm>
          <a:prstGeom prst="rect">
            <a:avLst/>
          </a:prstGeom>
        </p:spPr>
        <p:txBody>
          <a:bodyPr spcFirstLastPara="1" wrap="square" lIns="91425" tIns="91425" rIns="91425" bIns="91425" anchor="ctr" anchorCtr="0">
            <a:noAutofit/>
          </a:bodyPr>
          <a:lstStyle/>
          <a:p>
            <a:pPr marL="0" lvl="0" indent="0" algn="l" rtl="0">
              <a:spcBef>
                <a:spcPts val="0"/>
              </a:spcBef>
              <a:spcAft>
                <a:spcPts val="0"/>
              </a:spcAft>
              <a:buNone/>
            </a:pPr>
            <a:r>
              <a:rPr lang="en" dirty="0" smtClean="0"/>
              <a:t>08</a:t>
            </a:r>
            <a:endParaRPr dirty="0"/>
          </a:p>
        </p:txBody>
      </p:sp>
      <p:grpSp>
        <p:nvGrpSpPr>
          <p:cNvPr id="461" name="Google Shape;461;p47"/>
          <p:cNvGrpSpPr/>
          <p:nvPr/>
        </p:nvGrpSpPr>
        <p:grpSpPr>
          <a:xfrm flipH="1">
            <a:off x="577491" y="508623"/>
            <a:ext cx="8385900" cy="90900"/>
            <a:chOff x="160950" y="480600"/>
            <a:chExt cx="8385900" cy="90900"/>
          </a:xfrm>
        </p:grpSpPr>
        <p:cxnSp>
          <p:nvCxnSpPr>
            <p:cNvPr id="462" name="Google Shape;462;p47"/>
            <p:cNvCxnSpPr/>
            <p:nvPr/>
          </p:nvCxnSpPr>
          <p:spPr>
            <a:xfrm>
              <a:off x="160950" y="571500"/>
              <a:ext cx="8385900" cy="0"/>
            </a:xfrm>
            <a:prstGeom prst="straightConnector1">
              <a:avLst/>
            </a:prstGeom>
            <a:noFill/>
            <a:ln w="9525" cap="flat" cmpd="sng">
              <a:solidFill>
                <a:schemeClr val="lt1"/>
              </a:solidFill>
              <a:prstDash val="solid"/>
              <a:round/>
              <a:headEnd type="none" w="med" len="med"/>
              <a:tailEnd type="none" w="med" len="med"/>
            </a:ln>
          </p:spPr>
        </p:cxnSp>
        <p:sp>
          <p:nvSpPr>
            <p:cNvPr id="463" name="Google Shape;463;p47"/>
            <p:cNvSpPr/>
            <p:nvPr/>
          </p:nvSpPr>
          <p:spPr>
            <a:xfrm>
              <a:off x="8041650" y="480600"/>
              <a:ext cx="505200" cy="90900"/>
            </a:xfrm>
            <a:prstGeom prst="rect">
              <a:avLst/>
            </a:pr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464" name="Google Shape;464;p47"/>
          <p:cNvGrpSpPr/>
          <p:nvPr/>
        </p:nvGrpSpPr>
        <p:grpSpPr>
          <a:xfrm flipH="1">
            <a:off x="7988270" y="150698"/>
            <a:ext cx="90900" cy="4415700"/>
            <a:chOff x="1113520" y="-562202"/>
            <a:chExt cx="90900" cy="4415700"/>
          </a:xfrm>
        </p:grpSpPr>
        <p:sp>
          <p:nvSpPr>
            <p:cNvPr id="465" name="Google Shape;465;p47"/>
            <p:cNvSpPr/>
            <p:nvPr/>
          </p:nvSpPr>
          <p:spPr>
            <a:xfrm rot="-5400000">
              <a:off x="906370" y="3555448"/>
              <a:ext cx="505200" cy="90900"/>
            </a:xfrm>
            <a:prstGeom prst="rect">
              <a:avLst/>
            </a:pr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cxnSp>
          <p:nvCxnSpPr>
            <p:cNvPr id="466" name="Google Shape;466;p47"/>
            <p:cNvCxnSpPr/>
            <p:nvPr/>
          </p:nvCxnSpPr>
          <p:spPr>
            <a:xfrm rot="10800000">
              <a:off x="1121185" y="-562202"/>
              <a:ext cx="0" cy="4153200"/>
            </a:xfrm>
            <a:prstGeom prst="straightConnector1">
              <a:avLst/>
            </a:prstGeom>
            <a:noFill/>
            <a:ln w="9525" cap="flat" cmpd="sng">
              <a:solidFill>
                <a:schemeClr val="lt1"/>
              </a:solidFill>
              <a:prstDash val="solid"/>
              <a:round/>
              <a:headEnd type="none" w="med" len="med"/>
              <a:tailEnd type="none" w="med" len="med"/>
            </a:ln>
          </p:spPr>
        </p:cxnSp>
      </p:grpSp>
    </p:spTree>
    <p:extLst>
      <p:ext uri="{BB962C8B-B14F-4D97-AF65-F5344CB8AC3E}">
        <p14:creationId xmlns:p14="http://schemas.microsoft.com/office/powerpoint/2010/main" val="2833769807"/>
      </p:ext>
    </p:extLst>
  </p:cSld>
  <p:clrMapOvr>
    <a:masterClrMapping/>
  </p:clrMapOvr>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Shape 443"/>
        <p:cNvGrpSpPr/>
        <p:nvPr/>
      </p:nvGrpSpPr>
      <p:grpSpPr>
        <a:xfrm>
          <a:off x="0" y="0"/>
          <a:ext cx="0" cy="0"/>
          <a:chOff x="0" y="0"/>
          <a:chExt cx="0" cy="0"/>
        </a:xfrm>
      </p:grpSpPr>
      <p:sp>
        <p:nvSpPr>
          <p:cNvPr id="444" name="Google Shape;444;p45"/>
          <p:cNvSpPr txBox="1">
            <a:spLocks noGrp="1"/>
          </p:cNvSpPr>
          <p:nvPr>
            <p:ph type="title"/>
          </p:nvPr>
        </p:nvSpPr>
        <p:spPr>
          <a:xfrm>
            <a:off x="720000" y="445025"/>
            <a:ext cx="7704000" cy="5727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
              <a:t>Do you need longer text?</a:t>
            </a:r>
            <a:endParaRPr/>
          </a:p>
        </p:txBody>
      </p:sp>
      <p:sp>
        <p:nvSpPr>
          <p:cNvPr id="445" name="Google Shape;445;p45"/>
          <p:cNvSpPr txBox="1">
            <a:spLocks noGrp="1"/>
          </p:cNvSpPr>
          <p:nvPr>
            <p:ph type="subTitle" idx="1"/>
          </p:nvPr>
        </p:nvSpPr>
        <p:spPr>
          <a:xfrm>
            <a:off x="1938000" y="1571850"/>
            <a:ext cx="5268000" cy="12330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Mercury is the closest planet to the Sun and the smallest one in the entire Solar System. This planet’s name has nothing to do with the liquid metal, since Mercury was named after the Roman messenger god. Despite being closer to the Sun than Venus, its temperatures aren’t as terribly hot as that planet’s. Its surface is quite similar to that of Earth’s Moon, which means there are a lot of craters and plains</a:t>
            </a:r>
            <a:endParaRPr/>
          </a:p>
        </p:txBody>
      </p:sp>
      <p:sp>
        <p:nvSpPr>
          <p:cNvPr id="446" name="Google Shape;446;p45"/>
          <p:cNvSpPr txBox="1">
            <a:spLocks noGrp="1"/>
          </p:cNvSpPr>
          <p:nvPr>
            <p:ph type="subTitle" idx="2"/>
          </p:nvPr>
        </p:nvSpPr>
        <p:spPr>
          <a:xfrm>
            <a:off x="1938000" y="3033474"/>
            <a:ext cx="5268000" cy="12330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Speaking of craters, many of them were named after artists or authors who made significant contributions to their respective fields. Mercury takes a little more than 58 days to complete its rotation, so try to imagine how long days must be there! Since the temperatures are so extreme, albeit not as extreme as on Venus, and the solar radiation is so high, Mercury has been deemed to be non-habitable for humans</a:t>
            </a:r>
            <a:endParaRPr/>
          </a:p>
        </p:txBody>
      </p:sp>
    </p:spTree>
    <p:extLst>
      <p:ext uri="{BB962C8B-B14F-4D97-AF65-F5344CB8AC3E}">
        <p14:creationId xmlns:p14="http://schemas.microsoft.com/office/powerpoint/2010/main" val="2934871761"/>
      </p:ext>
    </p:extLst>
  </p:cSld>
  <p:clrMapOvr>
    <a:masterClrMapping/>
  </p:clrMapOvr>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Shape 470"/>
        <p:cNvGrpSpPr/>
        <p:nvPr/>
      </p:nvGrpSpPr>
      <p:grpSpPr>
        <a:xfrm>
          <a:off x="0" y="0"/>
          <a:ext cx="0" cy="0"/>
          <a:chOff x="0" y="0"/>
          <a:chExt cx="0" cy="0"/>
        </a:xfrm>
      </p:grpSpPr>
      <p:sp>
        <p:nvSpPr>
          <p:cNvPr id="471" name="Google Shape;471;p48"/>
          <p:cNvSpPr txBox="1">
            <a:spLocks noGrp="1"/>
          </p:cNvSpPr>
          <p:nvPr>
            <p:ph type="subTitle" idx="3"/>
          </p:nvPr>
        </p:nvSpPr>
        <p:spPr>
          <a:xfrm>
            <a:off x="948188" y="2779225"/>
            <a:ext cx="3211200" cy="713400"/>
          </a:xfrm>
          <a:prstGeom prst="rect">
            <a:avLst/>
          </a:prstGeom>
        </p:spPr>
        <p:txBody>
          <a:bodyPr spcFirstLastPara="1" wrap="square" lIns="91425" tIns="91425" rIns="91425" bIns="91425" anchor="t" anchorCtr="0">
            <a:noAutofit/>
          </a:bodyPr>
          <a:lstStyle/>
          <a:p>
            <a:pPr marL="0" lvl="0" indent="0" algn="r" rtl="0">
              <a:spcBef>
                <a:spcPts val="0"/>
              </a:spcBef>
              <a:spcAft>
                <a:spcPts val="0"/>
              </a:spcAft>
              <a:buNone/>
            </a:pPr>
            <a:r>
              <a:rPr lang="en"/>
              <a:t>Venus has a beautiful name and is the second planet from the Sun. It’s hot and has a poisonous atmosphere</a:t>
            </a:r>
            <a:endParaRPr/>
          </a:p>
        </p:txBody>
      </p:sp>
      <p:sp>
        <p:nvSpPr>
          <p:cNvPr id="472" name="Google Shape;472;p48"/>
          <p:cNvSpPr txBox="1">
            <a:spLocks noGrp="1"/>
          </p:cNvSpPr>
          <p:nvPr>
            <p:ph type="title"/>
          </p:nvPr>
        </p:nvSpPr>
        <p:spPr>
          <a:xfrm>
            <a:off x="720000" y="445025"/>
            <a:ext cx="7704000" cy="5727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
              <a:t>Divide the content</a:t>
            </a:r>
            <a:endParaRPr/>
          </a:p>
        </p:txBody>
      </p:sp>
      <p:sp>
        <p:nvSpPr>
          <p:cNvPr id="473" name="Google Shape;473;p48"/>
          <p:cNvSpPr txBox="1">
            <a:spLocks noGrp="1"/>
          </p:cNvSpPr>
          <p:nvPr>
            <p:ph type="subTitle" idx="1"/>
          </p:nvPr>
        </p:nvSpPr>
        <p:spPr>
          <a:xfrm>
            <a:off x="948188" y="2303125"/>
            <a:ext cx="3211200" cy="476100"/>
          </a:xfrm>
          <a:prstGeom prst="rect">
            <a:avLst/>
          </a:prstGeom>
        </p:spPr>
        <p:txBody>
          <a:bodyPr spcFirstLastPara="1" wrap="square" lIns="91425" tIns="91425" rIns="91425" bIns="91425" anchor="b" anchorCtr="0">
            <a:noAutofit/>
          </a:bodyPr>
          <a:lstStyle/>
          <a:p>
            <a:pPr marL="0" lvl="0" indent="0" algn="r" rtl="0">
              <a:spcBef>
                <a:spcPts val="0"/>
              </a:spcBef>
              <a:spcAft>
                <a:spcPts val="0"/>
              </a:spcAft>
              <a:buNone/>
            </a:pPr>
            <a:r>
              <a:rPr lang="en"/>
              <a:t>Venus</a:t>
            </a:r>
            <a:endParaRPr/>
          </a:p>
        </p:txBody>
      </p:sp>
      <p:sp>
        <p:nvSpPr>
          <p:cNvPr id="474" name="Google Shape;474;p48"/>
          <p:cNvSpPr txBox="1">
            <a:spLocks noGrp="1"/>
          </p:cNvSpPr>
          <p:nvPr>
            <p:ph type="subTitle" idx="2"/>
          </p:nvPr>
        </p:nvSpPr>
        <p:spPr>
          <a:xfrm>
            <a:off x="4984609" y="2303125"/>
            <a:ext cx="3211200" cy="476100"/>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en"/>
              <a:t>Mercury</a:t>
            </a:r>
            <a:endParaRPr/>
          </a:p>
        </p:txBody>
      </p:sp>
      <p:sp>
        <p:nvSpPr>
          <p:cNvPr id="475" name="Google Shape;475;p48"/>
          <p:cNvSpPr txBox="1">
            <a:spLocks noGrp="1"/>
          </p:cNvSpPr>
          <p:nvPr>
            <p:ph type="subTitle" idx="4"/>
          </p:nvPr>
        </p:nvSpPr>
        <p:spPr>
          <a:xfrm>
            <a:off x="4984609" y="2779225"/>
            <a:ext cx="3211200" cy="7134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Mercury is the closest planet to the Sun and the smallest one in the Solar System—it’s only a bit larger than the Moon</a:t>
            </a:r>
            <a:endParaRPr/>
          </a:p>
        </p:txBody>
      </p:sp>
    </p:spTree>
    <p:extLst>
      <p:ext uri="{BB962C8B-B14F-4D97-AF65-F5344CB8AC3E}">
        <p14:creationId xmlns:p14="http://schemas.microsoft.com/office/powerpoint/2010/main" val="766280272"/>
      </p:ext>
    </p:extLst>
  </p:cSld>
  <p:clrMapOvr>
    <a:masterClrMapping/>
  </p:clrMapOvr>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Shape 479"/>
        <p:cNvGrpSpPr/>
        <p:nvPr/>
      </p:nvGrpSpPr>
      <p:grpSpPr>
        <a:xfrm>
          <a:off x="0" y="0"/>
          <a:ext cx="0" cy="0"/>
          <a:chOff x="0" y="0"/>
          <a:chExt cx="0" cy="0"/>
        </a:xfrm>
      </p:grpSpPr>
      <p:sp>
        <p:nvSpPr>
          <p:cNvPr id="480" name="Google Shape;480;p49"/>
          <p:cNvSpPr txBox="1">
            <a:spLocks noGrp="1"/>
          </p:cNvSpPr>
          <p:nvPr>
            <p:ph type="subTitle" idx="1"/>
          </p:nvPr>
        </p:nvSpPr>
        <p:spPr>
          <a:xfrm>
            <a:off x="720000" y="2515000"/>
            <a:ext cx="2336400" cy="484800"/>
          </a:xfrm>
          <a:prstGeom prst="rect">
            <a:avLst/>
          </a:prstGeom>
        </p:spPr>
        <p:txBody>
          <a:bodyPr spcFirstLastPara="1" wrap="square" lIns="91425" tIns="91425" rIns="91425" bIns="91425" anchor="b" anchorCtr="0">
            <a:noAutofit/>
          </a:bodyPr>
          <a:lstStyle/>
          <a:p>
            <a:pPr marL="0" lvl="0" indent="0" algn="r" rtl="0">
              <a:spcBef>
                <a:spcPts val="0"/>
              </a:spcBef>
              <a:spcAft>
                <a:spcPts val="0"/>
              </a:spcAft>
              <a:buNone/>
            </a:pPr>
            <a:r>
              <a:rPr lang="en"/>
              <a:t>Mars</a:t>
            </a:r>
            <a:endParaRPr/>
          </a:p>
        </p:txBody>
      </p:sp>
      <p:sp>
        <p:nvSpPr>
          <p:cNvPr id="481" name="Google Shape;481;p49"/>
          <p:cNvSpPr txBox="1">
            <a:spLocks noGrp="1"/>
          </p:cNvSpPr>
          <p:nvPr>
            <p:ph type="subTitle" idx="5"/>
          </p:nvPr>
        </p:nvSpPr>
        <p:spPr>
          <a:xfrm>
            <a:off x="3403800" y="1835500"/>
            <a:ext cx="2336400" cy="484800"/>
          </a:xfrm>
          <a:prstGeom prst="rect">
            <a:avLst/>
          </a:prstGeom>
        </p:spPr>
        <p:txBody>
          <a:bodyPr spcFirstLastPara="1" wrap="square" lIns="91425" tIns="91425" rIns="91425" bIns="91425" anchor="b" anchorCtr="0">
            <a:noAutofit/>
          </a:bodyPr>
          <a:lstStyle/>
          <a:p>
            <a:pPr marL="0" lvl="0" indent="0" algn="ctr" rtl="0">
              <a:spcBef>
                <a:spcPts val="0"/>
              </a:spcBef>
              <a:spcAft>
                <a:spcPts val="0"/>
              </a:spcAft>
              <a:buNone/>
            </a:pPr>
            <a:r>
              <a:rPr lang="en"/>
              <a:t>Venus</a:t>
            </a:r>
            <a:endParaRPr/>
          </a:p>
        </p:txBody>
      </p:sp>
      <p:sp>
        <p:nvSpPr>
          <p:cNvPr id="482" name="Google Shape;482;p49"/>
          <p:cNvSpPr txBox="1">
            <a:spLocks noGrp="1"/>
          </p:cNvSpPr>
          <p:nvPr>
            <p:ph type="subTitle" idx="6"/>
          </p:nvPr>
        </p:nvSpPr>
        <p:spPr>
          <a:xfrm>
            <a:off x="6087600" y="2515000"/>
            <a:ext cx="2336400" cy="484800"/>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en"/>
              <a:t>Mercury</a:t>
            </a:r>
            <a:endParaRPr/>
          </a:p>
        </p:txBody>
      </p:sp>
      <p:sp>
        <p:nvSpPr>
          <p:cNvPr id="483" name="Google Shape;483;p49"/>
          <p:cNvSpPr txBox="1">
            <a:spLocks noGrp="1"/>
          </p:cNvSpPr>
          <p:nvPr>
            <p:ph type="title"/>
          </p:nvPr>
        </p:nvSpPr>
        <p:spPr>
          <a:xfrm>
            <a:off x="720000" y="445025"/>
            <a:ext cx="7704000" cy="5727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
              <a:t>Here are three important ideas</a:t>
            </a:r>
            <a:endParaRPr/>
          </a:p>
        </p:txBody>
      </p:sp>
      <p:sp>
        <p:nvSpPr>
          <p:cNvPr id="484" name="Google Shape;484;p49"/>
          <p:cNvSpPr txBox="1">
            <a:spLocks noGrp="1"/>
          </p:cNvSpPr>
          <p:nvPr>
            <p:ph type="subTitle" idx="2"/>
          </p:nvPr>
        </p:nvSpPr>
        <p:spPr>
          <a:xfrm>
            <a:off x="720000" y="2999805"/>
            <a:ext cx="2336400" cy="679500"/>
          </a:xfrm>
          <a:prstGeom prst="rect">
            <a:avLst/>
          </a:prstGeom>
        </p:spPr>
        <p:txBody>
          <a:bodyPr spcFirstLastPara="1" wrap="square" lIns="91425" tIns="91425" rIns="91425" bIns="91425" anchor="t" anchorCtr="0">
            <a:noAutofit/>
          </a:bodyPr>
          <a:lstStyle/>
          <a:p>
            <a:pPr marL="0" lvl="0" indent="0" algn="r" rtl="0">
              <a:spcBef>
                <a:spcPts val="0"/>
              </a:spcBef>
              <a:spcAft>
                <a:spcPts val="0"/>
              </a:spcAft>
              <a:buNone/>
            </a:pPr>
            <a:r>
              <a:rPr lang="en"/>
              <a:t>Despite being red, Mars is actually a cold place. It’s full of iron oxide dust</a:t>
            </a:r>
            <a:endParaRPr/>
          </a:p>
        </p:txBody>
      </p:sp>
      <p:sp>
        <p:nvSpPr>
          <p:cNvPr id="485" name="Google Shape;485;p49"/>
          <p:cNvSpPr txBox="1">
            <a:spLocks noGrp="1"/>
          </p:cNvSpPr>
          <p:nvPr>
            <p:ph type="subTitle" idx="3"/>
          </p:nvPr>
        </p:nvSpPr>
        <p:spPr>
          <a:xfrm>
            <a:off x="3403800" y="2320305"/>
            <a:ext cx="2336400" cy="6795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
              <a:t>Venus has a beautiful name and is the second planet from the Sun</a:t>
            </a:r>
            <a:endParaRPr/>
          </a:p>
        </p:txBody>
      </p:sp>
      <p:sp>
        <p:nvSpPr>
          <p:cNvPr id="486" name="Google Shape;486;p49"/>
          <p:cNvSpPr txBox="1">
            <a:spLocks noGrp="1"/>
          </p:cNvSpPr>
          <p:nvPr>
            <p:ph type="subTitle" idx="4"/>
          </p:nvPr>
        </p:nvSpPr>
        <p:spPr>
          <a:xfrm>
            <a:off x="6087600" y="2999805"/>
            <a:ext cx="2336400" cy="6795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Mercury is the closest planet to the Sun and the smallest of them all</a:t>
            </a:r>
            <a:endParaRPr/>
          </a:p>
        </p:txBody>
      </p:sp>
    </p:spTree>
  </p:cSld>
  <p:clrMapOvr>
    <a:masterClrMapping/>
  </p:clrMapOvr>
  <p:timing>
    <p:tnLst>
      <p:par>
        <p:cTn id="1" dur="indefinite" restart="never" nodeType="tmRoot"/>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Shape 490"/>
        <p:cNvGrpSpPr/>
        <p:nvPr/>
      </p:nvGrpSpPr>
      <p:grpSpPr>
        <a:xfrm>
          <a:off x="0" y="0"/>
          <a:ext cx="0" cy="0"/>
          <a:chOff x="0" y="0"/>
          <a:chExt cx="0" cy="0"/>
        </a:xfrm>
      </p:grpSpPr>
      <p:sp>
        <p:nvSpPr>
          <p:cNvPr id="491" name="Google Shape;491;p50"/>
          <p:cNvSpPr txBox="1">
            <a:spLocks noGrp="1"/>
          </p:cNvSpPr>
          <p:nvPr>
            <p:ph type="subTitle" idx="1"/>
          </p:nvPr>
        </p:nvSpPr>
        <p:spPr>
          <a:xfrm>
            <a:off x="2347929" y="1532925"/>
            <a:ext cx="1888800" cy="484800"/>
          </a:xfrm>
          <a:prstGeom prst="rect">
            <a:avLst/>
          </a:prstGeom>
        </p:spPr>
        <p:txBody>
          <a:bodyPr spcFirstLastPara="1" wrap="square" lIns="91425" tIns="91425" rIns="91425" bIns="91425" anchor="b" anchorCtr="0">
            <a:noAutofit/>
          </a:bodyPr>
          <a:lstStyle/>
          <a:p>
            <a:pPr marL="0" lvl="0" indent="0" algn="r" rtl="0">
              <a:spcBef>
                <a:spcPts val="0"/>
              </a:spcBef>
              <a:spcAft>
                <a:spcPts val="0"/>
              </a:spcAft>
              <a:buNone/>
            </a:pPr>
            <a:r>
              <a:rPr lang="en"/>
              <a:t>Saturn</a:t>
            </a:r>
            <a:endParaRPr/>
          </a:p>
        </p:txBody>
      </p:sp>
      <p:sp>
        <p:nvSpPr>
          <p:cNvPr id="492" name="Google Shape;492;p50"/>
          <p:cNvSpPr txBox="1">
            <a:spLocks noGrp="1"/>
          </p:cNvSpPr>
          <p:nvPr>
            <p:ph type="subTitle" idx="2"/>
          </p:nvPr>
        </p:nvSpPr>
        <p:spPr>
          <a:xfrm>
            <a:off x="2347912" y="2017725"/>
            <a:ext cx="1888800" cy="572700"/>
          </a:xfrm>
          <a:prstGeom prst="rect">
            <a:avLst/>
          </a:prstGeom>
        </p:spPr>
        <p:txBody>
          <a:bodyPr spcFirstLastPara="1" wrap="square" lIns="91425" tIns="91425" rIns="91425" bIns="91425" anchor="t" anchorCtr="0">
            <a:noAutofit/>
          </a:bodyPr>
          <a:lstStyle/>
          <a:p>
            <a:pPr marL="0" lvl="0" indent="0" algn="r" rtl="0">
              <a:spcBef>
                <a:spcPts val="0"/>
              </a:spcBef>
              <a:spcAft>
                <a:spcPts val="0"/>
              </a:spcAft>
              <a:buNone/>
            </a:pPr>
            <a:r>
              <a:rPr lang="en"/>
              <a:t>Saturn is a gas giant and has several rings</a:t>
            </a:r>
            <a:endParaRPr/>
          </a:p>
        </p:txBody>
      </p:sp>
      <p:sp>
        <p:nvSpPr>
          <p:cNvPr id="493" name="Google Shape;493;p50"/>
          <p:cNvSpPr txBox="1">
            <a:spLocks noGrp="1"/>
          </p:cNvSpPr>
          <p:nvPr>
            <p:ph type="subTitle" idx="3"/>
          </p:nvPr>
        </p:nvSpPr>
        <p:spPr>
          <a:xfrm>
            <a:off x="4907276" y="2017725"/>
            <a:ext cx="1888800" cy="572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Mars is actually a very cold place</a:t>
            </a:r>
            <a:endParaRPr/>
          </a:p>
        </p:txBody>
      </p:sp>
      <p:sp>
        <p:nvSpPr>
          <p:cNvPr id="494" name="Google Shape;494;p50"/>
          <p:cNvSpPr txBox="1">
            <a:spLocks noGrp="1"/>
          </p:cNvSpPr>
          <p:nvPr>
            <p:ph type="title"/>
          </p:nvPr>
        </p:nvSpPr>
        <p:spPr>
          <a:xfrm>
            <a:off x="720000" y="445025"/>
            <a:ext cx="7704000" cy="5727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
              <a:t>Divide the content in four ideas</a:t>
            </a:r>
            <a:endParaRPr/>
          </a:p>
        </p:txBody>
      </p:sp>
      <p:sp>
        <p:nvSpPr>
          <p:cNvPr id="495" name="Google Shape;495;p50"/>
          <p:cNvSpPr txBox="1">
            <a:spLocks noGrp="1"/>
          </p:cNvSpPr>
          <p:nvPr>
            <p:ph type="subTitle" idx="6"/>
          </p:nvPr>
        </p:nvSpPr>
        <p:spPr>
          <a:xfrm>
            <a:off x="2347929" y="2922850"/>
            <a:ext cx="1888800" cy="484800"/>
          </a:xfrm>
          <a:prstGeom prst="rect">
            <a:avLst/>
          </a:prstGeom>
        </p:spPr>
        <p:txBody>
          <a:bodyPr spcFirstLastPara="1" wrap="square" lIns="91425" tIns="91425" rIns="91425" bIns="91425" anchor="b" anchorCtr="0">
            <a:noAutofit/>
          </a:bodyPr>
          <a:lstStyle/>
          <a:p>
            <a:pPr marL="0" lvl="0" indent="0" algn="r" rtl="0">
              <a:spcBef>
                <a:spcPts val="0"/>
              </a:spcBef>
              <a:spcAft>
                <a:spcPts val="0"/>
              </a:spcAft>
              <a:buNone/>
            </a:pPr>
            <a:r>
              <a:rPr lang="en"/>
              <a:t>Jupiter</a:t>
            </a:r>
            <a:endParaRPr/>
          </a:p>
        </p:txBody>
      </p:sp>
      <p:sp>
        <p:nvSpPr>
          <p:cNvPr id="496" name="Google Shape;496;p50"/>
          <p:cNvSpPr txBox="1">
            <a:spLocks noGrp="1"/>
          </p:cNvSpPr>
          <p:nvPr>
            <p:ph type="subTitle" idx="4"/>
          </p:nvPr>
        </p:nvSpPr>
        <p:spPr>
          <a:xfrm>
            <a:off x="2347921" y="3407650"/>
            <a:ext cx="1888800" cy="572700"/>
          </a:xfrm>
          <a:prstGeom prst="rect">
            <a:avLst/>
          </a:prstGeom>
        </p:spPr>
        <p:txBody>
          <a:bodyPr spcFirstLastPara="1" wrap="square" lIns="91425" tIns="91425" rIns="91425" bIns="91425" anchor="t" anchorCtr="0">
            <a:noAutofit/>
          </a:bodyPr>
          <a:lstStyle/>
          <a:p>
            <a:pPr marL="0" lvl="0" indent="0" algn="r" rtl="0">
              <a:spcBef>
                <a:spcPts val="0"/>
              </a:spcBef>
              <a:spcAft>
                <a:spcPts val="0"/>
              </a:spcAft>
              <a:buNone/>
            </a:pPr>
            <a:r>
              <a:rPr lang="en"/>
              <a:t>Jupiter is the biggest planet of them all</a:t>
            </a:r>
            <a:endParaRPr/>
          </a:p>
        </p:txBody>
      </p:sp>
      <p:sp>
        <p:nvSpPr>
          <p:cNvPr id="497" name="Google Shape;497;p50"/>
          <p:cNvSpPr txBox="1">
            <a:spLocks noGrp="1"/>
          </p:cNvSpPr>
          <p:nvPr>
            <p:ph type="subTitle" idx="5"/>
          </p:nvPr>
        </p:nvSpPr>
        <p:spPr>
          <a:xfrm>
            <a:off x="4907284" y="3407650"/>
            <a:ext cx="1888800" cy="572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Venus has extremely high temperatures</a:t>
            </a:r>
            <a:endParaRPr/>
          </a:p>
        </p:txBody>
      </p:sp>
      <p:sp>
        <p:nvSpPr>
          <p:cNvPr id="498" name="Google Shape;498;p50"/>
          <p:cNvSpPr txBox="1">
            <a:spLocks noGrp="1"/>
          </p:cNvSpPr>
          <p:nvPr>
            <p:ph type="subTitle" idx="7"/>
          </p:nvPr>
        </p:nvSpPr>
        <p:spPr>
          <a:xfrm>
            <a:off x="4907291" y="1532925"/>
            <a:ext cx="1888800" cy="484800"/>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en"/>
              <a:t>Mars</a:t>
            </a:r>
            <a:endParaRPr/>
          </a:p>
        </p:txBody>
      </p:sp>
      <p:sp>
        <p:nvSpPr>
          <p:cNvPr id="499" name="Google Shape;499;p50"/>
          <p:cNvSpPr txBox="1">
            <a:spLocks noGrp="1"/>
          </p:cNvSpPr>
          <p:nvPr>
            <p:ph type="subTitle" idx="8"/>
          </p:nvPr>
        </p:nvSpPr>
        <p:spPr>
          <a:xfrm>
            <a:off x="4907291" y="2922850"/>
            <a:ext cx="1888800" cy="484800"/>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en"/>
              <a:t>Venus</a:t>
            </a:r>
            <a:endParaRPr/>
          </a:p>
        </p:txBody>
      </p:sp>
    </p:spTree>
  </p:cSld>
  <p:clrMapOvr>
    <a:masterClrMapping/>
  </p:clrMapOvr>
  <p:timing>
    <p:tnLst>
      <p:par>
        <p:cTn id="1" dur="indefinite" restart="never" nodeType="tmRoot"/>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Shape 503"/>
        <p:cNvGrpSpPr/>
        <p:nvPr/>
      </p:nvGrpSpPr>
      <p:grpSpPr>
        <a:xfrm>
          <a:off x="0" y="0"/>
          <a:ext cx="0" cy="0"/>
          <a:chOff x="0" y="0"/>
          <a:chExt cx="0" cy="0"/>
        </a:xfrm>
      </p:grpSpPr>
      <p:sp>
        <p:nvSpPr>
          <p:cNvPr id="504" name="Google Shape;504;p51"/>
          <p:cNvSpPr txBox="1">
            <a:spLocks noGrp="1"/>
          </p:cNvSpPr>
          <p:nvPr>
            <p:ph type="subTitle" idx="7"/>
          </p:nvPr>
        </p:nvSpPr>
        <p:spPr>
          <a:xfrm>
            <a:off x="1434138" y="1806700"/>
            <a:ext cx="1900800" cy="484800"/>
          </a:xfrm>
          <a:prstGeom prst="rect">
            <a:avLst/>
          </a:prstGeom>
        </p:spPr>
        <p:txBody>
          <a:bodyPr spcFirstLastPara="1" wrap="square" lIns="91425" tIns="91425" rIns="91425" bIns="91425" anchor="b" anchorCtr="0">
            <a:noAutofit/>
          </a:bodyPr>
          <a:lstStyle/>
          <a:p>
            <a:pPr marL="0" lvl="0" indent="0" algn="r" rtl="0">
              <a:spcBef>
                <a:spcPts val="0"/>
              </a:spcBef>
              <a:spcAft>
                <a:spcPts val="0"/>
              </a:spcAft>
              <a:buNone/>
            </a:pPr>
            <a:r>
              <a:rPr lang="en"/>
              <a:t>Mercury</a:t>
            </a:r>
            <a:endParaRPr/>
          </a:p>
        </p:txBody>
      </p:sp>
      <p:sp>
        <p:nvSpPr>
          <p:cNvPr id="505" name="Google Shape;505;p51"/>
          <p:cNvSpPr txBox="1">
            <a:spLocks noGrp="1"/>
          </p:cNvSpPr>
          <p:nvPr>
            <p:ph type="subTitle" idx="4"/>
          </p:nvPr>
        </p:nvSpPr>
        <p:spPr>
          <a:xfrm>
            <a:off x="1438125" y="3560575"/>
            <a:ext cx="1900800" cy="572700"/>
          </a:xfrm>
          <a:prstGeom prst="rect">
            <a:avLst/>
          </a:prstGeom>
        </p:spPr>
        <p:txBody>
          <a:bodyPr spcFirstLastPara="1" wrap="square" lIns="91425" tIns="91425" rIns="91425" bIns="91425" anchor="t" anchorCtr="0">
            <a:noAutofit/>
          </a:bodyPr>
          <a:lstStyle/>
          <a:p>
            <a:pPr marL="0" lvl="0" indent="0" algn="r" rtl="0">
              <a:spcBef>
                <a:spcPts val="0"/>
              </a:spcBef>
              <a:spcAft>
                <a:spcPts val="0"/>
              </a:spcAft>
              <a:buNone/>
            </a:pPr>
            <a:r>
              <a:rPr lang="en"/>
              <a:t>Venus has extremely high temperatures</a:t>
            </a:r>
            <a:endParaRPr/>
          </a:p>
        </p:txBody>
      </p:sp>
      <p:sp>
        <p:nvSpPr>
          <p:cNvPr id="506" name="Google Shape;506;p51"/>
          <p:cNvSpPr txBox="1">
            <a:spLocks noGrp="1"/>
          </p:cNvSpPr>
          <p:nvPr>
            <p:ph type="subTitle" idx="5"/>
          </p:nvPr>
        </p:nvSpPr>
        <p:spPr>
          <a:xfrm>
            <a:off x="3621606" y="3560575"/>
            <a:ext cx="1900800" cy="5727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
              <a:t>Jupiter is the biggest planet of them all</a:t>
            </a:r>
            <a:endParaRPr/>
          </a:p>
        </p:txBody>
      </p:sp>
      <p:sp>
        <p:nvSpPr>
          <p:cNvPr id="507" name="Google Shape;507;p51"/>
          <p:cNvSpPr txBox="1">
            <a:spLocks noGrp="1"/>
          </p:cNvSpPr>
          <p:nvPr>
            <p:ph type="subTitle" idx="1"/>
          </p:nvPr>
        </p:nvSpPr>
        <p:spPr>
          <a:xfrm>
            <a:off x="1438125" y="2291499"/>
            <a:ext cx="1900800" cy="572700"/>
          </a:xfrm>
          <a:prstGeom prst="rect">
            <a:avLst/>
          </a:prstGeom>
        </p:spPr>
        <p:txBody>
          <a:bodyPr spcFirstLastPara="1" wrap="square" lIns="91425" tIns="91425" rIns="91425" bIns="91425" anchor="t" anchorCtr="0">
            <a:noAutofit/>
          </a:bodyPr>
          <a:lstStyle/>
          <a:p>
            <a:pPr marL="0" lvl="0" indent="0" algn="r" rtl="0">
              <a:spcBef>
                <a:spcPts val="0"/>
              </a:spcBef>
              <a:spcAft>
                <a:spcPts val="0"/>
              </a:spcAft>
              <a:buNone/>
            </a:pPr>
            <a:r>
              <a:rPr lang="en"/>
              <a:t>Mercury is the closest planet to the Sun</a:t>
            </a:r>
            <a:endParaRPr/>
          </a:p>
        </p:txBody>
      </p:sp>
      <p:sp>
        <p:nvSpPr>
          <p:cNvPr id="508" name="Google Shape;508;p51"/>
          <p:cNvSpPr txBox="1">
            <a:spLocks noGrp="1"/>
          </p:cNvSpPr>
          <p:nvPr>
            <p:ph type="subTitle" idx="13"/>
          </p:nvPr>
        </p:nvSpPr>
        <p:spPr>
          <a:xfrm>
            <a:off x="1434138" y="3075775"/>
            <a:ext cx="1900800" cy="484800"/>
          </a:xfrm>
          <a:prstGeom prst="rect">
            <a:avLst/>
          </a:prstGeom>
        </p:spPr>
        <p:txBody>
          <a:bodyPr spcFirstLastPara="1" wrap="square" lIns="91425" tIns="91425" rIns="91425" bIns="91425" anchor="b" anchorCtr="0">
            <a:noAutofit/>
          </a:bodyPr>
          <a:lstStyle/>
          <a:p>
            <a:pPr marL="0" lvl="0" indent="0" algn="r" rtl="0">
              <a:spcBef>
                <a:spcPts val="0"/>
              </a:spcBef>
              <a:spcAft>
                <a:spcPts val="0"/>
              </a:spcAft>
              <a:buNone/>
            </a:pPr>
            <a:r>
              <a:rPr lang="en"/>
              <a:t>Venus</a:t>
            </a:r>
            <a:endParaRPr/>
          </a:p>
        </p:txBody>
      </p:sp>
      <p:sp>
        <p:nvSpPr>
          <p:cNvPr id="509" name="Google Shape;509;p51"/>
          <p:cNvSpPr txBox="1">
            <a:spLocks noGrp="1"/>
          </p:cNvSpPr>
          <p:nvPr>
            <p:ph type="title"/>
          </p:nvPr>
        </p:nvSpPr>
        <p:spPr>
          <a:xfrm>
            <a:off x="720000" y="445025"/>
            <a:ext cx="7704000" cy="5727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
              <a:t>Reviewing concepts is a good idea</a:t>
            </a:r>
            <a:endParaRPr/>
          </a:p>
        </p:txBody>
      </p:sp>
      <p:sp>
        <p:nvSpPr>
          <p:cNvPr id="510" name="Google Shape;510;p51"/>
          <p:cNvSpPr txBox="1">
            <a:spLocks noGrp="1"/>
          </p:cNvSpPr>
          <p:nvPr>
            <p:ph type="subTitle" idx="8"/>
          </p:nvPr>
        </p:nvSpPr>
        <p:spPr>
          <a:xfrm>
            <a:off x="3621606" y="1806700"/>
            <a:ext cx="1900800" cy="484800"/>
          </a:xfrm>
          <a:prstGeom prst="rect">
            <a:avLst/>
          </a:prstGeom>
        </p:spPr>
        <p:txBody>
          <a:bodyPr spcFirstLastPara="1" wrap="square" lIns="91425" tIns="91425" rIns="91425" bIns="91425" anchor="b" anchorCtr="0">
            <a:noAutofit/>
          </a:bodyPr>
          <a:lstStyle/>
          <a:p>
            <a:pPr marL="0" lvl="0" indent="0" algn="ctr" rtl="0">
              <a:spcBef>
                <a:spcPts val="0"/>
              </a:spcBef>
              <a:spcAft>
                <a:spcPts val="0"/>
              </a:spcAft>
              <a:buNone/>
            </a:pPr>
            <a:r>
              <a:rPr lang="en"/>
              <a:t>Mars</a:t>
            </a:r>
            <a:endParaRPr/>
          </a:p>
        </p:txBody>
      </p:sp>
      <p:sp>
        <p:nvSpPr>
          <p:cNvPr id="511" name="Google Shape;511;p51"/>
          <p:cNvSpPr txBox="1">
            <a:spLocks noGrp="1"/>
          </p:cNvSpPr>
          <p:nvPr>
            <p:ph type="subTitle" idx="9"/>
          </p:nvPr>
        </p:nvSpPr>
        <p:spPr>
          <a:xfrm>
            <a:off x="5809073" y="1806700"/>
            <a:ext cx="1900800" cy="484800"/>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en"/>
              <a:t>Saturn</a:t>
            </a:r>
            <a:endParaRPr/>
          </a:p>
        </p:txBody>
      </p:sp>
      <p:sp>
        <p:nvSpPr>
          <p:cNvPr id="512" name="Google Shape;512;p51"/>
          <p:cNvSpPr txBox="1">
            <a:spLocks noGrp="1"/>
          </p:cNvSpPr>
          <p:nvPr>
            <p:ph type="subTitle" idx="2"/>
          </p:nvPr>
        </p:nvSpPr>
        <p:spPr>
          <a:xfrm>
            <a:off x="3621606" y="2291499"/>
            <a:ext cx="1900800" cy="5727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
              <a:t>Mars is actually a very cold place</a:t>
            </a:r>
            <a:endParaRPr/>
          </a:p>
        </p:txBody>
      </p:sp>
      <p:sp>
        <p:nvSpPr>
          <p:cNvPr id="513" name="Google Shape;513;p51"/>
          <p:cNvSpPr txBox="1">
            <a:spLocks noGrp="1"/>
          </p:cNvSpPr>
          <p:nvPr>
            <p:ph type="subTitle" idx="3"/>
          </p:nvPr>
        </p:nvSpPr>
        <p:spPr>
          <a:xfrm>
            <a:off x="5805086" y="2291499"/>
            <a:ext cx="1900800" cy="572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Saturn is a gas giant with several rings</a:t>
            </a:r>
            <a:endParaRPr/>
          </a:p>
        </p:txBody>
      </p:sp>
      <p:sp>
        <p:nvSpPr>
          <p:cNvPr id="514" name="Google Shape;514;p51"/>
          <p:cNvSpPr txBox="1">
            <a:spLocks noGrp="1"/>
          </p:cNvSpPr>
          <p:nvPr>
            <p:ph type="subTitle" idx="6"/>
          </p:nvPr>
        </p:nvSpPr>
        <p:spPr>
          <a:xfrm>
            <a:off x="5805086" y="3560575"/>
            <a:ext cx="1900800" cy="572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Neptune is the farthest planet from the Sun</a:t>
            </a:r>
            <a:endParaRPr/>
          </a:p>
        </p:txBody>
      </p:sp>
      <p:sp>
        <p:nvSpPr>
          <p:cNvPr id="515" name="Google Shape;515;p51"/>
          <p:cNvSpPr txBox="1">
            <a:spLocks noGrp="1"/>
          </p:cNvSpPr>
          <p:nvPr>
            <p:ph type="subTitle" idx="14"/>
          </p:nvPr>
        </p:nvSpPr>
        <p:spPr>
          <a:xfrm>
            <a:off x="3621606" y="3075775"/>
            <a:ext cx="1900800" cy="484800"/>
          </a:xfrm>
          <a:prstGeom prst="rect">
            <a:avLst/>
          </a:prstGeom>
        </p:spPr>
        <p:txBody>
          <a:bodyPr spcFirstLastPara="1" wrap="square" lIns="91425" tIns="91425" rIns="91425" bIns="91425" anchor="b" anchorCtr="0">
            <a:noAutofit/>
          </a:bodyPr>
          <a:lstStyle/>
          <a:p>
            <a:pPr marL="0" lvl="0" indent="0" algn="ctr" rtl="0">
              <a:spcBef>
                <a:spcPts val="0"/>
              </a:spcBef>
              <a:spcAft>
                <a:spcPts val="0"/>
              </a:spcAft>
              <a:buNone/>
            </a:pPr>
            <a:r>
              <a:rPr lang="en"/>
              <a:t>Jupiter</a:t>
            </a:r>
            <a:endParaRPr/>
          </a:p>
        </p:txBody>
      </p:sp>
      <p:sp>
        <p:nvSpPr>
          <p:cNvPr id="516" name="Google Shape;516;p51"/>
          <p:cNvSpPr txBox="1">
            <a:spLocks noGrp="1"/>
          </p:cNvSpPr>
          <p:nvPr>
            <p:ph type="subTitle" idx="15"/>
          </p:nvPr>
        </p:nvSpPr>
        <p:spPr>
          <a:xfrm>
            <a:off x="5809073" y="3075775"/>
            <a:ext cx="1900800" cy="484800"/>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en"/>
              <a:t>Neptune</a:t>
            </a:r>
            <a:endParaRPr/>
          </a:p>
        </p:txBody>
      </p:sp>
    </p:spTree>
  </p:cSld>
  <p:clrMapOvr>
    <a:masterClrMapping/>
  </p:clrMapOvr>
  <p:timing>
    <p:tnLst>
      <p:par>
        <p:cTn id="1" dur="indefinite" restart="never" nodeType="tmRoot"/>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Shape 544"/>
        <p:cNvGrpSpPr/>
        <p:nvPr/>
      </p:nvGrpSpPr>
      <p:grpSpPr>
        <a:xfrm>
          <a:off x="0" y="0"/>
          <a:ext cx="0" cy="0"/>
          <a:chOff x="0" y="0"/>
          <a:chExt cx="0" cy="0"/>
        </a:xfrm>
      </p:grpSpPr>
      <p:pic>
        <p:nvPicPr>
          <p:cNvPr id="545" name="Google Shape;545;p55"/>
          <p:cNvPicPr preferRelativeResize="0">
            <a:picLocks noGrp="1"/>
          </p:cNvPicPr>
          <p:nvPr>
            <p:ph type="pic" idx="2"/>
          </p:nvPr>
        </p:nvPicPr>
        <p:blipFill rotWithShape="1">
          <a:blip r:embed="rId3">
            <a:alphaModFix/>
          </a:blip>
          <a:srcRect t="7764" b="7755"/>
          <a:stretch/>
        </p:blipFill>
        <p:spPr>
          <a:xfrm>
            <a:off x="-11825" y="-11825"/>
            <a:ext cx="9155702" cy="5155199"/>
          </a:xfrm>
          <a:prstGeom prst="rect">
            <a:avLst/>
          </a:prstGeom>
        </p:spPr>
      </p:pic>
      <p:sp>
        <p:nvSpPr>
          <p:cNvPr id="546" name="Google Shape;546;p55"/>
          <p:cNvSpPr txBox="1">
            <a:spLocks noGrp="1"/>
          </p:cNvSpPr>
          <p:nvPr>
            <p:ph type="title"/>
          </p:nvPr>
        </p:nvSpPr>
        <p:spPr>
          <a:xfrm>
            <a:off x="1522200" y="3961375"/>
            <a:ext cx="6099600" cy="5727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
              <a:t>A picture is worth a thousand words</a:t>
            </a:r>
            <a:endParaRPr/>
          </a:p>
        </p:txBody>
      </p:sp>
      <p:grpSp>
        <p:nvGrpSpPr>
          <p:cNvPr id="547" name="Google Shape;547;p55"/>
          <p:cNvGrpSpPr/>
          <p:nvPr/>
        </p:nvGrpSpPr>
        <p:grpSpPr>
          <a:xfrm flipH="1">
            <a:off x="8812075" y="1441950"/>
            <a:ext cx="90900" cy="3705900"/>
            <a:chOff x="7952125" y="1292300"/>
            <a:chExt cx="90900" cy="3705900"/>
          </a:xfrm>
        </p:grpSpPr>
        <p:sp>
          <p:nvSpPr>
            <p:cNvPr id="548" name="Google Shape;548;p55"/>
            <p:cNvSpPr/>
            <p:nvPr/>
          </p:nvSpPr>
          <p:spPr>
            <a:xfrm rot="5400000">
              <a:off x="7744975" y="1499450"/>
              <a:ext cx="505200" cy="90900"/>
            </a:xfrm>
            <a:prstGeom prst="rect">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cxnSp>
          <p:nvCxnSpPr>
            <p:cNvPr id="549" name="Google Shape;549;p55"/>
            <p:cNvCxnSpPr/>
            <p:nvPr/>
          </p:nvCxnSpPr>
          <p:spPr>
            <a:xfrm>
              <a:off x="8043025" y="1292300"/>
              <a:ext cx="0" cy="3705900"/>
            </a:xfrm>
            <a:prstGeom prst="straightConnector1">
              <a:avLst/>
            </a:prstGeom>
            <a:noFill/>
            <a:ln w="9525" cap="flat" cmpd="sng">
              <a:solidFill>
                <a:schemeClr val="dk1"/>
              </a:solidFill>
              <a:prstDash val="solid"/>
              <a:round/>
              <a:headEnd type="none" w="med" len="med"/>
              <a:tailEnd type="none" w="med" len="med"/>
            </a:ln>
          </p:spPr>
        </p:cxnSp>
      </p:grpSp>
    </p:spTree>
  </p:cSld>
  <p:clrMapOvr>
    <a:masterClrMapping/>
  </p:clrMapOvr>
  <p:timing>
    <p:tnLst>
      <p:par>
        <p:cTn id="1" dur="indefinite" restart="never" nodeType="tmRoot"/>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Shape 560"/>
        <p:cNvGrpSpPr/>
        <p:nvPr/>
      </p:nvGrpSpPr>
      <p:grpSpPr>
        <a:xfrm>
          <a:off x="0" y="0"/>
          <a:ext cx="0" cy="0"/>
          <a:chOff x="0" y="0"/>
          <a:chExt cx="0" cy="0"/>
        </a:xfrm>
      </p:grpSpPr>
      <p:sp>
        <p:nvSpPr>
          <p:cNvPr id="561" name="Google Shape;561;p57"/>
          <p:cNvSpPr txBox="1">
            <a:spLocks noGrp="1"/>
          </p:cNvSpPr>
          <p:nvPr>
            <p:ph type="title"/>
          </p:nvPr>
        </p:nvSpPr>
        <p:spPr>
          <a:xfrm>
            <a:off x="720000" y="445025"/>
            <a:ext cx="7704000" cy="5727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
              <a:t>Marketing plan</a:t>
            </a:r>
            <a:endParaRPr/>
          </a:p>
        </p:txBody>
      </p:sp>
      <p:sp>
        <p:nvSpPr>
          <p:cNvPr id="562" name="Google Shape;562;p57"/>
          <p:cNvSpPr txBox="1">
            <a:spLocks noGrp="1"/>
          </p:cNvSpPr>
          <p:nvPr>
            <p:ph type="subTitle" idx="4294967295"/>
          </p:nvPr>
        </p:nvSpPr>
        <p:spPr>
          <a:xfrm>
            <a:off x="6087600" y="3215600"/>
            <a:ext cx="2336400" cy="484800"/>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en" sz="2400">
                <a:latin typeface="Noto Serif Ethiopic"/>
                <a:ea typeface="Noto Serif Ethiopic"/>
                <a:cs typeface="Noto Serif Ethiopic"/>
                <a:sym typeface="Noto Serif Ethiopic"/>
              </a:rPr>
              <a:t>Saturn</a:t>
            </a:r>
            <a:endParaRPr sz="2400">
              <a:latin typeface="Noto Serif Ethiopic"/>
              <a:ea typeface="Noto Serif Ethiopic"/>
              <a:cs typeface="Noto Serif Ethiopic"/>
              <a:sym typeface="Noto Serif Ethiopic"/>
            </a:endParaRPr>
          </a:p>
        </p:txBody>
      </p:sp>
      <p:sp>
        <p:nvSpPr>
          <p:cNvPr id="563" name="Google Shape;563;p57"/>
          <p:cNvSpPr txBox="1">
            <a:spLocks noGrp="1"/>
          </p:cNvSpPr>
          <p:nvPr>
            <p:ph type="subTitle" idx="4294967295"/>
          </p:nvPr>
        </p:nvSpPr>
        <p:spPr>
          <a:xfrm>
            <a:off x="720000" y="3215600"/>
            <a:ext cx="2336400" cy="484800"/>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en" sz="2400">
                <a:latin typeface="Noto Serif Ethiopic"/>
                <a:ea typeface="Noto Serif Ethiopic"/>
                <a:cs typeface="Noto Serif Ethiopic"/>
                <a:sym typeface="Noto Serif Ethiopic"/>
              </a:rPr>
              <a:t>Mercury</a:t>
            </a:r>
            <a:endParaRPr sz="2400">
              <a:latin typeface="Noto Serif Ethiopic"/>
              <a:ea typeface="Noto Serif Ethiopic"/>
              <a:cs typeface="Noto Serif Ethiopic"/>
              <a:sym typeface="Noto Serif Ethiopic"/>
            </a:endParaRPr>
          </a:p>
        </p:txBody>
      </p:sp>
      <p:sp>
        <p:nvSpPr>
          <p:cNvPr id="564" name="Google Shape;564;p57"/>
          <p:cNvSpPr txBox="1">
            <a:spLocks noGrp="1"/>
          </p:cNvSpPr>
          <p:nvPr>
            <p:ph type="subTitle" idx="4294967295"/>
          </p:nvPr>
        </p:nvSpPr>
        <p:spPr>
          <a:xfrm>
            <a:off x="720000" y="3700404"/>
            <a:ext cx="2336400" cy="6795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Mercury is the closest planet to the Sun and the smallest of them all</a:t>
            </a:r>
            <a:endParaRPr/>
          </a:p>
        </p:txBody>
      </p:sp>
      <p:sp>
        <p:nvSpPr>
          <p:cNvPr id="565" name="Google Shape;565;p57"/>
          <p:cNvSpPr txBox="1">
            <a:spLocks noGrp="1"/>
          </p:cNvSpPr>
          <p:nvPr>
            <p:ph type="subTitle" idx="4294967295"/>
          </p:nvPr>
        </p:nvSpPr>
        <p:spPr>
          <a:xfrm>
            <a:off x="3403800" y="3700404"/>
            <a:ext cx="2336400" cy="6795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Earth is the third planet from the Sun and the only one that harbors life in the Solar System</a:t>
            </a:r>
            <a:endParaRPr/>
          </a:p>
        </p:txBody>
      </p:sp>
      <p:sp>
        <p:nvSpPr>
          <p:cNvPr id="566" name="Google Shape;566;p57"/>
          <p:cNvSpPr txBox="1">
            <a:spLocks noGrp="1"/>
          </p:cNvSpPr>
          <p:nvPr>
            <p:ph type="subTitle" idx="4294967295"/>
          </p:nvPr>
        </p:nvSpPr>
        <p:spPr>
          <a:xfrm>
            <a:off x="6087600" y="3700404"/>
            <a:ext cx="2336400" cy="6795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Saturn is a gas giant and has several rings. It’s composed mostly of hydrogen and helium</a:t>
            </a:r>
            <a:endParaRPr/>
          </a:p>
        </p:txBody>
      </p:sp>
      <p:sp>
        <p:nvSpPr>
          <p:cNvPr id="567" name="Google Shape;567;p57"/>
          <p:cNvSpPr txBox="1">
            <a:spLocks noGrp="1"/>
          </p:cNvSpPr>
          <p:nvPr>
            <p:ph type="subTitle" idx="4294967295"/>
          </p:nvPr>
        </p:nvSpPr>
        <p:spPr>
          <a:xfrm>
            <a:off x="3403800" y="3215600"/>
            <a:ext cx="2336400" cy="484800"/>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en" sz="2400">
                <a:latin typeface="Noto Serif Ethiopic"/>
                <a:ea typeface="Noto Serif Ethiopic"/>
                <a:cs typeface="Noto Serif Ethiopic"/>
                <a:sym typeface="Noto Serif Ethiopic"/>
              </a:rPr>
              <a:t>Earth</a:t>
            </a:r>
            <a:endParaRPr sz="2400">
              <a:latin typeface="Noto Serif Ethiopic"/>
              <a:ea typeface="Noto Serif Ethiopic"/>
              <a:cs typeface="Noto Serif Ethiopic"/>
              <a:sym typeface="Noto Serif Ethiopic"/>
            </a:endParaRPr>
          </a:p>
        </p:txBody>
      </p:sp>
      <p:sp>
        <p:nvSpPr>
          <p:cNvPr id="568" name="Google Shape;568;p57"/>
          <p:cNvSpPr txBox="1">
            <a:spLocks noGrp="1"/>
          </p:cNvSpPr>
          <p:nvPr>
            <p:ph type="title" idx="4294967295"/>
          </p:nvPr>
        </p:nvSpPr>
        <p:spPr>
          <a:xfrm>
            <a:off x="720000" y="2295200"/>
            <a:ext cx="1275300" cy="6201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
                <a:solidFill>
                  <a:schemeClr val="accent2"/>
                </a:solidFill>
              </a:rPr>
              <a:t>15%</a:t>
            </a:r>
            <a:endParaRPr>
              <a:solidFill>
                <a:schemeClr val="accent2"/>
              </a:solidFill>
            </a:endParaRPr>
          </a:p>
        </p:txBody>
      </p:sp>
      <p:sp>
        <p:nvSpPr>
          <p:cNvPr id="569" name="Google Shape;569;p57"/>
          <p:cNvSpPr txBox="1">
            <a:spLocks noGrp="1"/>
          </p:cNvSpPr>
          <p:nvPr>
            <p:ph type="title" idx="4294967295"/>
          </p:nvPr>
        </p:nvSpPr>
        <p:spPr>
          <a:xfrm>
            <a:off x="3403825" y="1727600"/>
            <a:ext cx="1275300" cy="6201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
                <a:solidFill>
                  <a:schemeClr val="accent2"/>
                </a:solidFill>
              </a:rPr>
              <a:t>55%</a:t>
            </a:r>
            <a:endParaRPr>
              <a:solidFill>
                <a:schemeClr val="accent2"/>
              </a:solidFill>
            </a:endParaRPr>
          </a:p>
        </p:txBody>
      </p:sp>
      <p:sp>
        <p:nvSpPr>
          <p:cNvPr id="570" name="Google Shape;570;p57"/>
          <p:cNvSpPr txBox="1">
            <a:spLocks noGrp="1"/>
          </p:cNvSpPr>
          <p:nvPr>
            <p:ph type="title" idx="4294967295"/>
          </p:nvPr>
        </p:nvSpPr>
        <p:spPr>
          <a:xfrm>
            <a:off x="6087600" y="1156700"/>
            <a:ext cx="1275300" cy="6201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
                <a:solidFill>
                  <a:schemeClr val="accent2"/>
                </a:solidFill>
              </a:rPr>
              <a:t>95%</a:t>
            </a:r>
            <a:endParaRPr>
              <a:solidFill>
                <a:schemeClr val="accent2"/>
              </a:solidFill>
            </a:endParaRPr>
          </a:p>
        </p:txBody>
      </p:sp>
      <p:sp>
        <p:nvSpPr>
          <p:cNvPr id="571" name="Google Shape;571;p57"/>
          <p:cNvSpPr/>
          <p:nvPr/>
        </p:nvSpPr>
        <p:spPr>
          <a:xfrm>
            <a:off x="719950" y="2915300"/>
            <a:ext cx="2336400" cy="300300"/>
          </a:xfrm>
          <a:prstGeom prst="rect">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72" name="Google Shape;572;p57"/>
          <p:cNvSpPr/>
          <p:nvPr/>
        </p:nvSpPr>
        <p:spPr>
          <a:xfrm>
            <a:off x="6087650" y="1776800"/>
            <a:ext cx="2336400" cy="1438800"/>
          </a:xfrm>
          <a:prstGeom prst="rect">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73" name="Google Shape;573;p57"/>
          <p:cNvSpPr/>
          <p:nvPr/>
        </p:nvSpPr>
        <p:spPr>
          <a:xfrm>
            <a:off x="3403800" y="2343200"/>
            <a:ext cx="2336400" cy="872400"/>
          </a:xfrm>
          <a:prstGeom prst="rect">
            <a:avLst/>
          </a:pr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cSld>
  <p:clrMapOvr>
    <a:masterClrMapping/>
  </p:clrMapOvr>
  <p:timing>
    <p:tnLst>
      <p:par>
        <p:cTn id="1" dur="indefinite" restart="never" nodeType="tmRoot"/>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Shape 593"/>
        <p:cNvGrpSpPr/>
        <p:nvPr/>
      </p:nvGrpSpPr>
      <p:grpSpPr>
        <a:xfrm>
          <a:off x="0" y="0"/>
          <a:ext cx="0" cy="0"/>
          <a:chOff x="0" y="0"/>
          <a:chExt cx="0" cy="0"/>
        </a:xfrm>
      </p:grpSpPr>
      <p:sp>
        <p:nvSpPr>
          <p:cNvPr id="594" name="Google Shape;594;p60"/>
          <p:cNvSpPr txBox="1">
            <a:spLocks noGrp="1"/>
          </p:cNvSpPr>
          <p:nvPr>
            <p:ph type="title"/>
          </p:nvPr>
        </p:nvSpPr>
        <p:spPr>
          <a:xfrm>
            <a:off x="720000" y="445025"/>
            <a:ext cx="7704000" cy="5727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
              <a:t>Let’s use some percentages</a:t>
            </a:r>
            <a:endParaRPr/>
          </a:p>
        </p:txBody>
      </p:sp>
      <p:sp>
        <p:nvSpPr>
          <p:cNvPr id="595" name="Google Shape;595;p60"/>
          <p:cNvSpPr txBox="1">
            <a:spLocks noGrp="1"/>
          </p:cNvSpPr>
          <p:nvPr>
            <p:ph type="subTitle" idx="6"/>
          </p:nvPr>
        </p:nvSpPr>
        <p:spPr>
          <a:xfrm>
            <a:off x="6087600" y="2482875"/>
            <a:ext cx="2336400" cy="484800"/>
          </a:xfrm>
          <a:prstGeom prst="rect">
            <a:avLst/>
          </a:prstGeom>
        </p:spPr>
        <p:txBody>
          <a:bodyPr spcFirstLastPara="1" wrap="square" lIns="91425" tIns="91425" rIns="91425" bIns="91425" anchor="b" anchorCtr="0">
            <a:noAutofit/>
          </a:bodyPr>
          <a:lstStyle/>
          <a:p>
            <a:pPr marL="0" lvl="0" indent="0" algn="ctr" rtl="0">
              <a:spcBef>
                <a:spcPts val="0"/>
              </a:spcBef>
              <a:spcAft>
                <a:spcPts val="0"/>
              </a:spcAft>
              <a:buNone/>
            </a:pPr>
            <a:r>
              <a:rPr lang="en"/>
              <a:t>Venus</a:t>
            </a:r>
            <a:endParaRPr/>
          </a:p>
        </p:txBody>
      </p:sp>
      <p:sp>
        <p:nvSpPr>
          <p:cNvPr id="596" name="Google Shape;596;p60"/>
          <p:cNvSpPr txBox="1">
            <a:spLocks noGrp="1"/>
          </p:cNvSpPr>
          <p:nvPr>
            <p:ph type="subTitle" idx="1"/>
          </p:nvPr>
        </p:nvSpPr>
        <p:spPr>
          <a:xfrm>
            <a:off x="720000" y="2482875"/>
            <a:ext cx="2336400" cy="484800"/>
          </a:xfrm>
          <a:prstGeom prst="rect">
            <a:avLst/>
          </a:prstGeom>
        </p:spPr>
        <p:txBody>
          <a:bodyPr spcFirstLastPara="1" wrap="square" lIns="91425" tIns="91425" rIns="91425" bIns="91425" anchor="b" anchorCtr="0">
            <a:noAutofit/>
          </a:bodyPr>
          <a:lstStyle/>
          <a:p>
            <a:pPr marL="0" lvl="0" indent="0" algn="ctr" rtl="0">
              <a:spcBef>
                <a:spcPts val="0"/>
              </a:spcBef>
              <a:spcAft>
                <a:spcPts val="0"/>
              </a:spcAft>
              <a:buNone/>
            </a:pPr>
            <a:r>
              <a:rPr lang="en"/>
              <a:t>Mercury</a:t>
            </a:r>
            <a:endParaRPr/>
          </a:p>
        </p:txBody>
      </p:sp>
      <p:sp>
        <p:nvSpPr>
          <p:cNvPr id="597" name="Google Shape;597;p60"/>
          <p:cNvSpPr txBox="1">
            <a:spLocks noGrp="1"/>
          </p:cNvSpPr>
          <p:nvPr>
            <p:ph type="subTitle" idx="2"/>
          </p:nvPr>
        </p:nvSpPr>
        <p:spPr>
          <a:xfrm>
            <a:off x="720000" y="2967679"/>
            <a:ext cx="2336400" cy="6795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
              <a:t>Mercury is the closest planet to the Sun and the smallest of them all</a:t>
            </a:r>
            <a:endParaRPr/>
          </a:p>
        </p:txBody>
      </p:sp>
      <p:sp>
        <p:nvSpPr>
          <p:cNvPr id="598" name="Google Shape;598;p60"/>
          <p:cNvSpPr txBox="1">
            <a:spLocks noGrp="1"/>
          </p:cNvSpPr>
          <p:nvPr>
            <p:ph type="subTitle" idx="3"/>
          </p:nvPr>
        </p:nvSpPr>
        <p:spPr>
          <a:xfrm>
            <a:off x="3403800" y="2967679"/>
            <a:ext cx="2336400" cy="6795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
              <a:t>Despite being red, Mars is actually a cold place. It’s full of iron oxide dust</a:t>
            </a:r>
            <a:endParaRPr/>
          </a:p>
        </p:txBody>
      </p:sp>
      <p:sp>
        <p:nvSpPr>
          <p:cNvPr id="599" name="Google Shape;599;p60"/>
          <p:cNvSpPr txBox="1">
            <a:spLocks noGrp="1"/>
          </p:cNvSpPr>
          <p:nvPr>
            <p:ph type="subTitle" idx="4"/>
          </p:nvPr>
        </p:nvSpPr>
        <p:spPr>
          <a:xfrm>
            <a:off x="6087600" y="2967679"/>
            <a:ext cx="2336400" cy="6795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
              <a:t>Venus has a beautiful name and is the second planet from the Sun</a:t>
            </a:r>
            <a:endParaRPr/>
          </a:p>
        </p:txBody>
      </p:sp>
      <p:sp>
        <p:nvSpPr>
          <p:cNvPr id="600" name="Google Shape;600;p60"/>
          <p:cNvSpPr txBox="1">
            <a:spLocks noGrp="1"/>
          </p:cNvSpPr>
          <p:nvPr>
            <p:ph type="subTitle" idx="5"/>
          </p:nvPr>
        </p:nvSpPr>
        <p:spPr>
          <a:xfrm>
            <a:off x="3403800" y="2482875"/>
            <a:ext cx="2336400" cy="484800"/>
          </a:xfrm>
          <a:prstGeom prst="rect">
            <a:avLst/>
          </a:prstGeom>
        </p:spPr>
        <p:txBody>
          <a:bodyPr spcFirstLastPara="1" wrap="square" lIns="91425" tIns="91425" rIns="91425" bIns="91425" anchor="b" anchorCtr="0">
            <a:noAutofit/>
          </a:bodyPr>
          <a:lstStyle/>
          <a:p>
            <a:pPr marL="0" lvl="0" indent="0" algn="ctr" rtl="0">
              <a:spcBef>
                <a:spcPts val="0"/>
              </a:spcBef>
              <a:spcAft>
                <a:spcPts val="0"/>
              </a:spcAft>
              <a:buNone/>
            </a:pPr>
            <a:r>
              <a:rPr lang="en"/>
              <a:t>Mars</a:t>
            </a:r>
            <a:endParaRPr/>
          </a:p>
        </p:txBody>
      </p:sp>
      <p:sp>
        <p:nvSpPr>
          <p:cNvPr id="601" name="Google Shape;601;p60"/>
          <p:cNvSpPr txBox="1">
            <a:spLocks noGrp="1"/>
          </p:cNvSpPr>
          <p:nvPr>
            <p:ph type="title" idx="7"/>
          </p:nvPr>
        </p:nvSpPr>
        <p:spPr>
          <a:xfrm>
            <a:off x="1250550" y="3647175"/>
            <a:ext cx="1275300" cy="5934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
              <a:t>25%</a:t>
            </a:r>
            <a:endParaRPr/>
          </a:p>
        </p:txBody>
      </p:sp>
      <p:sp>
        <p:nvSpPr>
          <p:cNvPr id="602" name="Google Shape;602;p60"/>
          <p:cNvSpPr txBox="1">
            <a:spLocks noGrp="1"/>
          </p:cNvSpPr>
          <p:nvPr>
            <p:ph type="title" idx="8"/>
          </p:nvPr>
        </p:nvSpPr>
        <p:spPr>
          <a:xfrm>
            <a:off x="3934350" y="3647175"/>
            <a:ext cx="1275300" cy="5934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
              <a:t>45%</a:t>
            </a:r>
            <a:endParaRPr/>
          </a:p>
        </p:txBody>
      </p:sp>
      <p:sp>
        <p:nvSpPr>
          <p:cNvPr id="603" name="Google Shape;603;p60"/>
          <p:cNvSpPr txBox="1">
            <a:spLocks noGrp="1"/>
          </p:cNvSpPr>
          <p:nvPr>
            <p:ph type="title" idx="9"/>
          </p:nvPr>
        </p:nvSpPr>
        <p:spPr>
          <a:xfrm>
            <a:off x="6618150" y="3647175"/>
            <a:ext cx="1275300" cy="5934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
              <a:t>30%</a:t>
            </a:r>
            <a:endParaRPr/>
          </a:p>
        </p:txBody>
      </p:sp>
      <p:sp>
        <p:nvSpPr>
          <p:cNvPr id="604" name="Google Shape;604;p60"/>
          <p:cNvSpPr/>
          <p:nvPr/>
        </p:nvSpPr>
        <p:spPr>
          <a:xfrm>
            <a:off x="937950" y="1793700"/>
            <a:ext cx="1900500" cy="369900"/>
          </a:xfrm>
          <a:prstGeom prst="rect">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05" name="Google Shape;605;p60"/>
          <p:cNvSpPr/>
          <p:nvPr/>
        </p:nvSpPr>
        <p:spPr>
          <a:xfrm>
            <a:off x="3621750" y="1793700"/>
            <a:ext cx="1900500" cy="369900"/>
          </a:xfrm>
          <a:prstGeom prst="rect">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06" name="Google Shape;606;p60"/>
          <p:cNvSpPr/>
          <p:nvPr/>
        </p:nvSpPr>
        <p:spPr>
          <a:xfrm>
            <a:off x="6305550" y="1793700"/>
            <a:ext cx="1900500" cy="369900"/>
          </a:xfrm>
          <a:prstGeom prst="rect">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07" name="Google Shape;607;p60"/>
          <p:cNvSpPr/>
          <p:nvPr/>
        </p:nvSpPr>
        <p:spPr>
          <a:xfrm>
            <a:off x="937950" y="1793700"/>
            <a:ext cx="507000" cy="369900"/>
          </a:xfrm>
          <a:prstGeom prst="rect">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08" name="Google Shape;608;p60"/>
          <p:cNvSpPr/>
          <p:nvPr/>
        </p:nvSpPr>
        <p:spPr>
          <a:xfrm>
            <a:off x="3575425" y="1793700"/>
            <a:ext cx="920700" cy="369900"/>
          </a:xfrm>
          <a:prstGeom prst="rect">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09" name="Google Shape;609;p60"/>
          <p:cNvSpPr/>
          <p:nvPr/>
        </p:nvSpPr>
        <p:spPr>
          <a:xfrm>
            <a:off x="6305550" y="1793700"/>
            <a:ext cx="920700" cy="369900"/>
          </a:xfrm>
          <a:prstGeom prst="rect">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cSld>
  <p:clrMapOvr>
    <a:masterClrMapping/>
  </p:clrMapOvr>
  <p:timing>
    <p:tnLst>
      <p:par>
        <p:cTn id="1" dur="indefinite" restart="never" nodeType="tmRoot"/>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Shape 613"/>
        <p:cNvGrpSpPr/>
        <p:nvPr/>
      </p:nvGrpSpPr>
      <p:grpSpPr>
        <a:xfrm>
          <a:off x="0" y="0"/>
          <a:ext cx="0" cy="0"/>
          <a:chOff x="0" y="0"/>
          <a:chExt cx="0" cy="0"/>
        </a:xfrm>
      </p:grpSpPr>
      <p:sp>
        <p:nvSpPr>
          <p:cNvPr id="614" name="Google Shape;614;p61"/>
          <p:cNvSpPr txBox="1">
            <a:spLocks noGrp="1"/>
          </p:cNvSpPr>
          <p:nvPr>
            <p:ph type="title"/>
          </p:nvPr>
        </p:nvSpPr>
        <p:spPr>
          <a:xfrm>
            <a:off x="720000" y="445025"/>
            <a:ext cx="7704000" cy="5727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
              <a:t>Executive summary</a:t>
            </a:r>
            <a:endParaRPr/>
          </a:p>
        </p:txBody>
      </p:sp>
      <p:graphicFrame>
        <p:nvGraphicFramePr>
          <p:cNvPr id="615" name="Google Shape;615;p61"/>
          <p:cNvGraphicFramePr/>
          <p:nvPr/>
        </p:nvGraphicFramePr>
        <p:xfrm>
          <a:off x="724900" y="1361100"/>
          <a:ext cx="7704000" cy="3175275"/>
        </p:xfrm>
        <a:graphic>
          <a:graphicData uri="http://schemas.openxmlformats.org/drawingml/2006/table">
            <a:tbl>
              <a:tblPr>
                <a:noFill/>
                <a:tableStyleId>{1FFBF228-6F98-4F8E-B3A5-E3E8A43EDDBD}</a:tableStyleId>
              </a:tblPr>
              <a:tblGrid>
                <a:gridCol w="3852000">
                  <a:extLst>
                    <a:ext uri="{9D8B030D-6E8A-4147-A177-3AD203B41FA5}">
                      <a16:colId xmlns:a16="http://schemas.microsoft.com/office/drawing/2014/main" val="20000"/>
                    </a:ext>
                  </a:extLst>
                </a:gridCol>
                <a:gridCol w="3852000">
                  <a:extLst>
                    <a:ext uri="{9D8B030D-6E8A-4147-A177-3AD203B41FA5}">
                      <a16:colId xmlns:a16="http://schemas.microsoft.com/office/drawing/2014/main" val="20001"/>
                    </a:ext>
                  </a:extLst>
                </a:gridCol>
              </a:tblGrid>
              <a:tr h="581825">
                <a:tc gridSpan="2">
                  <a:txBody>
                    <a:bodyPr/>
                    <a:lstStyle/>
                    <a:p>
                      <a:pPr marL="0" lvl="0" indent="0" algn="ctr" rtl="0">
                        <a:spcBef>
                          <a:spcPts val="0"/>
                        </a:spcBef>
                        <a:spcAft>
                          <a:spcPts val="0"/>
                        </a:spcAft>
                        <a:buNone/>
                      </a:pPr>
                      <a:r>
                        <a:rPr lang="en" sz="2400">
                          <a:solidFill>
                            <a:schemeClr val="dk1"/>
                          </a:solidFill>
                          <a:latin typeface="Noto Serif Ethiopic"/>
                          <a:ea typeface="Noto Serif Ethiopic"/>
                          <a:cs typeface="Noto Serif Ethiopic"/>
                          <a:sym typeface="Noto Serif Ethiopic"/>
                        </a:rPr>
                        <a:t>Venus is a hot planet</a:t>
                      </a:r>
                      <a:endParaRPr sz="2400">
                        <a:solidFill>
                          <a:schemeClr val="dk1"/>
                        </a:solidFill>
                        <a:latin typeface="Noto Serif Ethiopic"/>
                        <a:ea typeface="Noto Serif Ethiopic"/>
                        <a:cs typeface="Noto Serif Ethiopic"/>
                        <a:sym typeface="Noto Serif Ethiopic"/>
                      </a:endParaRPr>
                    </a:p>
                  </a:txBody>
                  <a:tcPr marL="91425" marR="91425" marT="91425" marB="91425">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tcPr>
                </a:tc>
                <a:tc hMerge="1">
                  <a:txBody>
                    <a:bodyPr/>
                    <a:lstStyle/>
                    <a:p>
                      <a:endParaRPr lang="en-US"/>
                    </a:p>
                  </a:txBody>
                  <a:tcPr/>
                </a:tc>
                <a:extLst>
                  <a:ext uri="{0D108BD9-81ED-4DB2-BD59-A6C34878D82A}">
                    <a16:rowId xmlns:a16="http://schemas.microsoft.com/office/drawing/2014/main" val="10000"/>
                  </a:ext>
                </a:extLst>
              </a:tr>
              <a:tr h="731500">
                <a:tc gridSpan="2">
                  <a:txBody>
                    <a:bodyPr/>
                    <a:lstStyle/>
                    <a:p>
                      <a:pPr marL="0" lvl="0" indent="0" algn="l" rtl="0">
                        <a:spcBef>
                          <a:spcPts val="0"/>
                        </a:spcBef>
                        <a:spcAft>
                          <a:spcPts val="0"/>
                        </a:spcAft>
                        <a:buNone/>
                      </a:pPr>
                      <a:r>
                        <a:rPr lang="en" sz="1200">
                          <a:solidFill>
                            <a:schemeClr val="dk1"/>
                          </a:solidFill>
                          <a:latin typeface="Akatab"/>
                          <a:ea typeface="Akatab"/>
                          <a:cs typeface="Akatab"/>
                          <a:sym typeface="Akatab"/>
                        </a:rPr>
                        <a:t>Venus has a beautiful name and is the 2nd planet from the Sun. It’s terribly hot, even hotter than Mercury, and its atmosphere is extremely poisonous. It’s the second-brightest natural object in the night sky after the Moon</a:t>
                      </a:r>
                      <a:endParaRPr sz="1200">
                        <a:solidFill>
                          <a:schemeClr val="dk1"/>
                        </a:solidFill>
                        <a:latin typeface="Akatab"/>
                        <a:ea typeface="Akatab"/>
                        <a:cs typeface="Akatab"/>
                        <a:sym typeface="Akatab"/>
                      </a:endParaRPr>
                    </a:p>
                  </a:txBody>
                  <a:tcPr marL="91425" marR="91425" marT="91425" marB="91425">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tcPr>
                </a:tc>
                <a:tc hMerge="1">
                  <a:txBody>
                    <a:bodyPr/>
                    <a:lstStyle/>
                    <a:p>
                      <a:endParaRPr lang="en-US"/>
                    </a:p>
                  </a:txBody>
                  <a:tcPr/>
                </a:tc>
                <a:extLst>
                  <a:ext uri="{0D108BD9-81ED-4DB2-BD59-A6C34878D82A}">
                    <a16:rowId xmlns:a16="http://schemas.microsoft.com/office/drawing/2014/main" val="10001"/>
                  </a:ext>
                </a:extLst>
              </a:tr>
              <a:tr h="581825">
                <a:tc>
                  <a:txBody>
                    <a:bodyPr/>
                    <a:lstStyle/>
                    <a:p>
                      <a:pPr marL="0" lvl="0" indent="0" algn="ctr" rtl="0">
                        <a:spcBef>
                          <a:spcPts val="0"/>
                        </a:spcBef>
                        <a:spcAft>
                          <a:spcPts val="0"/>
                        </a:spcAft>
                        <a:buNone/>
                      </a:pPr>
                      <a:r>
                        <a:rPr lang="en" sz="2400">
                          <a:solidFill>
                            <a:schemeClr val="dk1"/>
                          </a:solidFill>
                          <a:latin typeface="Noto Serif Ethiopic"/>
                          <a:ea typeface="Noto Serif Ethiopic"/>
                          <a:cs typeface="Noto Serif Ethiopic"/>
                          <a:sym typeface="Noto Serif Ethiopic"/>
                        </a:rPr>
                        <a:t>Mars</a:t>
                      </a:r>
                      <a:endParaRPr sz="2400">
                        <a:solidFill>
                          <a:schemeClr val="dk1"/>
                        </a:solidFill>
                        <a:latin typeface="Noto Serif Ethiopic"/>
                        <a:ea typeface="Noto Serif Ethiopic"/>
                        <a:cs typeface="Noto Serif Ethiopic"/>
                        <a:sym typeface="Noto Serif Ethiopic"/>
                      </a:endParaRPr>
                    </a:p>
                  </a:txBody>
                  <a:tcPr marL="91425" marR="91425" marT="91425" marB="91425">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tcPr>
                </a:tc>
                <a:tc>
                  <a:txBody>
                    <a:bodyPr/>
                    <a:lstStyle/>
                    <a:p>
                      <a:pPr marL="0" lvl="0" indent="0" algn="ctr" rtl="0">
                        <a:spcBef>
                          <a:spcPts val="0"/>
                        </a:spcBef>
                        <a:spcAft>
                          <a:spcPts val="0"/>
                        </a:spcAft>
                        <a:buNone/>
                      </a:pPr>
                      <a:r>
                        <a:rPr lang="en" sz="2400">
                          <a:solidFill>
                            <a:schemeClr val="dk1"/>
                          </a:solidFill>
                          <a:latin typeface="Noto Serif Ethiopic"/>
                          <a:ea typeface="Noto Serif Ethiopic"/>
                          <a:cs typeface="Noto Serif Ethiopic"/>
                          <a:sym typeface="Noto Serif Ethiopic"/>
                        </a:rPr>
                        <a:t>Earth</a:t>
                      </a:r>
                      <a:endParaRPr sz="2400">
                        <a:solidFill>
                          <a:schemeClr val="dk1"/>
                        </a:solidFill>
                        <a:latin typeface="Noto Serif Ethiopic"/>
                        <a:ea typeface="Noto Serif Ethiopic"/>
                        <a:cs typeface="Noto Serif Ethiopic"/>
                        <a:sym typeface="Noto Serif Ethiopic"/>
                      </a:endParaRPr>
                    </a:p>
                  </a:txBody>
                  <a:tcPr marL="91425" marR="91425" marT="91425" marB="91425">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tcPr>
                </a:tc>
                <a:extLst>
                  <a:ext uri="{0D108BD9-81ED-4DB2-BD59-A6C34878D82A}">
                    <a16:rowId xmlns:a16="http://schemas.microsoft.com/office/drawing/2014/main" val="10002"/>
                  </a:ext>
                </a:extLst>
              </a:tr>
              <a:tr h="1280125">
                <a:tc>
                  <a:txBody>
                    <a:bodyPr/>
                    <a:lstStyle/>
                    <a:p>
                      <a:pPr marL="457200" lvl="0" indent="-304800" algn="l" rtl="0">
                        <a:spcBef>
                          <a:spcPts val="0"/>
                        </a:spcBef>
                        <a:spcAft>
                          <a:spcPts val="0"/>
                        </a:spcAft>
                        <a:buClr>
                          <a:schemeClr val="dk1"/>
                        </a:buClr>
                        <a:buSzPts val="1200"/>
                        <a:buFont typeface="Akatab"/>
                        <a:buChar char="●"/>
                      </a:pPr>
                      <a:r>
                        <a:rPr lang="en" sz="1200">
                          <a:solidFill>
                            <a:schemeClr val="dk1"/>
                          </a:solidFill>
                          <a:latin typeface="Akatab"/>
                          <a:ea typeface="Akatab"/>
                          <a:cs typeface="Akatab"/>
                          <a:sym typeface="Akatab"/>
                        </a:rPr>
                        <a:t>Mars is a cold planet</a:t>
                      </a:r>
                      <a:endParaRPr sz="1200">
                        <a:solidFill>
                          <a:schemeClr val="dk1"/>
                        </a:solidFill>
                        <a:latin typeface="Akatab"/>
                        <a:ea typeface="Akatab"/>
                        <a:cs typeface="Akatab"/>
                        <a:sym typeface="Akatab"/>
                      </a:endParaRPr>
                    </a:p>
                    <a:p>
                      <a:pPr marL="457200" lvl="0" indent="-304800" algn="l" rtl="0">
                        <a:spcBef>
                          <a:spcPts val="0"/>
                        </a:spcBef>
                        <a:spcAft>
                          <a:spcPts val="0"/>
                        </a:spcAft>
                        <a:buClr>
                          <a:schemeClr val="dk1"/>
                        </a:buClr>
                        <a:buSzPts val="1200"/>
                        <a:buFont typeface="Akatab"/>
                        <a:buChar char="●"/>
                      </a:pPr>
                      <a:r>
                        <a:rPr lang="en" sz="1200">
                          <a:solidFill>
                            <a:schemeClr val="dk1"/>
                          </a:solidFill>
                          <a:latin typeface="Akatab"/>
                          <a:ea typeface="Akatab"/>
                          <a:cs typeface="Akatab"/>
                          <a:sym typeface="Akatab"/>
                        </a:rPr>
                        <a:t>Mars is full of iron oxide dust</a:t>
                      </a:r>
                      <a:endParaRPr sz="1200">
                        <a:solidFill>
                          <a:schemeClr val="dk1"/>
                        </a:solidFill>
                        <a:latin typeface="Akatab"/>
                        <a:ea typeface="Akatab"/>
                        <a:cs typeface="Akatab"/>
                        <a:sym typeface="Akatab"/>
                      </a:endParaRPr>
                    </a:p>
                    <a:p>
                      <a:pPr marL="457200" lvl="0" indent="-304800" algn="l" rtl="0">
                        <a:spcBef>
                          <a:spcPts val="0"/>
                        </a:spcBef>
                        <a:spcAft>
                          <a:spcPts val="0"/>
                        </a:spcAft>
                        <a:buClr>
                          <a:schemeClr val="dk1"/>
                        </a:buClr>
                        <a:buSzPts val="1200"/>
                        <a:buFont typeface="Akatab"/>
                        <a:buChar char="●"/>
                      </a:pPr>
                      <a:r>
                        <a:rPr lang="en" sz="1200">
                          <a:solidFill>
                            <a:schemeClr val="dk1"/>
                          </a:solidFill>
                          <a:latin typeface="Akatab"/>
                          <a:ea typeface="Akatab"/>
                          <a:cs typeface="Akatab"/>
                          <a:sym typeface="Akatab"/>
                        </a:rPr>
                        <a:t>Despite being red, Mars is actually a cold place</a:t>
                      </a:r>
                      <a:endParaRPr sz="1200">
                        <a:solidFill>
                          <a:schemeClr val="dk1"/>
                        </a:solidFill>
                        <a:latin typeface="Akatab"/>
                        <a:ea typeface="Akatab"/>
                        <a:cs typeface="Akatab"/>
                        <a:sym typeface="Akatab"/>
                      </a:endParaRPr>
                    </a:p>
                    <a:p>
                      <a:pPr marL="457200" lvl="0" indent="-304800" algn="l" rtl="0">
                        <a:spcBef>
                          <a:spcPts val="0"/>
                        </a:spcBef>
                        <a:spcAft>
                          <a:spcPts val="0"/>
                        </a:spcAft>
                        <a:buClr>
                          <a:schemeClr val="dk1"/>
                        </a:buClr>
                        <a:buSzPts val="1200"/>
                        <a:buFont typeface="Akatab"/>
                        <a:buChar char="●"/>
                      </a:pPr>
                      <a:r>
                        <a:rPr lang="en" sz="1200">
                          <a:solidFill>
                            <a:schemeClr val="dk1"/>
                          </a:solidFill>
                          <a:latin typeface="Akatab"/>
                          <a:ea typeface="Akatab"/>
                          <a:cs typeface="Akatab"/>
                          <a:sym typeface="Akatab"/>
                        </a:rPr>
                        <a:t>Despite being red, Mars is very cold</a:t>
                      </a:r>
                      <a:endParaRPr sz="1200">
                        <a:solidFill>
                          <a:schemeClr val="dk1"/>
                        </a:solidFill>
                        <a:latin typeface="Akatab"/>
                        <a:ea typeface="Akatab"/>
                        <a:cs typeface="Akatab"/>
                        <a:sym typeface="Akatab"/>
                      </a:endParaRPr>
                    </a:p>
                    <a:p>
                      <a:pPr marL="457200" lvl="0" indent="-304800" algn="l" rtl="0">
                        <a:spcBef>
                          <a:spcPts val="0"/>
                        </a:spcBef>
                        <a:spcAft>
                          <a:spcPts val="0"/>
                        </a:spcAft>
                        <a:buClr>
                          <a:schemeClr val="dk1"/>
                        </a:buClr>
                        <a:buSzPts val="1200"/>
                        <a:buFont typeface="Akatab"/>
                        <a:buChar char="●"/>
                      </a:pPr>
                      <a:r>
                        <a:rPr lang="en" sz="1200">
                          <a:solidFill>
                            <a:schemeClr val="dk1"/>
                          </a:solidFill>
                          <a:latin typeface="Akatab"/>
                          <a:ea typeface="Akatab"/>
                          <a:cs typeface="Akatab"/>
                          <a:sym typeface="Akatab"/>
                        </a:rPr>
                        <a:t>Mars was named after a god</a:t>
                      </a:r>
                      <a:endParaRPr sz="1200">
                        <a:solidFill>
                          <a:schemeClr val="dk1"/>
                        </a:solidFill>
                        <a:latin typeface="Akatab"/>
                        <a:ea typeface="Akatab"/>
                        <a:cs typeface="Akatab"/>
                        <a:sym typeface="Akatab"/>
                      </a:endParaRPr>
                    </a:p>
                  </a:txBody>
                  <a:tcPr marL="91425" marR="91425" marT="91425" marB="91425">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tcPr>
                </a:tc>
                <a:tc>
                  <a:txBody>
                    <a:bodyPr/>
                    <a:lstStyle/>
                    <a:p>
                      <a:pPr marL="457200" lvl="0" indent="-304800" algn="l" rtl="0">
                        <a:spcBef>
                          <a:spcPts val="0"/>
                        </a:spcBef>
                        <a:spcAft>
                          <a:spcPts val="0"/>
                        </a:spcAft>
                        <a:buClr>
                          <a:schemeClr val="dk1"/>
                        </a:buClr>
                        <a:buSzPts val="1200"/>
                        <a:buFont typeface="Akatab"/>
                        <a:buChar char="●"/>
                      </a:pPr>
                      <a:r>
                        <a:rPr lang="en" sz="1200">
                          <a:solidFill>
                            <a:schemeClr val="dk1"/>
                          </a:solidFill>
                          <a:latin typeface="Akatab"/>
                          <a:ea typeface="Akatab"/>
                          <a:cs typeface="Akatab"/>
                          <a:sym typeface="Akatab"/>
                        </a:rPr>
                        <a:t>Earth is the third planet from the Sun</a:t>
                      </a:r>
                      <a:endParaRPr sz="1200">
                        <a:solidFill>
                          <a:schemeClr val="dk1"/>
                        </a:solidFill>
                        <a:latin typeface="Akatab"/>
                        <a:ea typeface="Akatab"/>
                        <a:cs typeface="Akatab"/>
                        <a:sym typeface="Akatab"/>
                      </a:endParaRPr>
                    </a:p>
                    <a:p>
                      <a:pPr marL="457200" lvl="0" indent="-304800" algn="l" rtl="0">
                        <a:spcBef>
                          <a:spcPts val="0"/>
                        </a:spcBef>
                        <a:spcAft>
                          <a:spcPts val="0"/>
                        </a:spcAft>
                        <a:buClr>
                          <a:schemeClr val="dk1"/>
                        </a:buClr>
                        <a:buSzPts val="1200"/>
                        <a:buFont typeface="Akatab"/>
                        <a:buChar char="●"/>
                      </a:pPr>
                      <a:r>
                        <a:rPr lang="en" sz="1200">
                          <a:solidFill>
                            <a:schemeClr val="dk1"/>
                          </a:solidFill>
                          <a:latin typeface="Akatab"/>
                          <a:ea typeface="Akatab"/>
                          <a:cs typeface="Akatab"/>
                          <a:sym typeface="Akatab"/>
                        </a:rPr>
                        <a:t>Earth is the planet on which we all live</a:t>
                      </a:r>
                      <a:endParaRPr sz="1200">
                        <a:solidFill>
                          <a:schemeClr val="dk1"/>
                        </a:solidFill>
                        <a:latin typeface="Akatab"/>
                        <a:ea typeface="Akatab"/>
                        <a:cs typeface="Akatab"/>
                        <a:sym typeface="Akatab"/>
                      </a:endParaRPr>
                    </a:p>
                    <a:p>
                      <a:pPr marL="457200" lvl="0" indent="-304800" algn="l" rtl="0">
                        <a:spcBef>
                          <a:spcPts val="0"/>
                        </a:spcBef>
                        <a:spcAft>
                          <a:spcPts val="0"/>
                        </a:spcAft>
                        <a:buClr>
                          <a:schemeClr val="dk1"/>
                        </a:buClr>
                        <a:buSzPts val="1200"/>
                        <a:buFont typeface="Akatab"/>
                        <a:buChar char="●"/>
                      </a:pPr>
                      <a:r>
                        <a:rPr lang="en" sz="1200">
                          <a:solidFill>
                            <a:schemeClr val="dk1"/>
                          </a:solidFill>
                          <a:latin typeface="Akatab"/>
                          <a:ea typeface="Akatab"/>
                          <a:cs typeface="Akatab"/>
                          <a:sym typeface="Akatab"/>
                        </a:rPr>
                        <a:t>Earth is the only planet that harbors life</a:t>
                      </a:r>
                      <a:endParaRPr sz="1200">
                        <a:solidFill>
                          <a:schemeClr val="dk1"/>
                        </a:solidFill>
                        <a:latin typeface="Akatab"/>
                        <a:ea typeface="Akatab"/>
                        <a:cs typeface="Akatab"/>
                        <a:sym typeface="Akatab"/>
                      </a:endParaRPr>
                    </a:p>
                    <a:p>
                      <a:pPr marL="457200" lvl="0" indent="-304800" algn="l" rtl="0">
                        <a:spcBef>
                          <a:spcPts val="0"/>
                        </a:spcBef>
                        <a:spcAft>
                          <a:spcPts val="0"/>
                        </a:spcAft>
                        <a:buClr>
                          <a:schemeClr val="dk1"/>
                        </a:buClr>
                        <a:buSzPts val="1200"/>
                        <a:buFont typeface="Akatab"/>
                        <a:buChar char="●"/>
                      </a:pPr>
                      <a:r>
                        <a:rPr lang="en" sz="1200">
                          <a:solidFill>
                            <a:schemeClr val="dk1"/>
                          </a:solidFill>
                          <a:latin typeface="Akatab"/>
                          <a:ea typeface="Akatab"/>
                          <a:cs typeface="Akatab"/>
                          <a:sym typeface="Akatab"/>
                        </a:rPr>
                        <a:t>Earth is the 3th planet from the Sun</a:t>
                      </a:r>
                      <a:endParaRPr sz="1200">
                        <a:solidFill>
                          <a:schemeClr val="dk1"/>
                        </a:solidFill>
                        <a:latin typeface="Akatab"/>
                        <a:ea typeface="Akatab"/>
                        <a:cs typeface="Akatab"/>
                        <a:sym typeface="Akatab"/>
                      </a:endParaRPr>
                    </a:p>
                    <a:p>
                      <a:pPr marL="457200" lvl="0" indent="-304800" algn="l" rtl="0">
                        <a:spcBef>
                          <a:spcPts val="0"/>
                        </a:spcBef>
                        <a:spcAft>
                          <a:spcPts val="0"/>
                        </a:spcAft>
                        <a:buClr>
                          <a:schemeClr val="dk1"/>
                        </a:buClr>
                        <a:buSzPts val="1200"/>
                        <a:buFont typeface="Akatab"/>
                        <a:buChar char="●"/>
                      </a:pPr>
                      <a:r>
                        <a:rPr lang="en" sz="1200">
                          <a:solidFill>
                            <a:schemeClr val="dk1"/>
                          </a:solidFill>
                          <a:latin typeface="Akatab"/>
                          <a:ea typeface="Akatab"/>
                          <a:cs typeface="Akatab"/>
                          <a:sym typeface="Akatab"/>
                        </a:rPr>
                        <a:t>Earth is the only planet known to harbor life</a:t>
                      </a:r>
                      <a:endParaRPr sz="1200">
                        <a:solidFill>
                          <a:schemeClr val="dk1"/>
                        </a:solidFill>
                        <a:latin typeface="Akatab"/>
                        <a:ea typeface="Akatab"/>
                        <a:cs typeface="Akatab"/>
                        <a:sym typeface="Akatab"/>
                      </a:endParaRPr>
                    </a:p>
                  </a:txBody>
                  <a:tcPr marL="91425" marR="91425" marT="91425" marB="91425">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tcPr>
                </a:tc>
                <a:extLst>
                  <a:ext uri="{0D108BD9-81ED-4DB2-BD59-A6C34878D82A}">
                    <a16:rowId xmlns:a16="http://schemas.microsoft.com/office/drawing/2014/main" val="10003"/>
                  </a:ext>
                </a:extLst>
              </a:tr>
            </a:tbl>
          </a:graphicData>
        </a:graphic>
      </p:graphicFrame>
    </p:spTree>
  </p:cSld>
  <p:clrMapOvr>
    <a:masterClrMapping/>
  </p:clrMapOvr>
  <p:timing>
    <p:tnLst>
      <p:par>
        <p:cTn id="1" dur="indefinite" restart="never" nodeType="tmRoot"/>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Shape 653"/>
        <p:cNvGrpSpPr/>
        <p:nvPr/>
      </p:nvGrpSpPr>
      <p:grpSpPr>
        <a:xfrm>
          <a:off x="0" y="0"/>
          <a:ext cx="0" cy="0"/>
          <a:chOff x="0" y="0"/>
          <a:chExt cx="0" cy="0"/>
        </a:xfrm>
      </p:grpSpPr>
      <p:sp>
        <p:nvSpPr>
          <p:cNvPr id="654" name="Google Shape;654;p65"/>
          <p:cNvSpPr txBox="1">
            <a:spLocks noGrp="1"/>
          </p:cNvSpPr>
          <p:nvPr>
            <p:ph type="title"/>
          </p:nvPr>
        </p:nvSpPr>
        <p:spPr>
          <a:xfrm>
            <a:off x="720000" y="445025"/>
            <a:ext cx="7704000" cy="5727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
              <a:t>A timeline always works well</a:t>
            </a:r>
            <a:endParaRPr/>
          </a:p>
        </p:txBody>
      </p:sp>
      <p:sp>
        <p:nvSpPr>
          <p:cNvPr id="655" name="Google Shape;655;p65"/>
          <p:cNvSpPr/>
          <p:nvPr/>
        </p:nvSpPr>
        <p:spPr>
          <a:xfrm>
            <a:off x="4048091" y="1857014"/>
            <a:ext cx="1051800" cy="80700"/>
          </a:xfrm>
          <a:prstGeom prst="rect">
            <a:avLst/>
          </a:pr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56" name="Google Shape;656;p65"/>
          <p:cNvSpPr/>
          <p:nvPr/>
        </p:nvSpPr>
        <p:spPr>
          <a:xfrm>
            <a:off x="4048091" y="2616286"/>
            <a:ext cx="1051800" cy="80700"/>
          </a:xfrm>
          <a:prstGeom prst="rect">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57" name="Google Shape;657;p65"/>
          <p:cNvSpPr/>
          <p:nvPr/>
        </p:nvSpPr>
        <p:spPr>
          <a:xfrm>
            <a:off x="4048091" y="3375559"/>
            <a:ext cx="1051800" cy="80700"/>
          </a:xfrm>
          <a:prstGeom prst="rect">
            <a:avLst/>
          </a:pr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58" name="Google Shape;658;p65"/>
          <p:cNvSpPr/>
          <p:nvPr/>
        </p:nvSpPr>
        <p:spPr>
          <a:xfrm>
            <a:off x="4048091" y="4134831"/>
            <a:ext cx="1051800" cy="80700"/>
          </a:xfrm>
          <a:prstGeom prst="rect">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59" name="Google Shape;659;p65"/>
          <p:cNvSpPr txBox="1">
            <a:spLocks noGrp="1"/>
          </p:cNvSpPr>
          <p:nvPr>
            <p:ph type="subTitle" idx="4294967295"/>
          </p:nvPr>
        </p:nvSpPr>
        <p:spPr>
          <a:xfrm>
            <a:off x="1381300" y="1640281"/>
            <a:ext cx="1900800" cy="423600"/>
          </a:xfrm>
          <a:prstGeom prst="rect">
            <a:avLst/>
          </a:prstGeom>
        </p:spPr>
        <p:txBody>
          <a:bodyPr spcFirstLastPara="1" wrap="square" lIns="91425" tIns="91425" rIns="91425" bIns="91425" anchor="b" anchorCtr="0">
            <a:noAutofit/>
          </a:bodyPr>
          <a:lstStyle/>
          <a:p>
            <a:pPr marL="0" lvl="0" indent="0" algn="r" rtl="0">
              <a:spcBef>
                <a:spcPts val="0"/>
              </a:spcBef>
              <a:spcAft>
                <a:spcPts val="0"/>
              </a:spcAft>
              <a:buNone/>
            </a:pPr>
            <a:r>
              <a:rPr lang="en" sz="2400">
                <a:latin typeface="Noto Serif Ethiopic"/>
                <a:ea typeface="Noto Serif Ethiopic"/>
                <a:cs typeface="Noto Serif Ethiopic"/>
                <a:sym typeface="Noto Serif Ethiopic"/>
              </a:rPr>
              <a:t>Mercury</a:t>
            </a:r>
            <a:endParaRPr sz="2400">
              <a:latin typeface="Noto Serif Ethiopic"/>
              <a:ea typeface="Noto Serif Ethiopic"/>
              <a:cs typeface="Noto Serif Ethiopic"/>
              <a:sym typeface="Noto Serif Ethiopic"/>
            </a:endParaRPr>
          </a:p>
        </p:txBody>
      </p:sp>
      <p:sp>
        <p:nvSpPr>
          <p:cNvPr id="660" name="Google Shape;660;p65"/>
          <p:cNvSpPr txBox="1">
            <a:spLocks noGrp="1"/>
          </p:cNvSpPr>
          <p:nvPr>
            <p:ph type="subTitle" idx="4294967295"/>
          </p:nvPr>
        </p:nvSpPr>
        <p:spPr>
          <a:xfrm>
            <a:off x="1385287" y="3096451"/>
            <a:ext cx="1900800" cy="500400"/>
          </a:xfrm>
          <a:prstGeom prst="rect">
            <a:avLst/>
          </a:prstGeom>
        </p:spPr>
        <p:txBody>
          <a:bodyPr spcFirstLastPara="1" wrap="square" lIns="91425" tIns="91425" rIns="91425" bIns="91425" anchor="t" anchorCtr="0">
            <a:noAutofit/>
          </a:bodyPr>
          <a:lstStyle/>
          <a:p>
            <a:pPr marL="0" lvl="0" indent="0" algn="r" rtl="0">
              <a:spcBef>
                <a:spcPts val="0"/>
              </a:spcBef>
              <a:spcAft>
                <a:spcPts val="0"/>
              </a:spcAft>
              <a:buNone/>
            </a:pPr>
            <a:r>
              <a:rPr lang="en" sz="1200"/>
              <a:t>Venus has extremely high temperatures</a:t>
            </a:r>
            <a:endParaRPr sz="1200"/>
          </a:p>
        </p:txBody>
      </p:sp>
      <p:sp>
        <p:nvSpPr>
          <p:cNvPr id="661" name="Google Shape;661;p65"/>
          <p:cNvSpPr txBox="1">
            <a:spLocks noGrp="1"/>
          </p:cNvSpPr>
          <p:nvPr>
            <p:ph type="subTitle" idx="4294967295"/>
          </p:nvPr>
        </p:nvSpPr>
        <p:spPr>
          <a:xfrm>
            <a:off x="5861900" y="3855723"/>
            <a:ext cx="1900800" cy="5004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sz="1200"/>
              <a:t>Jupiter is the biggest planet of them all</a:t>
            </a:r>
            <a:endParaRPr sz="1200"/>
          </a:p>
        </p:txBody>
      </p:sp>
      <p:sp>
        <p:nvSpPr>
          <p:cNvPr id="662" name="Google Shape;662;p65"/>
          <p:cNvSpPr txBox="1">
            <a:spLocks noGrp="1"/>
          </p:cNvSpPr>
          <p:nvPr>
            <p:ph type="subTitle" idx="4294967295"/>
          </p:nvPr>
        </p:nvSpPr>
        <p:spPr>
          <a:xfrm>
            <a:off x="1385287" y="1987652"/>
            <a:ext cx="1900800" cy="500400"/>
          </a:xfrm>
          <a:prstGeom prst="rect">
            <a:avLst/>
          </a:prstGeom>
        </p:spPr>
        <p:txBody>
          <a:bodyPr spcFirstLastPara="1" wrap="square" lIns="91425" tIns="91425" rIns="91425" bIns="91425" anchor="t" anchorCtr="0">
            <a:noAutofit/>
          </a:bodyPr>
          <a:lstStyle/>
          <a:p>
            <a:pPr marL="0" lvl="0" indent="0" algn="r" rtl="0">
              <a:spcBef>
                <a:spcPts val="0"/>
              </a:spcBef>
              <a:spcAft>
                <a:spcPts val="0"/>
              </a:spcAft>
              <a:buNone/>
            </a:pPr>
            <a:r>
              <a:rPr lang="en" sz="1200"/>
              <a:t>Mercury is the closest planet to the Sun</a:t>
            </a:r>
            <a:endParaRPr sz="1200"/>
          </a:p>
        </p:txBody>
      </p:sp>
      <p:sp>
        <p:nvSpPr>
          <p:cNvPr id="663" name="Google Shape;663;p65"/>
          <p:cNvSpPr txBox="1">
            <a:spLocks noGrp="1"/>
          </p:cNvSpPr>
          <p:nvPr>
            <p:ph type="subTitle" idx="4294967295"/>
          </p:nvPr>
        </p:nvSpPr>
        <p:spPr>
          <a:xfrm>
            <a:off x="1381300" y="2749079"/>
            <a:ext cx="1900800" cy="423600"/>
          </a:xfrm>
          <a:prstGeom prst="rect">
            <a:avLst/>
          </a:prstGeom>
        </p:spPr>
        <p:txBody>
          <a:bodyPr spcFirstLastPara="1" wrap="square" lIns="91425" tIns="91425" rIns="91425" bIns="91425" anchor="b" anchorCtr="0">
            <a:noAutofit/>
          </a:bodyPr>
          <a:lstStyle/>
          <a:p>
            <a:pPr marL="0" lvl="0" indent="0" algn="r" rtl="0">
              <a:spcBef>
                <a:spcPts val="0"/>
              </a:spcBef>
              <a:spcAft>
                <a:spcPts val="0"/>
              </a:spcAft>
              <a:buNone/>
            </a:pPr>
            <a:r>
              <a:rPr lang="en" sz="2400">
                <a:latin typeface="Noto Serif Ethiopic"/>
                <a:ea typeface="Noto Serif Ethiopic"/>
                <a:cs typeface="Noto Serif Ethiopic"/>
                <a:sym typeface="Noto Serif Ethiopic"/>
              </a:rPr>
              <a:t>Venus</a:t>
            </a:r>
            <a:endParaRPr sz="2400">
              <a:latin typeface="Noto Serif Ethiopic"/>
              <a:ea typeface="Noto Serif Ethiopic"/>
              <a:cs typeface="Noto Serif Ethiopic"/>
              <a:sym typeface="Noto Serif Ethiopic"/>
            </a:endParaRPr>
          </a:p>
        </p:txBody>
      </p:sp>
      <p:sp>
        <p:nvSpPr>
          <p:cNvPr id="664" name="Google Shape;664;p65"/>
          <p:cNvSpPr txBox="1">
            <a:spLocks noGrp="1"/>
          </p:cNvSpPr>
          <p:nvPr>
            <p:ph type="subTitle" idx="4294967295"/>
          </p:nvPr>
        </p:nvSpPr>
        <p:spPr>
          <a:xfrm>
            <a:off x="5861900" y="2399553"/>
            <a:ext cx="1900800" cy="423600"/>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en" sz="2400">
                <a:latin typeface="Noto Serif Ethiopic"/>
                <a:ea typeface="Noto Serif Ethiopic"/>
                <a:cs typeface="Noto Serif Ethiopic"/>
                <a:sym typeface="Noto Serif Ethiopic"/>
              </a:rPr>
              <a:t>Mars</a:t>
            </a:r>
            <a:endParaRPr sz="2400">
              <a:latin typeface="Noto Serif Ethiopic"/>
              <a:ea typeface="Noto Serif Ethiopic"/>
              <a:cs typeface="Noto Serif Ethiopic"/>
              <a:sym typeface="Noto Serif Ethiopic"/>
            </a:endParaRPr>
          </a:p>
        </p:txBody>
      </p:sp>
      <p:sp>
        <p:nvSpPr>
          <p:cNvPr id="665" name="Google Shape;665;p65"/>
          <p:cNvSpPr txBox="1">
            <a:spLocks noGrp="1"/>
          </p:cNvSpPr>
          <p:nvPr>
            <p:ph type="subTitle" idx="4294967295"/>
          </p:nvPr>
        </p:nvSpPr>
        <p:spPr>
          <a:xfrm>
            <a:off x="5861900" y="2746924"/>
            <a:ext cx="1900800" cy="5004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sz="1200"/>
              <a:t>Mars is actually a very cold place</a:t>
            </a:r>
            <a:endParaRPr sz="1200"/>
          </a:p>
        </p:txBody>
      </p:sp>
      <p:sp>
        <p:nvSpPr>
          <p:cNvPr id="666" name="Google Shape;666;p65"/>
          <p:cNvSpPr txBox="1">
            <a:spLocks noGrp="1"/>
          </p:cNvSpPr>
          <p:nvPr>
            <p:ph type="subTitle" idx="4294967295"/>
          </p:nvPr>
        </p:nvSpPr>
        <p:spPr>
          <a:xfrm>
            <a:off x="5861900" y="3508351"/>
            <a:ext cx="1900800" cy="423600"/>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en" sz="2400">
                <a:latin typeface="Noto Serif Ethiopic"/>
                <a:ea typeface="Noto Serif Ethiopic"/>
                <a:cs typeface="Noto Serif Ethiopic"/>
                <a:sym typeface="Noto Serif Ethiopic"/>
              </a:rPr>
              <a:t>Jupiter</a:t>
            </a:r>
            <a:endParaRPr sz="2400">
              <a:latin typeface="Noto Serif Ethiopic"/>
              <a:ea typeface="Noto Serif Ethiopic"/>
              <a:cs typeface="Noto Serif Ethiopic"/>
              <a:sym typeface="Noto Serif Ethiopic"/>
            </a:endParaRPr>
          </a:p>
        </p:txBody>
      </p:sp>
      <p:cxnSp>
        <p:nvCxnSpPr>
          <p:cNvPr id="667" name="Google Shape;667;p65"/>
          <p:cNvCxnSpPr>
            <a:stCxn id="655" idx="1"/>
            <a:endCxn id="659" idx="3"/>
          </p:cNvCxnSpPr>
          <p:nvPr/>
        </p:nvCxnSpPr>
        <p:spPr>
          <a:xfrm rot="10800000">
            <a:off x="3282191" y="1852064"/>
            <a:ext cx="765900" cy="45300"/>
          </a:xfrm>
          <a:prstGeom prst="bentConnector3">
            <a:avLst>
              <a:gd name="adj1" fmla="val 50006"/>
            </a:avLst>
          </a:prstGeom>
          <a:noFill/>
          <a:ln w="9525" cap="flat" cmpd="sng">
            <a:solidFill>
              <a:schemeClr val="dk1"/>
            </a:solidFill>
            <a:prstDash val="solid"/>
            <a:round/>
            <a:headEnd type="none" w="med" len="med"/>
            <a:tailEnd type="diamond" w="med" len="med"/>
          </a:ln>
        </p:spPr>
      </p:cxnSp>
      <p:cxnSp>
        <p:nvCxnSpPr>
          <p:cNvPr id="668" name="Google Shape;668;p65"/>
          <p:cNvCxnSpPr>
            <a:stCxn id="657" idx="1"/>
            <a:endCxn id="663" idx="3"/>
          </p:cNvCxnSpPr>
          <p:nvPr/>
        </p:nvCxnSpPr>
        <p:spPr>
          <a:xfrm rot="10800000">
            <a:off x="3282191" y="2960809"/>
            <a:ext cx="765900" cy="455100"/>
          </a:xfrm>
          <a:prstGeom prst="bentConnector3">
            <a:avLst>
              <a:gd name="adj1" fmla="val 50006"/>
            </a:avLst>
          </a:prstGeom>
          <a:noFill/>
          <a:ln w="9525" cap="flat" cmpd="sng">
            <a:solidFill>
              <a:schemeClr val="dk1"/>
            </a:solidFill>
            <a:prstDash val="solid"/>
            <a:round/>
            <a:headEnd type="none" w="med" len="med"/>
            <a:tailEnd type="diamond" w="med" len="med"/>
          </a:ln>
        </p:spPr>
      </p:cxnSp>
      <p:cxnSp>
        <p:nvCxnSpPr>
          <p:cNvPr id="669" name="Google Shape;669;p65"/>
          <p:cNvCxnSpPr>
            <a:stCxn id="656" idx="3"/>
            <a:endCxn id="664" idx="1"/>
          </p:cNvCxnSpPr>
          <p:nvPr/>
        </p:nvCxnSpPr>
        <p:spPr>
          <a:xfrm rot="10800000" flipH="1">
            <a:off x="5099891" y="2611336"/>
            <a:ext cx="762000" cy="45300"/>
          </a:xfrm>
          <a:prstGeom prst="bentConnector3">
            <a:avLst>
              <a:gd name="adj1" fmla="val 50000"/>
            </a:avLst>
          </a:prstGeom>
          <a:noFill/>
          <a:ln w="9525" cap="flat" cmpd="sng">
            <a:solidFill>
              <a:schemeClr val="dk1"/>
            </a:solidFill>
            <a:prstDash val="solid"/>
            <a:round/>
            <a:headEnd type="none" w="med" len="med"/>
            <a:tailEnd type="diamond" w="med" len="med"/>
          </a:ln>
        </p:spPr>
      </p:cxnSp>
      <p:cxnSp>
        <p:nvCxnSpPr>
          <p:cNvPr id="670" name="Google Shape;670;p65"/>
          <p:cNvCxnSpPr>
            <a:stCxn id="658" idx="3"/>
            <a:endCxn id="666" idx="1"/>
          </p:cNvCxnSpPr>
          <p:nvPr/>
        </p:nvCxnSpPr>
        <p:spPr>
          <a:xfrm rot="10800000" flipH="1">
            <a:off x="5099891" y="3720081"/>
            <a:ext cx="762000" cy="455100"/>
          </a:xfrm>
          <a:prstGeom prst="bentConnector3">
            <a:avLst>
              <a:gd name="adj1" fmla="val 50000"/>
            </a:avLst>
          </a:prstGeom>
          <a:noFill/>
          <a:ln w="9525" cap="flat" cmpd="sng">
            <a:solidFill>
              <a:schemeClr val="dk1"/>
            </a:solidFill>
            <a:prstDash val="solid"/>
            <a:round/>
            <a:headEnd type="none" w="med" len="med"/>
            <a:tailEnd type="diamond" w="med" len="med"/>
          </a:ln>
        </p:spPr>
      </p:cxnSp>
      <p:sp>
        <p:nvSpPr>
          <p:cNvPr id="671" name="Google Shape;671;p65"/>
          <p:cNvSpPr txBox="1">
            <a:spLocks noGrp="1"/>
          </p:cNvSpPr>
          <p:nvPr>
            <p:ph type="title" idx="4294967295"/>
          </p:nvPr>
        </p:nvSpPr>
        <p:spPr>
          <a:xfrm>
            <a:off x="4189054" y="1241476"/>
            <a:ext cx="765900" cy="5184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 sz="3000">
                <a:solidFill>
                  <a:schemeClr val="accent1"/>
                </a:solidFill>
              </a:rPr>
              <a:t>01</a:t>
            </a:r>
            <a:endParaRPr sz="3000">
              <a:solidFill>
                <a:schemeClr val="accent1"/>
              </a:solidFill>
            </a:endParaRPr>
          </a:p>
        </p:txBody>
      </p:sp>
      <p:sp>
        <p:nvSpPr>
          <p:cNvPr id="672" name="Google Shape;672;p65"/>
          <p:cNvSpPr txBox="1">
            <a:spLocks noGrp="1"/>
          </p:cNvSpPr>
          <p:nvPr>
            <p:ph type="title" idx="4294967295"/>
          </p:nvPr>
        </p:nvSpPr>
        <p:spPr>
          <a:xfrm>
            <a:off x="4191054" y="2011189"/>
            <a:ext cx="765900" cy="5184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 sz="3000"/>
              <a:t>02</a:t>
            </a:r>
            <a:endParaRPr sz="3000"/>
          </a:p>
        </p:txBody>
      </p:sp>
      <p:sp>
        <p:nvSpPr>
          <p:cNvPr id="673" name="Google Shape;673;p65"/>
          <p:cNvSpPr txBox="1">
            <a:spLocks noGrp="1"/>
          </p:cNvSpPr>
          <p:nvPr>
            <p:ph type="title" idx="4294967295"/>
          </p:nvPr>
        </p:nvSpPr>
        <p:spPr>
          <a:xfrm>
            <a:off x="4189054" y="2780902"/>
            <a:ext cx="765900" cy="5184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 sz="3000">
                <a:solidFill>
                  <a:schemeClr val="accent1"/>
                </a:solidFill>
              </a:rPr>
              <a:t>03</a:t>
            </a:r>
            <a:endParaRPr sz="3000">
              <a:solidFill>
                <a:schemeClr val="accent1"/>
              </a:solidFill>
            </a:endParaRPr>
          </a:p>
        </p:txBody>
      </p:sp>
      <p:sp>
        <p:nvSpPr>
          <p:cNvPr id="674" name="Google Shape;674;p65"/>
          <p:cNvSpPr txBox="1">
            <a:spLocks noGrp="1"/>
          </p:cNvSpPr>
          <p:nvPr>
            <p:ph type="title" idx="4294967295"/>
          </p:nvPr>
        </p:nvSpPr>
        <p:spPr>
          <a:xfrm>
            <a:off x="4191054" y="3550614"/>
            <a:ext cx="765900" cy="5184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 sz="3000"/>
              <a:t>04</a:t>
            </a:r>
            <a:endParaRPr sz="3000"/>
          </a:p>
        </p:txBody>
      </p:sp>
    </p:spTree>
  </p:cSld>
  <p:clrMapOvr>
    <a:masterClrMapping/>
  </p:clrMapOvr>
  <p:timing>
    <p:tnLst>
      <p:par>
        <p:cTn id="1" dur="indefinite" restart="never" nodeType="tmRoot"/>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Shape 804"/>
        <p:cNvGrpSpPr/>
        <p:nvPr/>
      </p:nvGrpSpPr>
      <p:grpSpPr>
        <a:xfrm>
          <a:off x="0" y="0"/>
          <a:ext cx="0" cy="0"/>
          <a:chOff x="0" y="0"/>
          <a:chExt cx="0" cy="0"/>
        </a:xfrm>
      </p:grpSpPr>
      <p:sp>
        <p:nvSpPr>
          <p:cNvPr id="805" name="Google Shape;805;p67"/>
          <p:cNvSpPr txBox="1">
            <a:spLocks noGrp="1"/>
          </p:cNvSpPr>
          <p:nvPr>
            <p:ph type="title"/>
          </p:nvPr>
        </p:nvSpPr>
        <p:spPr>
          <a:xfrm>
            <a:off x="720000" y="445025"/>
            <a:ext cx="7704000" cy="5727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
              <a:t>Infographics are visual</a:t>
            </a:r>
            <a:endParaRPr/>
          </a:p>
        </p:txBody>
      </p:sp>
      <p:sp>
        <p:nvSpPr>
          <p:cNvPr id="806" name="Google Shape;806;p67"/>
          <p:cNvSpPr txBox="1">
            <a:spLocks noGrp="1"/>
          </p:cNvSpPr>
          <p:nvPr>
            <p:ph type="subTitle" idx="4294967295"/>
          </p:nvPr>
        </p:nvSpPr>
        <p:spPr>
          <a:xfrm>
            <a:off x="2711309" y="1861519"/>
            <a:ext cx="1684200" cy="4530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 sz="2400">
                <a:latin typeface="Noto Serif Ethiopic"/>
                <a:ea typeface="Noto Serif Ethiopic"/>
                <a:cs typeface="Noto Serif Ethiopic"/>
                <a:sym typeface="Noto Serif Ethiopic"/>
              </a:rPr>
              <a:t>Mercury</a:t>
            </a:r>
            <a:endParaRPr sz="2400">
              <a:latin typeface="Noto Serif Ethiopic"/>
              <a:ea typeface="Noto Serif Ethiopic"/>
              <a:cs typeface="Noto Serif Ethiopic"/>
              <a:sym typeface="Noto Serif Ethiopic"/>
            </a:endParaRPr>
          </a:p>
        </p:txBody>
      </p:sp>
      <p:sp>
        <p:nvSpPr>
          <p:cNvPr id="807" name="Google Shape;807;p67"/>
          <p:cNvSpPr txBox="1">
            <a:spLocks noGrp="1"/>
          </p:cNvSpPr>
          <p:nvPr>
            <p:ph type="subTitle" idx="4294967295"/>
          </p:nvPr>
        </p:nvSpPr>
        <p:spPr>
          <a:xfrm>
            <a:off x="2711309" y="3938377"/>
            <a:ext cx="1684200" cy="5352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 sz="1200"/>
              <a:t>Venus has extremely high temperatures</a:t>
            </a:r>
            <a:endParaRPr sz="1200"/>
          </a:p>
        </p:txBody>
      </p:sp>
      <p:sp>
        <p:nvSpPr>
          <p:cNvPr id="808" name="Google Shape;808;p67"/>
          <p:cNvSpPr txBox="1">
            <a:spLocks noGrp="1"/>
          </p:cNvSpPr>
          <p:nvPr>
            <p:ph type="subTitle" idx="4294967295"/>
          </p:nvPr>
        </p:nvSpPr>
        <p:spPr>
          <a:xfrm>
            <a:off x="4678269" y="2797790"/>
            <a:ext cx="1684200" cy="5352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sz="1200"/>
              <a:t>Jupiter is the biggest planet of them all</a:t>
            </a:r>
            <a:endParaRPr sz="1200"/>
          </a:p>
        </p:txBody>
      </p:sp>
      <p:sp>
        <p:nvSpPr>
          <p:cNvPr id="809" name="Google Shape;809;p67"/>
          <p:cNvSpPr txBox="1">
            <a:spLocks noGrp="1"/>
          </p:cNvSpPr>
          <p:nvPr>
            <p:ph type="subTitle" idx="4294967295"/>
          </p:nvPr>
        </p:nvSpPr>
        <p:spPr>
          <a:xfrm>
            <a:off x="2711309" y="2314547"/>
            <a:ext cx="1684200" cy="5352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 sz="1200"/>
              <a:t>Mercury is the closest planet to the Sun</a:t>
            </a:r>
            <a:endParaRPr sz="1200"/>
          </a:p>
        </p:txBody>
      </p:sp>
      <p:sp>
        <p:nvSpPr>
          <p:cNvPr id="810" name="Google Shape;810;p67"/>
          <p:cNvSpPr txBox="1">
            <a:spLocks noGrp="1"/>
          </p:cNvSpPr>
          <p:nvPr>
            <p:ph type="subTitle" idx="4294967295"/>
          </p:nvPr>
        </p:nvSpPr>
        <p:spPr>
          <a:xfrm>
            <a:off x="2711309" y="3561548"/>
            <a:ext cx="1684200" cy="453000"/>
          </a:xfrm>
          <a:prstGeom prst="rect">
            <a:avLst/>
          </a:prstGeom>
        </p:spPr>
        <p:txBody>
          <a:bodyPr spcFirstLastPara="1" wrap="square" lIns="91425" tIns="91425" rIns="91425" bIns="91425" anchor="b" anchorCtr="0">
            <a:noAutofit/>
          </a:bodyPr>
          <a:lstStyle/>
          <a:p>
            <a:pPr marL="0" lvl="0" indent="0" algn="ctr" rtl="0">
              <a:spcBef>
                <a:spcPts val="0"/>
              </a:spcBef>
              <a:spcAft>
                <a:spcPts val="0"/>
              </a:spcAft>
              <a:buNone/>
            </a:pPr>
            <a:r>
              <a:rPr lang="en" sz="2400">
                <a:latin typeface="Noto Serif Ethiopic"/>
                <a:ea typeface="Noto Serif Ethiopic"/>
                <a:cs typeface="Noto Serif Ethiopic"/>
                <a:sym typeface="Noto Serif Ethiopic"/>
              </a:rPr>
              <a:t>Venus</a:t>
            </a:r>
            <a:endParaRPr sz="2400">
              <a:latin typeface="Noto Serif Ethiopic"/>
              <a:ea typeface="Noto Serif Ethiopic"/>
              <a:cs typeface="Noto Serif Ethiopic"/>
              <a:sym typeface="Noto Serif Ethiopic"/>
            </a:endParaRPr>
          </a:p>
        </p:txBody>
      </p:sp>
      <p:sp>
        <p:nvSpPr>
          <p:cNvPr id="811" name="Google Shape;811;p67"/>
          <p:cNvSpPr txBox="1">
            <a:spLocks noGrp="1"/>
          </p:cNvSpPr>
          <p:nvPr>
            <p:ph type="subTitle" idx="4294967295"/>
          </p:nvPr>
        </p:nvSpPr>
        <p:spPr>
          <a:xfrm>
            <a:off x="4676498" y="1235065"/>
            <a:ext cx="1684200" cy="453000"/>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en" sz="2400">
                <a:latin typeface="Noto Serif Ethiopic"/>
                <a:ea typeface="Noto Serif Ethiopic"/>
                <a:cs typeface="Noto Serif Ethiopic"/>
                <a:sym typeface="Noto Serif Ethiopic"/>
              </a:rPr>
              <a:t>Mars</a:t>
            </a:r>
            <a:endParaRPr sz="2400">
              <a:latin typeface="Noto Serif Ethiopic"/>
              <a:ea typeface="Noto Serif Ethiopic"/>
              <a:cs typeface="Noto Serif Ethiopic"/>
              <a:sym typeface="Noto Serif Ethiopic"/>
            </a:endParaRPr>
          </a:p>
        </p:txBody>
      </p:sp>
      <p:sp>
        <p:nvSpPr>
          <p:cNvPr id="812" name="Google Shape;812;p67"/>
          <p:cNvSpPr txBox="1">
            <a:spLocks noGrp="1"/>
          </p:cNvSpPr>
          <p:nvPr>
            <p:ph type="subTitle" idx="4294967295"/>
          </p:nvPr>
        </p:nvSpPr>
        <p:spPr>
          <a:xfrm>
            <a:off x="6703977" y="1861531"/>
            <a:ext cx="1684200" cy="453000"/>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en" sz="2400">
                <a:latin typeface="Noto Serif Ethiopic"/>
                <a:ea typeface="Noto Serif Ethiopic"/>
                <a:cs typeface="Noto Serif Ethiopic"/>
                <a:sym typeface="Noto Serif Ethiopic"/>
              </a:rPr>
              <a:t>Saturn</a:t>
            </a:r>
            <a:endParaRPr sz="2400">
              <a:latin typeface="Noto Serif Ethiopic"/>
              <a:ea typeface="Noto Serif Ethiopic"/>
              <a:cs typeface="Noto Serif Ethiopic"/>
              <a:sym typeface="Noto Serif Ethiopic"/>
            </a:endParaRPr>
          </a:p>
        </p:txBody>
      </p:sp>
      <p:sp>
        <p:nvSpPr>
          <p:cNvPr id="813" name="Google Shape;813;p67"/>
          <p:cNvSpPr txBox="1">
            <a:spLocks noGrp="1"/>
          </p:cNvSpPr>
          <p:nvPr>
            <p:ph type="subTitle" idx="4294967295"/>
          </p:nvPr>
        </p:nvSpPr>
        <p:spPr>
          <a:xfrm>
            <a:off x="4678269" y="1611881"/>
            <a:ext cx="1684200" cy="5352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sz="1200"/>
              <a:t>Mars is actually a very cold place</a:t>
            </a:r>
            <a:endParaRPr sz="1200"/>
          </a:p>
        </p:txBody>
      </p:sp>
      <p:sp>
        <p:nvSpPr>
          <p:cNvPr id="814" name="Google Shape;814;p67"/>
          <p:cNvSpPr txBox="1">
            <a:spLocks noGrp="1"/>
          </p:cNvSpPr>
          <p:nvPr>
            <p:ph type="subTitle" idx="4294967295"/>
          </p:nvPr>
        </p:nvSpPr>
        <p:spPr>
          <a:xfrm>
            <a:off x="6700444" y="2238359"/>
            <a:ext cx="1684200" cy="5352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sz="1200"/>
              <a:t>Saturn is a gas giant with several rings</a:t>
            </a:r>
            <a:endParaRPr sz="1200"/>
          </a:p>
        </p:txBody>
      </p:sp>
      <p:sp>
        <p:nvSpPr>
          <p:cNvPr id="815" name="Google Shape;815;p67"/>
          <p:cNvSpPr txBox="1">
            <a:spLocks noGrp="1"/>
          </p:cNvSpPr>
          <p:nvPr>
            <p:ph type="subTitle" idx="4294967295"/>
          </p:nvPr>
        </p:nvSpPr>
        <p:spPr>
          <a:xfrm>
            <a:off x="4676501" y="3938377"/>
            <a:ext cx="1684200" cy="5352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sz="1200"/>
              <a:t>Neptune is</a:t>
            </a:r>
            <a:r>
              <a:rPr lang="en"/>
              <a:t> very far from the Sun</a:t>
            </a:r>
            <a:endParaRPr sz="1200"/>
          </a:p>
        </p:txBody>
      </p:sp>
      <p:sp>
        <p:nvSpPr>
          <p:cNvPr id="816" name="Google Shape;816;p67"/>
          <p:cNvSpPr txBox="1">
            <a:spLocks noGrp="1"/>
          </p:cNvSpPr>
          <p:nvPr>
            <p:ph type="subTitle" idx="4294967295"/>
          </p:nvPr>
        </p:nvSpPr>
        <p:spPr>
          <a:xfrm>
            <a:off x="4678269" y="2420961"/>
            <a:ext cx="1684200" cy="453000"/>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en" sz="2400">
                <a:latin typeface="Noto Serif Ethiopic"/>
                <a:ea typeface="Noto Serif Ethiopic"/>
                <a:cs typeface="Noto Serif Ethiopic"/>
                <a:sym typeface="Noto Serif Ethiopic"/>
              </a:rPr>
              <a:t>Jupiter</a:t>
            </a:r>
            <a:endParaRPr sz="2400">
              <a:latin typeface="Noto Serif Ethiopic"/>
              <a:ea typeface="Noto Serif Ethiopic"/>
              <a:cs typeface="Noto Serif Ethiopic"/>
              <a:sym typeface="Noto Serif Ethiopic"/>
            </a:endParaRPr>
          </a:p>
        </p:txBody>
      </p:sp>
      <p:sp>
        <p:nvSpPr>
          <p:cNvPr id="817" name="Google Shape;817;p67"/>
          <p:cNvSpPr txBox="1">
            <a:spLocks noGrp="1"/>
          </p:cNvSpPr>
          <p:nvPr>
            <p:ph type="subTitle" idx="4294967295"/>
          </p:nvPr>
        </p:nvSpPr>
        <p:spPr>
          <a:xfrm>
            <a:off x="4680034" y="3561548"/>
            <a:ext cx="1684200" cy="453000"/>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en" sz="2400">
                <a:latin typeface="Noto Serif Ethiopic"/>
                <a:ea typeface="Noto Serif Ethiopic"/>
                <a:cs typeface="Noto Serif Ethiopic"/>
                <a:sym typeface="Noto Serif Ethiopic"/>
              </a:rPr>
              <a:t>Neptune</a:t>
            </a:r>
            <a:endParaRPr sz="2400">
              <a:latin typeface="Noto Serif Ethiopic"/>
              <a:ea typeface="Noto Serif Ethiopic"/>
              <a:cs typeface="Noto Serif Ethiopic"/>
              <a:sym typeface="Noto Serif Ethiopic"/>
            </a:endParaRPr>
          </a:p>
        </p:txBody>
      </p:sp>
      <p:cxnSp>
        <p:nvCxnSpPr>
          <p:cNvPr id="818" name="Google Shape;818;p67"/>
          <p:cNvCxnSpPr>
            <a:stCxn id="806" idx="3"/>
            <a:endCxn id="811" idx="1"/>
          </p:cNvCxnSpPr>
          <p:nvPr/>
        </p:nvCxnSpPr>
        <p:spPr>
          <a:xfrm rot="10800000" flipH="1">
            <a:off x="4395509" y="1461619"/>
            <a:ext cx="281100" cy="626400"/>
          </a:xfrm>
          <a:prstGeom prst="bentConnector3">
            <a:avLst>
              <a:gd name="adj1" fmla="val 49980"/>
            </a:avLst>
          </a:prstGeom>
          <a:noFill/>
          <a:ln w="9525" cap="flat" cmpd="sng">
            <a:solidFill>
              <a:schemeClr val="dk1"/>
            </a:solidFill>
            <a:prstDash val="solid"/>
            <a:round/>
            <a:headEnd type="none" w="med" len="med"/>
            <a:tailEnd type="diamond" w="med" len="med"/>
          </a:ln>
        </p:spPr>
      </p:cxnSp>
      <p:cxnSp>
        <p:nvCxnSpPr>
          <p:cNvPr id="819" name="Google Shape;819;p67"/>
          <p:cNvCxnSpPr>
            <a:stCxn id="820" idx="3"/>
            <a:endCxn id="806" idx="1"/>
          </p:cNvCxnSpPr>
          <p:nvPr/>
        </p:nvCxnSpPr>
        <p:spPr>
          <a:xfrm rot="10800000" flipH="1">
            <a:off x="1797424" y="2088150"/>
            <a:ext cx="913800" cy="342600"/>
          </a:xfrm>
          <a:prstGeom prst="bentConnector3">
            <a:avLst>
              <a:gd name="adj1" fmla="val 81985"/>
            </a:avLst>
          </a:prstGeom>
          <a:noFill/>
          <a:ln w="9525" cap="flat" cmpd="sng">
            <a:solidFill>
              <a:schemeClr val="dk1"/>
            </a:solidFill>
            <a:prstDash val="solid"/>
            <a:round/>
            <a:headEnd type="none" w="med" len="med"/>
            <a:tailEnd type="diamond" w="med" len="med"/>
          </a:ln>
        </p:spPr>
      </p:cxnSp>
      <p:cxnSp>
        <p:nvCxnSpPr>
          <p:cNvPr id="821" name="Google Shape;821;p67"/>
          <p:cNvCxnSpPr>
            <a:stCxn id="811" idx="3"/>
            <a:endCxn id="812" idx="1"/>
          </p:cNvCxnSpPr>
          <p:nvPr/>
        </p:nvCxnSpPr>
        <p:spPr>
          <a:xfrm>
            <a:off x="6360698" y="1461565"/>
            <a:ext cx="343200" cy="626400"/>
          </a:xfrm>
          <a:prstGeom prst="bentConnector3">
            <a:avLst>
              <a:gd name="adj1" fmla="val 50012"/>
            </a:avLst>
          </a:prstGeom>
          <a:noFill/>
          <a:ln w="9525" cap="flat" cmpd="sng">
            <a:solidFill>
              <a:schemeClr val="dk1"/>
            </a:solidFill>
            <a:prstDash val="solid"/>
            <a:round/>
            <a:headEnd type="none" w="med" len="med"/>
            <a:tailEnd type="diamond" w="med" len="med"/>
          </a:ln>
        </p:spPr>
      </p:cxnSp>
      <p:cxnSp>
        <p:nvCxnSpPr>
          <p:cNvPr id="822" name="Google Shape;822;p67"/>
          <p:cNvCxnSpPr>
            <a:stCxn id="816" idx="3"/>
            <a:endCxn id="812" idx="1"/>
          </p:cNvCxnSpPr>
          <p:nvPr/>
        </p:nvCxnSpPr>
        <p:spPr>
          <a:xfrm rot="10800000" flipH="1">
            <a:off x="6362469" y="2087961"/>
            <a:ext cx="341400" cy="559500"/>
          </a:xfrm>
          <a:prstGeom prst="bentConnector3">
            <a:avLst>
              <a:gd name="adj1" fmla="val 50016"/>
            </a:avLst>
          </a:prstGeom>
          <a:noFill/>
          <a:ln w="9525" cap="flat" cmpd="sng">
            <a:solidFill>
              <a:schemeClr val="dk1"/>
            </a:solidFill>
            <a:prstDash val="solid"/>
            <a:round/>
            <a:headEnd type="none" w="med" len="med"/>
            <a:tailEnd type="diamond" w="med" len="med"/>
          </a:ln>
        </p:spPr>
      </p:cxnSp>
      <p:cxnSp>
        <p:nvCxnSpPr>
          <p:cNvPr id="823" name="Google Shape;823;p67"/>
          <p:cNvCxnSpPr>
            <a:stCxn id="810" idx="3"/>
            <a:endCxn id="817" idx="1"/>
          </p:cNvCxnSpPr>
          <p:nvPr/>
        </p:nvCxnSpPr>
        <p:spPr>
          <a:xfrm>
            <a:off x="4395509" y="3788048"/>
            <a:ext cx="284400" cy="600"/>
          </a:xfrm>
          <a:prstGeom prst="bentConnector3">
            <a:avLst>
              <a:gd name="adj1" fmla="val 50022"/>
            </a:avLst>
          </a:prstGeom>
          <a:noFill/>
          <a:ln w="9525" cap="flat" cmpd="sng">
            <a:solidFill>
              <a:schemeClr val="dk1"/>
            </a:solidFill>
            <a:prstDash val="solid"/>
            <a:round/>
            <a:headEnd type="none" w="med" len="med"/>
            <a:tailEnd type="diamond" w="med" len="med"/>
          </a:ln>
        </p:spPr>
      </p:cxnSp>
      <p:sp>
        <p:nvSpPr>
          <p:cNvPr id="820" name="Google Shape;820;p67"/>
          <p:cNvSpPr txBox="1">
            <a:spLocks noGrp="1"/>
          </p:cNvSpPr>
          <p:nvPr>
            <p:ph type="subTitle" idx="4294967295"/>
          </p:nvPr>
        </p:nvSpPr>
        <p:spPr>
          <a:xfrm>
            <a:off x="755824" y="2218950"/>
            <a:ext cx="1041600" cy="423600"/>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en" sz="2400">
                <a:latin typeface="Noto Serif Ethiopic"/>
                <a:ea typeface="Noto Serif Ethiopic"/>
                <a:cs typeface="Noto Serif Ethiopic"/>
                <a:sym typeface="Noto Serif Ethiopic"/>
              </a:rPr>
              <a:t>Earth</a:t>
            </a:r>
            <a:endParaRPr sz="2400">
              <a:latin typeface="Noto Serif Ethiopic"/>
              <a:ea typeface="Noto Serif Ethiopic"/>
              <a:cs typeface="Noto Serif Ethiopic"/>
              <a:sym typeface="Noto Serif Ethiopic"/>
            </a:endParaRPr>
          </a:p>
        </p:txBody>
      </p:sp>
      <p:sp>
        <p:nvSpPr>
          <p:cNvPr id="824" name="Google Shape;824;p67"/>
          <p:cNvSpPr txBox="1">
            <a:spLocks noGrp="1"/>
          </p:cNvSpPr>
          <p:nvPr>
            <p:ph type="subTitle" idx="4294967295"/>
          </p:nvPr>
        </p:nvSpPr>
        <p:spPr>
          <a:xfrm>
            <a:off x="755823" y="2642525"/>
            <a:ext cx="1684200" cy="5004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Earth is the planet with life</a:t>
            </a:r>
            <a:endParaRPr/>
          </a:p>
        </p:txBody>
      </p:sp>
      <p:cxnSp>
        <p:nvCxnSpPr>
          <p:cNvPr id="825" name="Google Shape;825;p67"/>
          <p:cNvCxnSpPr>
            <a:stCxn id="820" idx="3"/>
            <a:endCxn id="810" idx="1"/>
          </p:cNvCxnSpPr>
          <p:nvPr/>
        </p:nvCxnSpPr>
        <p:spPr>
          <a:xfrm>
            <a:off x="1797424" y="2430750"/>
            <a:ext cx="913800" cy="1357200"/>
          </a:xfrm>
          <a:prstGeom prst="bentConnector3">
            <a:avLst>
              <a:gd name="adj1" fmla="val 81985"/>
            </a:avLst>
          </a:prstGeom>
          <a:noFill/>
          <a:ln w="9525" cap="flat" cmpd="sng">
            <a:solidFill>
              <a:schemeClr val="dk1"/>
            </a:solidFill>
            <a:prstDash val="solid"/>
            <a:round/>
            <a:headEnd type="none" w="med" len="med"/>
            <a:tailEnd type="diamond" w="med" len="med"/>
          </a:ln>
        </p:spPr>
      </p:cxnSp>
      <p:cxnSp>
        <p:nvCxnSpPr>
          <p:cNvPr id="826" name="Google Shape;826;p67"/>
          <p:cNvCxnSpPr>
            <a:stCxn id="806" idx="3"/>
            <a:endCxn id="816" idx="1"/>
          </p:cNvCxnSpPr>
          <p:nvPr/>
        </p:nvCxnSpPr>
        <p:spPr>
          <a:xfrm>
            <a:off x="4395509" y="2088019"/>
            <a:ext cx="282900" cy="559500"/>
          </a:xfrm>
          <a:prstGeom prst="bentConnector3">
            <a:avLst>
              <a:gd name="adj1" fmla="val 49975"/>
            </a:avLst>
          </a:prstGeom>
          <a:noFill/>
          <a:ln w="9525" cap="flat" cmpd="sng">
            <a:solidFill>
              <a:schemeClr val="dk1"/>
            </a:solidFill>
            <a:prstDash val="solid"/>
            <a:round/>
            <a:headEnd type="none" w="med" len="med"/>
            <a:tailEnd type="diamond" w="med" len="med"/>
          </a:ln>
        </p:spPr>
      </p:cxnSp>
      <p:grpSp>
        <p:nvGrpSpPr>
          <p:cNvPr id="827" name="Google Shape;827;p67"/>
          <p:cNvGrpSpPr/>
          <p:nvPr/>
        </p:nvGrpSpPr>
        <p:grpSpPr>
          <a:xfrm flipH="1">
            <a:off x="8617225" y="1292300"/>
            <a:ext cx="90900" cy="3705900"/>
            <a:chOff x="7952125" y="1292300"/>
            <a:chExt cx="90900" cy="3705900"/>
          </a:xfrm>
        </p:grpSpPr>
        <p:sp>
          <p:nvSpPr>
            <p:cNvPr id="828" name="Google Shape;828;p67"/>
            <p:cNvSpPr/>
            <p:nvPr/>
          </p:nvSpPr>
          <p:spPr>
            <a:xfrm rot="5400000">
              <a:off x="7744975" y="1499450"/>
              <a:ext cx="505200" cy="90900"/>
            </a:xfrm>
            <a:prstGeom prst="rect">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cxnSp>
          <p:nvCxnSpPr>
            <p:cNvPr id="829" name="Google Shape;829;p67"/>
            <p:cNvCxnSpPr/>
            <p:nvPr/>
          </p:nvCxnSpPr>
          <p:spPr>
            <a:xfrm>
              <a:off x="8043025" y="1292300"/>
              <a:ext cx="0" cy="3705900"/>
            </a:xfrm>
            <a:prstGeom prst="straightConnector1">
              <a:avLst/>
            </a:prstGeom>
            <a:noFill/>
            <a:ln w="9525" cap="flat" cmpd="sng">
              <a:solidFill>
                <a:schemeClr val="dk1"/>
              </a:solidFill>
              <a:prstDash val="solid"/>
              <a:round/>
              <a:headEnd type="none" w="med" len="med"/>
              <a:tailEnd type="none" w="med" len="med"/>
            </a:ln>
          </p:spPr>
        </p:cxnSp>
      </p:grpSp>
    </p:spTree>
  </p:cSld>
  <p:clrMapOvr>
    <a:masterClrMapping/>
  </p:clrMapOvr>
  <p:timing>
    <p:tnLst>
      <p:par>
        <p:cTn id="1" dur="indefinite" restart="never" nodeType="tmRoot"/>
      </p:par>
    </p:tn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Shape 833"/>
        <p:cNvGrpSpPr/>
        <p:nvPr/>
      </p:nvGrpSpPr>
      <p:grpSpPr>
        <a:xfrm>
          <a:off x="0" y="0"/>
          <a:ext cx="0" cy="0"/>
          <a:chOff x="0" y="0"/>
          <a:chExt cx="0" cy="0"/>
        </a:xfrm>
      </p:grpSpPr>
      <p:sp>
        <p:nvSpPr>
          <p:cNvPr id="834" name="Google Shape;834;p68"/>
          <p:cNvSpPr txBox="1">
            <a:spLocks noGrp="1"/>
          </p:cNvSpPr>
          <p:nvPr>
            <p:ph type="title"/>
          </p:nvPr>
        </p:nvSpPr>
        <p:spPr>
          <a:xfrm>
            <a:off x="720000" y="445025"/>
            <a:ext cx="7704000" cy="5727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
              <a:t>Tables represent your data</a:t>
            </a:r>
            <a:endParaRPr/>
          </a:p>
        </p:txBody>
      </p:sp>
      <p:graphicFrame>
        <p:nvGraphicFramePr>
          <p:cNvPr id="835" name="Google Shape;835;p68"/>
          <p:cNvGraphicFramePr/>
          <p:nvPr/>
        </p:nvGraphicFramePr>
        <p:xfrm>
          <a:off x="952500" y="1503675"/>
          <a:ext cx="7239000" cy="2880270"/>
        </p:xfrm>
        <a:graphic>
          <a:graphicData uri="http://schemas.openxmlformats.org/drawingml/2006/table">
            <a:tbl>
              <a:tblPr>
                <a:noFill/>
                <a:tableStyleId>{1FFBF228-6F98-4F8E-B3A5-E3E8A43EDDBD}</a:tableStyleId>
              </a:tblPr>
              <a:tblGrid>
                <a:gridCol w="1447800">
                  <a:extLst>
                    <a:ext uri="{9D8B030D-6E8A-4147-A177-3AD203B41FA5}">
                      <a16:colId xmlns:a16="http://schemas.microsoft.com/office/drawing/2014/main" val="20000"/>
                    </a:ext>
                  </a:extLst>
                </a:gridCol>
                <a:gridCol w="1447800">
                  <a:extLst>
                    <a:ext uri="{9D8B030D-6E8A-4147-A177-3AD203B41FA5}">
                      <a16:colId xmlns:a16="http://schemas.microsoft.com/office/drawing/2014/main" val="20001"/>
                    </a:ext>
                  </a:extLst>
                </a:gridCol>
                <a:gridCol w="1447800">
                  <a:extLst>
                    <a:ext uri="{9D8B030D-6E8A-4147-A177-3AD203B41FA5}">
                      <a16:colId xmlns:a16="http://schemas.microsoft.com/office/drawing/2014/main" val="20002"/>
                    </a:ext>
                  </a:extLst>
                </a:gridCol>
                <a:gridCol w="1447800">
                  <a:extLst>
                    <a:ext uri="{9D8B030D-6E8A-4147-A177-3AD203B41FA5}">
                      <a16:colId xmlns:a16="http://schemas.microsoft.com/office/drawing/2014/main" val="20003"/>
                    </a:ext>
                  </a:extLst>
                </a:gridCol>
                <a:gridCol w="1447800">
                  <a:extLst>
                    <a:ext uri="{9D8B030D-6E8A-4147-A177-3AD203B41FA5}">
                      <a16:colId xmlns:a16="http://schemas.microsoft.com/office/drawing/2014/main" val="20004"/>
                    </a:ext>
                  </a:extLst>
                </a:gridCol>
              </a:tblGrid>
              <a:tr h="381000">
                <a:tc gridSpan="5">
                  <a:txBody>
                    <a:bodyPr/>
                    <a:lstStyle/>
                    <a:p>
                      <a:pPr marL="0" lvl="0" indent="0" algn="ctr" rtl="0">
                        <a:spcBef>
                          <a:spcPts val="0"/>
                        </a:spcBef>
                        <a:spcAft>
                          <a:spcPts val="0"/>
                        </a:spcAft>
                        <a:buNone/>
                      </a:pPr>
                      <a:r>
                        <a:rPr lang="en" sz="2400">
                          <a:solidFill>
                            <a:schemeClr val="accent1"/>
                          </a:solidFill>
                          <a:latin typeface="Noto Serif Ethiopic"/>
                          <a:ea typeface="Noto Serif Ethiopic"/>
                          <a:cs typeface="Noto Serif Ethiopic"/>
                          <a:sym typeface="Noto Serif Ethiopic"/>
                        </a:rPr>
                        <a:t>Solar System </a:t>
                      </a:r>
                      <a:endParaRPr sz="2400">
                        <a:solidFill>
                          <a:schemeClr val="accent1"/>
                        </a:solidFill>
                        <a:latin typeface="Noto Serif Ethiopic"/>
                        <a:ea typeface="Noto Serif Ethiopic"/>
                        <a:cs typeface="Noto Serif Ethiopic"/>
                        <a:sym typeface="Noto Serif Ethiopic"/>
                      </a:endParaRPr>
                    </a:p>
                  </a:txBody>
                  <a:tcPr marL="91425" marR="91425" marT="91425" marB="91425">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10000"/>
                  </a:ext>
                </a:extLst>
              </a:tr>
              <a:tr h="381000">
                <a:tc>
                  <a:txBody>
                    <a:bodyPr/>
                    <a:lstStyle/>
                    <a:p>
                      <a:pPr marL="0" lvl="0" indent="0" algn="ctr" rtl="0">
                        <a:spcBef>
                          <a:spcPts val="0"/>
                        </a:spcBef>
                        <a:spcAft>
                          <a:spcPts val="0"/>
                        </a:spcAft>
                        <a:buNone/>
                      </a:pPr>
                      <a:r>
                        <a:rPr lang="en" sz="2400">
                          <a:solidFill>
                            <a:schemeClr val="dk1"/>
                          </a:solidFill>
                          <a:latin typeface="Noto Serif Ethiopic"/>
                          <a:ea typeface="Noto Serif Ethiopic"/>
                          <a:cs typeface="Noto Serif Ethiopic"/>
                          <a:sym typeface="Noto Serif Ethiopic"/>
                        </a:rPr>
                        <a:t>Earth</a:t>
                      </a:r>
                      <a:endParaRPr sz="2400">
                        <a:solidFill>
                          <a:schemeClr val="dk1"/>
                        </a:solidFill>
                        <a:latin typeface="Noto Serif Ethiopic"/>
                        <a:ea typeface="Noto Serif Ethiopic"/>
                        <a:cs typeface="Noto Serif Ethiopic"/>
                        <a:sym typeface="Noto Serif Ethiopic"/>
                      </a:endParaRPr>
                    </a:p>
                  </a:txBody>
                  <a:tcPr marL="91425" marR="91425" marT="91425" marB="91425">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tcPr>
                </a:tc>
                <a:tc>
                  <a:txBody>
                    <a:bodyPr/>
                    <a:lstStyle/>
                    <a:p>
                      <a:pPr marL="0" lvl="0" indent="0" algn="ctr" rtl="0">
                        <a:spcBef>
                          <a:spcPts val="0"/>
                        </a:spcBef>
                        <a:spcAft>
                          <a:spcPts val="0"/>
                        </a:spcAft>
                        <a:buNone/>
                      </a:pPr>
                      <a:r>
                        <a:rPr lang="en" sz="2400">
                          <a:solidFill>
                            <a:schemeClr val="dk1"/>
                          </a:solidFill>
                          <a:latin typeface="Noto Serif Ethiopic"/>
                          <a:ea typeface="Noto Serif Ethiopic"/>
                          <a:cs typeface="Noto Serif Ethiopic"/>
                          <a:sym typeface="Noto Serif Ethiopic"/>
                        </a:rPr>
                        <a:t>Mars</a:t>
                      </a:r>
                      <a:endParaRPr sz="2400">
                        <a:solidFill>
                          <a:schemeClr val="dk1"/>
                        </a:solidFill>
                        <a:latin typeface="Noto Serif Ethiopic"/>
                        <a:ea typeface="Noto Serif Ethiopic"/>
                        <a:cs typeface="Noto Serif Ethiopic"/>
                        <a:sym typeface="Noto Serif Ethiopic"/>
                      </a:endParaRPr>
                    </a:p>
                  </a:txBody>
                  <a:tcPr marL="91425" marR="91425" marT="91425" marB="91425">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tcPr>
                </a:tc>
                <a:tc>
                  <a:txBody>
                    <a:bodyPr/>
                    <a:lstStyle/>
                    <a:p>
                      <a:pPr marL="0" lvl="0" indent="0" algn="ctr" rtl="0">
                        <a:spcBef>
                          <a:spcPts val="0"/>
                        </a:spcBef>
                        <a:spcAft>
                          <a:spcPts val="0"/>
                        </a:spcAft>
                        <a:buNone/>
                      </a:pPr>
                      <a:r>
                        <a:rPr lang="en" sz="2400">
                          <a:solidFill>
                            <a:schemeClr val="dk1"/>
                          </a:solidFill>
                          <a:latin typeface="Noto Serif Ethiopic"/>
                          <a:ea typeface="Noto Serif Ethiopic"/>
                          <a:cs typeface="Noto Serif Ethiopic"/>
                          <a:sym typeface="Noto Serif Ethiopic"/>
                        </a:rPr>
                        <a:t>Jupiter</a:t>
                      </a:r>
                      <a:endParaRPr sz="2400">
                        <a:solidFill>
                          <a:schemeClr val="dk1"/>
                        </a:solidFill>
                        <a:latin typeface="Noto Serif Ethiopic"/>
                        <a:ea typeface="Noto Serif Ethiopic"/>
                        <a:cs typeface="Noto Serif Ethiopic"/>
                        <a:sym typeface="Noto Serif Ethiopic"/>
                      </a:endParaRPr>
                    </a:p>
                  </a:txBody>
                  <a:tcPr marL="91425" marR="91425" marT="91425" marB="91425">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tcPr>
                </a:tc>
                <a:tc>
                  <a:txBody>
                    <a:bodyPr/>
                    <a:lstStyle/>
                    <a:p>
                      <a:pPr marL="0" lvl="0" indent="0" algn="ctr" rtl="0">
                        <a:spcBef>
                          <a:spcPts val="0"/>
                        </a:spcBef>
                        <a:spcAft>
                          <a:spcPts val="0"/>
                        </a:spcAft>
                        <a:buNone/>
                      </a:pPr>
                      <a:r>
                        <a:rPr lang="en" sz="2400">
                          <a:solidFill>
                            <a:schemeClr val="dk1"/>
                          </a:solidFill>
                          <a:latin typeface="Noto Serif Ethiopic"/>
                          <a:ea typeface="Noto Serif Ethiopic"/>
                          <a:cs typeface="Noto Serif Ethiopic"/>
                          <a:sym typeface="Noto Serif Ethiopic"/>
                        </a:rPr>
                        <a:t>Saturn</a:t>
                      </a:r>
                      <a:endParaRPr sz="2400">
                        <a:solidFill>
                          <a:schemeClr val="dk1"/>
                        </a:solidFill>
                        <a:latin typeface="Noto Serif Ethiopic"/>
                        <a:ea typeface="Noto Serif Ethiopic"/>
                        <a:cs typeface="Noto Serif Ethiopic"/>
                        <a:sym typeface="Noto Serif Ethiopic"/>
                      </a:endParaRPr>
                    </a:p>
                  </a:txBody>
                  <a:tcPr marL="91425" marR="91425" marT="91425" marB="91425">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tcPr>
                </a:tc>
                <a:tc>
                  <a:txBody>
                    <a:bodyPr/>
                    <a:lstStyle/>
                    <a:p>
                      <a:pPr marL="0" lvl="0" indent="0" algn="ctr" rtl="0">
                        <a:spcBef>
                          <a:spcPts val="0"/>
                        </a:spcBef>
                        <a:spcAft>
                          <a:spcPts val="0"/>
                        </a:spcAft>
                        <a:buNone/>
                      </a:pPr>
                      <a:r>
                        <a:rPr lang="en" sz="2400">
                          <a:solidFill>
                            <a:schemeClr val="dk1"/>
                          </a:solidFill>
                          <a:latin typeface="Noto Serif Ethiopic"/>
                          <a:ea typeface="Noto Serif Ethiopic"/>
                          <a:cs typeface="Noto Serif Ethiopic"/>
                          <a:sym typeface="Noto Serif Ethiopic"/>
                        </a:rPr>
                        <a:t>Neptune</a:t>
                      </a:r>
                      <a:endParaRPr sz="2400">
                        <a:solidFill>
                          <a:schemeClr val="dk1"/>
                        </a:solidFill>
                        <a:latin typeface="Noto Serif Ethiopic"/>
                        <a:ea typeface="Noto Serif Ethiopic"/>
                        <a:cs typeface="Noto Serif Ethiopic"/>
                        <a:sym typeface="Noto Serif Ethiopic"/>
                      </a:endParaRPr>
                    </a:p>
                  </a:txBody>
                  <a:tcPr marL="91425" marR="91425" marT="91425" marB="91425">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tcPr>
                </a:tc>
                <a:extLst>
                  <a:ext uri="{0D108BD9-81ED-4DB2-BD59-A6C34878D82A}">
                    <a16:rowId xmlns:a16="http://schemas.microsoft.com/office/drawing/2014/main" val="10001"/>
                  </a:ext>
                </a:extLst>
              </a:tr>
              <a:tr h="381000">
                <a:tc rowSpan="2">
                  <a:txBody>
                    <a:bodyPr/>
                    <a:lstStyle/>
                    <a:p>
                      <a:pPr marL="0" lvl="0" indent="0" algn="ctr" rtl="0">
                        <a:spcBef>
                          <a:spcPts val="0"/>
                        </a:spcBef>
                        <a:spcAft>
                          <a:spcPts val="0"/>
                        </a:spcAft>
                        <a:buNone/>
                      </a:pPr>
                      <a:r>
                        <a:rPr lang="en" sz="1200">
                          <a:solidFill>
                            <a:schemeClr val="dk1"/>
                          </a:solidFill>
                          <a:latin typeface="Akatab"/>
                          <a:ea typeface="Akatab"/>
                          <a:cs typeface="Akatab"/>
                          <a:sym typeface="Akatab"/>
                        </a:rPr>
                        <a:t>Earth is the only planet known to harbor life</a:t>
                      </a:r>
                      <a:endParaRPr sz="1200">
                        <a:solidFill>
                          <a:schemeClr val="dk1"/>
                        </a:solidFill>
                        <a:latin typeface="Akatab"/>
                        <a:ea typeface="Akatab"/>
                        <a:cs typeface="Akatab"/>
                        <a:sym typeface="Akatab"/>
                      </a:endParaRPr>
                    </a:p>
                  </a:txBody>
                  <a:tcPr marL="91425" marR="91425" marT="91425" marB="91425">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tcPr>
                </a:tc>
                <a:tc rowSpan="2">
                  <a:txBody>
                    <a:bodyPr/>
                    <a:lstStyle/>
                    <a:p>
                      <a:pPr marL="0" lvl="0" indent="0" algn="ctr" rtl="0">
                        <a:spcBef>
                          <a:spcPts val="0"/>
                        </a:spcBef>
                        <a:spcAft>
                          <a:spcPts val="0"/>
                        </a:spcAft>
                        <a:buNone/>
                      </a:pPr>
                      <a:r>
                        <a:rPr lang="en" sz="1200">
                          <a:solidFill>
                            <a:schemeClr val="dk1"/>
                          </a:solidFill>
                          <a:latin typeface="Akatab"/>
                          <a:ea typeface="Akatab"/>
                          <a:cs typeface="Akatab"/>
                          <a:sym typeface="Akatab"/>
                        </a:rPr>
                        <a:t>Despite being red, Mars is actually a cold place</a:t>
                      </a:r>
                      <a:endParaRPr sz="1200">
                        <a:solidFill>
                          <a:schemeClr val="dk1"/>
                        </a:solidFill>
                        <a:latin typeface="Akatab"/>
                        <a:ea typeface="Akatab"/>
                        <a:cs typeface="Akatab"/>
                        <a:sym typeface="Akatab"/>
                      </a:endParaRPr>
                    </a:p>
                  </a:txBody>
                  <a:tcPr marL="91425" marR="91425" marT="91425" marB="91425">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tcPr>
                </a:tc>
                <a:tc rowSpan="2">
                  <a:txBody>
                    <a:bodyPr/>
                    <a:lstStyle/>
                    <a:p>
                      <a:pPr marL="0" lvl="0" indent="0" algn="ctr" rtl="0">
                        <a:spcBef>
                          <a:spcPts val="0"/>
                        </a:spcBef>
                        <a:spcAft>
                          <a:spcPts val="0"/>
                        </a:spcAft>
                        <a:buNone/>
                      </a:pPr>
                      <a:r>
                        <a:rPr lang="en" sz="1200">
                          <a:solidFill>
                            <a:schemeClr val="dk1"/>
                          </a:solidFill>
                          <a:latin typeface="Akatab"/>
                          <a:ea typeface="Akatab"/>
                          <a:cs typeface="Akatab"/>
                          <a:sym typeface="Akatab"/>
                        </a:rPr>
                        <a:t>Jupiter is the biggest planet in the Solar System</a:t>
                      </a:r>
                      <a:endParaRPr sz="1200">
                        <a:solidFill>
                          <a:schemeClr val="dk1"/>
                        </a:solidFill>
                        <a:latin typeface="Akatab"/>
                        <a:ea typeface="Akatab"/>
                        <a:cs typeface="Akatab"/>
                        <a:sym typeface="Akatab"/>
                      </a:endParaRPr>
                    </a:p>
                  </a:txBody>
                  <a:tcPr marL="91425" marR="91425" marT="91425" marB="91425">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tcPr>
                </a:tc>
                <a:tc rowSpan="2">
                  <a:txBody>
                    <a:bodyPr/>
                    <a:lstStyle/>
                    <a:p>
                      <a:pPr marL="0" lvl="0" indent="0" algn="ctr" rtl="0">
                        <a:spcBef>
                          <a:spcPts val="0"/>
                        </a:spcBef>
                        <a:spcAft>
                          <a:spcPts val="0"/>
                        </a:spcAft>
                        <a:buNone/>
                      </a:pPr>
                      <a:r>
                        <a:rPr lang="en" sz="1200">
                          <a:solidFill>
                            <a:schemeClr val="dk1"/>
                          </a:solidFill>
                          <a:latin typeface="Akatab"/>
                          <a:ea typeface="Akatab"/>
                          <a:cs typeface="Akatab"/>
                          <a:sym typeface="Akatab"/>
                        </a:rPr>
                        <a:t>Saturn has a high number of moons, like Jupiter</a:t>
                      </a:r>
                      <a:endParaRPr sz="1200">
                        <a:solidFill>
                          <a:schemeClr val="dk1"/>
                        </a:solidFill>
                        <a:latin typeface="Akatab"/>
                        <a:ea typeface="Akatab"/>
                        <a:cs typeface="Akatab"/>
                        <a:sym typeface="Akatab"/>
                      </a:endParaRPr>
                    </a:p>
                  </a:txBody>
                  <a:tcPr marL="91425" marR="91425" marT="91425" marB="91425">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tcPr>
                </a:tc>
                <a:tc rowSpan="2">
                  <a:txBody>
                    <a:bodyPr/>
                    <a:lstStyle/>
                    <a:p>
                      <a:pPr marL="0" lvl="0" indent="0" algn="ctr" rtl="0">
                        <a:spcBef>
                          <a:spcPts val="0"/>
                        </a:spcBef>
                        <a:spcAft>
                          <a:spcPts val="0"/>
                        </a:spcAft>
                        <a:buNone/>
                      </a:pPr>
                      <a:r>
                        <a:rPr lang="en" sz="1200">
                          <a:solidFill>
                            <a:schemeClr val="dk1"/>
                          </a:solidFill>
                          <a:latin typeface="Akatab"/>
                          <a:ea typeface="Akatab"/>
                          <a:cs typeface="Akatab"/>
                          <a:sym typeface="Akatab"/>
                        </a:rPr>
                        <a:t>Neptune is the farthest planet from the Sun</a:t>
                      </a:r>
                      <a:endParaRPr sz="1200">
                        <a:solidFill>
                          <a:schemeClr val="dk1"/>
                        </a:solidFill>
                        <a:latin typeface="Akatab"/>
                        <a:ea typeface="Akatab"/>
                        <a:cs typeface="Akatab"/>
                        <a:sym typeface="Akatab"/>
                      </a:endParaRPr>
                    </a:p>
                  </a:txBody>
                  <a:tcPr marL="91425" marR="91425" marT="91425" marB="91425">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tcPr>
                </a:tc>
                <a:extLst>
                  <a:ext uri="{0D108BD9-81ED-4DB2-BD59-A6C34878D82A}">
                    <a16:rowId xmlns:a16="http://schemas.microsoft.com/office/drawing/2014/main" val="10002"/>
                  </a:ext>
                </a:extLst>
              </a:tr>
              <a:tr h="381000">
                <a:tc vMerge="1">
                  <a:txBody>
                    <a:bodyPr/>
                    <a:lstStyle/>
                    <a:p>
                      <a:endParaRPr lang="en-US"/>
                    </a:p>
                  </a:txBody>
                  <a:tcPr/>
                </a:tc>
                <a:tc vMerge="1">
                  <a:txBody>
                    <a:bodyPr/>
                    <a:lstStyle/>
                    <a:p>
                      <a:endParaRPr lang="en-US"/>
                    </a:p>
                  </a:txBody>
                  <a:tcPr/>
                </a:tc>
                <a:tc vMerge="1">
                  <a:txBody>
                    <a:bodyPr/>
                    <a:lstStyle/>
                    <a:p>
                      <a:endParaRPr lang="en-US"/>
                    </a:p>
                  </a:txBody>
                  <a:tcPr/>
                </a:tc>
                <a:tc vMerge="1">
                  <a:txBody>
                    <a:bodyPr/>
                    <a:lstStyle/>
                    <a:p>
                      <a:endParaRPr lang="en-US"/>
                    </a:p>
                  </a:txBody>
                  <a:tcPr/>
                </a:tc>
                <a:tc vMerge="1">
                  <a:txBody>
                    <a:bodyPr/>
                    <a:lstStyle/>
                    <a:p>
                      <a:endParaRPr lang="en-US"/>
                    </a:p>
                  </a:txBody>
                  <a:tcPr/>
                </a:tc>
                <a:extLst>
                  <a:ext uri="{0D108BD9-81ED-4DB2-BD59-A6C34878D82A}">
                    <a16:rowId xmlns:a16="http://schemas.microsoft.com/office/drawing/2014/main" val="10003"/>
                  </a:ext>
                </a:extLst>
              </a:tr>
              <a:tr h="381000">
                <a:tc>
                  <a:txBody>
                    <a:bodyPr/>
                    <a:lstStyle/>
                    <a:p>
                      <a:pPr marL="0" lvl="0" indent="0" algn="ctr" rtl="0">
                        <a:spcBef>
                          <a:spcPts val="0"/>
                        </a:spcBef>
                        <a:spcAft>
                          <a:spcPts val="0"/>
                        </a:spcAft>
                        <a:buNone/>
                      </a:pPr>
                      <a:r>
                        <a:rPr lang="en" sz="1200">
                          <a:solidFill>
                            <a:schemeClr val="dk1"/>
                          </a:solidFill>
                          <a:latin typeface="Akatab"/>
                          <a:ea typeface="Akatab"/>
                          <a:cs typeface="Akatab"/>
                          <a:sym typeface="Akatab"/>
                        </a:rPr>
                        <a:t>Mars is cold</a:t>
                      </a:r>
                      <a:endParaRPr sz="1200">
                        <a:solidFill>
                          <a:schemeClr val="dk1"/>
                        </a:solidFill>
                        <a:latin typeface="Akatab"/>
                        <a:ea typeface="Akatab"/>
                        <a:cs typeface="Akatab"/>
                        <a:sym typeface="Akatab"/>
                      </a:endParaRPr>
                    </a:p>
                  </a:txBody>
                  <a:tcPr marL="91425" marR="91425" marT="91425" marB="91425">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tcPr>
                </a:tc>
                <a:tc>
                  <a:txBody>
                    <a:bodyPr/>
                    <a:lstStyle/>
                    <a:p>
                      <a:pPr marL="0" lvl="0" indent="0" algn="ctr" rtl="0">
                        <a:spcBef>
                          <a:spcPts val="0"/>
                        </a:spcBef>
                        <a:spcAft>
                          <a:spcPts val="0"/>
                        </a:spcAft>
                        <a:buNone/>
                      </a:pPr>
                      <a:r>
                        <a:rPr lang="en" sz="1200">
                          <a:solidFill>
                            <a:schemeClr val="dk1"/>
                          </a:solidFill>
                          <a:latin typeface="Akatab"/>
                          <a:ea typeface="Akatab"/>
                          <a:cs typeface="Akatab"/>
                          <a:sym typeface="Akatab"/>
                        </a:rPr>
                        <a:t>Mercury is small</a:t>
                      </a:r>
                      <a:endParaRPr sz="1200">
                        <a:solidFill>
                          <a:schemeClr val="dk1"/>
                        </a:solidFill>
                        <a:latin typeface="Akatab"/>
                        <a:ea typeface="Akatab"/>
                        <a:cs typeface="Akatab"/>
                        <a:sym typeface="Akatab"/>
                      </a:endParaRPr>
                    </a:p>
                  </a:txBody>
                  <a:tcPr marL="91425" marR="91425" marT="91425" marB="91425">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tcPr>
                </a:tc>
                <a:tc>
                  <a:txBody>
                    <a:bodyPr/>
                    <a:lstStyle/>
                    <a:p>
                      <a:pPr marL="0" lvl="0" indent="0" algn="ctr" rtl="0">
                        <a:spcBef>
                          <a:spcPts val="0"/>
                        </a:spcBef>
                        <a:spcAft>
                          <a:spcPts val="0"/>
                        </a:spcAft>
                        <a:buNone/>
                      </a:pPr>
                      <a:r>
                        <a:rPr lang="en" sz="1200">
                          <a:solidFill>
                            <a:schemeClr val="dk1"/>
                          </a:solidFill>
                          <a:latin typeface="Akatab"/>
                          <a:ea typeface="Akatab"/>
                          <a:cs typeface="Akatab"/>
                          <a:sym typeface="Akatab"/>
                        </a:rPr>
                        <a:t>Jupiter is big</a:t>
                      </a:r>
                      <a:endParaRPr sz="1200">
                        <a:solidFill>
                          <a:schemeClr val="dk1"/>
                        </a:solidFill>
                        <a:latin typeface="Akatab"/>
                        <a:ea typeface="Akatab"/>
                        <a:cs typeface="Akatab"/>
                        <a:sym typeface="Akatab"/>
                      </a:endParaRPr>
                    </a:p>
                  </a:txBody>
                  <a:tcPr marL="91425" marR="91425" marT="91425" marB="91425">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tcPr>
                </a:tc>
                <a:tc>
                  <a:txBody>
                    <a:bodyPr/>
                    <a:lstStyle/>
                    <a:p>
                      <a:pPr marL="0" lvl="0" indent="0" algn="ctr" rtl="0">
                        <a:spcBef>
                          <a:spcPts val="0"/>
                        </a:spcBef>
                        <a:spcAft>
                          <a:spcPts val="0"/>
                        </a:spcAft>
                        <a:buNone/>
                      </a:pPr>
                      <a:r>
                        <a:rPr lang="en" sz="1200">
                          <a:solidFill>
                            <a:schemeClr val="dk1"/>
                          </a:solidFill>
                          <a:latin typeface="Akatab"/>
                          <a:ea typeface="Akatab"/>
                          <a:cs typeface="Akatab"/>
                          <a:sym typeface="Akatab"/>
                        </a:rPr>
                        <a:t>Earth has life</a:t>
                      </a:r>
                      <a:endParaRPr sz="1200">
                        <a:solidFill>
                          <a:schemeClr val="dk1"/>
                        </a:solidFill>
                        <a:latin typeface="Akatab"/>
                        <a:ea typeface="Akatab"/>
                        <a:cs typeface="Akatab"/>
                        <a:sym typeface="Akatab"/>
                      </a:endParaRPr>
                    </a:p>
                  </a:txBody>
                  <a:tcPr marL="91425" marR="91425" marT="91425" marB="91425">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tcPr>
                </a:tc>
                <a:tc>
                  <a:txBody>
                    <a:bodyPr/>
                    <a:lstStyle/>
                    <a:p>
                      <a:pPr marL="0" lvl="0" indent="0" algn="ctr" rtl="0">
                        <a:spcBef>
                          <a:spcPts val="0"/>
                        </a:spcBef>
                        <a:spcAft>
                          <a:spcPts val="0"/>
                        </a:spcAft>
                        <a:buNone/>
                      </a:pPr>
                      <a:r>
                        <a:rPr lang="en" sz="1200">
                          <a:solidFill>
                            <a:schemeClr val="dk1"/>
                          </a:solidFill>
                          <a:latin typeface="Akatab"/>
                          <a:ea typeface="Akatab"/>
                          <a:cs typeface="Akatab"/>
                          <a:sym typeface="Akatab"/>
                        </a:rPr>
                        <a:t>Saturn has rings</a:t>
                      </a:r>
                      <a:endParaRPr sz="1200">
                        <a:solidFill>
                          <a:schemeClr val="dk1"/>
                        </a:solidFill>
                        <a:latin typeface="Akatab"/>
                        <a:ea typeface="Akatab"/>
                        <a:cs typeface="Akatab"/>
                        <a:sym typeface="Akatab"/>
                      </a:endParaRPr>
                    </a:p>
                  </a:txBody>
                  <a:tcPr marL="91425" marR="91425" marT="91425" marB="91425">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tcPr>
                </a:tc>
                <a:extLst>
                  <a:ext uri="{0D108BD9-81ED-4DB2-BD59-A6C34878D82A}">
                    <a16:rowId xmlns:a16="http://schemas.microsoft.com/office/drawing/2014/main" val="10004"/>
                  </a:ext>
                </a:extLst>
              </a:tr>
              <a:tr h="381000">
                <a:tc>
                  <a:txBody>
                    <a:bodyPr/>
                    <a:lstStyle/>
                    <a:p>
                      <a:pPr marL="0" lvl="0" indent="0" algn="ctr" rtl="0">
                        <a:spcBef>
                          <a:spcPts val="0"/>
                        </a:spcBef>
                        <a:spcAft>
                          <a:spcPts val="0"/>
                        </a:spcAft>
                        <a:buNone/>
                      </a:pPr>
                      <a:r>
                        <a:rPr lang="en" sz="3000">
                          <a:solidFill>
                            <a:schemeClr val="accent1"/>
                          </a:solidFill>
                          <a:latin typeface="Noto Serif Ethiopic"/>
                          <a:ea typeface="Noto Serif Ethiopic"/>
                          <a:cs typeface="Noto Serif Ethiopic"/>
                          <a:sym typeface="Noto Serif Ethiopic"/>
                        </a:rPr>
                        <a:t>150</a:t>
                      </a:r>
                      <a:endParaRPr sz="3000">
                        <a:solidFill>
                          <a:schemeClr val="accent1"/>
                        </a:solidFill>
                        <a:latin typeface="Noto Serif Ethiopic"/>
                        <a:ea typeface="Noto Serif Ethiopic"/>
                        <a:cs typeface="Noto Serif Ethiopic"/>
                        <a:sym typeface="Noto Serif Ethiopic"/>
                      </a:endParaRPr>
                    </a:p>
                  </a:txBody>
                  <a:tcPr marL="91425" marR="91425" marT="91425" marB="91425">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tcPr>
                </a:tc>
                <a:tc>
                  <a:txBody>
                    <a:bodyPr/>
                    <a:lstStyle/>
                    <a:p>
                      <a:pPr marL="0" lvl="0" indent="0" algn="ctr" rtl="0">
                        <a:spcBef>
                          <a:spcPts val="0"/>
                        </a:spcBef>
                        <a:spcAft>
                          <a:spcPts val="0"/>
                        </a:spcAft>
                        <a:buNone/>
                      </a:pPr>
                      <a:r>
                        <a:rPr lang="en" sz="3000">
                          <a:solidFill>
                            <a:schemeClr val="accent1"/>
                          </a:solidFill>
                          <a:latin typeface="Noto Serif Ethiopic"/>
                          <a:ea typeface="Noto Serif Ethiopic"/>
                          <a:cs typeface="Noto Serif Ethiopic"/>
                          <a:sym typeface="Noto Serif Ethiopic"/>
                        </a:rPr>
                        <a:t>250</a:t>
                      </a:r>
                      <a:endParaRPr sz="3000">
                        <a:solidFill>
                          <a:schemeClr val="accent1"/>
                        </a:solidFill>
                        <a:latin typeface="Noto Serif Ethiopic"/>
                        <a:ea typeface="Noto Serif Ethiopic"/>
                        <a:cs typeface="Noto Serif Ethiopic"/>
                        <a:sym typeface="Noto Serif Ethiopic"/>
                      </a:endParaRPr>
                    </a:p>
                  </a:txBody>
                  <a:tcPr marL="91425" marR="91425" marT="91425" marB="91425">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tcPr>
                </a:tc>
                <a:tc>
                  <a:txBody>
                    <a:bodyPr/>
                    <a:lstStyle/>
                    <a:p>
                      <a:pPr marL="0" lvl="0" indent="0" algn="ctr" rtl="0">
                        <a:spcBef>
                          <a:spcPts val="0"/>
                        </a:spcBef>
                        <a:spcAft>
                          <a:spcPts val="0"/>
                        </a:spcAft>
                        <a:buNone/>
                      </a:pPr>
                      <a:r>
                        <a:rPr lang="en" sz="3000">
                          <a:solidFill>
                            <a:schemeClr val="accent1"/>
                          </a:solidFill>
                          <a:latin typeface="Noto Serif Ethiopic"/>
                          <a:ea typeface="Noto Serif Ethiopic"/>
                          <a:cs typeface="Noto Serif Ethiopic"/>
                          <a:sym typeface="Noto Serif Ethiopic"/>
                        </a:rPr>
                        <a:t>175</a:t>
                      </a:r>
                      <a:endParaRPr sz="3000">
                        <a:solidFill>
                          <a:schemeClr val="accent1"/>
                        </a:solidFill>
                        <a:latin typeface="Noto Serif Ethiopic"/>
                        <a:ea typeface="Noto Serif Ethiopic"/>
                        <a:cs typeface="Noto Serif Ethiopic"/>
                        <a:sym typeface="Noto Serif Ethiopic"/>
                      </a:endParaRPr>
                    </a:p>
                  </a:txBody>
                  <a:tcPr marL="91425" marR="91425" marT="91425" marB="91425">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tcPr>
                </a:tc>
                <a:tc>
                  <a:txBody>
                    <a:bodyPr/>
                    <a:lstStyle/>
                    <a:p>
                      <a:pPr marL="0" lvl="0" indent="0" algn="ctr" rtl="0">
                        <a:spcBef>
                          <a:spcPts val="0"/>
                        </a:spcBef>
                        <a:spcAft>
                          <a:spcPts val="0"/>
                        </a:spcAft>
                        <a:buNone/>
                      </a:pPr>
                      <a:r>
                        <a:rPr lang="en" sz="3000">
                          <a:solidFill>
                            <a:schemeClr val="accent1"/>
                          </a:solidFill>
                          <a:latin typeface="Noto Serif Ethiopic"/>
                          <a:ea typeface="Noto Serif Ethiopic"/>
                          <a:cs typeface="Noto Serif Ethiopic"/>
                          <a:sym typeface="Noto Serif Ethiopic"/>
                        </a:rPr>
                        <a:t>300</a:t>
                      </a:r>
                      <a:endParaRPr sz="3000">
                        <a:solidFill>
                          <a:schemeClr val="accent1"/>
                        </a:solidFill>
                        <a:latin typeface="Noto Serif Ethiopic"/>
                        <a:ea typeface="Noto Serif Ethiopic"/>
                        <a:cs typeface="Noto Serif Ethiopic"/>
                        <a:sym typeface="Noto Serif Ethiopic"/>
                      </a:endParaRPr>
                    </a:p>
                  </a:txBody>
                  <a:tcPr marL="91425" marR="91425" marT="91425" marB="91425">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tcPr>
                </a:tc>
                <a:tc>
                  <a:txBody>
                    <a:bodyPr/>
                    <a:lstStyle/>
                    <a:p>
                      <a:pPr marL="0" lvl="0" indent="0" algn="ctr" rtl="0">
                        <a:spcBef>
                          <a:spcPts val="0"/>
                        </a:spcBef>
                        <a:spcAft>
                          <a:spcPts val="0"/>
                        </a:spcAft>
                        <a:buNone/>
                      </a:pPr>
                      <a:r>
                        <a:rPr lang="en" sz="3000">
                          <a:solidFill>
                            <a:schemeClr val="accent1"/>
                          </a:solidFill>
                          <a:latin typeface="Noto Serif Ethiopic"/>
                          <a:ea typeface="Noto Serif Ethiopic"/>
                          <a:cs typeface="Noto Serif Ethiopic"/>
                          <a:sym typeface="Noto Serif Ethiopic"/>
                        </a:rPr>
                        <a:t>420</a:t>
                      </a:r>
                      <a:endParaRPr sz="3000">
                        <a:solidFill>
                          <a:schemeClr val="accent1"/>
                        </a:solidFill>
                        <a:latin typeface="Noto Serif Ethiopic"/>
                        <a:ea typeface="Noto Serif Ethiopic"/>
                        <a:cs typeface="Noto Serif Ethiopic"/>
                        <a:sym typeface="Noto Serif Ethiopic"/>
                      </a:endParaRPr>
                    </a:p>
                  </a:txBody>
                  <a:tcPr marL="91425" marR="91425" marT="91425" marB="91425">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tcPr>
                </a:tc>
                <a:extLst>
                  <a:ext uri="{0D108BD9-81ED-4DB2-BD59-A6C34878D82A}">
                    <a16:rowId xmlns:a16="http://schemas.microsoft.com/office/drawing/2014/main" val="10005"/>
                  </a:ext>
                </a:extLst>
              </a:tr>
            </a:tbl>
          </a:graphicData>
        </a:graphic>
      </p:graphicFrame>
    </p:spTree>
  </p:cSld>
  <p:clrMapOvr>
    <a:masterClrMapping/>
  </p:clrMapOvr>
  <p:timing>
    <p:tnLst>
      <p:par>
        <p:cTn id="1" dur="indefinite" restart="never" nodeType="tmRoot"/>
      </p:par>
    </p:tn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Shape 839"/>
        <p:cNvGrpSpPr/>
        <p:nvPr/>
      </p:nvGrpSpPr>
      <p:grpSpPr>
        <a:xfrm>
          <a:off x="0" y="0"/>
          <a:ext cx="0" cy="0"/>
          <a:chOff x="0" y="0"/>
          <a:chExt cx="0" cy="0"/>
        </a:xfrm>
      </p:grpSpPr>
      <p:pic>
        <p:nvPicPr>
          <p:cNvPr id="840" name="Google Shape;840;p69" title="Gráfico">
            <a:hlinkClick r:id="rId3"/>
          </p:cNvPr>
          <p:cNvPicPr preferRelativeResize="0"/>
          <p:nvPr/>
        </p:nvPicPr>
        <p:blipFill>
          <a:blip r:embed="rId4">
            <a:alphaModFix/>
          </a:blip>
          <a:stretch>
            <a:fillRect/>
          </a:stretch>
        </p:blipFill>
        <p:spPr>
          <a:xfrm>
            <a:off x="3367150" y="1170125"/>
            <a:ext cx="4813551" cy="2756478"/>
          </a:xfrm>
          <a:prstGeom prst="rect">
            <a:avLst/>
          </a:prstGeom>
          <a:noFill/>
          <a:ln>
            <a:noFill/>
          </a:ln>
        </p:spPr>
      </p:pic>
      <p:sp>
        <p:nvSpPr>
          <p:cNvPr id="841" name="Google Shape;841;p69"/>
          <p:cNvSpPr txBox="1">
            <a:spLocks noGrp="1"/>
          </p:cNvSpPr>
          <p:nvPr>
            <p:ph type="title"/>
          </p:nvPr>
        </p:nvSpPr>
        <p:spPr>
          <a:xfrm>
            <a:off x="720000" y="445025"/>
            <a:ext cx="7704000" cy="5727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
              <a:t>You can use this graph</a:t>
            </a:r>
            <a:endParaRPr/>
          </a:p>
        </p:txBody>
      </p:sp>
      <p:sp>
        <p:nvSpPr>
          <p:cNvPr id="842" name="Google Shape;842;p69"/>
          <p:cNvSpPr txBox="1"/>
          <p:nvPr/>
        </p:nvSpPr>
        <p:spPr>
          <a:xfrm>
            <a:off x="981900" y="4079000"/>
            <a:ext cx="7180200" cy="300900"/>
          </a:xfrm>
          <a:prstGeom prst="rect">
            <a:avLst/>
          </a:prstGeom>
          <a:noFill/>
          <a:ln>
            <a:noFill/>
          </a:ln>
        </p:spPr>
        <p:txBody>
          <a:bodyPr spcFirstLastPara="1" wrap="square" lIns="91425" tIns="91425" rIns="91425" bIns="91425" anchor="t" anchorCtr="0">
            <a:noAutofit/>
          </a:bodyPr>
          <a:lstStyle/>
          <a:p>
            <a:pPr marL="0" lvl="0" indent="0" algn="ctr" rtl="0">
              <a:spcBef>
                <a:spcPts val="0"/>
              </a:spcBef>
              <a:spcAft>
                <a:spcPts val="0"/>
              </a:spcAft>
              <a:buNone/>
            </a:pPr>
            <a:r>
              <a:rPr lang="en" sz="1000">
                <a:solidFill>
                  <a:schemeClr val="dk1"/>
                </a:solidFill>
                <a:latin typeface="Akatab"/>
                <a:ea typeface="Akatab"/>
                <a:cs typeface="Akatab"/>
                <a:sym typeface="Akatab"/>
              </a:rPr>
              <a:t>Follow the link in the graph to modify its data and then paste the new one here. </a:t>
            </a:r>
            <a:r>
              <a:rPr lang="en" sz="1000" b="1" u="sng">
                <a:solidFill>
                  <a:schemeClr val="dk1"/>
                </a:solidFill>
                <a:latin typeface="Akatab"/>
                <a:ea typeface="Akatab"/>
                <a:cs typeface="Akatab"/>
                <a:sym typeface="Akatab"/>
                <a:hlinkClick r:id="rId5">
                  <a:extLst>
                    <a:ext uri="{A12FA001-AC4F-418D-AE19-62706E023703}">
                      <ahyp:hlinkClr xmlns="" xmlns:mc="http://schemas.openxmlformats.org/markup-compatibility/2006"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val="tx"/>
                    </a:ext>
                  </a:extLst>
                </a:hlinkClick>
              </a:rPr>
              <a:t>For more info, click here</a:t>
            </a:r>
            <a:endParaRPr sz="1000" b="1" u="sng">
              <a:solidFill>
                <a:schemeClr val="dk1"/>
              </a:solidFill>
              <a:latin typeface="Akatab"/>
              <a:ea typeface="Akatab"/>
              <a:cs typeface="Akatab"/>
              <a:sym typeface="Akatab"/>
            </a:endParaRPr>
          </a:p>
        </p:txBody>
      </p:sp>
      <p:sp>
        <p:nvSpPr>
          <p:cNvPr id="843" name="Google Shape;843;p69"/>
          <p:cNvSpPr txBox="1">
            <a:spLocks noGrp="1"/>
          </p:cNvSpPr>
          <p:nvPr>
            <p:ph type="subTitle" idx="4294967295"/>
          </p:nvPr>
        </p:nvSpPr>
        <p:spPr>
          <a:xfrm>
            <a:off x="1313950" y="1710000"/>
            <a:ext cx="1900800" cy="362100"/>
          </a:xfrm>
          <a:prstGeom prst="rect">
            <a:avLst/>
          </a:prstGeom>
        </p:spPr>
        <p:txBody>
          <a:bodyPr spcFirstLastPara="1" wrap="square" lIns="91425" tIns="91425" rIns="91425" bIns="91425" anchor="t" anchorCtr="0">
            <a:noAutofit/>
          </a:bodyPr>
          <a:lstStyle/>
          <a:p>
            <a:pPr marL="0" lvl="0" indent="0" algn="r" rtl="0">
              <a:spcBef>
                <a:spcPts val="0"/>
              </a:spcBef>
              <a:spcAft>
                <a:spcPts val="0"/>
              </a:spcAft>
              <a:buNone/>
            </a:pPr>
            <a:r>
              <a:rPr lang="en"/>
              <a:t>Jupiter is a gas giant</a:t>
            </a:r>
            <a:endParaRPr/>
          </a:p>
        </p:txBody>
      </p:sp>
      <p:sp>
        <p:nvSpPr>
          <p:cNvPr id="844" name="Google Shape;844;p69"/>
          <p:cNvSpPr txBox="1">
            <a:spLocks noGrp="1"/>
          </p:cNvSpPr>
          <p:nvPr>
            <p:ph type="subTitle" idx="4294967295"/>
          </p:nvPr>
        </p:nvSpPr>
        <p:spPr>
          <a:xfrm>
            <a:off x="1313955" y="3147600"/>
            <a:ext cx="1900800" cy="484800"/>
          </a:xfrm>
          <a:prstGeom prst="rect">
            <a:avLst/>
          </a:prstGeom>
        </p:spPr>
        <p:txBody>
          <a:bodyPr spcFirstLastPara="1" wrap="square" lIns="91425" tIns="91425" rIns="91425" bIns="91425" anchor="b" anchorCtr="0">
            <a:noAutofit/>
          </a:bodyPr>
          <a:lstStyle/>
          <a:p>
            <a:pPr marL="0" lvl="0" indent="0" algn="r" rtl="0">
              <a:spcBef>
                <a:spcPts val="0"/>
              </a:spcBef>
              <a:spcAft>
                <a:spcPts val="0"/>
              </a:spcAft>
              <a:buNone/>
            </a:pPr>
            <a:r>
              <a:rPr lang="en" sz="2400">
                <a:latin typeface="Noto Serif Ethiopic"/>
                <a:ea typeface="Noto Serif Ethiopic"/>
                <a:cs typeface="Noto Serif Ethiopic"/>
                <a:sym typeface="Noto Serif Ethiopic"/>
              </a:rPr>
              <a:t>Mars</a:t>
            </a:r>
            <a:endParaRPr sz="2400">
              <a:latin typeface="Noto Serif Ethiopic"/>
              <a:ea typeface="Noto Serif Ethiopic"/>
              <a:cs typeface="Noto Serif Ethiopic"/>
              <a:sym typeface="Noto Serif Ethiopic"/>
            </a:endParaRPr>
          </a:p>
        </p:txBody>
      </p:sp>
      <p:sp>
        <p:nvSpPr>
          <p:cNvPr id="845" name="Google Shape;845;p69"/>
          <p:cNvSpPr txBox="1">
            <a:spLocks noGrp="1"/>
          </p:cNvSpPr>
          <p:nvPr>
            <p:ph type="subTitle" idx="4294967295"/>
          </p:nvPr>
        </p:nvSpPr>
        <p:spPr>
          <a:xfrm>
            <a:off x="1313950" y="3556200"/>
            <a:ext cx="1900800" cy="362100"/>
          </a:xfrm>
          <a:prstGeom prst="rect">
            <a:avLst/>
          </a:prstGeom>
        </p:spPr>
        <p:txBody>
          <a:bodyPr spcFirstLastPara="1" wrap="square" lIns="91425" tIns="91425" rIns="91425" bIns="91425" anchor="t" anchorCtr="0">
            <a:noAutofit/>
          </a:bodyPr>
          <a:lstStyle/>
          <a:p>
            <a:pPr marL="0" lvl="0" indent="0" algn="r" rtl="0">
              <a:spcBef>
                <a:spcPts val="0"/>
              </a:spcBef>
              <a:spcAft>
                <a:spcPts val="1600"/>
              </a:spcAft>
              <a:buNone/>
            </a:pPr>
            <a:r>
              <a:rPr lang="en"/>
              <a:t>Mars is a cold planet</a:t>
            </a:r>
            <a:endParaRPr/>
          </a:p>
        </p:txBody>
      </p:sp>
      <p:sp>
        <p:nvSpPr>
          <p:cNvPr id="846" name="Google Shape;846;p69"/>
          <p:cNvSpPr txBox="1">
            <a:spLocks noGrp="1"/>
          </p:cNvSpPr>
          <p:nvPr>
            <p:ph type="subTitle" idx="4294967295"/>
          </p:nvPr>
        </p:nvSpPr>
        <p:spPr>
          <a:xfrm>
            <a:off x="1313955" y="1301400"/>
            <a:ext cx="1900800" cy="484800"/>
          </a:xfrm>
          <a:prstGeom prst="rect">
            <a:avLst/>
          </a:prstGeom>
        </p:spPr>
        <p:txBody>
          <a:bodyPr spcFirstLastPara="1" wrap="square" lIns="91425" tIns="91425" rIns="91425" bIns="91425" anchor="b" anchorCtr="0">
            <a:noAutofit/>
          </a:bodyPr>
          <a:lstStyle/>
          <a:p>
            <a:pPr marL="0" lvl="0" indent="0" algn="r" rtl="0">
              <a:spcBef>
                <a:spcPts val="0"/>
              </a:spcBef>
              <a:spcAft>
                <a:spcPts val="0"/>
              </a:spcAft>
              <a:buNone/>
            </a:pPr>
            <a:r>
              <a:rPr lang="en" sz="2400">
                <a:latin typeface="Noto Serif Ethiopic"/>
                <a:ea typeface="Noto Serif Ethiopic"/>
                <a:cs typeface="Noto Serif Ethiopic"/>
                <a:sym typeface="Noto Serif Ethiopic"/>
              </a:rPr>
              <a:t>Jupiter</a:t>
            </a:r>
            <a:endParaRPr sz="2400">
              <a:latin typeface="Noto Serif Ethiopic"/>
              <a:ea typeface="Noto Serif Ethiopic"/>
              <a:cs typeface="Noto Serif Ethiopic"/>
              <a:sym typeface="Noto Serif Ethiopic"/>
            </a:endParaRPr>
          </a:p>
        </p:txBody>
      </p:sp>
      <p:sp>
        <p:nvSpPr>
          <p:cNvPr id="847" name="Google Shape;847;p69"/>
          <p:cNvSpPr txBox="1">
            <a:spLocks noGrp="1"/>
          </p:cNvSpPr>
          <p:nvPr>
            <p:ph type="subTitle" idx="4294967295"/>
          </p:nvPr>
        </p:nvSpPr>
        <p:spPr>
          <a:xfrm>
            <a:off x="1313955" y="2224500"/>
            <a:ext cx="1900800" cy="484800"/>
          </a:xfrm>
          <a:prstGeom prst="rect">
            <a:avLst/>
          </a:prstGeom>
        </p:spPr>
        <p:txBody>
          <a:bodyPr spcFirstLastPara="1" wrap="square" lIns="91425" tIns="91425" rIns="91425" bIns="91425" anchor="b" anchorCtr="0">
            <a:noAutofit/>
          </a:bodyPr>
          <a:lstStyle/>
          <a:p>
            <a:pPr marL="0" lvl="0" indent="0" algn="r" rtl="0">
              <a:spcBef>
                <a:spcPts val="0"/>
              </a:spcBef>
              <a:spcAft>
                <a:spcPts val="0"/>
              </a:spcAft>
              <a:buNone/>
            </a:pPr>
            <a:r>
              <a:rPr lang="en" sz="2400">
                <a:latin typeface="Noto Serif Ethiopic"/>
                <a:ea typeface="Noto Serif Ethiopic"/>
                <a:cs typeface="Noto Serif Ethiopic"/>
                <a:sym typeface="Noto Serif Ethiopic"/>
              </a:rPr>
              <a:t>Earth</a:t>
            </a:r>
            <a:endParaRPr sz="2400">
              <a:latin typeface="Noto Serif Ethiopic"/>
              <a:ea typeface="Noto Serif Ethiopic"/>
              <a:cs typeface="Noto Serif Ethiopic"/>
              <a:sym typeface="Noto Serif Ethiopic"/>
            </a:endParaRPr>
          </a:p>
        </p:txBody>
      </p:sp>
      <p:sp>
        <p:nvSpPr>
          <p:cNvPr id="848" name="Google Shape;848;p69"/>
          <p:cNvSpPr txBox="1">
            <a:spLocks noGrp="1"/>
          </p:cNvSpPr>
          <p:nvPr>
            <p:ph type="subTitle" idx="4294967295"/>
          </p:nvPr>
        </p:nvSpPr>
        <p:spPr>
          <a:xfrm>
            <a:off x="1313950" y="2633100"/>
            <a:ext cx="1900800" cy="362100"/>
          </a:xfrm>
          <a:prstGeom prst="rect">
            <a:avLst/>
          </a:prstGeom>
        </p:spPr>
        <p:txBody>
          <a:bodyPr spcFirstLastPara="1" wrap="square" lIns="91425" tIns="91425" rIns="91425" bIns="91425" anchor="t" anchorCtr="0">
            <a:noAutofit/>
          </a:bodyPr>
          <a:lstStyle/>
          <a:p>
            <a:pPr marL="0" lvl="0" indent="0" algn="r" rtl="0">
              <a:spcBef>
                <a:spcPts val="0"/>
              </a:spcBef>
              <a:spcAft>
                <a:spcPts val="0"/>
              </a:spcAft>
              <a:buNone/>
            </a:pPr>
            <a:r>
              <a:rPr lang="en"/>
              <a:t>We all live on the Earth</a:t>
            </a:r>
            <a:endParaRPr/>
          </a:p>
        </p:txBody>
      </p:sp>
    </p:spTree>
  </p:cSld>
  <p:clrMapOvr>
    <a:masterClrMapping/>
  </p:clrMapOvr>
  <p:timing>
    <p:tnLst>
      <p:par>
        <p:cTn id="1" dur="indefinite" restart="never" nodeType="tmRoot"/>
      </p:par>
    </p:tn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Shape 852"/>
        <p:cNvGrpSpPr/>
        <p:nvPr/>
      </p:nvGrpSpPr>
      <p:grpSpPr>
        <a:xfrm>
          <a:off x="0" y="0"/>
          <a:ext cx="0" cy="0"/>
          <a:chOff x="0" y="0"/>
          <a:chExt cx="0" cy="0"/>
        </a:xfrm>
      </p:grpSpPr>
      <p:sp>
        <p:nvSpPr>
          <p:cNvPr id="853" name="Google Shape;853;p70"/>
          <p:cNvSpPr txBox="1">
            <a:spLocks noGrp="1"/>
          </p:cNvSpPr>
          <p:nvPr>
            <p:ph type="title"/>
          </p:nvPr>
        </p:nvSpPr>
        <p:spPr>
          <a:xfrm>
            <a:off x="720000" y="445025"/>
            <a:ext cx="7704000" cy="5727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
              <a:t>Five important ideas</a:t>
            </a:r>
            <a:endParaRPr/>
          </a:p>
        </p:txBody>
      </p:sp>
      <p:sp>
        <p:nvSpPr>
          <p:cNvPr id="854" name="Google Shape;854;p70"/>
          <p:cNvSpPr txBox="1">
            <a:spLocks noGrp="1"/>
          </p:cNvSpPr>
          <p:nvPr>
            <p:ph type="subTitle" idx="6"/>
          </p:nvPr>
        </p:nvSpPr>
        <p:spPr>
          <a:xfrm>
            <a:off x="929642" y="1744525"/>
            <a:ext cx="2206500" cy="484800"/>
          </a:xfrm>
          <a:prstGeom prst="rect">
            <a:avLst/>
          </a:prstGeom>
        </p:spPr>
        <p:txBody>
          <a:bodyPr spcFirstLastPara="1" wrap="square" lIns="91425" tIns="91425" rIns="91425" bIns="91425" anchor="b" anchorCtr="0">
            <a:noAutofit/>
          </a:bodyPr>
          <a:lstStyle/>
          <a:p>
            <a:pPr marL="0" lvl="0" indent="0" algn="ctr" rtl="0">
              <a:spcBef>
                <a:spcPts val="0"/>
              </a:spcBef>
              <a:spcAft>
                <a:spcPts val="0"/>
              </a:spcAft>
              <a:buNone/>
            </a:pPr>
            <a:r>
              <a:rPr lang="en"/>
              <a:t>Mars</a:t>
            </a:r>
            <a:endParaRPr/>
          </a:p>
        </p:txBody>
      </p:sp>
      <p:sp>
        <p:nvSpPr>
          <p:cNvPr id="855" name="Google Shape;855;p70"/>
          <p:cNvSpPr txBox="1">
            <a:spLocks noGrp="1"/>
          </p:cNvSpPr>
          <p:nvPr>
            <p:ph type="subTitle" idx="4"/>
          </p:nvPr>
        </p:nvSpPr>
        <p:spPr>
          <a:xfrm>
            <a:off x="2203823" y="3346000"/>
            <a:ext cx="2206500" cy="5727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
              <a:t>Mercury is the closest planet to the Sun</a:t>
            </a:r>
            <a:endParaRPr/>
          </a:p>
        </p:txBody>
      </p:sp>
      <p:sp>
        <p:nvSpPr>
          <p:cNvPr id="856" name="Google Shape;856;p70"/>
          <p:cNvSpPr txBox="1">
            <a:spLocks noGrp="1"/>
          </p:cNvSpPr>
          <p:nvPr>
            <p:ph type="subTitle" idx="5"/>
          </p:nvPr>
        </p:nvSpPr>
        <p:spPr>
          <a:xfrm>
            <a:off x="4738304" y="3346000"/>
            <a:ext cx="2206500" cy="5727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
              <a:t>Saturn is composed of hydrogen and helium</a:t>
            </a:r>
            <a:endParaRPr/>
          </a:p>
        </p:txBody>
      </p:sp>
      <p:sp>
        <p:nvSpPr>
          <p:cNvPr id="857" name="Google Shape;857;p70"/>
          <p:cNvSpPr txBox="1">
            <a:spLocks noGrp="1"/>
          </p:cNvSpPr>
          <p:nvPr>
            <p:ph type="subTitle" idx="7"/>
          </p:nvPr>
        </p:nvSpPr>
        <p:spPr>
          <a:xfrm>
            <a:off x="3468750" y="1744525"/>
            <a:ext cx="2206500" cy="484800"/>
          </a:xfrm>
          <a:prstGeom prst="rect">
            <a:avLst/>
          </a:prstGeom>
        </p:spPr>
        <p:txBody>
          <a:bodyPr spcFirstLastPara="1" wrap="square" lIns="91425" tIns="91425" rIns="91425" bIns="91425" anchor="b" anchorCtr="0">
            <a:noAutofit/>
          </a:bodyPr>
          <a:lstStyle/>
          <a:p>
            <a:pPr marL="0" lvl="0" indent="0" algn="ctr" rtl="0">
              <a:spcBef>
                <a:spcPts val="0"/>
              </a:spcBef>
              <a:spcAft>
                <a:spcPts val="0"/>
              </a:spcAft>
              <a:buNone/>
            </a:pPr>
            <a:r>
              <a:rPr lang="en"/>
              <a:t>Neptune</a:t>
            </a:r>
            <a:endParaRPr/>
          </a:p>
        </p:txBody>
      </p:sp>
      <p:sp>
        <p:nvSpPr>
          <p:cNvPr id="858" name="Google Shape;858;p70"/>
          <p:cNvSpPr txBox="1">
            <a:spLocks noGrp="1"/>
          </p:cNvSpPr>
          <p:nvPr>
            <p:ph type="subTitle" idx="1"/>
          </p:nvPr>
        </p:nvSpPr>
        <p:spPr>
          <a:xfrm>
            <a:off x="934269" y="2229323"/>
            <a:ext cx="2206500" cy="5727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
              <a:t>Despite being red, Mars is very cold</a:t>
            </a:r>
            <a:endParaRPr/>
          </a:p>
        </p:txBody>
      </p:sp>
      <p:sp>
        <p:nvSpPr>
          <p:cNvPr id="859" name="Google Shape;859;p70"/>
          <p:cNvSpPr txBox="1">
            <a:spLocks noGrp="1"/>
          </p:cNvSpPr>
          <p:nvPr>
            <p:ph type="subTitle" idx="2"/>
          </p:nvPr>
        </p:nvSpPr>
        <p:spPr>
          <a:xfrm>
            <a:off x="3468750" y="2229323"/>
            <a:ext cx="2206500" cy="5727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
              <a:t>Neptune is the eighth planet from the Sun</a:t>
            </a:r>
            <a:endParaRPr/>
          </a:p>
        </p:txBody>
      </p:sp>
      <p:sp>
        <p:nvSpPr>
          <p:cNvPr id="860" name="Google Shape;860;p70"/>
          <p:cNvSpPr txBox="1">
            <a:spLocks noGrp="1"/>
          </p:cNvSpPr>
          <p:nvPr>
            <p:ph type="subTitle" idx="3"/>
          </p:nvPr>
        </p:nvSpPr>
        <p:spPr>
          <a:xfrm>
            <a:off x="6003231" y="2229323"/>
            <a:ext cx="2206500" cy="5727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
              <a:t>Jupiter is the biggest planet of them all</a:t>
            </a:r>
            <a:endParaRPr/>
          </a:p>
        </p:txBody>
      </p:sp>
      <p:sp>
        <p:nvSpPr>
          <p:cNvPr id="861" name="Google Shape;861;p70"/>
          <p:cNvSpPr txBox="1">
            <a:spLocks noGrp="1"/>
          </p:cNvSpPr>
          <p:nvPr>
            <p:ph type="subTitle" idx="8"/>
          </p:nvPr>
        </p:nvSpPr>
        <p:spPr>
          <a:xfrm>
            <a:off x="6007858" y="1744525"/>
            <a:ext cx="2206500" cy="484800"/>
          </a:xfrm>
          <a:prstGeom prst="rect">
            <a:avLst/>
          </a:prstGeom>
        </p:spPr>
        <p:txBody>
          <a:bodyPr spcFirstLastPara="1" wrap="square" lIns="91425" tIns="91425" rIns="91425" bIns="91425" anchor="b" anchorCtr="0">
            <a:noAutofit/>
          </a:bodyPr>
          <a:lstStyle/>
          <a:p>
            <a:pPr marL="0" lvl="0" indent="0" algn="ctr" rtl="0">
              <a:spcBef>
                <a:spcPts val="0"/>
              </a:spcBef>
              <a:spcAft>
                <a:spcPts val="0"/>
              </a:spcAft>
              <a:buNone/>
            </a:pPr>
            <a:r>
              <a:rPr lang="en"/>
              <a:t>Jupiter</a:t>
            </a:r>
            <a:endParaRPr/>
          </a:p>
        </p:txBody>
      </p:sp>
      <p:sp>
        <p:nvSpPr>
          <p:cNvPr id="862" name="Google Shape;862;p70"/>
          <p:cNvSpPr txBox="1">
            <a:spLocks noGrp="1"/>
          </p:cNvSpPr>
          <p:nvPr>
            <p:ph type="subTitle" idx="9"/>
          </p:nvPr>
        </p:nvSpPr>
        <p:spPr>
          <a:xfrm>
            <a:off x="2199196" y="2861200"/>
            <a:ext cx="2206500" cy="484800"/>
          </a:xfrm>
          <a:prstGeom prst="rect">
            <a:avLst/>
          </a:prstGeom>
        </p:spPr>
        <p:txBody>
          <a:bodyPr spcFirstLastPara="1" wrap="square" lIns="91425" tIns="91425" rIns="91425" bIns="91425" anchor="b" anchorCtr="0">
            <a:noAutofit/>
          </a:bodyPr>
          <a:lstStyle/>
          <a:p>
            <a:pPr marL="0" lvl="0" indent="0" algn="ctr" rtl="0">
              <a:spcBef>
                <a:spcPts val="0"/>
              </a:spcBef>
              <a:spcAft>
                <a:spcPts val="0"/>
              </a:spcAft>
              <a:buNone/>
            </a:pPr>
            <a:r>
              <a:rPr lang="en"/>
              <a:t>Mercury</a:t>
            </a:r>
            <a:endParaRPr/>
          </a:p>
        </p:txBody>
      </p:sp>
      <p:sp>
        <p:nvSpPr>
          <p:cNvPr id="863" name="Google Shape;863;p70"/>
          <p:cNvSpPr txBox="1">
            <a:spLocks noGrp="1"/>
          </p:cNvSpPr>
          <p:nvPr>
            <p:ph type="subTitle" idx="13"/>
          </p:nvPr>
        </p:nvSpPr>
        <p:spPr>
          <a:xfrm>
            <a:off x="4738304" y="2861200"/>
            <a:ext cx="2206500" cy="484800"/>
          </a:xfrm>
          <a:prstGeom prst="rect">
            <a:avLst/>
          </a:prstGeom>
        </p:spPr>
        <p:txBody>
          <a:bodyPr spcFirstLastPara="1" wrap="square" lIns="91425" tIns="91425" rIns="91425" bIns="91425" anchor="b" anchorCtr="0">
            <a:noAutofit/>
          </a:bodyPr>
          <a:lstStyle/>
          <a:p>
            <a:pPr marL="0" lvl="0" indent="0" algn="ctr" rtl="0">
              <a:spcBef>
                <a:spcPts val="0"/>
              </a:spcBef>
              <a:spcAft>
                <a:spcPts val="0"/>
              </a:spcAft>
              <a:buNone/>
            </a:pPr>
            <a:r>
              <a:rPr lang="en"/>
              <a:t>Saturn</a:t>
            </a:r>
            <a:endParaRPr/>
          </a:p>
        </p:txBody>
      </p:sp>
    </p:spTree>
  </p:cSld>
  <p:clrMapOvr>
    <a:masterClrMapping/>
  </p:clrMapOvr>
  <p:timing>
    <p:tnLst>
      <p:par>
        <p:cTn id="1" dur="indefinite" restart="never" nodeType="tmRoot"/>
      </p:par>
    </p:tn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Shape 867"/>
        <p:cNvGrpSpPr/>
        <p:nvPr/>
      </p:nvGrpSpPr>
      <p:grpSpPr>
        <a:xfrm>
          <a:off x="0" y="0"/>
          <a:ext cx="0" cy="0"/>
          <a:chOff x="0" y="0"/>
          <a:chExt cx="0" cy="0"/>
        </a:xfrm>
      </p:grpSpPr>
      <p:sp>
        <p:nvSpPr>
          <p:cNvPr id="868" name="Google Shape;868;p71"/>
          <p:cNvSpPr txBox="1">
            <a:spLocks noGrp="1"/>
          </p:cNvSpPr>
          <p:nvPr>
            <p:ph type="title"/>
          </p:nvPr>
        </p:nvSpPr>
        <p:spPr>
          <a:xfrm>
            <a:off x="720000" y="445025"/>
            <a:ext cx="7704000" cy="5727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
              <a:t>Key milestones</a:t>
            </a:r>
            <a:endParaRPr/>
          </a:p>
        </p:txBody>
      </p:sp>
      <p:sp>
        <p:nvSpPr>
          <p:cNvPr id="869" name="Google Shape;869;p71"/>
          <p:cNvSpPr/>
          <p:nvPr/>
        </p:nvSpPr>
        <p:spPr>
          <a:xfrm>
            <a:off x="813688" y="1913575"/>
            <a:ext cx="115500" cy="312000"/>
          </a:xfrm>
          <a:prstGeom prst="rect">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70" name="Google Shape;870;p71"/>
          <p:cNvSpPr/>
          <p:nvPr/>
        </p:nvSpPr>
        <p:spPr>
          <a:xfrm>
            <a:off x="2066453" y="1913575"/>
            <a:ext cx="115500" cy="312000"/>
          </a:xfrm>
          <a:prstGeom prst="rect">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71" name="Google Shape;871;p71"/>
          <p:cNvSpPr/>
          <p:nvPr/>
        </p:nvSpPr>
        <p:spPr>
          <a:xfrm>
            <a:off x="3319218" y="1913575"/>
            <a:ext cx="115500" cy="312000"/>
          </a:xfrm>
          <a:prstGeom prst="rect">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72" name="Google Shape;872;p71"/>
          <p:cNvSpPr/>
          <p:nvPr/>
        </p:nvSpPr>
        <p:spPr>
          <a:xfrm>
            <a:off x="4571983" y="1913575"/>
            <a:ext cx="115500" cy="312000"/>
          </a:xfrm>
          <a:prstGeom prst="rect">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73" name="Google Shape;873;p71"/>
          <p:cNvSpPr/>
          <p:nvPr/>
        </p:nvSpPr>
        <p:spPr>
          <a:xfrm>
            <a:off x="5824748" y="1913575"/>
            <a:ext cx="115500" cy="312000"/>
          </a:xfrm>
          <a:prstGeom prst="rect">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74" name="Google Shape;874;p71"/>
          <p:cNvSpPr/>
          <p:nvPr/>
        </p:nvSpPr>
        <p:spPr>
          <a:xfrm>
            <a:off x="7077513" y="1913575"/>
            <a:ext cx="115500" cy="312000"/>
          </a:xfrm>
          <a:prstGeom prst="rect">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cxnSp>
        <p:nvCxnSpPr>
          <p:cNvPr id="875" name="Google Shape;875;p71"/>
          <p:cNvCxnSpPr>
            <a:stCxn id="869" idx="3"/>
            <a:endCxn id="870" idx="1"/>
          </p:cNvCxnSpPr>
          <p:nvPr/>
        </p:nvCxnSpPr>
        <p:spPr>
          <a:xfrm>
            <a:off x="929188" y="2069575"/>
            <a:ext cx="1137300" cy="600"/>
          </a:xfrm>
          <a:prstGeom prst="bentConnector3">
            <a:avLst>
              <a:gd name="adj1" fmla="val 49998"/>
            </a:avLst>
          </a:prstGeom>
          <a:noFill/>
          <a:ln w="9525" cap="flat" cmpd="sng">
            <a:solidFill>
              <a:schemeClr val="dk1"/>
            </a:solidFill>
            <a:prstDash val="solid"/>
            <a:round/>
            <a:headEnd type="none" w="med" len="med"/>
            <a:tailEnd type="none" w="med" len="med"/>
          </a:ln>
        </p:spPr>
      </p:cxnSp>
      <p:cxnSp>
        <p:nvCxnSpPr>
          <p:cNvPr id="876" name="Google Shape;876;p71"/>
          <p:cNvCxnSpPr>
            <a:stCxn id="870" idx="3"/>
            <a:endCxn id="871" idx="1"/>
          </p:cNvCxnSpPr>
          <p:nvPr/>
        </p:nvCxnSpPr>
        <p:spPr>
          <a:xfrm>
            <a:off x="2181953" y="2069575"/>
            <a:ext cx="1137300" cy="600"/>
          </a:xfrm>
          <a:prstGeom prst="bentConnector3">
            <a:avLst>
              <a:gd name="adj1" fmla="val 49998"/>
            </a:avLst>
          </a:prstGeom>
          <a:noFill/>
          <a:ln w="9525" cap="flat" cmpd="sng">
            <a:solidFill>
              <a:schemeClr val="dk1"/>
            </a:solidFill>
            <a:prstDash val="solid"/>
            <a:round/>
            <a:headEnd type="none" w="med" len="med"/>
            <a:tailEnd type="none" w="med" len="med"/>
          </a:ln>
        </p:spPr>
      </p:cxnSp>
      <p:cxnSp>
        <p:nvCxnSpPr>
          <p:cNvPr id="877" name="Google Shape;877;p71"/>
          <p:cNvCxnSpPr>
            <a:stCxn id="871" idx="3"/>
            <a:endCxn id="872" idx="1"/>
          </p:cNvCxnSpPr>
          <p:nvPr/>
        </p:nvCxnSpPr>
        <p:spPr>
          <a:xfrm>
            <a:off x="3434718" y="2069575"/>
            <a:ext cx="1137300" cy="600"/>
          </a:xfrm>
          <a:prstGeom prst="bentConnector3">
            <a:avLst>
              <a:gd name="adj1" fmla="val 49998"/>
            </a:avLst>
          </a:prstGeom>
          <a:noFill/>
          <a:ln w="9525" cap="flat" cmpd="sng">
            <a:solidFill>
              <a:schemeClr val="dk1"/>
            </a:solidFill>
            <a:prstDash val="solid"/>
            <a:round/>
            <a:headEnd type="none" w="med" len="med"/>
            <a:tailEnd type="none" w="med" len="med"/>
          </a:ln>
        </p:spPr>
      </p:cxnSp>
      <p:cxnSp>
        <p:nvCxnSpPr>
          <p:cNvPr id="878" name="Google Shape;878;p71"/>
          <p:cNvCxnSpPr>
            <a:stCxn id="872" idx="3"/>
            <a:endCxn id="873" idx="1"/>
          </p:cNvCxnSpPr>
          <p:nvPr/>
        </p:nvCxnSpPr>
        <p:spPr>
          <a:xfrm>
            <a:off x="4687483" y="2069575"/>
            <a:ext cx="1137300" cy="600"/>
          </a:xfrm>
          <a:prstGeom prst="bentConnector3">
            <a:avLst>
              <a:gd name="adj1" fmla="val 49998"/>
            </a:avLst>
          </a:prstGeom>
          <a:noFill/>
          <a:ln w="9525" cap="flat" cmpd="sng">
            <a:solidFill>
              <a:schemeClr val="dk1"/>
            </a:solidFill>
            <a:prstDash val="solid"/>
            <a:round/>
            <a:headEnd type="none" w="med" len="med"/>
            <a:tailEnd type="none" w="med" len="med"/>
          </a:ln>
        </p:spPr>
      </p:cxnSp>
      <p:cxnSp>
        <p:nvCxnSpPr>
          <p:cNvPr id="879" name="Google Shape;879;p71"/>
          <p:cNvCxnSpPr>
            <a:stCxn id="873" idx="3"/>
            <a:endCxn id="874" idx="1"/>
          </p:cNvCxnSpPr>
          <p:nvPr/>
        </p:nvCxnSpPr>
        <p:spPr>
          <a:xfrm>
            <a:off x="5940247" y="2069575"/>
            <a:ext cx="1137300" cy="600"/>
          </a:xfrm>
          <a:prstGeom prst="bentConnector3">
            <a:avLst>
              <a:gd name="adj1" fmla="val 49998"/>
            </a:avLst>
          </a:prstGeom>
          <a:noFill/>
          <a:ln w="9525" cap="flat" cmpd="sng">
            <a:solidFill>
              <a:schemeClr val="dk1"/>
            </a:solidFill>
            <a:prstDash val="solid"/>
            <a:round/>
            <a:headEnd type="none" w="med" len="med"/>
            <a:tailEnd type="none" w="med" len="med"/>
          </a:ln>
        </p:spPr>
      </p:cxnSp>
      <p:cxnSp>
        <p:nvCxnSpPr>
          <p:cNvPr id="880" name="Google Shape;880;p71"/>
          <p:cNvCxnSpPr>
            <a:stCxn id="874" idx="3"/>
          </p:cNvCxnSpPr>
          <p:nvPr/>
        </p:nvCxnSpPr>
        <p:spPr>
          <a:xfrm>
            <a:off x="7193013" y="2069575"/>
            <a:ext cx="1137300" cy="600"/>
          </a:xfrm>
          <a:prstGeom prst="bentConnector3">
            <a:avLst>
              <a:gd name="adj1" fmla="val 50000"/>
            </a:avLst>
          </a:prstGeom>
          <a:noFill/>
          <a:ln w="9525" cap="flat" cmpd="sng">
            <a:solidFill>
              <a:schemeClr val="dk1"/>
            </a:solidFill>
            <a:prstDash val="solid"/>
            <a:round/>
            <a:headEnd type="none" w="med" len="med"/>
            <a:tailEnd type="diamond" w="med" len="med"/>
          </a:ln>
        </p:spPr>
      </p:cxnSp>
      <p:sp>
        <p:nvSpPr>
          <p:cNvPr id="881" name="Google Shape;881;p71"/>
          <p:cNvSpPr txBox="1">
            <a:spLocks noGrp="1"/>
          </p:cNvSpPr>
          <p:nvPr>
            <p:ph type="subTitle" idx="4294967295"/>
          </p:nvPr>
        </p:nvSpPr>
        <p:spPr>
          <a:xfrm>
            <a:off x="5940238" y="2667950"/>
            <a:ext cx="2336400" cy="484800"/>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en" sz="2400">
                <a:latin typeface="Noto Serif Ethiopic"/>
                <a:ea typeface="Noto Serif Ethiopic"/>
                <a:cs typeface="Noto Serif Ethiopic"/>
                <a:sym typeface="Noto Serif Ethiopic"/>
              </a:rPr>
              <a:t>Neptune</a:t>
            </a:r>
            <a:endParaRPr sz="2400">
              <a:latin typeface="Noto Serif Ethiopic"/>
              <a:ea typeface="Noto Serif Ethiopic"/>
              <a:cs typeface="Noto Serif Ethiopic"/>
              <a:sym typeface="Noto Serif Ethiopic"/>
            </a:endParaRPr>
          </a:p>
        </p:txBody>
      </p:sp>
      <p:sp>
        <p:nvSpPr>
          <p:cNvPr id="882" name="Google Shape;882;p71"/>
          <p:cNvSpPr txBox="1">
            <a:spLocks noGrp="1"/>
          </p:cNvSpPr>
          <p:nvPr>
            <p:ph type="subTitle" idx="4294967295"/>
          </p:nvPr>
        </p:nvSpPr>
        <p:spPr>
          <a:xfrm>
            <a:off x="956300" y="2667950"/>
            <a:ext cx="2336400" cy="484800"/>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en" sz="2400">
                <a:latin typeface="Noto Serif Ethiopic"/>
                <a:ea typeface="Noto Serif Ethiopic"/>
                <a:cs typeface="Noto Serif Ethiopic"/>
                <a:sym typeface="Noto Serif Ethiopic"/>
              </a:rPr>
              <a:t>Mars</a:t>
            </a:r>
            <a:endParaRPr sz="2400">
              <a:latin typeface="Noto Serif Ethiopic"/>
              <a:ea typeface="Noto Serif Ethiopic"/>
              <a:cs typeface="Noto Serif Ethiopic"/>
              <a:sym typeface="Noto Serif Ethiopic"/>
            </a:endParaRPr>
          </a:p>
        </p:txBody>
      </p:sp>
      <p:sp>
        <p:nvSpPr>
          <p:cNvPr id="883" name="Google Shape;883;p71"/>
          <p:cNvSpPr txBox="1">
            <a:spLocks noGrp="1"/>
          </p:cNvSpPr>
          <p:nvPr>
            <p:ph type="subTitle" idx="4294967295"/>
          </p:nvPr>
        </p:nvSpPr>
        <p:spPr>
          <a:xfrm>
            <a:off x="956300" y="3152749"/>
            <a:ext cx="2336400" cy="8622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Despite being red, Mars is actually a cold place. It’s full of iron oxide dust, which gives the planet its reddish cast</a:t>
            </a:r>
            <a:endParaRPr/>
          </a:p>
        </p:txBody>
      </p:sp>
      <p:sp>
        <p:nvSpPr>
          <p:cNvPr id="884" name="Google Shape;884;p71"/>
          <p:cNvSpPr txBox="1">
            <a:spLocks noGrp="1"/>
          </p:cNvSpPr>
          <p:nvPr>
            <p:ph type="subTitle" idx="4294967295"/>
          </p:nvPr>
        </p:nvSpPr>
        <p:spPr>
          <a:xfrm>
            <a:off x="3434713" y="3152749"/>
            <a:ext cx="2336400" cy="8622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Venus has a beautiful name and is the second planet from the Sun. It’s terribly hot, even hotter than Mercury</a:t>
            </a:r>
            <a:endParaRPr/>
          </a:p>
        </p:txBody>
      </p:sp>
      <p:sp>
        <p:nvSpPr>
          <p:cNvPr id="885" name="Google Shape;885;p71"/>
          <p:cNvSpPr txBox="1">
            <a:spLocks noGrp="1"/>
          </p:cNvSpPr>
          <p:nvPr>
            <p:ph type="subTitle" idx="4294967295"/>
          </p:nvPr>
        </p:nvSpPr>
        <p:spPr>
          <a:xfrm>
            <a:off x="5940238" y="3152749"/>
            <a:ext cx="2336400" cy="8622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Neptune is the farthest planet from the Sun. It’s also the fourth-largest planet by diameter in the Solar System </a:t>
            </a:r>
            <a:endParaRPr/>
          </a:p>
        </p:txBody>
      </p:sp>
      <p:sp>
        <p:nvSpPr>
          <p:cNvPr id="886" name="Google Shape;886;p71"/>
          <p:cNvSpPr txBox="1">
            <a:spLocks noGrp="1"/>
          </p:cNvSpPr>
          <p:nvPr>
            <p:ph type="subTitle" idx="4294967295"/>
          </p:nvPr>
        </p:nvSpPr>
        <p:spPr>
          <a:xfrm>
            <a:off x="3434713" y="2667950"/>
            <a:ext cx="2336400" cy="484800"/>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en" sz="2400">
                <a:latin typeface="Noto Serif Ethiopic"/>
                <a:ea typeface="Noto Serif Ethiopic"/>
                <a:cs typeface="Noto Serif Ethiopic"/>
                <a:sym typeface="Noto Serif Ethiopic"/>
              </a:rPr>
              <a:t>Venus</a:t>
            </a:r>
            <a:endParaRPr sz="2400">
              <a:latin typeface="Noto Serif Ethiopic"/>
              <a:ea typeface="Noto Serif Ethiopic"/>
              <a:cs typeface="Noto Serif Ethiopic"/>
              <a:sym typeface="Noto Serif Ethiopic"/>
            </a:endParaRPr>
          </a:p>
        </p:txBody>
      </p:sp>
      <p:sp>
        <p:nvSpPr>
          <p:cNvPr id="887" name="Google Shape;887;p71"/>
          <p:cNvSpPr txBox="1">
            <a:spLocks noGrp="1"/>
          </p:cNvSpPr>
          <p:nvPr>
            <p:ph type="subTitle" idx="4294967295"/>
          </p:nvPr>
        </p:nvSpPr>
        <p:spPr>
          <a:xfrm>
            <a:off x="929188" y="1585375"/>
            <a:ext cx="884400" cy="484800"/>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en" sz="2400">
                <a:latin typeface="Noto Serif Ethiopic"/>
                <a:ea typeface="Noto Serif Ethiopic"/>
                <a:cs typeface="Noto Serif Ethiopic"/>
                <a:sym typeface="Noto Serif Ethiopic"/>
              </a:rPr>
              <a:t>Jan</a:t>
            </a:r>
            <a:endParaRPr sz="2400">
              <a:latin typeface="Noto Serif Ethiopic"/>
              <a:ea typeface="Noto Serif Ethiopic"/>
              <a:cs typeface="Noto Serif Ethiopic"/>
              <a:sym typeface="Noto Serif Ethiopic"/>
            </a:endParaRPr>
          </a:p>
        </p:txBody>
      </p:sp>
      <p:sp>
        <p:nvSpPr>
          <p:cNvPr id="888" name="Google Shape;888;p71"/>
          <p:cNvSpPr txBox="1">
            <a:spLocks noGrp="1"/>
          </p:cNvSpPr>
          <p:nvPr>
            <p:ph type="subTitle" idx="4294967295"/>
          </p:nvPr>
        </p:nvSpPr>
        <p:spPr>
          <a:xfrm>
            <a:off x="2181963" y="1585375"/>
            <a:ext cx="884400" cy="484800"/>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en" sz="2400">
                <a:latin typeface="Noto Serif Ethiopic"/>
                <a:ea typeface="Noto Serif Ethiopic"/>
                <a:cs typeface="Noto Serif Ethiopic"/>
                <a:sym typeface="Noto Serif Ethiopic"/>
              </a:rPr>
              <a:t>Feb</a:t>
            </a:r>
            <a:endParaRPr sz="2400">
              <a:latin typeface="Noto Serif Ethiopic"/>
              <a:ea typeface="Noto Serif Ethiopic"/>
              <a:cs typeface="Noto Serif Ethiopic"/>
              <a:sym typeface="Noto Serif Ethiopic"/>
            </a:endParaRPr>
          </a:p>
        </p:txBody>
      </p:sp>
      <p:sp>
        <p:nvSpPr>
          <p:cNvPr id="889" name="Google Shape;889;p71"/>
          <p:cNvSpPr txBox="1">
            <a:spLocks noGrp="1"/>
          </p:cNvSpPr>
          <p:nvPr>
            <p:ph type="subTitle" idx="4294967295"/>
          </p:nvPr>
        </p:nvSpPr>
        <p:spPr>
          <a:xfrm>
            <a:off x="3434738" y="1585375"/>
            <a:ext cx="884400" cy="484800"/>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en" sz="2400">
                <a:latin typeface="Noto Serif Ethiopic"/>
                <a:ea typeface="Noto Serif Ethiopic"/>
                <a:cs typeface="Noto Serif Ethiopic"/>
                <a:sym typeface="Noto Serif Ethiopic"/>
              </a:rPr>
              <a:t>Mar</a:t>
            </a:r>
            <a:endParaRPr sz="2400">
              <a:latin typeface="Noto Serif Ethiopic"/>
              <a:ea typeface="Noto Serif Ethiopic"/>
              <a:cs typeface="Noto Serif Ethiopic"/>
              <a:sym typeface="Noto Serif Ethiopic"/>
            </a:endParaRPr>
          </a:p>
        </p:txBody>
      </p:sp>
      <p:sp>
        <p:nvSpPr>
          <p:cNvPr id="890" name="Google Shape;890;p71"/>
          <p:cNvSpPr txBox="1">
            <a:spLocks noGrp="1"/>
          </p:cNvSpPr>
          <p:nvPr>
            <p:ph type="subTitle" idx="4294967295"/>
          </p:nvPr>
        </p:nvSpPr>
        <p:spPr>
          <a:xfrm>
            <a:off x="4687488" y="1585375"/>
            <a:ext cx="884400" cy="484800"/>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en" sz="2400">
                <a:latin typeface="Noto Serif Ethiopic"/>
                <a:ea typeface="Noto Serif Ethiopic"/>
                <a:cs typeface="Noto Serif Ethiopic"/>
                <a:sym typeface="Noto Serif Ethiopic"/>
              </a:rPr>
              <a:t>Apr</a:t>
            </a:r>
            <a:endParaRPr sz="2400">
              <a:latin typeface="Noto Serif Ethiopic"/>
              <a:ea typeface="Noto Serif Ethiopic"/>
              <a:cs typeface="Noto Serif Ethiopic"/>
              <a:sym typeface="Noto Serif Ethiopic"/>
            </a:endParaRPr>
          </a:p>
        </p:txBody>
      </p:sp>
      <p:sp>
        <p:nvSpPr>
          <p:cNvPr id="891" name="Google Shape;891;p71"/>
          <p:cNvSpPr txBox="1">
            <a:spLocks noGrp="1"/>
          </p:cNvSpPr>
          <p:nvPr>
            <p:ph type="subTitle" idx="4294967295"/>
          </p:nvPr>
        </p:nvSpPr>
        <p:spPr>
          <a:xfrm>
            <a:off x="5940250" y="1585375"/>
            <a:ext cx="884400" cy="484800"/>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en" sz="2400">
                <a:latin typeface="Noto Serif Ethiopic"/>
                <a:ea typeface="Noto Serif Ethiopic"/>
                <a:cs typeface="Noto Serif Ethiopic"/>
                <a:sym typeface="Noto Serif Ethiopic"/>
              </a:rPr>
              <a:t>May</a:t>
            </a:r>
            <a:endParaRPr sz="2400">
              <a:latin typeface="Noto Serif Ethiopic"/>
              <a:ea typeface="Noto Serif Ethiopic"/>
              <a:cs typeface="Noto Serif Ethiopic"/>
              <a:sym typeface="Noto Serif Ethiopic"/>
            </a:endParaRPr>
          </a:p>
        </p:txBody>
      </p:sp>
      <p:sp>
        <p:nvSpPr>
          <p:cNvPr id="892" name="Google Shape;892;p71"/>
          <p:cNvSpPr txBox="1">
            <a:spLocks noGrp="1"/>
          </p:cNvSpPr>
          <p:nvPr>
            <p:ph type="subTitle" idx="4294967295"/>
          </p:nvPr>
        </p:nvSpPr>
        <p:spPr>
          <a:xfrm>
            <a:off x="7193025" y="1585375"/>
            <a:ext cx="884400" cy="484800"/>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en" sz="2400">
                <a:latin typeface="Noto Serif Ethiopic"/>
                <a:ea typeface="Noto Serif Ethiopic"/>
                <a:cs typeface="Noto Serif Ethiopic"/>
                <a:sym typeface="Noto Serif Ethiopic"/>
              </a:rPr>
              <a:t>Jun</a:t>
            </a:r>
            <a:endParaRPr sz="2400">
              <a:latin typeface="Noto Serif Ethiopic"/>
              <a:ea typeface="Noto Serif Ethiopic"/>
              <a:cs typeface="Noto Serif Ethiopic"/>
              <a:sym typeface="Noto Serif Ethiopic"/>
            </a:endParaRPr>
          </a:p>
        </p:txBody>
      </p:sp>
      <p:cxnSp>
        <p:nvCxnSpPr>
          <p:cNvPr id="893" name="Google Shape;893;p71"/>
          <p:cNvCxnSpPr>
            <a:stCxn id="869" idx="2"/>
          </p:cNvCxnSpPr>
          <p:nvPr/>
        </p:nvCxnSpPr>
        <p:spPr>
          <a:xfrm rot="-5400000" flipH="1">
            <a:off x="-150212" y="3247225"/>
            <a:ext cx="2043900" cy="600"/>
          </a:xfrm>
          <a:prstGeom prst="bentConnector3">
            <a:avLst>
              <a:gd name="adj1" fmla="val 50000"/>
            </a:avLst>
          </a:prstGeom>
          <a:noFill/>
          <a:ln w="9525" cap="flat" cmpd="sng">
            <a:solidFill>
              <a:schemeClr val="dk1"/>
            </a:solidFill>
            <a:prstDash val="solid"/>
            <a:round/>
            <a:headEnd type="none" w="med" len="med"/>
            <a:tailEnd type="diamond" w="med" len="med"/>
          </a:ln>
        </p:spPr>
      </p:cxnSp>
      <p:cxnSp>
        <p:nvCxnSpPr>
          <p:cNvPr id="894" name="Google Shape;894;p71"/>
          <p:cNvCxnSpPr>
            <a:stCxn id="871" idx="2"/>
          </p:cNvCxnSpPr>
          <p:nvPr/>
        </p:nvCxnSpPr>
        <p:spPr>
          <a:xfrm rot="-5400000" flipH="1">
            <a:off x="2355318" y="3247225"/>
            <a:ext cx="2043900" cy="600"/>
          </a:xfrm>
          <a:prstGeom prst="bentConnector3">
            <a:avLst>
              <a:gd name="adj1" fmla="val 50000"/>
            </a:avLst>
          </a:prstGeom>
          <a:noFill/>
          <a:ln w="9525" cap="flat" cmpd="sng">
            <a:solidFill>
              <a:schemeClr val="dk1"/>
            </a:solidFill>
            <a:prstDash val="solid"/>
            <a:round/>
            <a:headEnd type="none" w="med" len="med"/>
            <a:tailEnd type="diamond" w="med" len="med"/>
          </a:ln>
        </p:spPr>
      </p:cxnSp>
      <p:cxnSp>
        <p:nvCxnSpPr>
          <p:cNvPr id="895" name="Google Shape;895;p71"/>
          <p:cNvCxnSpPr>
            <a:stCxn id="873" idx="2"/>
          </p:cNvCxnSpPr>
          <p:nvPr/>
        </p:nvCxnSpPr>
        <p:spPr>
          <a:xfrm rot="-5400000" flipH="1">
            <a:off x="4860848" y="3247225"/>
            <a:ext cx="2043900" cy="600"/>
          </a:xfrm>
          <a:prstGeom prst="bentConnector3">
            <a:avLst>
              <a:gd name="adj1" fmla="val 50000"/>
            </a:avLst>
          </a:prstGeom>
          <a:noFill/>
          <a:ln w="9525" cap="flat" cmpd="sng">
            <a:solidFill>
              <a:schemeClr val="dk1"/>
            </a:solidFill>
            <a:prstDash val="solid"/>
            <a:round/>
            <a:headEnd type="none" w="med" len="med"/>
            <a:tailEnd type="diamond" w="med" len="med"/>
          </a:ln>
        </p:spPr>
      </p:cxnSp>
    </p:spTree>
  </p:cSld>
  <p:clrMapOvr>
    <a:masterClrMapping/>
  </p:clrMapOvr>
  <p:timing>
    <p:tnLst>
      <p:par>
        <p:cTn id="1" dur="indefinite" restart="never" nodeType="tmRoot"/>
      </p:par>
    </p:tn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Shape 899"/>
        <p:cNvGrpSpPr/>
        <p:nvPr/>
      </p:nvGrpSpPr>
      <p:grpSpPr>
        <a:xfrm>
          <a:off x="0" y="0"/>
          <a:ext cx="0" cy="0"/>
          <a:chOff x="0" y="0"/>
          <a:chExt cx="0" cy="0"/>
        </a:xfrm>
      </p:grpSpPr>
      <p:sp>
        <p:nvSpPr>
          <p:cNvPr id="900" name="Google Shape;900;p72"/>
          <p:cNvSpPr txBox="1">
            <a:spLocks noGrp="1"/>
          </p:cNvSpPr>
          <p:nvPr>
            <p:ph type="title"/>
          </p:nvPr>
        </p:nvSpPr>
        <p:spPr>
          <a:xfrm>
            <a:off x="720000" y="445025"/>
            <a:ext cx="7704000" cy="5727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
              <a:t>Three marketing plans</a:t>
            </a:r>
            <a:endParaRPr/>
          </a:p>
        </p:txBody>
      </p:sp>
      <p:sp>
        <p:nvSpPr>
          <p:cNvPr id="901" name="Google Shape;901;p72"/>
          <p:cNvSpPr txBox="1">
            <a:spLocks noGrp="1"/>
          </p:cNvSpPr>
          <p:nvPr>
            <p:ph type="subTitle" idx="1"/>
          </p:nvPr>
        </p:nvSpPr>
        <p:spPr>
          <a:xfrm>
            <a:off x="3037207" y="1417350"/>
            <a:ext cx="3069600" cy="484800"/>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en"/>
              <a:t>Neptune</a:t>
            </a:r>
            <a:endParaRPr/>
          </a:p>
        </p:txBody>
      </p:sp>
      <p:sp>
        <p:nvSpPr>
          <p:cNvPr id="902" name="Google Shape;902;p72"/>
          <p:cNvSpPr txBox="1">
            <a:spLocks noGrp="1"/>
          </p:cNvSpPr>
          <p:nvPr>
            <p:ph type="subTitle" idx="2"/>
          </p:nvPr>
        </p:nvSpPr>
        <p:spPr>
          <a:xfrm>
            <a:off x="3037207" y="1902150"/>
            <a:ext cx="3069600" cy="7263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Neptune is the farthest planet from the Sun. It’s also the fourth-largest planet by diameter in the Solar System </a:t>
            </a:r>
            <a:endParaRPr/>
          </a:p>
        </p:txBody>
      </p:sp>
      <p:sp>
        <p:nvSpPr>
          <p:cNvPr id="903" name="Google Shape;903;p72"/>
          <p:cNvSpPr txBox="1">
            <a:spLocks noGrp="1"/>
          </p:cNvSpPr>
          <p:nvPr>
            <p:ph type="subTitle" idx="3"/>
          </p:nvPr>
        </p:nvSpPr>
        <p:spPr>
          <a:xfrm>
            <a:off x="1176669" y="3296076"/>
            <a:ext cx="3069600" cy="7263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Jupiter is a gas giant and the biggest planet in the Solar System. It’s the fourth-brightest object in the night sky</a:t>
            </a:r>
            <a:endParaRPr/>
          </a:p>
        </p:txBody>
      </p:sp>
      <p:sp>
        <p:nvSpPr>
          <p:cNvPr id="904" name="Google Shape;904;p72"/>
          <p:cNvSpPr txBox="1">
            <a:spLocks noGrp="1"/>
          </p:cNvSpPr>
          <p:nvPr>
            <p:ph type="subTitle" idx="4"/>
          </p:nvPr>
        </p:nvSpPr>
        <p:spPr>
          <a:xfrm>
            <a:off x="4897741" y="3296075"/>
            <a:ext cx="3069600" cy="7263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Despite being red, Mars is actually a cold place. It’s full of iron oxide dust, which gives the planet its reddish cast</a:t>
            </a:r>
            <a:endParaRPr/>
          </a:p>
        </p:txBody>
      </p:sp>
      <p:sp>
        <p:nvSpPr>
          <p:cNvPr id="905" name="Google Shape;905;p72"/>
          <p:cNvSpPr txBox="1">
            <a:spLocks noGrp="1"/>
          </p:cNvSpPr>
          <p:nvPr>
            <p:ph type="subTitle" idx="5"/>
          </p:nvPr>
        </p:nvSpPr>
        <p:spPr>
          <a:xfrm>
            <a:off x="1176659" y="2811275"/>
            <a:ext cx="3069600" cy="484800"/>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en"/>
              <a:t>Jupiter</a:t>
            </a:r>
            <a:endParaRPr/>
          </a:p>
        </p:txBody>
      </p:sp>
      <p:sp>
        <p:nvSpPr>
          <p:cNvPr id="906" name="Google Shape;906;p72"/>
          <p:cNvSpPr txBox="1">
            <a:spLocks noGrp="1"/>
          </p:cNvSpPr>
          <p:nvPr>
            <p:ph type="subTitle" idx="6"/>
          </p:nvPr>
        </p:nvSpPr>
        <p:spPr>
          <a:xfrm>
            <a:off x="4897731" y="2811275"/>
            <a:ext cx="3069600" cy="484800"/>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en"/>
              <a:t>Mars</a:t>
            </a:r>
            <a:endParaRPr/>
          </a:p>
        </p:txBody>
      </p:sp>
    </p:spTree>
  </p:cSld>
  <p:clrMapOvr>
    <a:masterClrMapping/>
  </p:clrMapOvr>
  <p:timing>
    <p:tnLst>
      <p:par>
        <p:cTn id="1" dur="indefinite" restart="never" nodeType="tmRoot"/>
      </p:par>
    </p:tnLst>
  </p:timing>
</p:sld>
</file>

<file path=ppt/theme/theme1.xml><?xml version="1.0" encoding="utf-8"?>
<a:theme xmlns:a="http://schemas.openxmlformats.org/drawingml/2006/main" name="Executive Summary of Marketing Plan Red Variant by Slidesgo">
  <a:themeElements>
    <a:clrScheme name="Simple Light">
      <a:dk1>
        <a:srgbClr val="962E44"/>
      </a:dk1>
      <a:lt1>
        <a:srgbClr val="FCFCFC"/>
      </a:lt1>
      <a:dk2>
        <a:srgbClr val="EEE8C6"/>
      </a:dk2>
      <a:lt2>
        <a:srgbClr val="C9B54C"/>
      </a:lt2>
      <a:accent1>
        <a:srgbClr val="7E2638"/>
      </a:accent1>
      <a:accent2>
        <a:srgbClr val="4D1722"/>
      </a:accent2>
      <a:accent3>
        <a:srgbClr val="FFFFFF"/>
      </a:accent3>
      <a:accent4>
        <a:srgbClr val="FFFFFF"/>
      </a:accent4>
      <a:accent5>
        <a:srgbClr val="FFFFFF"/>
      </a:accent5>
      <a:accent6>
        <a:srgbClr val="FFFFFF"/>
      </a:accent6>
      <a:hlink>
        <a:srgbClr val="962E44"/>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311</TotalTime>
  <Words>2247</Words>
  <Application>Microsoft Office PowerPoint</Application>
  <PresentationFormat>On-screen Show (16:9)</PresentationFormat>
  <Paragraphs>364</Paragraphs>
  <Slides>38</Slides>
  <Notes>38</Notes>
  <HiddenSlides>0</HiddenSlides>
  <MMClips>1</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38</vt:i4>
      </vt:variant>
    </vt:vector>
  </HeadingPairs>
  <TitlesOfParts>
    <vt:vector size="45" baseType="lpstr">
      <vt:lpstr>Comic Neue</vt:lpstr>
      <vt:lpstr>Noto Serif Ethiopic</vt:lpstr>
      <vt:lpstr>Arial</vt:lpstr>
      <vt:lpstr>Akatab</vt:lpstr>
      <vt:lpstr>quote-cjk-patch</vt:lpstr>
      <vt:lpstr>Bebas Neue</vt:lpstr>
      <vt:lpstr>Executive Summary of Marketing Plan Red Variant by Slidesgo</vt:lpstr>
      <vt:lpstr>AuditionSense A Modular Multi-modal AI System for Human Performance Analysis</vt:lpstr>
      <vt:lpstr>INTRODUCTION</vt:lpstr>
      <vt:lpstr>Related Work</vt:lpstr>
      <vt:lpstr>Related Work</vt:lpstr>
      <vt:lpstr>PowerPoint Presentation</vt:lpstr>
      <vt:lpstr>Problem Statement</vt:lpstr>
      <vt:lpstr>01</vt:lpstr>
      <vt:lpstr>Problem Statement</vt:lpstr>
      <vt:lpstr>System Overview</vt:lpstr>
      <vt:lpstr>Key Components</vt:lpstr>
      <vt:lpstr>Approach</vt:lpstr>
      <vt:lpstr>Pipeline Stages</vt:lpstr>
      <vt:lpstr>Design Rationale - Architecture</vt:lpstr>
      <vt:lpstr>Dataset</vt:lpstr>
      <vt:lpstr>Dataset Sources</vt:lpstr>
      <vt:lpstr>PowerPoint Presentation</vt:lpstr>
      <vt:lpstr>Experiments/Results</vt:lpstr>
      <vt:lpstr>PowerPoint Presentation</vt:lpstr>
      <vt:lpstr>PowerPoint Presentation</vt:lpstr>
      <vt:lpstr>PowerPoint Presentation</vt:lpstr>
      <vt:lpstr>Contributions</vt:lpstr>
      <vt:lpstr>Achievements</vt:lpstr>
      <vt:lpstr>Do you need longer text?</vt:lpstr>
      <vt:lpstr>Divide the content</vt:lpstr>
      <vt:lpstr>Here are three important ideas</vt:lpstr>
      <vt:lpstr>Divide the content in four ideas</vt:lpstr>
      <vt:lpstr>Reviewing concepts is a good idea</vt:lpstr>
      <vt:lpstr>A picture is worth a thousand words</vt:lpstr>
      <vt:lpstr>Marketing plan</vt:lpstr>
      <vt:lpstr>Let’s use some percentages</vt:lpstr>
      <vt:lpstr>Executive summary</vt:lpstr>
      <vt:lpstr>A timeline always works well</vt:lpstr>
      <vt:lpstr>Infographics are visual</vt:lpstr>
      <vt:lpstr>Tables represent your data</vt:lpstr>
      <vt:lpstr>You can use this graph</vt:lpstr>
      <vt:lpstr>Five important ideas</vt:lpstr>
      <vt:lpstr>Key milestones</vt:lpstr>
      <vt:lpstr>Three marketing plans</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AuditionSense Final Milestone</dc:title>
  <cp:lastModifiedBy>Mira William</cp:lastModifiedBy>
  <cp:revision>29</cp:revision>
  <dcterms:modified xsi:type="dcterms:W3CDTF">2026-05-13T11:42:59Z</dcterms:modified>
</cp:coreProperties>
</file>