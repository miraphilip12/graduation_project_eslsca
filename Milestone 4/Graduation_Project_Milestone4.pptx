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Lst>
  <p:notesMasterIdLst>
    <p:notesMasterId r:id="rId34"/>
  </p:notesMasterIdLst>
  <p:sldIdLst>
    <p:sldId id="256" r:id="rId2"/>
    <p:sldId id="261" r:id="rId3"/>
    <p:sldId id="304" r:id="rId4"/>
    <p:sldId id="277" r:id="rId5"/>
    <p:sldId id="270" r:id="rId6"/>
    <p:sldId id="269" r:id="rId7"/>
    <p:sldId id="303" r:id="rId8"/>
    <p:sldId id="295" r:id="rId9"/>
    <p:sldId id="305" r:id="rId10"/>
    <p:sldId id="296" r:id="rId11"/>
    <p:sldId id="306" r:id="rId12"/>
    <p:sldId id="307" r:id="rId13"/>
    <p:sldId id="308" r:id="rId14"/>
    <p:sldId id="260" r:id="rId15"/>
    <p:sldId id="297" r:id="rId16"/>
    <p:sldId id="312" r:id="rId17"/>
    <p:sldId id="258" r:id="rId18"/>
    <p:sldId id="262" r:id="rId19"/>
    <p:sldId id="272" r:id="rId20"/>
    <p:sldId id="298" r:id="rId21"/>
    <p:sldId id="259" r:id="rId22"/>
    <p:sldId id="276" r:id="rId23"/>
    <p:sldId id="257" r:id="rId24"/>
    <p:sldId id="311" r:id="rId25"/>
    <p:sldId id="309" r:id="rId26"/>
    <p:sldId id="310" r:id="rId27"/>
    <p:sldId id="299" r:id="rId28"/>
    <p:sldId id="265" r:id="rId29"/>
    <p:sldId id="300" r:id="rId30"/>
    <p:sldId id="284" r:id="rId31"/>
    <p:sldId id="285" r:id="rId32"/>
    <p:sldId id="302" r:id="rId33"/>
  </p:sldIdLst>
  <p:sldSz cx="9144000" cy="5143500" type="screen16x9"/>
  <p:notesSz cx="6858000" cy="9144000"/>
  <p:embeddedFontLst>
    <p:embeddedFont>
      <p:font typeface="Righteous" panose="020B0604020202020204" charset="0"/>
      <p:regular r:id="rId35"/>
    </p:embeddedFont>
    <p:embeddedFont>
      <p:font typeface="Comic Neue" panose="020B0604020202020204" charset="0"/>
      <p:regular r:id="rId36"/>
      <p:bold r:id="rId37"/>
      <p:italic r:id="rId38"/>
      <p:boldItalic r:id="rId39"/>
    </p:embeddedFont>
    <p:embeddedFont>
      <p:font typeface="Roboto Mono" panose="020B0604020202020204" charset="0"/>
      <p:regular r:id="rId40"/>
      <p:bold r:id="rId41"/>
      <p:italic r:id="rId42"/>
      <p:boldItalic r:id="rId43"/>
    </p:embeddedFont>
    <p:embeddedFont>
      <p:font typeface="Cambria Math" panose="02040503050406030204" pitchFamily="18" charset="0"/>
      <p:regular r:id="rId44"/>
    </p:embeddedFont>
    <p:embeddedFont>
      <p:font typeface="Bebas Neue" panose="020B0604020202020204" charset="0"/>
      <p:regular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3D5DC3-BA4F-48B7-9C4E-EA5A1AA2C53F}">
  <a:tblStyle styleId="{D53D5DC3-BA4F-48B7-9C4E-EA5A1AA2C53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showGuides="1">
      <p:cViewPr varScale="1">
        <p:scale>
          <a:sx n="112" d="100"/>
          <a:sy n="112" d="100"/>
        </p:scale>
        <p:origin x="538"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font" Target="fonts/font8.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6.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3.png"/><Relationship Id="rId6" Type="http://schemas.openxmlformats.org/officeDocument/2006/relationships/image" Target="../media/image6.svg"/><Relationship Id="rId11" Type="http://schemas.openxmlformats.org/officeDocument/2006/relationships/image" Target="../media/image18.png"/><Relationship Id="rId5" Type="http://schemas.openxmlformats.org/officeDocument/2006/relationships/image" Target="../media/image1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7.png"/><Relationship Id="rId1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6.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3.png"/><Relationship Id="rId6" Type="http://schemas.openxmlformats.org/officeDocument/2006/relationships/image" Target="../media/image6.svg"/><Relationship Id="rId11" Type="http://schemas.openxmlformats.org/officeDocument/2006/relationships/image" Target="../media/image18.png"/><Relationship Id="rId5" Type="http://schemas.openxmlformats.org/officeDocument/2006/relationships/image" Target="../media/image1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7.png"/><Relationship Id="rId1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5D1710-0946-407E-AE82-34F7D2DC38D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8E4ACEC-DC38-444E-8B69-E7846E5781F1}">
      <dgm:prSet/>
      <dgm:spPr/>
      <dgm:t>
        <a:bodyPr/>
        <a:lstStyle/>
        <a:p>
          <a:pPr>
            <a:lnSpc>
              <a:spcPct val="100000"/>
            </a:lnSpc>
          </a:pPr>
          <a:r>
            <a:rPr lang="en-US">
              <a:solidFill>
                <a:srgbClr val="0070C0"/>
              </a:solidFill>
            </a:rPr>
            <a:t>Accepts video input (live camera or recorded)</a:t>
          </a:r>
        </a:p>
      </dgm:t>
    </dgm:pt>
    <dgm:pt modelId="{1FC13055-A48B-45AA-9C7E-1F177B5920EC}" type="parTrans" cxnId="{E4B810BA-F5ED-40C8-A367-F840163D0641}">
      <dgm:prSet/>
      <dgm:spPr/>
      <dgm:t>
        <a:bodyPr/>
        <a:lstStyle/>
        <a:p>
          <a:endParaRPr lang="en-US">
            <a:solidFill>
              <a:srgbClr val="0070C0"/>
            </a:solidFill>
          </a:endParaRPr>
        </a:p>
      </dgm:t>
    </dgm:pt>
    <dgm:pt modelId="{28EAA794-CF43-477F-840D-4C8A5A990A64}" type="sibTrans" cxnId="{E4B810BA-F5ED-40C8-A367-F840163D0641}">
      <dgm:prSet/>
      <dgm:spPr/>
      <dgm:t>
        <a:bodyPr/>
        <a:lstStyle/>
        <a:p>
          <a:endParaRPr lang="en-US">
            <a:solidFill>
              <a:srgbClr val="0070C0"/>
            </a:solidFill>
          </a:endParaRPr>
        </a:p>
      </dgm:t>
    </dgm:pt>
    <dgm:pt modelId="{5722DB6A-58A6-4F85-927D-48E6C37576CA}">
      <dgm:prSet/>
      <dgm:spPr/>
      <dgm:t>
        <a:bodyPr/>
        <a:lstStyle/>
        <a:p>
          <a:pPr>
            <a:lnSpc>
              <a:spcPct val="100000"/>
            </a:lnSpc>
          </a:pPr>
          <a:r>
            <a:rPr lang="en-US">
              <a:solidFill>
                <a:srgbClr val="0070C0"/>
              </a:solidFill>
            </a:rPr>
            <a:t>Decomposes video into frames for processing</a:t>
          </a:r>
        </a:p>
      </dgm:t>
    </dgm:pt>
    <dgm:pt modelId="{ECF32A21-6B99-4934-8F18-925436D7881F}" type="parTrans" cxnId="{DEF661AA-DB27-4D5D-97D3-66B695763A72}">
      <dgm:prSet/>
      <dgm:spPr/>
      <dgm:t>
        <a:bodyPr/>
        <a:lstStyle/>
        <a:p>
          <a:endParaRPr lang="en-US">
            <a:solidFill>
              <a:srgbClr val="0070C0"/>
            </a:solidFill>
          </a:endParaRPr>
        </a:p>
      </dgm:t>
    </dgm:pt>
    <dgm:pt modelId="{1918F844-902D-4E8B-85E3-F3B9E994DB5F}" type="sibTrans" cxnId="{DEF661AA-DB27-4D5D-97D3-66B695763A72}">
      <dgm:prSet/>
      <dgm:spPr/>
      <dgm:t>
        <a:bodyPr/>
        <a:lstStyle/>
        <a:p>
          <a:endParaRPr lang="en-US">
            <a:solidFill>
              <a:srgbClr val="0070C0"/>
            </a:solidFill>
          </a:endParaRPr>
        </a:p>
      </dgm:t>
    </dgm:pt>
    <dgm:pt modelId="{B600B22C-93AF-4439-9FB9-CA366ED26E8B}">
      <dgm:prSet/>
      <dgm:spPr/>
      <dgm:t>
        <a:bodyPr/>
        <a:lstStyle/>
        <a:p>
          <a:pPr>
            <a:lnSpc>
              <a:spcPct val="100000"/>
            </a:lnSpc>
          </a:pPr>
          <a:r>
            <a:rPr lang="en-US">
              <a:solidFill>
                <a:srgbClr val="0070C0"/>
              </a:solidFill>
            </a:rPr>
            <a:t>Frames analyzed using computer vision modules</a:t>
          </a:r>
        </a:p>
      </dgm:t>
    </dgm:pt>
    <dgm:pt modelId="{3D7FEDC3-8A85-41FC-AA02-084483F46F55}" type="parTrans" cxnId="{2BA238D8-31D3-477F-A257-EB73545D07B0}">
      <dgm:prSet/>
      <dgm:spPr/>
      <dgm:t>
        <a:bodyPr/>
        <a:lstStyle/>
        <a:p>
          <a:endParaRPr lang="en-US">
            <a:solidFill>
              <a:srgbClr val="0070C0"/>
            </a:solidFill>
          </a:endParaRPr>
        </a:p>
      </dgm:t>
    </dgm:pt>
    <dgm:pt modelId="{E6C840A7-0070-4ACA-BF50-0940A182E9BE}" type="sibTrans" cxnId="{2BA238D8-31D3-477F-A257-EB73545D07B0}">
      <dgm:prSet/>
      <dgm:spPr/>
      <dgm:t>
        <a:bodyPr/>
        <a:lstStyle/>
        <a:p>
          <a:endParaRPr lang="en-US">
            <a:solidFill>
              <a:srgbClr val="0070C0"/>
            </a:solidFill>
          </a:endParaRPr>
        </a:p>
      </dgm:t>
    </dgm:pt>
    <dgm:pt modelId="{B8FF5D5A-C7CD-4657-97EC-2F50D9168B3F}">
      <dgm:prSet/>
      <dgm:spPr/>
      <dgm:t>
        <a:bodyPr/>
        <a:lstStyle/>
        <a:p>
          <a:pPr>
            <a:lnSpc>
              <a:spcPct val="100000"/>
            </a:lnSpc>
          </a:pPr>
          <a:r>
            <a:rPr lang="en-US" dirty="0">
              <a:solidFill>
                <a:srgbClr val="0070C0"/>
              </a:solidFill>
            </a:rPr>
            <a:t>MediaPipe extracts 2D body landmarks (pose, hands, face)</a:t>
          </a:r>
        </a:p>
      </dgm:t>
    </dgm:pt>
    <dgm:pt modelId="{6F2D7184-0E95-4901-BB61-BDB38257F97D}" type="parTrans" cxnId="{A0CB6C48-D9FD-497D-ABE5-7549C5E755CF}">
      <dgm:prSet/>
      <dgm:spPr/>
      <dgm:t>
        <a:bodyPr/>
        <a:lstStyle/>
        <a:p>
          <a:endParaRPr lang="en-US">
            <a:solidFill>
              <a:srgbClr val="0070C0"/>
            </a:solidFill>
          </a:endParaRPr>
        </a:p>
      </dgm:t>
    </dgm:pt>
    <dgm:pt modelId="{CE1A3D1A-7DAF-4C33-8A7F-C1C274BB3953}" type="sibTrans" cxnId="{A0CB6C48-D9FD-497D-ABE5-7549C5E755CF}">
      <dgm:prSet/>
      <dgm:spPr/>
      <dgm:t>
        <a:bodyPr/>
        <a:lstStyle/>
        <a:p>
          <a:endParaRPr lang="en-US">
            <a:solidFill>
              <a:srgbClr val="0070C0"/>
            </a:solidFill>
          </a:endParaRPr>
        </a:p>
      </dgm:t>
    </dgm:pt>
    <dgm:pt modelId="{9E380D17-5387-470C-A592-5105217A623E}">
      <dgm:prSet/>
      <dgm:spPr/>
      <dgm:t>
        <a:bodyPr/>
        <a:lstStyle/>
        <a:p>
          <a:pPr>
            <a:lnSpc>
              <a:spcPct val="100000"/>
            </a:lnSpc>
          </a:pPr>
          <a:r>
            <a:rPr lang="en-US">
              <a:solidFill>
                <a:srgbClr val="0070C0"/>
              </a:solidFill>
            </a:rPr>
            <a:t>Landmarks are normalized and structured</a:t>
          </a:r>
        </a:p>
      </dgm:t>
    </dgm:pt>
    <dgm:pt modelId="{8C2E59AF-7C9F-4B3B-93A1-1813E3EB9ED2}" type="parTrans" cxnId="{689FCC6E-9A52-4EF7-9E66-42C8E43FE877}">
      <dgm:prSet/>
      <dgm:spPr/>
      <dgm:t>
        <a:bodyPr/>
        <a:lstStyle/>
        <a:p>
          <a:endParaRPr lang="en-US">
            <a:solidFill>
              <a:srgbClr val="0070C0"/>
            </a:solidFill>
          </a:endParaRPr>
        </a:p>
      </dgm:t>
    </dgm:pt>
    <dgm:pt modelId="{0009609F-4983-4B20-A62E-58F8B5222421}" type="sibTrans" cxnId="{689FCC6E-9A52-4EF7-9E66-42C8E43FE877}">
      <dgm:prSet/>
      <dgm:spPr/>
      <dgm:t>
        <a:bodyPr/>
        <a:lstStyle/>
        <a:p>
          <a:endParaRPr lang="en-US">
            <a:solidFill>
              <a:srgbClr val="0070C0"/>
            </a:solidFill>
          </a:endParaRPr>
        </a:p>
      </dgm:t>
    </dgm:pt>
    <dgm:pt modelId="{A1BEB6EB-4994-49EF-8F85-AF996741F538}">
      <dgm:prSet/>
      <dgm:spPr/>
      <dgm:t>
        <a:bodyPr/>
        <a:lstStyle/>
        <a:p>
          <a:pPr>
            <a:lnSpc>
              <a:spcPct val="100000"/>
            </a:lnSpc>
          </a:pPr>
          <a:r>
            <a:rPr lang="en-US">
              <a:solidFill>
                <a:srgbClr val="0070C0"/>
              </a:solidFill>
            </a:rPr>
            <a:t>Preprocessing includes resizing and noise reduction</a:t>
          </a:r>
        </a:p>
      </dgm:t>
    </dgm:pt>
    <dgm:pt modelId="{F03EF10E-C5AB-4D43-B62E-F24034DA2BED}" type="parTrans" cxnId="{1DCB9F30-F37D-42B8-8B81-BB0BDD00AAEA}">
      <dgm:prSet/>
      <dgm:spPr/>
      <dgm:t>
        <a:bodyPr/>
        <a:lstStyle/>
        <a:p>
          <a:endParaRPr lang="en-US">
            <a:solidFill>
              <a:srgbClr val="0070C0"/>
            </a:solidFill>
          </a:endParaRPr>
        </a:p>
      </dgm:t>
    </dgm:pt>
    <dgm:pt modelId="{D08C681D-2FDA-4298-A91B-381A9A253859}" type="sibTrans" cxnId="{1DCB9F30-F37D-42B8-8B81-BB0BDD00AAEA}">
      <dgm:prSet/>
      <dgm:spPr/>
      <dgm:t>
        <a:bodyPr/>
        <a:lstStyle/>
        <a:p>
          <a:endParaRPr lang="en-US">
            <a:solidFill>
              <a:srgbClr val="0070C0"/>
            </a:solidFill>
          </a:endParaRPr>
        </a:p>
      </dgm:t>
    </dgm:pt>
    <dgm:pt modelId="{E0CED5E6-E667-426E-AA81-F5D6DAE86FA9}">
      <dgm:prSet/>
      <dgm:spPr/>
      <dgm:t>
        <a:bodyPr/>
        <a:lstStyle/>
        <a:p>
          <a:pPr>
            <a:lnSpc>
              <a:spcPct val="100000"/>
            </a:lnSpc>
          </a:pPr>
          <a:r>
            <a:rPr lang="en-US">
              <a:solidFill>
                <a:srgbClr val="0070C0"/>
              </a:solidFill>
            </a:rPr>
            <a:t>Processed data sent to gesture recognition stage</a:t>
          </a:r>
        </a:p>
      </dgm:t>
    </dgm:pt>
    <dgm:pt modelId="{9C71F33F-98A2-4CA0-B3F7-B6D6B8270EBA}" type="parTrans" cxnId="{7AF56D33-D400-4390-924A-A1C9EFF52DC8}">
      <dgm:prSet/>
      <dgm:spPr/>
      <dgm:t>
        <a:bodyPr/>
        <a:lstStyle/>
        <a:p>
          <a:endParaRPr lang="en-US">
            <a:solidFill>
              <a:srgbClr val="0070C0"/>
            </a:solidFill>
          </a:endParaRPr>
        </a:p>
      </dgm:t>
    </dgm:pt>
    <dgm:pt modelId="{365ABDA1-DDF1-429A-B51D-A42CAF186881}" type="sibTrans" cxnId="{7AF56D33-D400-4390-924A-A1C9EFF52DC8}">
      <dgm:prSet/>
      <dgm:spPr/>
      <dgm:t>
        <a:bodyPr/>
        <a:lstStyle/>
        <a:p>
          <a:endParaRPr lang="en-US">
            <a:solidFill>
              <a:srgbClr val="0070C0"/>
            </a:solidFill>
          </a:endParaRPr>
        </a:p>
      </dgm:t>
    </dgm:pt>
    <dgm:pt modelId="{164BA113-406B-493F-956A-C886825C6B89}" type="pres">
      <dgm:prSet presAssocID="{6A5D1710-0946-407E-AE82-34F7D2DC38DF}" presName="root" presStyleCnt="0">
        <dgm:presLayoutVars>
          <dgm:dir/>
          <dgm:resizeHandles val="exact"/>
        </dgm:presLayoutVars>
      </dgm:prSet>
      <dgm:spPr/>
      <dgm:t>
        <a:bodyPr/>
        <a:lstStyle/>
        <a:p>
          <a:endParaRPr lang="en-US"/>
        </a:p>
      </dgm:t>
    </dgm:pt>
    <dgm:pt modelId="{DF82AF09-C8A7-4512-B3A9-0B94E4D49ACD}" type="pres">
      <dgm:prSet presAssocID="{A8E4ACEC-DC38-444E-8B69-E7846E5781F1}" presName="compNode" presStyleCnt="0"/>
      <dgm:spPr/>
    </dgm:pt>
    <dgm:pt modelId="{9B2D459B-C8ED-45AF-B6FF-0E8A5A711B7D}" type="pres">
      <dgm:prSet presAssocID="{A8E4ACEC-DC38-444E-8B69-E7846E5781F1}" presName="bgRect" presStyleLbl="bgShp" presStyleIdx="0" presStyleCnt="7" custLinFactNeighborX="-5807" custLinFactNeighborY="-41358"/>
      <dgm:spPr/>
    </dgm:pt>
    <dgm:pt modelId="{90AB8144-850E-4A1E-8C17-E4C767336042}" type="pres">
      <dgm:prSet presAssocID="{A8E4ACEC-DC38-444E-8B69-E7846E5781F1}" presName="iconRect" presStyleLbl="node1" presStyleIdx="0" presStyleCnt="7"/>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 xmlns:asvg="http://schemas.microsoft.com/office/drawing/2016/SVG/main" r:embed="rId2"/>
              </a:ext>
            </a:extLst>
          </a:blip>
          <a:stretch>
            <a:fillRect/>
          </a:stretch>
        </a:blipFill>
      </dgm:spPr>
      <dgm:extLst>
        <a:ext uri="{E40237B7-FDA0-4F09-8148-C483321AD2D9}">
          <dgm14:cNvPr xmlns:dgm14="http://schemas.microsoft.com/office/drawing/2010/diagram" id="0" name="" descr="Web cam"/>
        </a:ext>
      </dgm:extLst>
    </dgm:pt>
    <dgm:pt modelId="{E02180A4-C87C-4A51-980B-64C2E9BA17FF}" type="pres">
      <dgm:prSet presAssocID="{A8E4ACEC-DC38-444E-8B69-E7846E5781F1}" presName="spaceRect" presStyleCnt="0"/>
      <dgm:spPr/>
    </dgm:pt>
    <dgm:pt modelId="{896DEAF5-3A5D-4E7E-BF2C-51DE59070986}" type="pres">
      <dgm:prSet presAssocID="{A8E4ACEC-DC38-444E-8B69-E7846E5781F1}" presName="parTx" presStyleLbl="revTx" presStyleIdx="0" presStyleCnt="7">
        <dgm:presLayoutVars>
          <dgm:chMax val="0"/>
          <dgm:chPref val="0"/>
        </dgm:presLayoutVars>
      </dgm:prSet>
      <dgm:spPr/>
      <dgm:t>
        <a:bodyPr/>
        <a:lstStyle/>
        <a:p>
          <a:endParaRPr lang="en-US"/>
        </a:p>
      </dgm:t>
    </dgm:pt>
    <dgm:pt modelId="{0CF39B3F-0300-42C6-8C41-53FF83D70148}" type="pres">
      <dgm:prSet presAssocID="{28EAA794-CF43-477F-840D-4C8A5A990A64}" presName="sibTrans" presStyleCnt="0"/>
      <dgm:spPr/>
    </dgm:pt>
    <dgm:pt modelId="{C40B31A9-17F5-4854-B03F-C256628A229B}" type="pres">
      <dgm:prSet presAssocID="{5722DB6A-58A6-4F85-927D-48E6C37576CA}" presName="compNode" presStyleCnt="0"/>
      <dgm:spPr/>
    </dgm:pt>
    <dgm:pt modelId="{D718DFAC-56F9-4B44-BD32-080CE2F612AC}" type="pres">
      <dgm:prSet presAssocID="{5722DB6A-58A6-4F85-927D-48E6C37576CA}" presName="bgRect" presStyleLbl="bgShp" presStyleIdx="1" presStyleCnt="7"/>
      <dgm:spPr/>
    </dgm:pt>
    <dgm:pt modelId="{EB4A0F3F-2934-4743-89D2-08E9AAAEA36F}" type="pres">
      <dgm:prSet presAssocID="{5722DB6A-58A6-4F85-927D-48E6C37576CA}" presName="iconRect" presStyleLbl="node1" presStyleIdx="1" presStyleCnt="7"/>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 xmlns:asvg="http://schemas.microsoft.com/office/drawing/2016/SVG/main" r:embed="rId4"/>
              </a:ext>
            </a:extLst>
          </a:blip>
          <a:stretch>
            <a:fillRect/>
          </a:stretch>
        </a:blipFill>
      </dgm:spPr>
      <dgm:extLst>
        <a:ext uri="{E40237B7-FDA0-4F09-8148-C483321AD2D9}">
          <dgm14:cNvPr xmlns:dgm14="http://schemas.microsoft.com/office/drawing/2010/diagram" id="0" name="" descr="Video camera"/>
        </a:ext>
      </dgm:extLst>
    </dgm:pt>
    <dgm:pt modelId="{CBA348EA-B420-46A9-91EF-25419BC7D774}" type="pres">
      <dgm:prSet presAssocID="{5722DB6A-58A6-4F85-927D-48E6C37576CA}" presName="spaceRect" presStyleCnt="0"/>
      <dgm:spPr/>
    </dgm:pt>
    <dgm:pt modelId="{54692F08-8FFC-4474-92D0-27E390A0C869}" type="pres">
      <dgm:prSet presAssocID="{5722DB6A-58A6-4F85-927D-48E6C37576CA}" presName="parTx" presStyleLbl="revTx" presStyleIdx="1" presStyleCnt="7">
        <dgm:presLayoutVars>
          <dgm:chMax val="0"/>
          <dgm:chPref val="0"/>
        </dgm:presLayoutVars>
      </dgm:prSet>
      <dgm:spPr/>
      <dgm:t>
        <a:bodyPr/>
        <a:lstStyle/>
        <a:p>
          <a:endParaRPr lang="en-US"/>
        </a:p>
      </dgm:t>
    </dgm:pt>
    <dgm:pt modelId="{D3CC4210-36C1-43F4-A4CE-6911683AB94C}" type="pres">
      <dgm:prSet presAssocID="{1918F844-902D-4E8B-85E3-F3B9E994DB5F}" presName="sibTrans" presStyleCnt="0"/>
      <dgm:spPr/>
    </dgm:pt>
    <dgm:pt modelId="{53BEC669-8299-4E2A-95FB-4E166DBA8CF1}" type="pres">
      <dgm:prSet presAssocID="{B600B22C-93AF-4439-9FB9-CA366ED26E8B}" presName="compNode" presStyleCnt="0"/>
      <dgm:spPr/>
    </dgm:pt>
    <dgm:pt modelId="{624B7D82-7B9E-4B7F-8D1A-79F135833AFB}" type="pres">
      <dgm:prSet presAssocID="{B600B22C-93AF-4439-9FB9-CA366ED26E8B}" presName="bgRect" presStyleLbl="bgShp" presStyleIdx="2" presStyleCnt="7"/>
      <dgm:spPr/>
    </dgm:pt>
    <dgm:pt modelId="{C0B731FE-1E59-404A-B12A-B86CC264DEAE}" type="pres">
      <dgm:prSet presAssocID="{B600B22C-93AF-4439-9FB9-CA366ED26E8B}" presName="iconRect" presStyleLbl="node1" presStyleIdx="2" presStyleCnt="7"/>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 xmlns:asvg="http://schemas.microsoft.com/office/drawing/2016/SVG/main" r:embed="rId6"/>
              </a:ext>
            </a:extLst>
          </a:blip>
          <a:stretch>
            <a:fillRect/>
          </a:stretch>
        </a:blipFill>
      </dgm:spPr>
      <dgm:extLst>
        <a:ext uri="{E40237B7-FDA0-4F09-8148-C483321AD2D9}">
          <dgm14:cNvPr xmlns:dgm14="http://schemas.microsoft.com/office/drawing/2010/diagram" id="0" name="" descr="Eye"/>
        </a:ext>
      </dgm:extLst>
    </dgm:pt>
    <dgm:pt modelId="{76F69FC6-DC7A-4A0C-BAF6-68E4CA255B13}" type="pres">
      <dgm:prSet presAssocID="{B600B22C-93AF-4439-9FB9-CA366ED26E8B}" presName="spaceRect" presStyleCnt="0"/>
      <dgm:spPr/>
    </dgm:pt>
    <dgm:pt modelId="{0BA687AC-9023-4206-BA06-517582DC3A1D}" type="pres">
      <dgm:prSet presAssocID="{B600B22C-93AF-4439-9FB9-CA366ED26E8B}" presName="parTx" presStyleLbl="revTx" presStyleIdx="2" presStyleCnt="7">
        <dgm:presLayoutVars>
          <dgm:chMax val="0"/>
          <dgm:chPref val="0"/>
        </dgm:presLayoutVars>
      </dgm:prSet>
      <dgm:spPr/>
      <dgm:t>
        <a:bodyPr/>
        <a:lstStyle/>
        <a:p>
          <a:endParaRPr lang="en-US"/>
        </a:p>
      </dgm:t>
    </dgm:pt>
    <dgm:pt modelId="{E059ECF0-99FD-4853-8425-934D684D91E4}" type="pres">
      <dgm:prSet presAssocID="{E6C840A7-0070-4ACA-BF50-0940A182E9BE}" presName="sibTrans" presStyleCnt="0"/>
      <dgm:spPr/>
    </dgm:pt>
    <dgm:pt modelId="{3A037604-2AE6-4394-BC49-F19CA2511425}" type="pres">
      <dgm:prSet presAssocID="{B8FF5D5A-C7CD-4657-97EC-2F50D9168B3F}" presName="compNode" presStyleCnt="0"/>
      <dgm:spPr/>
    </dgm:pt>
    <dgm:pt modelId="{54FA7B5A-4181-43AB-A3AE-F54BFA6014CF}" type="pres">
      <dgm:prSet presAssocID="{B8FF5D5A-C7CD-4657-97EC-2F50D9168B3F}" presName="bgRect" presStyleLbl="bgShp" presStyleIdx="3" presStyleCnt="7"/>
      <dgm:spPr/>
    </dgm:pt>
    <dgm:pt modelId="{22D5846E-78F7-467B-9FA5-BEDA1629DC07}" type="pres">
      <dgm:prSet presAssocID="{B8FF5D5A-C7CD-4657-97EC-2F50D9168B3F}" presName="iconRect" presStyleLbl="node1" presStyleIdx="3" presStyleCnt="7"/>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 xmlns:asvg="http://schemas.microsoft.com/office/drawing/2016/SVG/main" r:embed="rId8"/>
              </a:ext>
            </a:extLst>
          </a:blip>
          <a:stretch>
            <a:fillRect/>
          </a:stretch>
        </a:blipFill>
      </dgm:spPr>
      <dgm:extLst>
        <a:ext uri="{E40237B7-FDA0-4F09-8148-C483321AD2D9}">
          <dgm14:cNvPr xmlns:dgm14="http://schemas.microsoft.com/office/drawing/2010/diagram" id="0" name="" descr="Customer Review"/>
        </a:ext>
      </dgm:extLst>
    </dgm:pt>
    <dgm:pt modelId="{022D9369-C46B-483B-A3AB-A8264B3D6080}" type="pres">
      <dgm:prSet presAssocID="{B8FF5D5A-C7CD-4657-97EC-2F50D9168B3F}" presName="spaceRect" presStyleCnt="0"/>
      <dgm:spPr/>
    </dgm:pt>
    <dgm:pt modelId="{47E4AD5E-3F39-458D-B6C6-645B6407DB31}" type="pres">
      <dgm:prSet presAssocID="{B8FF5D5A-C7CD-4657-97EC-2F50D9168B3F}" presName="parTx" presStyleLbl="revTx" presStyleIdx="3" presStyleCnt="7">
        <dgm:presLayoutVars>
          <dgm:chMax val="0"/>
          <dgm:chPref val="0"/>
        </dgm:presLayoutVars>
      </dgm:prSet>
      <dgm:spPr/>
      <dgm:t>
        <a:bodyPr/>
        <a:lstStyle/>
        <a:p>
          <a:endParaRPr lang="en-US"/>
        </a:p>
      </dgm:t>
    </dgm:pt>
    <dgm:pt modelId="{07838BA7-F5A4-49E6-B919-5F316B6A2FC9}" type="pres">
      <dgm:prSet presAssocID="{CE1A3D1A-7DAF-4C33-8A7F-C1C274BB3953}" presName="sibTrans" presStyleCnt="0"/>
      <dgm:spPr/>
    </dgm:pt>
    <dgm:pt modelId="{B38E3F47-0753-4FCF-AAE5-9580A4E4D1F8}" type="pres">
      <dgm:prSet presAssocID="{9E380D17-5387-470C-A592-5105217A623E}" presName="compNode" presStyleCnt="0"/>
      <dgm:spPr/>
    </dgm:pt>
    <dgm:pt modelId="{EDE9A492-405B-4886-BC6F-FBF9892D1282}" type="pres">
      <dgm:prSet presAssocID="{9E380D17-5387-470C-A592-5105217A623E}" presName="bgRect" presStyleLbl="bgShp" presStyleIdx="4" presStyleCnt="7"/>
      <dgm:spPr/>
    </dgm:pt>
    <dgm:pt modelId="{EEB8EA98-994C-4EEF-8905-14CF9878D505}" type="pres">
      <dgm:prSet presAssocID="{9E380D17-5387-470C-A592-5105217A623E}" presName="iconRect" presStyleLbl="node1" presStyleIdx="4" presStyleCnt="7"/>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 xmlns:asvg="http://schemas.microsoft.com/office/drawing/2016/SVG/main" r:embed="rId10"/>
              </a:ext>
            </a:extLst>
          </a:blip>
          <a:stretch>
            <a:fillRect/>
          </a:stretch>
        </a:blipFill>
      </dgm:spPr>
      <dgm:extLst>
        <a:ext uri="{E40237B7-FDA0-4F09-8148-C483321AD2D9}">
          <dgm14:cNvPr xmlns:dgm14="http://schemas.microsoft.com/office/drawing/2010/diagram" id="0" name="" descr="Marker"/>
        </a:ext>
      </dgm:extLst>
    </dgm:pt>
    <dgm:pt modelId="{76996A08-F166-4897-964C-CE2877318917}" type="pres">
      <dgm:prSet presAssocID="{9E380D17-5387-470C-A592-5105217A623E}" presName="spaceRect" presStyleCnt="0"/>
      <dgm:spPr/>
    </dgm:pt>
    <dgm:pt modelId="{977C9711-A4DB-47B8-BC78-1A5486A28079}" type="pres">
      <dgm:prSet presAssocID="{9E380D17-5387-470C-A592-5105217A623E}" presName="parTx" presStyleLbl="revTx" presStyleIdx="4" presStyleCnt="7">
        <dgm:presLayoutVars>
          <dgm:chMax val="0"/>
          <dgm:chPref val="0"/>
        </dgm:presLayoutVars>
      </dgm:prSet>
      <dgm:spPr/>
      <dgm:t>
        <a:bodyPr/>
        <a:lstStyle/>
        <a:p>
          <a:endParaRPr lang="en-US"/>
        </a:p>
      </dgm:t>
    </dgm:pt>
    <dgm:pt modelId="{E36CBD7C-2788-48A6-881E-A0F1B84DBAA8}" type="pres">
      <dgm:prSet presAssocID="{0009609F-4983-4B20-A62E-58F8B5222421}" presName="sibTrans" presStyleCnt="0"/>
      <dgm:spPr/>
    </dgm:pt>
    <dgm:pt modelId="{1F9A29F1-AD6F-4170-BF52-A5A2273EE347}" type="pres">
      <dgm:prSet presAssocID="{A1BEB6EB-4994-49EF-8F85-AF996741F538}" presName="compNode" presStyleCnt="0"/>
      <dgm:spPr/>
    </dgm:pt>
    <dgm:pt modelId="{5ABD1C98-F018-4909-8A03-25059BB3E33E}" type="pres">
      <dgm:prSet presAssocID="{A1BEB6EB-4994-49EF-8F85-AF996741F538}" presName="bgRect" presStyleLbl="bgShp" presStyleIdx="5" presStyleCnt="7"/>
      <dgm:spPr/>
    </dgm:pt>
    <dgm:pt modelId="{D1DD8741-028E-4FF9-B0BE-205A91D072C2}" type="pres">
      <dgm:prSet presAssocID="{A1BEB6EB-4994-49EF-8F85-AF996741F538}" presName="iconRect" presStyleLbl="node1" presStyleIdx="5" presStyleCnt="7"/>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 xmlns:asvg="http://schemas.microsoft.com/office/drawing/2016/SVG/main" r:embed="rId12"/>
              </a:ext>
            </a:extLst>
          </a:blip>
          <a:stretch>
            <a:fillRect/>
          </a:stretch>
        </a:blipFill>
      </dgm:spPr>
      <dgm:extLst>
        <a:ext uri="{E40237B7-FDA0-4F09-8148-C483321AD2D9}">
          <dgm14:cNvPr xmlns:dgm14="http://schemas.microsoft.com/office/drawing/2010/diagram" id="0" name="" descr="Volume"/>
        </a:ext>
      </dgm:extLst>
    </dgm:pt>
    <dgm:pt modelId="{1D02A479-02F8-430B-9DBA-63543EFDCA53}" type="pres">
      <dgm:prSet presAssocID="{A1BEB6EB-4994-49EF-8F85-AF996741F538}" presName="spaceRect" presStyleCnt="0"/>
      <dgm:spPr/>
    </dgm:pt>
    <dgm:pt modelId="{9D7F5408-AF37-42B7-86EF-01E87026D8E1}" type="pres">
      <dgm:prSet presAssocID="{A1BEB6EB-4994-49EF-8F85-AF996741F538}" presName="parTx" presStyleLbl="revTx" presStyleIdx="5" presStyleCnt="7">
        <dgm:presLayoutVars>
          <dgm:chMax val="0"/>
          <dgm:chPref val="0"/>
        </dgm:presLayoutVars>
      </dgm:prSet>
      <dgm:spPr/>
      <dgm:t>
        <a:bodyPr/>
        <a:lstStyle/>
        <a:p>
          <a:endParaRPr lang="en-US"/>
        </a:p>
      </dgm:t>
    </dgm:pt>
    <dgm:pt modelId="{01968470-D85E-4C56-B980-46FA8AA330B9}" type="pres">
      <dgm:prSet presAssocID="{D08C681D-2FDA-4298-A91B-381A9A253859}" presName="sibTrans" presStyleCnt="0"/>
      <dgm:spPr/>
    </dgm:pt>
    <dgm:pt modelId="{1AC5ED61-FDBB-4578-BA7C-22E0CFD45862}" type="pres">
      <dgm:prSet presAssocID="{E0CED5E6-E667-426E-AA81-F5D6DAE86FA9}" presName="compNode" presStyleCnt="0"/>
      <dgm:spPr/>
    </dgm:pt>
    <dgm:pt modelId="{4A82044E-3761-40D0-BCA6-A9846CC35CD3}" type="pres">
      <dgm:prSet presAssocID="{E0CED5E6-E667-426E-AA81-F5D6DAE86FA9}" presName="bgRect" presStyleLbl="bgShp" presStyleIdx="6" presStyleCnt="7"/>
      <dgm:spPr/>
    </dgm:pt>
    <dgm:pt modelId="{69E4A529-C76D-4DAF-AF6C-1C04182F74C8}" type="pres">
      <dgm:prSet presAssocID="{E0CED5E6-E667-426E-AA81-F5D6DAE86FA9}" presName="iconRect" presStyleLbl="node1" presStyleIdx="6" presStyleCnt="7"/>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 xmlns:asvg="http://schemas.microsoft.com/office/drawing/2016/SVG/main" r:embed="rId14"/>
              </a:ext>
            </a:extLst>
          </a:blip>
          <a:stretch>
            <a:fillRect/>
          </a:stretch>
        </a:blipFill>
      </dgm:spPr>
      <dgm:extLst>
        <a:ext uri="{E40237B7-FDA0-4F09-8148-C483321AD2D9}">
          <dgm14:cNvPr xmlns:dgm14="http://schemas.microsoft.com/office/drawing/2010/diagram" id="0" name="" descr="Smart Phone"/>
        </a:ext>
      </dgm:extLst>
    </dgm:pt>
    <dgm:pt modelId="{6F31DC57-0CF6-43C4-9EA5-DD604E83667A}" type="pres">
      <dgm:prSet presAssocID="{E0CED5E6-E667-426E-AA81-F5D6DAE86FA9}" presName="spaceRect" presStyleCnt="0"/>
      <dgm:spPr/>
    </dgm:pt>
    <dgm:pt modelId="{EC5E513D-A590-498B-B798-5B076A67C966}" type="pres">
      <dgm:prSet presAssocID="{E0CED5E6-E667-426E-AA81-F5D6DAE86FA9}" presName="parTx" presStyleLbl="revTx" presStyleIdx="6" presStyleCnt="7">
        <dgm:presLayoutVars>
          <dgm:chMax val="0"/>
          <dgm:chPref val="0"/>
        </dgm:presLayoutVars>
      </dgm:prSet>
      <dgm:spPr/>
      <dgm:t>
        <a:bodyPr/>
        <a:lstStyle/>
        <a:p>
          <a:endParaRPr lang="en-US"/>
        </a:p>
      </dgm:t>
    </dgm:pt>
  </dgm:ptLst>
  <dgm:cxnLst>
    <dgm:cxn modelId="{68FBDE4B-D15E-45A8-8B95-76D687592577}" type="presOf" srcId="{B8FF5D5A-C7CD-4657-97EC-2F50D9168B3F}" destId="{47E4AD5E-3F39-458D-B6C6-645B6407DB31}" srcOrd="0" destOrd="0" presId="urn:microsoft.com/office/officeart/2018/2/layout/IconVerticalSolidList"/>
    <dgm:cxn modelId="{2264B7A1-52D9-413D-820A-9C9D34F2EECD}" type="presOf" srcId="{5722DB6A-58A6-4F85-927D-48E6C37576CA}" destId="{54692F08-8FFC-4474-92D0-27E390A0C869}" srcOrd="0" destOrd="0" presId="urn:microsoft.com/office/officeart/2018/2/layout/IconVerticalSolidList"/>
    <dgm:cxn modelId="{1DCB9F30-F37D-42B8-8B81-BB0BDD00AAEA}" srcId="{6A5D1710-0946-407E-AE82-34F7D2DC38DF}" destId="{A1BEB6EB-4994-49EF-8F85-AF996741F538}" srcOrd="5" destOrd="0" parTransId="{F03EF10E-C5AB-4D43-B62E-F24034DA2BED}" sibTransId="{D08C681D-2FDA-4298-A91B-381A9A253859}"/>
    <dgm:cxn modelId="{69CB6EA8-F4CD-4CEB-97E8-036BF9695269}" type="presOf" srcId="{6A5D1710-0946-407E-AE82-34F7D2DC38DF}" destId="{164BA113-406B-493F-956A-C886825C6B89}" srcOrd="0" destOrd="0" presId="urn:microsoft.com/office/officeart/2018/2/layout/IconVerticalSolidList"/>
    <dgm:cxn modelId="{2F26C5D7-1347-4017-B2C2-6B87BC6DBB8F}" type="presOf" srcId="{9E380D17-5387-470C-A592-5105217A623E}" destId="{977C9711-A4DB-47B8-BC78-1A5486A28079}" srcOrd="0" destOrd="0" presId="urn:microsoft.com/office/officeart/2018/2/layout/IconVerticalSolidList"/>
    <dgm:cxn modelId="{842428C4-9A75-42AC-B7FD-8B9A8E0B9167}" type="presOf" srcId="{A1BEB6EB-4994-49EF-8F85-AF996741F538}" destId="{9D7F5408-AF37-42B7-86EF-01E87026D8E1}" srcOrd="0" destOrd="0" presId="urn:microsoft.com/office/officeart/2018/2/layout/IconVerticalSolidList"/>
    <dgm:cxn modelId="{E4B810BA-F5ED-40C8-A367-F840163D0641}" srcId="{6A5D1710-0946-407E-AE82-34F7D2DC38DF}" destId="{A8E4ACEC-DC38-444E-8B69-E7846E5781F1}" srcOrd="0" destOrd="0" parTransId="{1FC13055-A48B-45AA-9C7E-1F177B5920EC}" sibTransId="{28EAA794-CF43-477F-840D-4C8A5A990A64}"/>
    <dgm:cxn modelId="{42010259-AF9D-4147-8EE0-4E7DC0B7D40B}" type="presOf" srcId="{B600B22C-93AF-4439-9FB9-CA366ED26E8B}" destId="{0BA687AC-9023-4206-BA06-517582DC3A1D}" srcOrd="0" destOrd="0" presId="urn:microsoft.com/office/officeart/2018/2/layout/IconVerticalSolidList"/>
    <dgm:cxn modelId="{0996DCFB-7CBD-4D24-85AD-A7661F9F6DEA}" type="presOf" srcId="{E0CED5E6-E667-426E-AA81-F5D6DAE86FA9}" destId="{EC5E513D-A590-498B-B798-5B076A67C966}" srcOrd="0" destOrd="0" presId="urn:microsoft.com/office/officeart/2018/2/layout/IconVerticalSolidList"/>
    <dgm:cxn modelId="{A0CB6C48-D9FD-497D-ABE5-7549C5E755CF}" srcId="{6A5D1710-0946-407E-AE82-34F7D2DC38DF}" destId="{B8FF5D5A-C7CD-4657-97EC-2F50D9168B3F}" srcOrd="3" destOrd="0" parTransId="{6F2D7184-0E95-4901-BB61-BDB38257F97D}" sibTransId="{CE1A3D1A-7DAF-4C33-8A7F-C1C274BB3953}"/>
    <dgm:cxn modelId="{B43B6664-10B3-4BE8-AE63-C7C85DE1DF50}" type="presOf" srcId="{A8E4ACEC-DC38-444E-8B69-E7846E5781F1}" destId="{896DEAF5-3A5D-4E7E-BF2C-51DE59070986}" srcOrd="0" destOrd="0" presId="urn:microsoft.com/office/officeart/2018/2/layout/IconVerticalSolidList"/>
    <dgm:cxn modelId="{7AF56D33-D400-4390-924A-A1C9EFF52DC8}" srcId="{6A5D1710-0946-407E-AE82-34F7D2DC38DF}" destId="{E0CED5E6-E667-426E-AA81-F5D6DAE86FA9}" srcOrd="6" destOrd="0" parTransId="{9C71F33F-98A2-4CA0-B3F7-B6D6B8270EBA}" sibTransId="{365ABDA1-DDF1-429A-B51D-A42CAF186881}"/>
    <dgm:cxn modelId="{689FCC6E-9A52-4EF7-9E66-42C8E43FE877}" srcId="{6A5D1710-0946-407E-AE82-34F7D2DC38DF}" destId="{9E380D17-5387-470C-A592-5105217A623E}" srcOrd="4" destOrd="0" parTransId="{8C2E59AF-7C9F-4B3B-93A1-1813E3EB9ED2}" sibTransId="{0009609F-4983-4B20-A62E-58F8B5222421}"/>
    <dgm:cxn modelId="{DEF661AA-DB27-4D5D-97D3-66B695763A72}" srcId="{6A5D1710-0946-407E-AE82-34F7D2DC38DF}" destId="{5722DB6A-58A6-4F85-927D-48E6C37576CA}" srcOrd="1" destOrd="0" parTransId="{ECF32A21-6B99-4934-8F18-925436D7881F}" sibTransId="{1918F844-902D-4E8B-85E3-F3B9E994DB5F}"/>
    <dgm:cxn modelId="{2BA238D8-31D3-477F-A257-EB73545D07B0}" srcId="{6A5D1710-0946-407E-AE82-34F7D2DC38DF}" destId="{B600B22C-93AF-4439-9FB9-CA366ED26E8B}" srcOrd="2" destOrd="0" parTransId="{3D7FEDC3-8A85-41FC-AA02-084483F46F55}" sibTransId="{E6C840A7-0070-4ACA-BF50-0940A182E9BE}"/>
    <dgm:cxn modelId="{3619754E-637D-414B-A462-E447CBAFB6F8}" type="presParOf" srcId="{164BA113-406B-493F-956A-C886825C6B89}" destId="{DF82AF09-C8A7-4512-B3A9-0B94E4D49ACD}" srcOrd="0" destOrd="0" presId="urn:microsoft.com/office/officeart/2018/2/layout/IconVerticalSolidList"/>
    <dgm:cxn modelId="{FCB77A7B-AC35-4112-8837-C080FAD74A80}" type="presParOf" srcId="{DF82AF09-C8A7-4512-B3A9-0B94E4D49ACD}" destId="{9B2D459B-C8ED-45AF-B6FF-0E8A5A711B7D}" srcOrd="0" destOrd="0" presId="urn:microsoft.com/office/officeart/2018/2/layout/IconVerticalSolidList"/>
    <dgm:cxn modelId="{469F5AB9-0FC0-43E0-9433-7ABCE65EDAAF}" type="presParOf" srcId="{DF82AF09-C8A7-4512-B3A9-0B94E4D49ACD}" destId="{90AB8144-850E-4A1E-8C17-E4C767336042}" srcOrd="1" destOrd="0" presId="urn:microsoft.com/office/officeart/2018/2/layout/IconVerticalSolidList"/>
    <dgm:cxn modelId="{77643796-08DB-4EC6-96AF-5C39FB757AE3}" type="presParOf" srcId="{DF82AF09-C8A7-4512-B3A9-0B94E4D49ACD}" destId="{E02180A4-C87C-4A51-980B-64C2E9BA17FF}" srcOrd="2" destOrd="0" presId="urn:microsoft.com/office/officeart/2018/2/layout/IconVerticalSolidList"/>
    <dgm:cxn modelId="{0EA0969D-BE69-478D-B340-73089FF1D505}" type="presParOf" srcId="{DF82AF09-C8A7-4512-B3A9-0B94E4D49ACD}" destId="{896DEAF5-3A5D-4E7E-BF2C-51DE59070986}" srcOrd="3" destOrd="0" presId="urn:microsoft.com/office/officeart/2018/2/layout/IconVerticalSolidList"/>
    <dgm:cxn modelId="{B8D1E177-BC00-4044-9EE6-8EA806312BF6}" type="presParOf" srcId="{164BA113-406B-493F-956A-C886825C6B89}" destId="{0CF39B3F-0300-42C6-8C41-53FF83D70148}" srcOrd="1" destOrd="0" presId="urn:microsoft.com/office/officeart/2018/2/layout/IconVerticalSolidList"/>
    <dgm:cxn modelId="{0F03A15F-EA25-4C27-BCD0-1C9B401360D0}" type="presParOf" srcId="{164BA113-406B-493F-956A-C886825C6B89}" destId="{C40B31A9-17F5-4854-B03F-C256628A229B}" srcOrd="2" destOrd="0" presId="urn:microsoft.com/office/officeart/2018/2/layout/IconVerticalSolidList"/>
    <dgm:cxn modelId="{4A000575-1AD7-4688-B3EE-C87BB860E6F3}" type="presParOf" srcId="{C40B31A9-17F5-4854-B03F-C256628A229B}" destId="{D718DFAC-56F9-4B44-BD32-080CE2F612AC}" srcOrd="0" destOrd="0" presId="urn:microsoft.com/office/officeart/2018/2/layout/IconVerticalSolidList"/>
    <dgm:cxn modelId="{BA19CCE1-CDE3-46B7-8C76-28CE5FEA1E9D}" type="presParOf" srcId="{C40B31A9-17F5-4854-B03F-C256628A229B}" destId="{EB4A0F3F-2934-4743-89D2-08E9AAAEA36F}" srcOrd="1" destOrd="0" presId="urn:microsoft.com/office/officeart/2018/2/layout/IconVerticalSolidList"/>
    <dgm:cxn modelId="{F5157E8F-6B7B-4E63-9387-AAF4CEC1901C}" type="presParOf" srcId="{C40B31A9-17F5-4854-B03F-C256628A229B}" destId="{CBA348EA-B420-46A9-91EF-25419BC7D774}" srcOrd="2" destOrd="0" presId="urn:microsoft.com/office/officeart/2018/2/layout/IconVerticalSolidList"/>
    <dgm:cxn modelId="{E958D0B2-15CA-4CD4-82DC-8F4964896C77}" type="presParOf" srcId="{C40B31A9-17F5-4854-B03F-C256628A229B}" destId="{54692F08-8FFC-4474-92D0-27E390A0C869}" srcOrd="3" destOrd="0" presId="urn:microsoft.com/office/officeart/2018/2/layout/IconVerticalSolidList"/>
    <dgm:cxn modelId="{08D0C19E-AEEE-41B4-AF5D-D1E642D3EDAE}" type="presParOf" srcId="{164BA113-406B-493F-956A-C886825C6B89}" destId="{D3CC4210-36C1-43F4-A4CE-6911683AB94C}" srcOrd="3" destOrd="0" presId="urn:microsoft.com/office/officeart/2018/2/layout/IconVerticalSolidList"/>
    <dgm:cxn modelId="{7B137C06-BB29-4C8C-8FA7-7A6A268D5A47}" type="presParOf" srcId="{164BA113-406B-493F-956A-C886825C6B89}" destId="{53BEC669-8299-4E2A-95FB-4E166DBA8CF1}" srcOrd="4" destOrd="0" presId="urn:microsoft.com/office/officeart/2018/2/layout/IconVerticalSolidList"/>
    <dgm:cxn modelId="{1EA25DF8-C204-48FB-B924-6195FE38271C}" type="presParOf" srcId="{53BEC669-8299-4E2A-95FB-4E166DBA8CF1}" destId="{624B7D82-7B9E-4B7F-8D1A-79F135833AFB}" srcOrd="0" destOrd="0" presId="urn:microsoft.com/office/officeart/2018/2/layout/IconVerticalSolidList"/>
    <dgm:cxn modelId="{84B3A41C-5CE0-4B90-A005-68B8A37B50AD}" type="presParOf" srcId="{53BEC669-8299-4E2A-95FB-4E166DBA8CF1}" destId="{C0B731FE-1E59-404A-B12A-B86CC264DEAE}" srcOrd="1" destOrd="0" presId="urn:microsoft.com/office/officeart/2018/2/layout/IconVerticalSolidList"/>
    <dgm:cxn modelId="{216972EB-6596-43A5-8BF1-39610E4C8375}" type="presParOf" srcId="{53BEC669-8299-4E2A-95FB-4E166DBA8CF1}" destId="{76F69FC6-DC7A-4A0C-BAF6-68E4CA255B13}" srcOrd="2" destOrd="0" presId="urn:microsoft.com/office/officeart/2018/2/layout/IconVerticalSolidList"/>
    <dgm:cxn modelId="{F634570B-3E02-4092-9E70-45F0E3B5302C}" type="presParOf" srcId="{53BEC669-8299-4E2A-95FB-4E166DBA8CF1}" destId="{0BA687AC-9023-4206-BA06-517582DC3A1D}" srcOrd="3" destOrd="0" presId="urn:microsoft.com/office/officeart/2018/2/layout/IconVerticalSolidList"/>
    <dgm:cxn modelId="{FDCA4DD9-2C2F-4ACE-9E47-A430E65F4C1A}" type="presParOf" srcId="{164BA113-406B-493F-956A-C886825C6B89}" destId="{E059ECF0-99FD-4853-8425-934D684D91E4}" srcOrd="5" destOrd="0" presId="urn:microsoft.com/office/officeart/2018/2/layout/IconVerticalSolidList"/>
    <dgm:cxn modelId="{8C63761D-BC17-424B-859C-42DC07AF806A}" type="presParOf" srcId="{164BA113-406B-493F-956A-C886825C6B89}" destId="{3A037604-2AE6-4394-BC49-F19CA2511425}" srcOrd="6" destOrd="0" presId="urn:microsoft.com/office/officeart/2018/2/layout/IconVerticalSolidList"/>
    <dgm:cxn modelId="{173E6C84-6854-4D39-A533-83B559381659}" type="presParOf" srcId="{3A037604-2AE6-4394-BC49-F19CA2511425}" destId="{54FA7B5A-4181-43AB-A3AE-F54BFA6014CF}" srcOrd="0" destOrd="0" presId="urn:microsoft.com/office/officeart/2018/2/layout/IconVerticalSolidList"/>
    <dgm:cxn modelId="{1043519D-D7A2-41CE-9D52-103E529509A0}" type="presParOf" srcId="{3A037604-2AE6-4394-BC49-F19CA2511425}" destId="{22D5846E-78F7-467B-9FA5-BEDA1629DC07}" srcOrd="1" destOrd="0" presId="urn:microsoft.com/office/officeart/2018/2/layout/IconVerticalSolidList"/>
    <dgm:cxn modelId="{8B5CA861-5AC4-4D68-9F01-6E64C6B89954}" type="presParOf" srcId="{3A037604-2AE6-4394-BC49-F19CA2511425}" destId="{022D9369-C46B-483B-A3AB-A8264B3D6080}" srcOrd="2" destOrd="0" presId="urn:microsoft.com/office/officeart/2018/2/layout/IconVerticalSolidList"/>
    <dgm:cxn modelId="{57B4BFA5-4B89-484F-9B9B-C8EACBADE853}" type="presParOf" srcId="{3A037604-2AE6-4394-BC49-F19CA2511425}" destId="{47E4AD5E-3F39-458D-B6C6-645B6407DB31}" srcOrd="3" destOrd="0" presId="urn:microsoft.com/office/officeart/2018/2/layout/IconVerticalSolidList"/>
    <dgm:cxn modelId="{03E9BFEC-8D1C-4921-8095-D8FAC78000D4}" type="presParOf" srcId="{164BA113-406B-493F-956A-C886825C6B89}" destId="{07838BA7-F5A4-49E6-B919-5F316B6A2FC9}" srcOrd="7" destOrd="0" presId="urn:microsoft.com/office/officeart/2018/2/layout/IconVerticalSolidList"/>
    <dgm:cxn modelId="{1F124F7C-429E-4543-881A-713EB10A27F3}" type="presParOf" srcId="{164BA113-406B-493F-956A-C886825C6B89}" destId="{B38E3F47-0753-4FCF-AAE5-9580A4E4D1F8}" srcOrd="8" destOrd="0" presId="urn:microsoft.com/office/officeart/2018/2/layout/IconVerticalSolidList"/>
    <dgm:cxn modelId="{DB133246-FB8D-4ECD-96F2-C2C3A7598E0C}" type="presParOf" srcId="{B38E3F47-0753-4FCF-AAE5-9580A4E4D1F8}" destId="{EDE9A492-405B-4886-BC6F-FBF9892D1282}" srcOrd="0" destOrd="0" presId="urn:microsoft.com/office/officeart/2018/2/layout/IconVerticalSolidList"/>
    <dgm:cxn modelId="{EBA8256C-6DC9-48AB-A064-C0A5D88F2C21}" type="presParOf" srcId="{B38E3F47-0753-4FCF-AAE5-9580A4E4D1F8}" destId="{EEB8EA98-994C-4EEF-8905-14CF9878D505}" srcOrd="1" destOrd="0" presId="urn:microsoft.com/office/officeart/2018/2/layout/IconVerticalSolidList"/>
    <dgm:cxn modelId="{B13E1A8C-EB20-4653-A446-098F71E6C06D}" type="presParOf" srcId="{B38E3F47-0753-4FCF-AAE5-9580A4E4D1F8}" destId="{76996A08-F166-4897-964C-CE2877318917}" srcOrd="2" destOrd="0" presId="urn:microsoft.com/office/officeart/2018/2/layout/IconVerticalSolidList"/>
    <dgm:cxn modelId="{4B62C965-AB74-44EA-A914-F4422A1A8BDB}" type="presParOf" srcId="{B38E3F47-0753-4FCF-AAE5-9580A4E4D1F8}" destId="{977C9711-A4DB-47B8-BC78-1A5486A28079}" srcOrd="3" destOrd="0" presId="urn:microsoft.com/office/officeart/2018/2/layout/IconVerticalSolidList"/>
    <dgm:cxn modelId="{CC780AFA-A1A9-413F-BAF1-919FF20E5216}" type="presParOf" srcId="{164BA113-406B-493F-956A-C886825C6B89}" destId="{E36CBD7C-2788-48A6-881E-A0F1B84DBAA8}" srcOrd="9" destOrd="0" presId="urn:microsoft.com/office/officeart/2018/2/layout/IconVerticalSolidList"/>
    <dgm:cxn modelId="{05C0B84F-CCCA-436B-A7A5-32B265BC3F16}" type="presParOf" srcId="{164BA113-406B-493F-956A-C886825C6B89}" destId="{1F9A29F1-AD6F-4170-BF52-A5A2273EE347}" srcOrd="10" destOrd="0" presId="urn:microsoft.com/office/officeart/2018/2/layout/IconVerticalSolidList"/>
    <dgm:cxn modelId="{C347AE81-E047-4713-B59C-C0D98578C5A5}" type="presParOf" srcId="{1F9A29F1-AD6F-4170-BF52-A5A2273EE347}" destId="{5ABD1C98-F018-4909-8A03-25059BB3E33E}" srcOrd="0" destOrd="0" presId="urn:microsoft.com/office/officeart/2018/2/layout/IconVerticalSolidList"/>
    <dgm:cxn modelId="{4B09AC5C-39DD-4838-90E5-32183AA6E955}" type="presParOf" srcId="{1F9A29F1-AD6F-4170-BF52-A5A2273EE347}" destId="{D1DD8741-028E-4FF9-B0BE-205A91D072C2}" srcOrd="1" destOrd="0" presId="urn:microsoft.com/office/officeart/2018/2/layout/IconVerticalSolidList"/>
    <dgm:cxn modelId="{FE056C16-EAB0-4BA8-B34C-217DA8B5EEFA}" type="presParOf" srcId="{1F9A29F1-AD6F-4170-BF52-A5A2273EE347}" destId="{1D02A479-02F8-430B-9DBA-63543EFDCA53}" srcOrd="2" destOrd="0" presId="urn:microsoft.com/office/officeart/2018/2/layout/IconVerticalSolidList"/>
    <dgm:cxn modelId="{F3E6BFA3-8D97-435D-A4A6-657A3D08BE73}" type="presParOf" srcId="{1F9A29F1-AD6F-4170-BF52-A5A2273EE347}" destId="{9D7F5408-AF37-42B7-86EF-01E87026D8E1}" srcOrd="3" destOrd="0" presId="urn:microsoft.com/office/officeart/2018/2/layout/IconVerticalSolidList"/>
    <dgm:cxn modelId="{B012A49B-804C-4703-843E-84B1C1DACCAD}" type="presParOf" srcId="{164BA113-406B-493F-956A-C886825C6B89}" destId="{01968470-D85E-4C56-B980-46FA8AA330B9}" srcOrd="11" destOrd="0" presId="urn:microsoft.com/office/officeart/2018/2/layout/IconVerticalSolidList"/>
    <dgm:cxn modelId="{651FAF58-9490-425F-9B7E-86098912C925}" type="presParOf" srcId="{164BA113-406B-493F-956A-C886825C6B89}" destId="{1AC5ED61-FDBB-4578-BA7C-22E0CFD45862}" srcOrd="12" destOrd="0" presId="urn:microsoft.com/office/officeart/2018/2/layout/IconVerticalSolidList"/>
    <dgm:cxn modelId="{E57F19DA-B1C5-4BBF-A37F-04E0B671E1CC}" type="presParOf" srcId="{1AC5ED61-FDBB-4578-BA7C-22E0CFD45862}" destId="{4A82044E-3761-40D0-BCA6-A9846CC35CD3}" srcOrd="0" destOrd="0" presId="urn:microsoft.com/office/officeart/2018/2/layout/IconVerticalSolidList"/>
    <dgm:cxn modelId="{7F869F81-009E-4728-BA5E-BF8DF0560D43}" type="presParOf" srcId="{1AC5ED61-FDBB-4578-BA7C-22E0CFD45862}" destId="{69E4A529-C76D-4DAF-AF6C-1C04182F74C8}" srcOrd="1" destOrd="0" presId="urn:microsoft.com/office/officeart/2018/2/layout/IconVerticalSolidList"/>
    <dgm:cxn modelId="{9942DC21-772C-49C9-ACB7-020839958F9B}" type="presParOf" srcId="{1AC5ED61-FDBB-4578-BA7C-22E0CFD45862}" destId="{6F31DC57-0CF6-43C4-9EA5-DD604E83667A}" srcOrd="2" destOrd="0" presId="urn:microsoft.com/office/officeart/2018/2/layout/IconVerticalSolidList"/>
    <dgm:cxn modelId="{8FA96F0C-95BE-4079-AFC0-02CB924B2FFF}" type="presParOf" srcId="{1AC5ED61-FDBB-4578-BA7C-22E0CFD45862}" destId="{EC5E513D-A590-498B-B798-5B076A67C96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2D459B-C8ED-45AF-B6FF-0E8A5A711B7D}">
      <dsp:nvSpPr>
        <dsp:cNvPr id="0" name=""/>
        <dsp:cNvSpPr/>
      </dsp:nvSpPr>
      <dsp:spPr>
        <a:xfrm>
          <a:off x="0" y="0"/>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AB8144-850E-4A1E-8C17-E4C767336042}">
      <dsp:nvSpPr>
        <dsp:cNvPr id="0" name=""/>
        <dsp:cNvSpPr/>
      </dsp:nvSpPr>
      <dsp:spPr>
        <a:xfrm>
          <a:off x="133663" y="99740"/>
          <a:ext cx="243024" cy="24302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96DEAF5-3A5D-4E7E-BF2C-51DE59070986}">
      <dsp:nvSpPr>
        <dsp:cNvPr id="0" name=""/>
        <dsp:cNvSpPr/>
      </dsp:nvSpPr>
      <dsp:spPr>
        <a:xfrm>
          <a:off x="510351" y="320"/>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Accepts video input (live camera or recorded)</a:t>
          </a:r>
        </a:p>
      </dsp:txBody>
      <dsp:txXfrm>
        <a:off x="510351" y="320"/>
        <a:ext cx="6472834" cy="441863"/>
      </dsp:txXfrm>
    </dsp:sp>
    <dsp:sp modelId="{D718DFAC-56F9-4B44-BD32-080CE2F612AC}">
      <dsp:nvSpPr>
        <dsp:cNvPr id="0" name=""/>
        <dsp:cNvSpPr/>
      </dsp:nvSpPr>
      <dsp:spPr>
        <a:xfrm>
          <a:off x="0" y="552649"/>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B4A0F3F-2934-4743-89D2-08E9AAAEA36F}">
      <dsp:nvSpPr>
        <dsp:cNvPr id="0" name=""/>
        <dsp:cNvSpPr/>
      </dsp:nvSpPr>
      <dsp:spPr>
        <a:xfrm>
          <a:off x="133663" y="652069"/>
          <a:ext cx="243024" cy="24302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4692F08-8FFC-4474-92D0-27E390A0C869}">
      <dsp:nvSpPr>
        <dsp:cNvPr id="0" name=""/>
        <dsp:cNvSpPr/>
      </dsp:nvSpPr>
      <dsp:spPr>
        <a:xfrm>
          <a:off x="510351" y="552649"/>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Decomposes video into frames for processing</a:t>
          </a:r>
        </a:p>
      </dsp:txBody>
      <dsp:txXfrm>
        <a:off x="510351" y="552649"/>
        <a:ext cx="6472834" cy="441863"/>
      </dsp:txXfrm>
    </dsp:sp>
    <dsp:sp modelId="{624B7D82-7B9E-4B7F-8D1A-79F135833AFB}">
      <dsp:nvSpPr>
        <dsp:cNvPr id="0" name=""/>
        <dsp:cNvSpPr/>
      </dsp:nvSpPr>
      <dsp:spPr>
        <a:xfrm>
          <a:off x="0" y="1104978"/>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B731FE-1E59-404A-B12A-B86CC264DEAE}">
      <dsp:nvSpPr>
        <dsp:cNvPr id="0" name=""/>
        <dsp:cNvSpPr/>
      </dsp:nvSpPr>
      <dsp:spPr>
        <a:xfrm>
          <a:off x="133663" y="1204397"/>
          <a:ext cx="243024" cy="24302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BA687AC-9023-4206-BA06-517582DC3A1D}">
      <dsp:nvSpPr>
        <dsp:cNvPr id="0" name=""/>
        <dsp:cNvSpPr/>
      </dsp:nvSpPr>
      <dsp:spPr>
        <a:xfrm>
          <a:off x="510351" y="1104978"/>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Frames analyzed using computer vision modules</a:t>
          </a:r>
        </a:p>
      </dsp:txBody>
      <dsp:txXfrm>
        <a:off x="510351" y="1104978"/>
        <a:ext cx="6472834" cy="441863"/>
      </dsp:txXfrm>
    </dsp:sp>
    <dsp:sp modelId="{54FA7B5A-4181-43AB-A3AE-F54BFA6014CF}">
      <dsp:nvSpPr>
        <dsp:cNvPr id="0" name=""/>
        <dsp:cNvSpPr/>
      </dsp:nvSpPr>
      <dsp:spPr>
        <a:xfrm>
          <a:off x="0" y="1657307"/>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2D5846E-78F7-467B-9FA5-BEDA1629DC07}">
      <dsp:nvSpPr>
        <dsp:cNvPr id="0" name=""/>
        <dsp:cNvSpPr/>
      </dsp:nvSpPr>
      <dsp:spPr>
        <a:xfrm>
          <a:off x="133663" y="1756726"/>
          <a:ext cx="243024" cy="24302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 xmlns:asvg="http://schemas.microsoft.com/office/drawing/2016/SVG/main"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7E4AD5E-3F39-458D-B6C6-645B6407DB31}">
      <dsp:nvSpPr>
        <dsp:cNvPr id="0" name=""/>
        <dsp:cNvSpPr/>
      </dsp:nvSpPr>
      <dsp:spPr>
        <a:xfrm>
          <a:off x="510351" y="1657307"/>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MediaPipe extracts 2D body landmarks (pose, hands, face)</a:t>
          </a:r>
        </a:p>
      </dsp:txBody>
      <dsp:txXfrm>
        <a:off x="510351" y="1657307"/>
        <a:ext cx="6472834" cy="441863"/>
      </dsp:txXfrm>
    </dsp:sp>
    <dsp:sp modelId="{EDE9A492-405B-4886-BC6F-FBF9892D1282}">
      <dsp:nvSpPr>
        <dsp:cNvPr id="0" name=""/>
        <dsp:cNvSpPr/>
      </dsp:nvSpPr>
      <dsp:spPr>
        <a:xfrm>
          <a:off x="0" y="2209636"/>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B8EA98-994C-4EEF-8905-14CF9878D505}">
      <dsp:nvSpPr>
        <dsp:cNvPr id="0" name=""/>
        <dsp:cNvSpPr/>
      </dsp:nvSpPr>
      <dsp:spPr>
        <a:xfrm>
          <a:off x="133663" y="2309055"/>
          <a:ext cx="243024" cy="24302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 xmlns:asvg="http://schemas.microsoft.com/office/drawing/2016/SVG/main"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77C9711-A4DB-47B8-BC78-1A5486A28079}">
      <dsp:nvSpPr>
        <dsp:cNvPr id="0" name=""/>
        <dsp:cNvSpPr/>
      </dsp:nvSpPr>
      <dsp:spPr>
        <a:xfrm>
          <a:off x="510351" y="2209636"/>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Landmarks are normalized and structured</a:t>
          </a:r>
        </a:p>
      </dsp:txBody>
      <dsp:txXfrm>
        <a:off x="510351" y="2209636"/>
        <a:ext cx="6472834" cy="441863"/>
      </dsp:txXfrm>
    </dsp:sp>
    <dsp:sp modelId="{5ABD1C98-F018-4909-8A03-25059BB3E33E}">
      <dsp:nvSpPr>
        <dsp:cNvPr id="0" name=""/>
        <dsp:cNvSpPr/>
      </dsp:nvSpPr>
      <dsp:spPr>
        <a:xfrm>
          <a:off x="0" y="2761965"/>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DD8741-028E-4FF9-B0BE-205A91D072C2}">
      <dsp:nvSpPr>
        <dsp:cNvPr id="0" name=""/>
        <dsp:cNvSpPr/>
      </dsp:nvSpPr>
      <dsp:spPr>
        <a:xfrm>
          <a:off x="133663" y="2861384"/>
          <a:ext cx="243024" cy="243024"/>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 xmlns:asvg="http://schemas.microsoft.com/office/drawing/2016/SVG/main" r:embed="rId1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D7F5408-AF37-42B7-86EF-01E87026D8E1}">
      <dsp:nvSpPr>
        <dsp:cNvPr id="0" name=""/>
        <dsp:cNvSpPr/>
      </dsp:nvSpPr>
      <dsp:spPr>
        <a:xfrm>
          <a:off x="510351" y="2761965"/>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Preprocessing includes resizing and noise reduction</a:t>
          </a:r>
        </a:p>
      </dsp:txBody>
      <dsp:txXfrm>
        <a:off x="510351" y="2761965"/>
        <a:ext cx="6472834" cy="441863"/>
      </dsp:txXfrm>
    </dsp:sp>
    <dsp:sp modelId="{4A82044E-3761-40D0-BCA6-A9846CC35CD3}">
      <dsp:nvSpPr>
        <dsp:cNvPr id="0" name=""/>
        <dsp:cNvSpPr/>
      </dsp:nvSpPr>
      <dsp:spPr>
        <a:xfrm>
          <a:off x="0" y="3314293"/>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E4A529-C76D-4DAF-AF6C-1C04182F74C8}">
      <dsp:nvSpPr>
        <dsp:cNvPr id="0" name=""/>
        <dsp:cNvSpPr/>
      </dsp:nvSpPr>
      <dsp:spPr>
        <a:xfrm>
          <a:off x="133663" y="3413713"/>
          <a:ext cx="243024" cy="243024"/>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 xmlns:asvg="http://schemas.microsoft.com/office/drawing/2016/SVG/main" r:embed="rId1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C5E513D-A590-498B-B798-5B076A67C966}">
      <dsp:nvSpPr>
        <dsp:cNvPr id="0" name=""/>
        <dsp:cNvSpPr/>
      </dsp:nvSpPr>
      <dsp:spPr>
        <a:xfrm>
          <a:off x="510351" y="3314293"/>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Processed data sent to gesture recognition stage</a:t>
          </a:r>
        </a:p>
      </dsp:txBody>
      <dsp:txXfrm>
        <a:off x="510351" y="3314293"/>
        <a:ext cx="6472834" cy="44186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ecafb401c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ecafb401c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eefd4d17d7_1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eefd4d17d7_1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gecc07f8bc7_0_1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0" name="Google Shape;650;gecc07f8bc7_0_1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57041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18584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77267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d37b07e4d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d37b07e4d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0508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d37b07e4d9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d37b07e4d9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6982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d37b07e4d9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d37b07e4d9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93374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ef1156a5b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ef1156a5b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3889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200478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ecafb401c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ecafb401c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ecaf1dbd25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ecaf1dbd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ecc07f8bc7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ecc07f8bc7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44358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43505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40507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00291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97195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ecc07f8bc7_0_8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ecc07f8bc7_0_8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26921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eefd4d17d7_1_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eefd4d17d7_1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eefd4d17d7_1_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eefd4d17d7_1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45462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3913" y="-30324"/>
            <a:ext cx="9251826" cy="5204149"/>
          </a:xfrm>
          <a:prstGeom prst="rect">
            <a:avLst/>
          </a:prstGeom>
          <a:noFill/>
          <a:ln>
            <a:noFill/>
          </a:ln>
        </p:spPr>
      </p:pic>
      <p:sp>
        <p:nvSpPr>
          <p:cNvPr id="10" name="Google Shape;10;p2"/>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5200"/>
              <a:buNone/>
              <a:defRPr sz="50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702600" y="3630700"/>
            <a:ext cx="3802500" cy="4095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
        <p:nvSpPr>
          <p:cNvPr id="12" name="Google Shape;12;p2"/>
          <p:cNvSpPr/>
          <p:nvPr/>
        </p:nvSpPr>
        <p:spPr>
          <a:xfrm>
            <a:off x="4104175" y="3606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850725" y="8294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838225" y="728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584225" y="42958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4669000" y="1858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065700" y="47609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6855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932825" y="2379505"/>
            <a:ext cx="280200" cy="350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4924150" y="8295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pic>
        <p:nvPicPr>
          <p:cNvPr id="24" name="Google Shape;24;p3"/>
          <p:cNvPicPr preferRelativeResize="0"/>
          <p:nvPr/>
        </p:nvPicPr>
        <p:blipFill>
          <a:blip r:embed="rId2">
            <a:alphaModFix/>
          </a:blip>
          <a:stretch>
            <a:fillRect/>
          </a:stretch>
        </p:blipFill>
        <p:spPr>
          <a:xfrm>
            <a:off x="-53126" y="-53074"/>
            <a:ext cx="9250252" cy="5249649"/>
          </a:xfrm>
          <a:prstGeom prst="rect">
            <a:avLst/>
          </a:prstGeom>
          <a:noFill/>
          <a:ln>
            <a:noFill/>
          </a:ln>
        </p:spPr>
      </p:pic>
      <p:sp>
        <p:nvSpPr>
          <p:cNvPr id="25" name="Google Shape;25;p3"/>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6" name="Google Shape;26;p3"/>
          <p:cNvSpPr txBox="1">
            <a:spLocks noGrp="1"/>
          </p:cNvSpPr>
          <p:nvPr>
            <p:ph type="title" idx="2" hasCustomPrompt="1"/>
          </p:nvPr>
        </p:nvSpPr>
        <p:spPr>
          <a:xfrm>
            <a:off x="2862275" y="935550"/>
            <a:ext cx="3419400" cy="941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8000">
                <a:solidFill>
                  <a:schemeClr val="accen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 name="Google Shape;27;p3"/>
          <p:cNvSpPr txBox="1">
            <a:spLocks noGrp="1"/>
          </p:cNvSpPr>
          <p:nvPr>
            <p:ph type="subTitle" idx="1"/>
          </p:nvPr>
        </p:nvSpPr>
        <p:spPr>
          <a:xfrm>
            <a:off x="2741075" y="3286675"/>
            <a:ext cx="3661800" cy="713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8" name="Google Shape;28;p3"/>
          <p:cNvGrpSpPr/>
          <p:nvPr/>
        </p:nvGrpSpPr>
        <p:grpSpPr>
          <a:xfrm>
            <a:off x="715100" y="398188"/>
            <a:ext cx="8297825" cy="4207063"/>
            <a:chOff x="715100" y="398188"/>
            <a:chExt cx="8297825" cy="4207063"/>
          </a:xfrm>
        </p:grpSpPr>
        <p:sp>
          <p:nvSpPr>
            <p:cNvPr id="29" name="Google Shape;29;p3"/>
            <p:cNvSpPr/>
            <p:nvPr/>
          </p:nvSpPr>
          <p:spPr>
            <a:xfrm>
              <a:off x="6281675" y="115752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a:off x="3330000" y="8513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a:off x="715100" y="275457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a:off x="2926575" y="12184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a:off x="8903725" y="26177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a:off x="3220800" y="4095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a:off x="5273050" y="4262950"/>
              <a:ext cx="273300" cy="34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a:off x="8220250" y="674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a:off x="1212075" y="3981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8"/>
        <p:cNvGrpSpPr/>
        <p:nvPr/>
      </p:nvGrpSpPr>
      <p:grpSpPr>
        <a:xfrm>
          <a:off x="0" y="0"/>
          <a:ext cx="0" cy="0"/>
          <a:chOff x="0" y="0"/>
          <a:chExt cx="0" cy="0"/>
        </a:xfrm>
      </p:grpSpPr>
      <p:pic>
        <p:nvPicPr>
          <p:cNvPr id="39" name="Google Shape;39;p4"/>
          <p:cNvPicPr preferRelativeResize="0"/>
          <p:nvPr/>
        </p:nvPicPr>
        <p:blipFill>
          <a:blip r:embed="rId2">
            <a:alphaModFix/>
          </a:blip>
          <a:stretch>
            <a:fillRect/>
          </a:stretch>
        </p:blipFill>
        <p:spPr>
          <a:xfrm>
            <a:off x="-60451" y="-43225"/>
            <a:ext cx="9264902" cy="5229951"/>
          </a:xfrm>
          <a:prstGeom prst="rect">
            <a:avLst/>
          </a:prstGeom>
          <a:noFill/>
          <a:ln>
            <a:noFill/>
          </a:ln>
        </p:spPr>
      </p:pic>
      <p:sp>
        <p:nvSpPr>
          <p:cNvPr id="40" name="Google Shape;40;p4"/>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AutoNum type="arabicPeriod"/>
              <a:defRPr sz="1200"/>
            </a:lvl1pPr>
            <a:lvl2pPr marL="914400" lvl="1" indent="-317500" rtl="0">
              <a:lnSpc>
                <a:spcPct val="115000"/>
              </a:lnSpc>
              <a:spcBef>
                <a:spcPts val="0"/>
              </a:spcBef>
              <a:spcAft>
                <a:spcPts val="0"/>
              </a:spcAft>
              <a:buSzPts val="1400"/>
              <a:buAutoNum type="alphaLcPeriod"/>
              <a:defRPr/>
            </a:lvl2pPr>
            <a:lvl3pPr marL="1371600" lvl="2" indent="-317500" rtl="0">
              <a:lnSpc>
                <a:spcPct val="115000"/>
              </a:lnSpc>
              <a:spcBef>
                <a:spcPts val="0"/>
              </a:spcBef>
              <a:spcAft>
                <a:spcPts val="0"/>
              </a:spcAft>
              <a:buSzPts val="1400"/>
              <a:buAutoNum type="romanLcPeriod"/>
              <a:defRPr/>
            </a:lvl3pPr>
            <a:lvl4pPr marL="1828800" lvl="3" indent="-317500" rtl="0">
              <a:lnSpc>
                <a:spcPct val="115000"/>
              </a:lnSpc>
              <a:spcBef>
                <a:spcPts val="0"/>
              </a:spcBef>
              <a:spcAft>
                <a:spcPts val="0"/>
              </a:spcAft>
              <a:buSzPts val="1400"/>
              <a:buAutoNum type="arabicPeriod"/>
              <a:defRPr/>
            </a:lvl4pPr>
            <a:lvl5pPr marL="2286000" lvl="4" indent="-317500" rtl="0">
              <a:lnSpc>
                <a:spcPct val="115000"/>
              </a:lnSpc>
              <a:spcBef>
                <a:spcPts val="0"/>
              </a:spcBef>
              <a:spcAft>
                <a:spcPts val="0"/>
              </a:spcAft>
              <a:buSzPts val="1400"/>
              <a:buAutoNum type="alphaLcPeriod"/>
              <a:defRPr/>
            </a:lvl5pPr>
            <a:lvl6pPr marL="2743200" lvl="5" indent="-317500" rtl="0">
              <a:lnSpc>
                <a:spcPct val="115000"/>
              </a:lnSpc>
              <a:spcBef>
                <a:spcPts val="0"/>
              </a:spcBef>
              <a:spcAft>
                <a:spcPts val="0"/>
              </a:spcAft>
              <a:buSzPts val="1400"/>
              <a:buAutoNum type="romanLcPeriod"/>
              <a:defRPr/>
            </a:lvl6pPr>
            <a:lvl7pPr marL="3200400" lvl="6" indent="-317500" rtl="0">
              <a:lnSpc>
                <a:spcPct val="115000"/>
              </a:lnSpc>
              <a:spcBef>
                <a:spcPts val="0"/>
              </a:spcBef>
              <a:spcAft>
                <a:spcPts val="0"/>
              </a:spcAft>
              <a:buSzPts val="1400"/>
              <a:buAutoNum type="arabicPeriod"/>
              <a:defRPr/>
            </a:lvl7pPr>
            <a:lvl8pPr marL="3657600" lvl="7" indent="-317500" rtl="0">
              <a:lnSpc>
                <a:spcPct val="115000"/>
              </a:lnSpc>
              <a:spcBef>
                <a:spcPts val="0"/>
              </a:spcBef>
              <a:spcAft>
                <a:spcPts val="0"/>
              </a:spcAft>
              <a:buSzPts val="1400"/>
              <a:buAutoNum type="alphaLcPeriod"/>
              <a:defRPr/>
            </a:lvl8pPr>
            <a:lvl9pPr marL="4114800" lvl="8" indent="-317500" rtl="0">
              <a:lnSpc>
                <a:spcPct val="115000"/>
              </a:lnSpc>
              <a:spcBef>
                <a:spcPts val="0"/>
              </a:spcBef>
              <a:spcAft>
                <a:spcPts val="0"/>
              </a:spcAft>
              <a:buSzPts val="1400"/>
              <a:buAutoNum type="romanLcPeriod"/>
              <a:defRPr/>
            </a:lvl9pPr>
          </a:lstStyle>
          <a:p>
            <a:endParaRPr/>
          </a:p>
        </p:txBody>
      </p:sp>
      <p:sp>
        <p:nvSpPr>
          <p:cNvPr id="41" name="Google Shape;41;p4"/>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2" name="Google Shape;42;p4"/>
          <p:cNvGrpSpPr/>
          <p:nvPr/>
        </p:nvGrpSpPr>
        <p:grpSpPr>
          <a:xfrm>
            <a:off x="605925" y="177125"/>
            <a:ext cx="8045050" cy="4499775"/>
            <a:chOff x="605925" y="177125"/>
            <a:chExt cx="8045050" cy="4499775"/>
          </a:xfrm>
        </p:grpSpPr>
        <p:sp>
          <p:nvSpPr>
            <p:cNvPr id="43" name="Google Shape;43;p4"/>
            <p:cNvSpPr/>
            <p:nvPr/>
          </p:nvSpPr>
          <p:spPr>
            <a:xfrm>
              <a:off x="8200475" y="629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a:off x="3181500" y="1771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4"/>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4"/>
            <p:cNvSpPr/>
            <p:nvPr/>
          </p:nvSpPr>
          <p:spPr>
            <a:xfrm>
              <a:off x="6059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4"/>
            <p:cNvSpPr/>
            <p:nvPr/>
          </p:nvSpPr>
          <p:spPr>
            <a:xfrm>
              <a:off x="7723125" y="2552225"/>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4"/>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4"/>
            <p:cNvSpPr/>
            <p:nvPr/>
          </p:nvSpPr>
          <p:spPr>
            <a:xfrm>
              <a:off x="2772350" y="4540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0"/>
        <p:cNvGrpSpPr/>
        <p:nvPr/>
      </p:nvGrpSpPr>
      <p:grpSpPr>
        <a:xfrm>
          <a:off x="0" y="0"/>
          <a:ext cx="0" cy="0"/>
          <a:chOff x="0" y="0"/>
          <a:chExt cx="0" cy="0"/>
        </a:xfrm>
      </p:grpSpPr>
      <p:pic>
        <p:nvPicPr>
          <p:cNvPr id="51" name="Google Shape;51;p5"/>
          <p:cNvPicPr preferRelativeResize="0"/>
          <p:nvPr/>
        </p:nvPicPr>
        <p:blipFill>
          <a:blip r:embed="rId2">
            <a:alphaModFix/>
          </a:blip>
          <a:stretch>
            <a:fillRect/>
          </a:stretch>
        </p:blipFill>
        <p:spPr>
          <a:xfrm>
            <a:off x="-115387" y="-63313"/>
            <a:ext cx="9374774" cy="5270125"/>
          </a:xfrm>
          <a:prstGeom prst="rect">
            <a:avLst/>
          </a:prstGeom>
          <a:noFill/>
          <a:ln>
            <a:noFill/>
          </a:ln>
        </p:spPr>
      </p:pic>
      <p:sp>
        <p:nvSpPr>
          <p:cNvPr id="52" name="Google Shape;52;p5"/>
          <p:cNvSpPr txBox="1">
            <a:spLocks noGrp="1"/>
          </p:cNvSpPr>
          <p:nvPr>
            <p:ph type="subTitle" idx="1"/>
          </p:nvPr>
        </p:nvSpPr>
        <p:spPr>
          <a:xfrm>
            <a:off x="1647050" y="2658820"/>
            <a:ext cx="27420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3" name="Google Shape;53;p5"/>
          <p:cNvSpPr txBox="1">
            <a:spLocks noGrp="1"/>
          </p:cNvSpPr>
          <p:nvPr>
            <p:ph type="subTitle" idx="2"/>
          </p:nvPr>
        </p:nvSpPr>
        <p:spPr>
          <a:xfrm>
            <a:off x="4753753" y="2658820"/>
            <a:ext cx="27432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rtl="0">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rtl="0">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rtl="0">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rtl="0">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rtl="0">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rtl="0">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rtl="0">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rtl="0">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rtl="0">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4" name="Google Shape;54;p5"/>
          <p:cNvSpPr txBox="1">
            <a:spLocks noGrp="1"/>
          </p:cNvSpPr>
          <p:nvPr>
            <p:ph type="subTitle" idx="3"/>
          </p:nvPr>
        </p:nvSpPr>
        <p:spPr>
          <a:xfrm>
            <a:off x="1647050"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5" name="Google Shape;55;p5"/>
          <p:cNvSpPr txBox="1">
            <a:spLocks noGrp="1"/>
          </p:cNvSpPr>
          <p:nvPr>
            <p:ph type="subTitle" idx="4"/>
          </p:nvPr>
        </p:nvSpPr>
        <p:spPr>
          <a:xfrm>
            <a:off x="4754353"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6" name="Google Shape;56;p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57" name="Google Shape;57;p5"/>
          <p:cNvGrpSpPr/>
          <p:nvPr/>
        </p:nvGrpSpPr>
        <p:grpSpPr>
          <a:xfrm>
            <a:off x="579500" y="883007"/>
            <a:ext cx="8127475" cy="3706160"/>
            <a:chOff x="579500" y="883007"/>
            <a:chExt cx="8127475" cy="3706160"/>
          </a:xfrm>
        </p:grpSpPr>
        <p:sp>
          <p:nvSpPr>
            <p:cNvPr id="58" name="Google Shape;58;p5"/>
            <p:cNvSpPr/>
            <p:nvPr/>
          </p:nvSpPr>
          <p:spPr>
            <a:xfrm>
              <a:off x="1537850" y="88300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5"/>
            <p:cNvSpPr/>
            <p:nvPr/>
          </p:nvSpPr>
          <p:spPr>
            <a:xfrm>
              <a:off x="8540625" y="937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5"/>
            <p:cNvSpPr/>
            <p:nvPr/>
          </p:nvSpPr>
          <p:spPr>
            <a:xfrm>
              <a:off x="7679650" y="24520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5"/>
            <p:cNvSpPr/>
            <p:nvPr/>
          </p:nvSpPr>
          <p:spPr>
            <a:xfrm>
              <a:off x="8597775" y="3833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5"/>
            <p:cNvSpPr/>
            <p:nvPr/>
          </p:nvSpPr>
          <p:spPr>
            <a:xfrm>
              <a:off x="4477725" y="4306867"/>
              <a:ext cx="225300" cy="28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5"/>
            <p:cNvSpPr/>
            <p:nvPr/>
          </p:nvSpPr>
          <p:spPr>
            <a:xfrm>
              <a:off x="1323500" y="2549282"/>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5"/>
            <p:cNvSpPr/>
            <p:nvPr/>
          </p:nvSpPr>
          <p:spPr>
            <a:xfrm>
              <a:off x="579500" y="1477000"/>
              <a:ext cx="292200" cy="36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5"/>
            <p:cNvSpPr/>
            <p:nvPr/>
          </p:nvSpPr>
          <p:spPr>
            <a:xfrm>
              <a:off x="1032200" y="4306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8"/>
        <p:cNvGrpSpPr/>
        <p:nvPr/>
      </p:nvGrpSpPr>
      <p:grpSpPr>
        <a:xfrm>
          <a:off x="0" y="0"/>
          <a:ext cx="0" cy="0"/>
          <a:chOff x="0" y="0"/>
          <a:chExt cx="0" cy="0"/>
        </a:xfrm>
      </p:grpSpPr>
      <p:pic>
        <p:nvPicPr>
          <p:cNvPr id="79" name="Google Shape;79;p7"/>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80" name="Google Shape;80;p7"/>
          <p:cNvSpPr txBox="1">
            <a:spLocks noGrp="1"/>
          </p:cNvSpPr>
          <p:nvPr>
            <p:ph type="body" idx="1"/>
          </p:nvPr>
        </p:nvSpPr>
        <p:spPr>
          <a:xfrm>
            <a:off x="720000" y="1554150"/>
            <a:ext cx="4105200" cy="3054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accent1"/>
              </a:buClr>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a:p>
        </p:txBody>
      </p:sp>
      <p:sp>
        <p:nvSpPr>
          <p:cNvPr id="81" name="Google Shape;81;p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82" name="Google Shape;82;p7"/>
          <p:cNvGrpSpPr/>
          <p:nvPr/>
        </p:nvGrpSpPr>
        <p:grpSpPr>
          <a:xfrm>
            <a:off x="529725" y="535000"/>
            <a:ext cx="8051575" cy="4237900"/>
            <a:chOff x="529725" y="535000"/>
            <a:chExt cx="8051575" cy="4237900"/>
          </a:xfrm>
        </p:grpSpPr>
        <p:sp>
          <p:nvSpPr>
            <p:cNvPr id="83" name="Google Shape;83;p7"/>
            <p:cNvSpPr/>
            <p:nvPr/>
          </p:nvSpPr>
          <p:spPr>
            <a:xfrm>
              <a:off x="2896425" y="402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7"/>
            <p:cNvSpPr/>
            <p:nvPr/>
          </p:nvSpPr>
          <p:spPr>
            <a:xfrm>
              <a:off x="8378200" y="8758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7"/>
            <p:cNvSpPr/>
            <p:nvPr/>
          </p:nvSpPr>
          <p:spPr>
            <a:xfrm>
              <a:off x="4741463" y="4045775"/>
              <a:ext cx="334800" cy="419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7"/>
            <p:cNvSpPr/>
            <p:nvPr/>
          </p:nvSpPr>
          <p:spPr>
            <a:xfrm>
              <a:off x="8213925" y="204552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7"/>
            <p:cNvSpPr/>
            <p:nvPr/>
          </p:nvSpPr>
          <p:spPr>
            <a:xfrm>
              <a:off x="5046275" y="1310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7"/>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7"/>
            <p:cNvSpPr/>
            <p:nvPr/>
          </p:nvSpPr>
          <p:spPr>
            <a:xfrm>
              <a:off x="857675" y="4506350"/>
              <a:ext cx="162900" cy="204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7"/>
            <p:cNvSpPr/>
            <p:nvPr/>
          </p:nvSpPr>
          <p:spPr>
            <a:xfrm>
              <a:off x="761775" y="5350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7"/>
            <p:cNvSpPr/>
            <p:nvPr/>
          </p:nvSpPr>
          <p:spPr>
            <a:xfrm>
              <a:off x="8185100" y="4636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4"/>
        <p:cNvGrpSpPr/>
        <p:nvPr/>
      </p:nvGrpSpPr>
      <p:grpSpPr>
        <a:xfrm>
          <a:off x="0" y="0"/>
          <a:ext cx="0" cy="0"/>
          <a:chOff x="0" y="0"/>
          <a:chExt cx="0" cy="0"/>
        </a:xfrm>
      </p:grpSpPr>
      <p:pic>
        <p:nvPicPr>
          <p:cNvPr id="105" name="Google Shape;105;p9"/>
          <p:cNvPicPr preferRelativeResize="0"/>
          <p:nvPr/>
        </p:nvPicPr>
        <p:blipFill>
          <a:blip r:embed="rId2">
            <a:alphaModFix/>
          </a:blip>
          <a:stretch>
            <a:fillRect/>
          </a:stretch>
        </p:blipFill>
        <p:spPr>
          <a:xfrm>
            <a:off x="-94349" y="-53074"/>
            <a:ext cx="9332698" cy="5249649"/>
          </a:xfrm>
          <a:prstGeom prst="rect">
            <a:avLst/>
          </a:prstGeom>
          <a:noFill/>
          <a:ln>
            <a:noFill/>
          </a:ln>
        </p:spPr>
      </p:pic>
      <p:sp>
        <p:nvSpPr>
          <p:cNvPr id="106" name="Google Shape;106;p9"/>
          <p:cNvSpPr txBox="1">
            <a:spLocks noGrp="1"/>
          </p:cNvSpPr>
          <p:nvPr>
            <p:ph type="subTitle" idx="1"/>
          </p:nvPr>
        </p:nvSpPr>
        <p:spPr>
          <a:xfrm flipH="1">
            <a:off x="4255450" y="2013675"/>
            <a:ext cx="4173600" cy="1686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 name="Google Shape;107;p9"/>
          <p:cNvSpPr txBox="1">
            <a:spLocks noGrp="1"/>
          </p:cNvSpPr>
          <p:nvPr>
            <p:ph type="title"/>
          </p:nvPr>
        </p:nvSpPr>
        <p:spPr>
          <a:xfrm flipH="1">
            <a:off x="4255300" y="1443200"/>
            <a:ext cx="4173600" cy="48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sz="3700">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08" name="Google Shape;108;p9"/>
          <p:cNvGrpSpPr/>
          <p:nvPr/>
        </p:nvGrpSpPr>
        <p:grpSpPr>
          <a:xfrm>
            <a:off x="425298" y="398200"/>
            <a:ext cx="8421775" cy="4400950"/>
            <a:chOff x="425298" y="398200"/>
            <a:chExt cx="8421775" cy="4400950"/>
          </a:xfrm>
        </p:grpSpPr>
        <p:sp>
          <p:nvSpPr>
            <p:cNvPr id="109" name="Google Shape;109;p9"/>
            <p:cNvSpPr/>
            <p:nvPr/>
          </p:nvSpPr>
          <p:spPr>
            <a:xfrm flipH="1">
              <a:off x="8180298"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9"/>
            <p:cNvSpPr/>
            <p:nvPr/>
          </p:nvSpPr>
          <p:spPr>
            <a:xfrm flipH="1">
              <a:off x="8737873"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9"/>
            <p:cNvSpPr/>
            <p:nvPr/>
          </p:nvSpPr>
          <p:spPr>
            <a:xfrm flipH="1">
              <a:off x="6894423" y="440375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9"/>
            <p:cNvSpPr/>
            <p:nvPr/>
          </p:nvSpPr>
          <p:spPr>
            <a:xfrm flipH="1">
              <a:off x="4521598" y="466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9"/>
            <p:cNvSpPr/>
            <p:nvPr/>
          </p:nvSpPr>
          <p:spPr>
            <a:xfrm flipH="1">
              <a:off x="1025923"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9"/>
            <p:cNvSpPr/>
            <p:nvPr/>
          </p:nvSpPr>
          <p:spPr>
            <a:xfrm flipH="1">
              <a:off x="425298"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9"/>
            <p:cNvSpPr/>
            <p:nvPr/>
          </p:nvSpPr>
          <p:spPr>
            <a:xfrm flipH="1">
              <a:off x="1025923" y="2395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flipH="1">
              <a:off x="7205748" y="8653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9"/>
            <p:cNvSpPr/>
            <p:nvPr/>
          </p:nvSpPr>
          <p:spPr>
            <a:xfrm flipH="1">
              <a:off x="2292748" y="4662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9"/>
            <p:cNvSpPr/>
            <p:nvPr/>
          </p:nvSpPr>
          <p:spPr>
            <a:xfrm flipH="1">
              <a:off x="4054873" y="37432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135"/>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136"/>
        <p:cNvGrpSpPr/>
        <p:nvPr/>
      </p:nvGrpSpPr>
      <p:grpSpPr>
        <a:xfrm>
          <a:off x="0" y="0"/>
          <a:ext cx="0" cy="0"/>
          <a:chOff x="0" y="0"/>
          <a:chExt cx="0" cy="0"/>
        </a:xfrm>
      </p:grpSpPr>
      <p:pic>
        <p:nvPicPr>
          <p:cNvPr id="137" name="Google Shape;137;p13"/>
          <p:cNvPicPr preferRelativeResize="0"/>
          <p:nvPr/>
        </p:nvPicPr>
        <p:blipFill>
          <a:blip r:embed="rId2">
            <a:alphaModFix/>
          </a:blip>
          <a:stretch>
            <a:fillRect/>
          </a:stretch>
        </p:blipFill>
        <p:spPr>
          <a:xfrm>
            <a:off x="-97049" y="-54588"/>
            <a:ext cx="9338098" cy="5252676"/>
          </a:xfrm>
          <a:prstGeom prst="rect">
            <a:avLst/>
          </a:prstGeom>
          <a:noFill/>
          <a:ln>
            <a:noFill/>
          </a:ln>
        </p:spPr>
      </p:pic>
      <p:sp>
        <p:nvSpPr>
          <p:cNvPr id="138" name="Google Shape;138;p13"/>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39" name="Google Shape;139;p13"/>
          <p:cNvSpPr txBox="1">
            <a:spLocks noGrp="1"/>
          </p:cNvSpPr>
          <p:nvPr>
            <p:ph type="title" idx="2" hasCustomPrompt="1"/>
          </p:nvPr>
        </p:nvSpPr>
        <p:spPr>
          <a:xfrm>
            <a:off x="1181850"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0" name="Google Shape;140;p13"/>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1" name="Google Shape;141;p13"/>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2" name="Google Shape;142;p13"/>
          <p:cNvSpPr txBox="1">
            <a:spLocks noGrp="1"/>
          </p:cNvSpPr>
          <p:nvPr>
            <p:ph type="title" idx="4" hasCustomPrompt="1"/>
          </p:nvPr>
        </p:nvSpPr>
        <p:spPr>
          <a:xfrm>
            <a:off x="3936481"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3" name="Google Shape;143;p13"/>
          <p:cNvSpPr txBox="1">
            <a:spLocks noGrp="1"/>
          </p:cNvSpPr>
          <p:nvPr>
            <p:ph type="subTitle" idx="5"/>
          </p:nvPr>
        </p:nvSpPr>
        <p:spPr>
          <a:xfrm>
            <a:off x="3474631"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4" name="Google Shape;144;p13"/>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5" name="Google Shape;145;p13"/>
          <p:cNvSpPr txBox="1">
            <a:spLocks noGrp="1"/>
          </p:cNvSpPr>
          <p:nvPr>
            <p:ph type="title" idx="7" hasCustomPrompt="1"/>
          </p:nvPr>
        </p:nvSpPr>
        <p:spPr>
          <a:xfrm>
            <a:off x="6691137"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6" name="Google Shape;146;p13"/>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7" name="Google Shape;147;p13"/>
          <p:cNvSpPr txBox="1">
            <a:spLocks noGrp="1"/>
          </p:cNvSpPr>
          <p:nvPr>
            <p:ph type="title" idx="9"/>
          </p:nvPr>
        </p:nvSpPr>
        <p:spPr>
          <a:xfrm>
            <a:off x="720000"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8" name="Google Shape;148;p13"/>
          <p:cNvSpPr txBox="1">
            <a:spLocks noGrp="1"/>
          </p:cNvSpPr>
          <p:nvPr>
            <p:ph type="title" idx="13" hasCustomPrompt="1"/>
          </p:nvPr>
        </p:nvSpPr>
        <p:spPr>
          <a:xfrm>
            <a:off x="1181850"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9" name="Google Shape;149;p13"/>
          <p:cNvSpPr txBox="1">
            <a:spLocks noGrp="1"/>
          </p:cNvSpPr>
          <p:nvPr>
            <p:ph type="subTitle" idx="14"/>
          </p:nvPr>
        </p:nvSpPr>
        <p:spPr>
          <a:xfrm>
            <a:off x="720000"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0" name="Google Shape;150;p13"/>
          <p:cNvSpPr txBox="1">
            <a:spLocks noGrp="1"/>
          </p:cNvSpPr>
          <p:nvPr>
            <p:ph type="title" idx="15"/>
          </p:nvPr>
        </p:nvSpPr>
        <p:spPr>
          <a:xfrm>
            <a:off x="3474631"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1" name="Google Shape;151;p13"/>
          <p:cNvSpPr txBox="1">
            <a:spLocks noGrp="1"/>
          </p:cNvSpPr>
          <p:nvPr>
            <p:ph type="title" idx="16" hasCustomPrompt="1"/>
          </p:nvPr>
        </p:nvSpPr>
        <p:spPr>
          <a:xfrm>
            <a:off x="3936481"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2" name="Google Shape;152;p13"/>
          <p:cNvSpPr txBox="1">
            <a:spLocks noGrp="1"/>
          </p:cNvSpPr>
          <p:nvPr>
            <p:ph type="subTitle" idx="17"/>
          </p:nvPr>
        </p:nvSpPr>
        <p:spPr>
          <a:xfrm>
            <a:off x="3474631"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3" name="Google Shape;153;p13"/>
          <p:cNvSpPr txBox="1">
            <a:spLocks noGrp="1"/>
          </p:cNvSpPr>
          <p:nvPr>
            <p:ph type="title" idx="18"/>
          </p:nvPr>
        </p:nvSpPr>
        <p:spPr>
          <a:xfrm>
            <a:off x="6229287"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4" name="Google Shape;154;p13"/>
          <p:cNvSpPr txBox="1">
            <a:spLocks noGrp="1"/>
          </p:cNvSpPr>
          <p:nvPr>
            <p:ph type="title" idx="19" hasCustomPrompt="1"/>
          </p:nvPr>
        </p:nvSpPr>
        <p:spPr>
          <a:xfrm>
            <a:off x="6691137"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5" name="Google Shape;155;p13"/>
          <p:cNvSpPr txBox="1">
            <a:spLocks noGrp="1"/>
          </p:cNvSpPr>
          <p:nvPr>
            <p:ph type="subTitle" idx="20"/>
          </p:nvPr>
        </p:nvSpPr>
        <p:spPr>
          <a:xfrm>
            <a:off x="6229287"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6" name="Google Shape;156;p13"/>
          <p:cNvSpPr txBox="1">
            <a:spLocks noGrp="1"/>
          </p:cNvSpPr>
          <p:nvPr>
            <p:ph type="title" idx="21"/>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57" name="Google Shape;157;p13"/>
          <p:cNvGrpSpPr/>
          <p:nvPr/>
        </p:nvGrpSpPr>
        <p:grpSpPr>
          <a:xfrm>
            <a:off x="447175" y="264250"/>
            <a:ext cx="8203800" cy="4135500"/>
            <a:chOff x="447175" y="264250"/>
            <a:chExt cx="8203800" cy="4135500"/>
          </a:xfrm>
        </p:grpSpPr>
        <p:sp>
          <p:nvSpPr>
            <p:cNvPr id="158" name="Google Shape;158;p13"/>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13"/>
            <p:cNvSpPr/>
            <p:nvPr/>
          </p:nvSpPr>
          <p:spPr>
            <a:xfrm>
              <a:off x="1861400" y="2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13"/>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3"/>
            <p:cNvSpPr/>
            <p:nvPr/>
          </p:nvSpPr>
          <p:spPr>
            <a:xfrm>
              <a:off x="710700" y="36280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3"/>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13"/>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64"/>
        <p:cNvGrpSpPr/>
        <p:nvPr/>
      </p:nvGrpSpPr>
      <p:grpSpPr>
        <a:xfrm>
          <a:off x="0" y="0"/>
          <a:ext cx="0" cy="0"/>
          <a:chOff x="0" y="0"/>
          <a:chExt cx="0" cy="0"/>
        </a:xfrm>
      </p:grpSpPr>
      <p:pic>
        <p:nvPicPr>
          <p:cNvPr id="165" name="Google Shape;165;p14"/>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166" name="Google Shape;166;p14"/>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1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67" name="Google Shape;167;p14"/>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500"/>
              <a:buNone/>
              <a:defRPr sz="31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68" name="Google Shape;168;p14"/>
          <p:cNvGrpSpPr/>
          <p:nvPr/>
        </p:nvGrpSpPr>
        <p:grpSpPr>
          <a:xfrm>
            <a:off x="264725" y="407792"/>
            <a:ext cx="8186725" cy="4027533"/>
            <a:chOff x="264725" y="407792"/>
            <a:chExt cx="8186725" cy="4027533"/>
          </a:xfrm>
        </p:grpSpPr>
        <p:sp>
          <p:nvSpPr>
            <p:cNvPr id="169" name="Google Shape;169;p14"/>
            <p:cNvSpPr/>
            <p:nvPr/>
          </p:nvSpPr>
          <p:spPr>
            <a:xfrm>
              <a:off x="2247600"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4"/>
            <p:cNvSpPr/>
            <p:nvPr/>
          </p:nvSpPr>
          <p:spPr>
            <a:xfrm>
              <a:off x="8209050" y="802950"/>
              <a:ext cx="242400" cy="303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4"/>
            <p:cNvSpPr/>
            <p:nvPr/>
          </p:nvSpPr>
          <p:spPr>
            <a:xfrm>
              <a:off x="3992875" y="4077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4"/>
            <p:cNvSpPr/>
            <p:nvPr/>
          </p:nvSpPr>
          <p:spPr>
            <a:xfrm>
              <a:off x="8099850" y="290487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4"/>
            <p:cNvSpPr/>
            <p:nvPr/>
          </p:nvSpPr>
          <p:spPr>
            <a:xfrm>
              <a:off x="1316550" y="80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4"/>
            <p:cNvSpPr/>
            <p:nvPr/>
          </p:nvSpPr>
          <p:spPr>
            <a:xfrm>
              <a:off x="264725" y="340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4"/>
            <p:cNvSpPr/>
            <p:nvPr/>
          </p:nvSpPr>
          <p:spPr>
            <a:xfrm>
              <a:off x="6132363" y="15267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4"/>
            <p:cNvSpPr/>
            <p:nvPr/>
          </p:nvSpPr>
          <p:spPr>
            <a:xfrm>
              <a:off x="4719600" y="37141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4"/>
            <p:cNvSpPr/>
            <p:nvPr/>
          </p:nvSpPr>
          <p:spPr>
            <a:xfrm>
              <a:off x="7684650" y="3906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1">
  <p:cSld name="CUSTOM_2">
    <p:spTree>
      <p:nvGrpSpPr>
        <p:cNvPr id="1" name="Shape 178"/>
        <p:cNvGrpSpPr/>
        <p:nvPr/>
      </p:nvGrpSpPr>
      <p:grpSpPr>
        <a:xfrm>
          <a:off x="0" y="0"/>
          <a:ext cx="0" cy="0"/>
          <a:chOff x="0" y="0"/>
          <a:chExt cx="0" cy="0"/>
        </a:xfrm>
      </p:grpSpPr>
      <p:pic>
        <p:nvPicPr>
          <p:cNvPr id="179" name="Google Shape;179;p15"/>
          <p:cNvPicPr preferRelativeResize="0"/>
          <p:nvPr/>
        </p:nvPicPr>
        <p:blipFill>
          <a:blip r:embed="rId2">
            <a:alphaModFix/>
          </a:blip>
          <a:stretch>
            <a:fillRect/>
          </a:stretch>
        </p:blipFill>
        <p:spPr>
          <a:xfrm>
            <a:off x="-72025" y="-40512"/>
            <a:ext cx="9288049" cy="5224524"/>
          </a:xfrm>
          <a:prstGeom prst="rect">
            <a:avLst/>
          </a:prstGeom>
          <a:noFill/>
          <a:ln>
            <a:noFill/>
          </a:ln>
        </p:spPr>
      </p:pic>
      <p:sp>
        <p:nvSpPr>
          <p:cNvPr id="180" name="Google Shape;180;p15"/>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40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1" name="Google Shape;181;p15"/>
          <p:cNvSpPr txBox="1">
            <a:spLocks noGrp="1"/>
          </p:cNvSpPr>
          <p:nvPr>
            <p:ph type="title" idx="2" hasCustomPrompt="1"/>
          </p:nvPr>
        </p:nvSpPr>
        <p:spPr>
          <a:xfrm>
            <a:off x="715100" y="1221675"/>
            <a:ext cx="3419400" cy="9414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80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82" name="Google Shape;182;p15"/>
          <p:cNvSpPr txBox="1">
            <a:spLocks noGrp="1"/>
          </p:cNvSpPr>
          <p:nvPr>
            <p:ph type="subTitle" idx="1"/>
          </p:nvPr>
        </p:nvSpPr>
        <p:spPr>
          <a:xfrm>
            <a:off x="715100" y="3649025"/>
            <a:ext cx="3513900" cy="4671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8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grpSp>
        <p:nvGrpSpPr>
          <p:cNvPr id="183" name="Google Shape;183;p15"/>
          <p:cNvGrpSpPr/>
          <p:nvPr/>
        </p:nvGrpSpPr>
        <p:grpSpPr>
          <a:xfrm>
            <a:off x="301125" y="261400"/>
            <a:ext cx="8421775" cy="4476408"/>
            <a:chOff x="301125" y="261400"/>
            <a:chExt cx="8421775" cy="4476408"/>
          </a:xfrm>
        </p:grpSpPr>
        <p:sp>
          <p:nvSpPr>
            <p:cNvPr id="184" name="Google Shape;184;p15"/>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15"/>
            <p:cNvSpPr/>
            <p:nvPr/>
          </p:nvSpPr>
          <p:spPr>
            <a:xfrm>
              <a:off x="3011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5"/>
            <p:cNvSpPr/>
            <p:nvPr/>
          </p:nvSpPr>
          <p:spPr>
            <a:xfrm>
              <a:off x="2655250" y="44792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5"/>
            <p:cNvSpPr/>
            <p:nvPr/>
          </p:nvSpPr>
          <p:spPr>
            <a:xfrm>
              <a:off x="3026100" y="1303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5"/>
            <p:cNvSpPr/>
            <p:nvPr/>
          </p:nvSpPr>
          <p:spPr>
            <a:xfrm>
              <a:off x="8013075"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5"/>
            <p:cNvSpPr/>
            <p:nvPr/>
          </p:nvSpPr>
          <p:spPr>
            <a:xfrm>
              <a:off x="8543200"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5"/>
            <p:cNvSpPr/>
            <p:nvPr/>
          </p:nvSpPr>
          <p:spPr>
            <a:xfrm>
              <a:off x="4486275" y="1605825"/>
              <a:ext cx="254400" cy="3189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5"/>
            <p:cNvSpPr/>
            <p:nvPr/>
          </p:nvSpPr>
          <p:spPr>
            <a:xfrm>
              <a:off x="4907825" y="261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5"/>
            <p:cNvSpPr/>
            <p:nvPr/>
          </p:nvSpPr>
          <p:spPr>
            <a:xfrm>
              <a:off x="5555525" y="4385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5"/>
            <p:cNvSpPr/>
            <p:nvPr/>
          </p:nvSpPr>
          <p:spPr>
            <a:xfrm>
              <a:off x="7946300" y="2826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1">
  <p:cSld name="BLANK_1_1_1">
    <p:spTree>
      <p:nvGrpSpPr>
        <p:cNvPr id="1" name="Shape 194"/>
        <p:cNvGrpSpPr/>
        <p:nvPr/>
      </p:nvGrpSpPr>
      <p:grpSpPr>
        <a:xfrm>
          <a:off x="0" y="0"/>
          <a:ext cx="0" cy="0"/>
          <a:chOff x="0" y="0"/>
          <a:chExt cx="0" cy="0"/>
        </a:xfrm>
      </p:grpSpPr>
      <p:pic>
        <p:nvPicPr>
          <p:cNvPr id="195" name="Google Shape;195;p16"/>
          <p:cNvPicPr preferRelativeResize="0"/>
          <p:nvPr/>
        </p:nvPicPr>
        <p:blipFill>
          <a:blip r:embed="rId2">
            <a:alphaModFix/>
          </a:blip>
          <a:stretch>
            <a:fillRect/>
          </a:stretch>
        </p:blipFill>
        <p:spPr>
          <a:xfrm>
            <a:off x="-103076" y="-69763"/>
            <a:ext cx="9350152" cy="5283026"/>
          </a:xfrm>
          <a:prstGeom prst="rect">
            <a:avLst/>
          </a:prstGeom>
          <a:noFill/>
          <a:ln>
            <a:noFill/>
          </a:ln>
        </p:spPr>
      </p:pic>
      <p:sp>
        <p:nvSpPr>
          <p:cNvPr id="196" name="Google Shape;196;p1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97" name="Google Shape;197;p16"/>
          <p:cNvGrpSpPr/>
          <p:nvPr/>
        </p:nvGrpSpPr>
        <p:grpSpPr>
          <a:xfrm>
            <a:off x="443950" y="568708"/>
            <a:ext cx="8182425" cy="4026833"/>
            <a:chOff x="443950" y="568708"/>
            <a:chExt cx="8182425" cy="4026833"/>
          </a:xfrm>
        </p:grpSpPr>
        <p:sp>
          <p:nvSpPr>
            <p:cNvPr id="198" name="Google Shape;198;p16"/>
            <p:cNvSpPr/>
            <p:nvPr/>
          </p:nvSpPr>
          <p:spPr>
            <a:xfrm>
              <a:off x="8222500" y="5687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6"/>
            <p:cNvSpPr/>
            <p:nvPr/>
          </p:nvSpPr>
          <p:spPr>
            <a:xfrm>
              <a:off x="8517175" y="2695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6"/>
            <p:cNvSpPr/>
            <p:nvPr/>
          </p:nvSpPr>
          <p:spPr>
            <a:xfrm>
              <a:off x="7885400" y="16663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6"/>
            <p:cNvSpPr/>
            <p:nvPr/>
          </p:nvSpPr>
          <p:spPr>
            <a:xfrm rot="10800000">
              <a:off x="8374300" y="416925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6"/>
            <p:cNvSpPr/>
            <p:nvPr/>
          </p:nvSpPr>
          <p:spPr>
            <a:xfrm rot="10800000">
              <a:off x="565225" y="423653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16"/>
            <p:cNvSpPr/>
            <p:nvPr/>
          </p:nvSpPr>
          <p:spPr>
            <a:xfrm rot="10800000">
              <a:off x="443950" y="2002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6"/>
            <p:cNvSpPr/>
            <p:nvPr/>
          </p:nvSpPr>
          <p:spPr>
            <a:xfrm rot="10800000">
              <a:off x="1015100" y="3211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6"/>
            <p:cNvSpPr/>
            <p:nvPr/>
          </p:nvSpPr>
          <p:spPr>
            <a:xfrm>
              <a:off x="975075" y="703653"/>
              <a:ext cx="152400" cy="190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6"/>
            <p:cNvSpPr/>
            <p:nvPr/>
          </p:nvSpPr>
          <p:spPr>
            <a:xfrm rot="10800000">
              <a:off x="5297875" y="4458741"/>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BLANK_1_1_1_3">
    <p:spTree>
      <p:nvGrpSpPr>
        <p:cNvPr id="1" name="Shape 207"/>
        <p:cNvGrpSpPr/>
        <p:nvPr/>
      </p:nvGrpSpPr>
      <p:grpSpPr>
        <a:xfrm>
          <a:off x="0" y="0"/>
          <a:ext cx="0" cy="0"/>
          <a:chOff x="0" y="0"/>
          <a:chExt cx="0" cy="0"/>
        </a:xfrm>
      </p:grpSpPr>
      <p:pic>
        <p:nvPicPr>
          <p:cNvPr id="208" name="Google Shape;208;p17"/>
          <p:cNvPicPr preferRelativeResize="0"/>
          <p:nvPr/>
        </p:nvPicPr>
        <p:blipFill>
          <a:blip r:embed="rId2">
            <a:alphaModFix/>
          </a:blip>
          <a:stretch>
            <a:fillRect/>
          </a:stretch>
        </p:blipFill>
        <p:spPr>
          <a:xfrm flipH="1">
            <a:off x="-90738" y="-69763"/>
            <a:ext cx="9325475" cy="5283026"/>
          </a:xfrm>
          <a:prstGeom prst="rect">
            <a:avLst/>
          </a:prstGeom>
          <a:noFill/>
          <a:ln>
            <a:noFill/>
          </a:ln>
        </p:spPr>
      </p:pic>
      <p:sp>
        <p:nvSpPr>
          <p:cNvPr id="209" name="Google Shape;209;p1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0" name="Google Shape;210;p17"/>
          <p:cNvGrpSpPr/>
          <p:nvPr/>
        </p:nvGrpSpPr>
        <p:grpSpPr>
          <a:xfrm>
            <a:off x="433300" y="880932"/>
            <a:ext cx="8357475" cy="3824543"/>
            <a:chOff x="433300" y="880932"/>
            <a:chExt cx="8357475" cy="3824543"/>
          </a:xfrm>
        </p:grpSpPr>
        <p:sp>
          <p:nvSpPr>
            <p:cNvPr id="211" name="Google Shape;211;p17"/>
            <p:cNvSpPr/>
            <p:nvPr/>
          </p:nvSpPr>
          <p:spPr>
            <a:xfrm>
              <a:off x="660500"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7"/>
            <p:cNvSpPr/>
            <p:nvPr/>
          </p:nvSpPr>
          <p:spPr>
            <a:xfrm>
              <a:off x="1134300" y="1345825"/>
              <a:ext cx="237600" cy="297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7"/>
            <p:cNvSpPr/>
            <p:nvPr/>
          </p:nvSpPr>
          <p:spPr>
            <a:xfrm>
              <a:off x="433300" y="3302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17"/>
            <p:cNvSpPr/>
            <p:nvPr/>
          </p:nvSpPr>
          <p:spPr>
            <a:xfrm>
              <a:off x="3538450" y="45686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7"/>
            <p:cNvSpPr/>
            <p:nvPr/>
          </p:nvSpPr>
          <p:spPr>
            <a:xfrm>
              <a:off x="8029050"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7"/>
            <p:cNvSpPr/>
            <p:nvPr/>
          </p:nvSpPr>
          <p:spPr>
            <a:xfrm>
              <a:off x="8607475"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7"/>
            <p:cNvSpPr/>
            <p:nvPr/>
          </p:nvSpPr>
          <p:spPr>
            <a:xfrm>
              <a:off x="8510500"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7"/>
            <p:cNvSpPr/>
            <p:nvPr/>
          </p:nvSpPr>
          <p:spPr>
            <a:xfrm>
              <a:off x="5841775" y="4226600"/>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
  <p:cSld name="CUSTOM_1">
    <p:spTree>
      <p:nvGrpSpPr>
        <p:cNvPr id="1" name="Shape 230"/>
        <p:cNvGrpSpPr/>
        <p:nvPr/>
      </p:nvGrpSpPr>
      <p:grpSpPr>
        <a:xfrm>
          <a:off x="0" y="0"/>
          <a:ext cx="0" cy="0"/>
          <a:chOff x="0" y="0"/>
          <a:chExt cx="0" cy="0"/>
        </a:xfrm>
      </p:grpSpPr>
      <p:pic>
        <p:nvPicPr>
          <p:cNvPr id="231" name="Google Shape;231;p19"/>
          <p:cNvPicPr preferRelativeResize="0"/>
          <p:nvPr/>
        </p:nvPicPr>
        <p:blipFill>
          <a:blip r:embed="rId2">
            <a:alphaModFix/>
          </a:blip>
          <a:stretch>
            <a:fillRect/>
          </a:stretch>
        </p:blipFill>
        <p:spPr>
          <a:xfrm>
            <a:off x="-74138" y="-41700"/>
            <a:ext cx="9292275" cy="5226900"/>
          </a:xfrm>
          <a:prstGeom prst="rect">
            <a:avLst/>
          </a:prstGeom>
          <a:noFill/>
          <a:ln>
            <a:noFill/>
          </a:ln>
        </p:spPr>
      </p:pic>
      <p:sp>
        <p:nvSpPr>
          <p:cNvPr id="232" name="Google Shape;232;p19"/>
          <p:cNvSpPr txBox="1">
            <a:spLocks noGrp="1"/>
          </p:cNvSpPr>
          <p:nvPr>
            <p:ph type="subTitle" idx="1"/>
          </p:nvPr>
        </p:nvSpPr>
        <p:spPr>
          <a:xfrm>
            <a:off x="4981575" y="3133675"/>
            <a:ext cx="3447300" cy="981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3" name="Google Shape;233;p19"/>
          <p:cNvSpPr txBox="1">
            <a:spLocks noGrp="1"/>
          </p:cNvSpPr>
          <p:nvPr>
            <p:ph type="title"/>
          </p:nvPr>
        </p:nvSpPr>
        <p:spPr>
          <a:xfrm>
            <a:off x="4981575" y="944575"/>
            <a:ext cx="3447300" cy="218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34" name="Google Shape;234;p19"/>
          <p:cNvGrpSpPr/>
          <p:nvPr/>
        </p:nvGrpSpPr>
        <p:grpSpPr>
          <a:xfrm>
            <a:off x="529725" y="329525"/>
            <a:ext cx="8045050" cy="4499775"/>
            <a:chOff x="529725" y="329525"/>
            <a:chExt cx="8045050" cy="4499775"/>
          </a:xfrm>
        </p:grpSpPr>
        <p:sp>
          <p:nvSpPr>
            <p:cNvPr id="235" name="Google Shape;235;p19"/>
            <p:cNvSpPr/>
            <p:nvPr/>
          </p:nvSpPr>
          <p:spPr>
            <a:xfrm>
              <a:off x="79337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9"/>
            <p:cNvSpPr/>
            <p:nvPr/>
          </p:nvSpPr>
          <p:spPr>
            <a:xfrm>
              <a:off x="3105300" y="329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9"/>
            <p:cNvSpPr/>
            <p:nvPr/>
          </p:nvSpPr>
          <p:spPr>
            <a:xfrm>
              <a:off x="685300" y="7591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9"/>
            <p:cNvSpPr/>
            <p:nvPr/>
          </p:nvSpPr>
          <p:spPr>
            <a:xfrm>
              <a:off x="5297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9"/>
            <p:cNvSpPr/>
            <p:nvPr/>
          </p:nvSpPr>
          <p:spPr>
            <a:xfrm>
              <a:off x="5819850" y="4157050"/>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9"/>
            <p:cNvSpPr/>
            <p:nvPr/>
          </p:nvSpPr>
          <p:spPr>
            <a:xfrm>
              <a:off x="8465575" y="4415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9"/>
            <p:cNvSpPr/>
            <p:nvPr/>
          </p:nvSpPr>
          <p:spPr>
            <a:xfrm>
              <a:off x="2696150" y="4692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9"/>
            <p:cNvSpPr/>
            <p:nvPr/>
          </p:nvSpPr>
          <p:spPr>
            <a:xfrm>
              <a:off x="8276675" y="10105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9"/>
            <p:cNvSpPr/>
            <p:nvPr/>
          </p:nvSpPr>
          <p:spPr>
            <a:xfrm>
              <a:off x="4911600" y="157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3">
  <p:cSld name="CUSTOM_1_1_1_1">
    <p:spTree>
      <p:nvGrpSpPr>
        <p:cNvPr id="1" name="Shape 273"/>
        <p:cNvGrpSpPr/>
        <p:nvPr/>
      </p:nvGrpSpPr>
      <p:grpSpPr>
        <a:xfrm>
          <a:off x="0" y="0"/>
          <a:ext cx="0" cy="0"/>
          <a:chOff x="0" y="0"/>
          <a:chExt cx="0" cy="0"/>
        </a:xfrm>
      </p:grpSpPr>
      <p:pic>
        <p:nvPicPr>
          <p:cNvPr id="274" name="Google Shape;274;p22"/>
          <p:cNvPicPr preferRelativeResize="0"/>
          <p:nvPr/>
        </p:nvPicPr>
        <p:blipFill>
          <a:blip r:embed="rId2">
            <a:alphaModFix/>
          </a:blip>
          <a:stretch>
            <a:fillRect/>
          </a:stretch>
        </p:blipFill>
        <p:spPr>
          <a:xfrm>
            <a:off x="-65813" y="-46250"/>
            <a:ext cx="9275626" cy="5236000"/>
          </a:xfrm>
          <a:prstGeom prst="rect">
            <a:avLst/>
          </a:prstGeom>
          <a:noFill/>
          <a:ln>
            <a:noFill/>
          </a:ln>
        </p:spPr>
      </p:pic>
      <p:sp>
        <p:nvSpPr>
          <p:cNvPr id="275" name="Google Shape;275;p22"/>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Char char="●"/>
              <a:defRPr/>
            </a:lvl1pPr>
            <a:lvl2pPr marL="914400" lvl="1" indent="-317500" rtl="0">
              <a:lnSpc>
                <a:spcPct val="115000"/>
              </a:lnSpc>
              <a:spcBef>
                <a:spcPts val="0"/>
              </a:spcBef>
              <a:spcAft>
                <a:spcPts val="0"/>
              </a:spcAft>
              <a:buClr>
                <a:schemeClr val="dk1"/>
              </a:buClr>
              <a:buSzPts val="1400"/>
              <a:buChar char="○"/>
              <a:defRPr/>
            </a:lvl2pPr>
            <a:lvl3pPr marL="1371600" lvl="2" indent="-317500" rtl="0">
              <a:lnSpc>
                <a:spcPct val="115000"/>
              </a:lnSpc>
              <a:spcBef>
                <a:spcPts val="0"/>
              </a:spcBef>
              <a:spcAft>
                <a:spcPts val="0"/>
              </a:spcAft>
              <a:buClr>
                <a:schemeClr val="dk1"/>
              </a:buClr>
              <a:buSzPts val="1400"/>
              <a:buChar char="■"/>
              <a:defRPr/>
            </a:lvl3pPr>
            <a:lvl4pPr marL="1828800" lvl="3" indent="-317500" rtl="0">
              <a:lnSpc>
                <a:spcPct val="115000"/>
              </a:lnSpc>
              <a:spcBef>
                <a:spcPts val="0"/>
              </a:spcBef>
              <a:spcAft>
                <a:spcPts val="0"/>
              </a:spcAft>
              <a:buClr>
                <a:schemeClr val="dk1"/>
              </a:buClr>
              <a:buSzPts val="1400"/>
              <a:buChar char="●"/>
              <a:defRPr/>
            </a:lvl4pPr>
            <a:lvl5pPr marL="2286000" lvl="4" indent="-317500" rtl="0">
              <a:lnSpc>
                <a:spcPct val="115000"/>
              </a:lnSpc>
              <a:spcBef>
                <a:spcPts val="0"/>
              </a:spcBef>
              <a:spcAft>
                <a:spcPts val="0"/>
              </a:spcAft>
              <a:buClr>
                <a:schemeClr val="dk1"/>
              </a:buClr>
              <a:buSzPts val="1400"/>
              <a:buChar char="○"/>
              <a:defRPr/>
            </a:lvl5pPr>
            <a:lvl6pPr marL="2743200" lvl="5" indent="-317500" rtl="0">
              <a:lnSpc>
                <a:spcPct val="115000"/>
              </a:lnSpc>
              <a:spcBef>
                <a:spcPts val="0"/>
              </a:spcBef>
              <a:spcAft>
                <a:spcPts val="0"/>
              </a:spcAft>
              <a:buClr>
                <a:schemeClr val="dk1"/>
              </a:buClr>
              <a:buSzPts val="1400"/>
              <a:buChar char="■"/>
              <a:defRPr/>
            </a:lvl6pPr>
            <a:lvl7pPr marL="3200400" lvl="6" indent="-317500" rtl="0">
              <a:lnSpc>
                <a:spcPct val="115000"/>
              </a:lnSpc>
              <a:spcBef>
                <a:spcPts val="0"/>
              </a:spcBef>
              <a:spcAft>
                <a:spcPts val="0"/>
              </a:spcAft>
              <a:buClr>
                <a:schemeClr val="dk1"/>
              </a:buClr>
              <a:buSzPts val="1400"/>
              <a:buChar char="●"/>
              <a:defRPr/>
            </a:lvl7pPr>
            <a:lvl8pPr marL="3657600" lvl="7" indent="-317500" rtl="0">
              <a:lnSpc>
                <a:spcPct val="115000"/>
              </a:lnSpc>
              <a:spcBef>
                <a:spcPts val="0"/>
              </a:spcBef>
              <a:spcAft>
                <a:spcPts val="0"/>
              </a:spcAft>
              <a:buClr>
                <a:schemeClr val="dk1"/>
              </a:buClr>
              <a:buSzPts val="1400"/>
              <a:buChar char="○"/>
              <a:defRPr/>
            </a:lvl8pPr>
            <a:lvl9pPr marL="4114800" lvl="8" indent="-317500" rtl="0">
              <a:lnSpc>
                <a:spcPct val="115000"/>
              </a:lnSpc>
              <a:spcBef>
                <a:spcPts val="0"/>
              </a:spcBef>
              <a:spcAft>
                <a:spcPts val="0"/>
              </a:spcAft>
              <a:buClr>
                <a:schemeClr val="dk1"/>
              </a:buClr>
              <a:buSzPts val="1400"/>
              <a:buChar char="■"/>
              <a:defRPr/>
            </a:lvl9pPr>
          </a:lstStyle>
          <a:p>
            <a:endParaRPr/>
          </a:p>
        </p:txBody>
      </p:sp>
      <p:sp>
        <p:nvSpPr>
          <p:cNvPr id="276" name="Google Shape;276;p2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77" name="Google Shape;277;p22"/>
          <p:cNvGrpSpPr/>
          <p:nvPr/>
        </p:nvGrpSpPr>
        <p:grpSpPr>
          <a:xfrm>
            <a:off x="326275" y="844800"/>
            <a:ext cx="8359700" cy="3899800"/>
            <a:chOff x="326275" y="844800"/>
            <a:chExt cx="8359700" cy="3899800"/>
          </a:xfrm>
        </p:grpSpPr>
        <p:sp>
          <p:nvSpPr>
            <p:cNvPr id="278" name="Google Shape;278;p22"/>
            <p:cNvSpPr/>
            <p:nvPr/>
          </p:nvSpPr>
          <p:spPr>
            <a:xfrm>
              <a:off x="1241775" y="4607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2"/>
            <p:cNvSpPr/>
            <p:nvPr/>
          </p:nvSpPr>
          <p:spPr>
            <a:xfrm>
              <a:off x="326275" y="22383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2"/>
            <p:cNvSpPr/>
            <p:nvPr/>
          </p:nvSpPr>
          <p:spPr>
            <a:xfrm>
              <a:off x="8373675" y="1239975"/>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2"/>
            <p:cNvSpPr/>
            <p:nvPr/>
          </p:nvSpPr>
          <p:spPr>
            <a:xfrm>
              <a:off x="5075000" y="3024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2"/>
            <p:cNvSpPr/>
            <p:nvPr/>
          </p:nvSpPr>
          <p:spPr>
            <a:xfrm>
              <a:off x="8576775" y="431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2"/>
            <p:cNvSpPr/>
            <p:nvPr/>
          </p:nvSpPr>
          <p:spPr>
            <a:xfrm>
              <a:off x="759725" y="844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2"/>
            <p:cNvSpPr/>
            <p:nvPr/>
          </p:nvSpPr>
          <p:spPr>
            <a:xfrm>
              <a:off x="2676050" y="3806325"/>
              <a:ext cx="268200" cy="33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2"/>
            <p:cNvSpPr/>
            <p:nvPr/>
          </p:nvSpPr>
          <p:spPr>
            <a:xfrm>
              <a:off x="7717975" y="1933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2"/>
            <p:cNvSpPr/>
            <p:nvPr/>
          </p:nvSpPr>
          <p:spPr>
            <a:xfrm>
              <a:off x="4669800" y="4447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four columns 1">
  <p:cSld name="BLANK_1_1_1_1_2">
    <p:spTree>
      <p:nvGrpSpPr>
        <p:cNvPr id="1" name="Shape 324"/>
        <p:cNvGrpSpPr/>
        <p:nvPr/>
      </p:nvGrpSpPr>
      <p:grpSpPr>
        <a:xfrm>
          <a:off x="0" y="0"/>
          <a:ext cx="0" cy="0"/>
          <a:chOff x="0" y="0"/>
          <a:chExt cx="0" cy="0"/>
        </a:xfrm>
      </p:grpSpPr>
      <p:pic>
        <p:nvPicPr>
          <p:cNvPr id="325" name="Google Shape;325;p25"/>
          <p:cNvPicPr preferRelativeResize="0"/>
          <p:nvPr/>
        </p:nvPicPr>
        <p:blipFill>
          <a:blip r:embed="rId2">
            <a:alphaModFix/>
          </a:blip>
          <a:stretch>
            <a:fillRect/>
          </a:stretch>
        </p:blipFill>
        <p:spPr>
          <a:xfrm>
            <a:off x="-53076" y="-39062"/>
            <a:ext cx="9250151" cy="5221625"/>
          </a:xfrm>
          <a:prstGeom prst="rect">
            <a:avLst/>
          </a:prstGeom>
          <a:noFill/>
          <a:ln>
            <a:noFill/>
          </a:ln>
        </p:spPr>
      </p:pic>
      <p:sp>
        <p:nvSpPr>
          <p:cNvPr id="326" name="Google Shape;326;p25"/>
          <p:cNvSpPr txBox="1">
            <a:spLocks noGrp="1"/>
          </p:cNvSpPr>
          <p:nvPr>
            <p:ph type="title"/>
          </p:nvPr>
        </p:nvSpPr>
        <p:spPr>
          <a:xfrm>
            <a:off x="719988"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7" name="Google Shape;327;p25"/>
          <p:cNvSpPr txBox="1">
            <a:spLocks noGrp="1"/>
          </p:cNvSpPr>
          <p:nvPr>
            <p:ph type="subTitle" idx="1"/>
          </p:nvPr>
        </p:nvSpPr>
        <p:spPr>
          <a:xfrm>
            <a:off x="719988"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28" name="Google Shape;328;p25"/>
          <p:cNvSpPr txBox="1">
            <a:spLocks noGrp="1"/>
          </p:cNvSpPr>
          <p:nvPr>
            <p:ph type="title" idx="2"/>
          </p:nvPr>
        </p:nvSpPr>
        <p:spPr>
          <a:xfrm>
            <a:off x="6116700"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9" name="Google Shape;329;p25"/>
          <p:cNvSpPr txBox="1">
            <a:spLocks noGrp="1"/>
          </p:cNvSpPr>
          <p:nvPr>
            <p:ph type="subTitle" idx="3"/>
          </p:nvPr>
        </p:nvSpPr>
        <p:spPr>
          <a:xfrm>
            <a:off x="6116700"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0" name="Google Shape;330;p25"/>
          <p:cNvSpPr txBox="1">
            <a:spLocks noGrp="1"/>
          </p:cNvSpPr>
          <p:nvPr>
            <p:ph type="title" idx="4"/>
          </p:nvPr>
        </p:nvSpPr>
        <p:spPr>
          <a:xfrm>
            <a:off x="719988"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1" name="Google Shape;331;p25"/>
          <p:cNvSpPr txBox="1">
            <a:spLocks noGrp="1"/>
          </p:cNvSpPr>
          <p:nvPr>
            <p:ph type="subTitle" idx="5"/>
          </p:nvPr>
        </p:nvSpPr>
        <p:spPr>
          <a:xfrm>
            <a:off x="719988"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2" name="Google Shape;332;p25"/>
          <p:cNvSpPr txBox="1">
            <a:spLocks noGrp="1"/>
          </p:cNvSpPr>
          <p:nvPr>
            <p:ph type="title" idx="6"/>
          </p:nvPr>
        </p:nvSpPr>
        <p:spPr>
          <a:xfrm>
            <a:off x="6116700"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3" name="Google Shape;333;p25"/>
          <p:cNvSpPr txBox="1">
            <a:spLocks noGrp="1"/>
          </p:cNvSpPr>
          <p:nvPr>
            <p:ph type="subTitle" idx="7"/>
          </p:nvPr>
        </p:nvSpPr>
        <p:spPr>
          <a:xfrm>
            <a:off x="6116700"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4" name="Google Shape;334;p25"/>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35" name="Google Shape;335;p25"/>
          <p:cNvGrpSpPr/>
          <p:nvPr/>
        </p:nvGrpSpPr>
        <p:grpSpPr>
          <a:xfrm>
            <a:off x="447175" y="340450"/>
            <a:ext cx="8203800" cy="4456175"/>
            <a:chOff x="447175" y="340450"/>
            <a:chExt cx="8203800" cy="4456175"/>
          </a:xfrm>
        </p:grpSpPr>
        <p:sp>
          <p:nvSpPr>
            <p:cNvPr id="336" name="Google Shape;336;p25"/>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5"/>
            <p:cNvSpPr/>
            <p:nvPr/>
          </p:nvSpPr>
          <p:spPr>
            <a:xfrm>
              <a:off x="1632800" y="3404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5"/>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5"/>
            <p:cNvSpPr/>
            <p:nvPr/>
          </p:nvSpPr>
          <p:spPr>
            <a:xfrm>
              <a:off x="1177425" y="6295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5"/>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5"/>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5"/>
            <p:cNvSpPr/>
            <p:nvPr/>
          </p:nvSpPr>
          <p:spPr>
            <a:xfrm>
              <a:off x="2198125" y="4659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415"/>
        <p:cNvGrpSpPr/>
        <p:nvPr/>
      </p:nvGrpSpPr>
      <p:grpSpPr>
        <a:xfrm>
          <a:off x="0" y="0"/>
          <a:ext cx="0" cy="0"/>
          <a:chOff x="0" y="0"/>
          <a:chExt cx="0" cy="0"/>
        </a:xfrm>
      </p:grpSpPr>
      <p:pic>
        <p:nvPicPr>
          <p:cNvPr id="416" name="Google Shape;416;p30"/>
          <p:cNvPicPr preferRelativeResize="0"/>
          <p:nvPr/>
        </p:nvPicPr>
        <p:blipFill>
          <a:blip r:embed="rId2">
            <a:alphaModFix/>
          </a:blip>
          <a:stretch>
            <a:fillRect/>
          </a:stretch>
        </p:blipFill>
        <p:spPr>
          <a:xfrm>
            <a:off x="-89637" y="-62176"/>
            <a:ext cx="9323274" cy="5267851"/>
          </a:xfrm>
          <a:prstGeom prst="rect">
            <a:avLst/>
          </a:prstGeom>
          <a:noFill/>
          <a:ln>
            <a:noFill/>
          </a:ln>
        </p:spPr>
      </p:pic>
      <p:sp>
        <p:nvSpPr>
          <p:cNvPr id="417" name="Google Shape;417;p30"/>
          <p:cNvSpPr/>
          <p:nvPr/>
        </p:nvSpPr>
        <p:spPr>
          <a:xfrm>
            <a:off x="1284000" y="2455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a:off x="752025" y="37138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a:off x="7351350" y="11139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a:off x="8233775" y="2391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a:off x="7554450" y="43969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a:off x="759725" y="540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a:off x="4719450" y="29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a:off x="3850075" y="4772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672877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Righteous"/>
              <a:buNone/>
              <a:defRPr sz="3500">
                <a:solidFill>
                  <a:schemeClr val="dk1"/>
                </a:solidFill>
                <a:latin typeface="Righteous"/>
                <a:ea typeface="Righteous"/>
                <a:cs typeface="Righteous"/>
                <a:sym typeface="Righteous"/>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1pPr>
            <a:lvl2pPr marL="914400" lvl="1"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2pPr>
            <a:lvl3pPr marL="1371600" lvl="2"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3pPr>
            <a:lvl4pPr marL="1828800" lvl="3"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4pPr>
            <a:lvl5pPr marL="2286000" lvl="4"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5pPr>
            <a:lvl6pPr marL="2743200" lvl="5"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6pPr>
            <a:lvl7pPr marL="3200400" lvl="6"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7pPr>
            <a:lvl8pPr marL="3657600" lvl="7"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8pPr>
            <a:lvl9pPr marL="4114800" lvl="8" indent="-317500">
              <a:lnSpc>
                <a:spcPct val="115000"/>
              </a:lnSpc>
              <a:spcBef>
                <a:spcPts val="1600"/>
              </a:spcBef>
              <a:spcAft>
                <a:spcPts val="1600"/>
              </a:spcAft>
              <a:buClr>
                <a:schemeClr val="lt1"/>
              </a:buClr>
              <a:buSzPts val="1400"/>
              <a:buFont typeface="Comic Neue"/>
              <a:buChar char="■"/>
              <a:defRPr>
                <a:solidFill>
                  <a:schemeClr val="lt1"/>
                </a:solidFill>
                <a:latin typeface="Comic Neue"/>
                <a:ea typeface="Comic Neue"/>
                <a:cs typeface="Comic Neue"/>
                <a:sym typeface="Comic Neu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5" r:id="rId6"/>
    <p:sldLayoutId id="2147483658" r:id="rId7"/>
    <p:sldLayoutId id="2147483659" r:id="rId8"/>
    <p:sldLayoutId id="2147483660" r:id="rId9"/>
    <p:sldLayoutId id="2147483661" r:id="rId10"/>
    <p:sldLayoutId id="2147483662" r:id="rId11"/>
    <p:sldLayoutId id="2147483663" r:id="rId12"/>
    <p:sldLayoutId id="2147483665" r:id="rId13"/>
    <p:sldLayoutId id="2147483668" r:id="rId14"/>
    <p:sldLayoutId id="2147483671" r:id="rId15"/>
    <p:sldLayoutId id="2147483676" r:id="rId16"/>
    <p:sldLayoutId id="2147483681" r:id="rId1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14.xml"/><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14.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pic>
        <p:nvPicPr>
          <p:cNvPr id="435" name="Google Shape;435;p34"/>
          <p:cNvPicPr preferRelativeResize="0"/>
          <p:nvPr/>
        </p:nvPicPr>
        <p:blipFill rotWithShape="1">
          <a:blip r:embed="rId3">
            <a:alphaModFix/>
          </a:blip>
          <a:srcRect l="25007" t="40373" r="22399" b="44658"/>
          <a:stretch/>
        </p:blipFill>
        <p:spPr>
          <a:xfrm>
            <a:off x="2135932" y="4238726"/>
            <a:ext cx="2558093" cy="409501"/>
          </a:xfrm>
          <a:prstGeom prst="rect">
            <a:avLst/>
          </a:prstGeom>
          <a:noFill/>
          <a:ln>
            <a:noFill/>
          </a:ln>
        </p:spPr>
      </p:pic>
      <p:pic>
        <p:nvPicPr>
          <p:cNvPr id="436" name="Google Shape;436;p34"/>
          <p:cNvPicPr preferRelativeResize="0"/>
          <p:nvPr/>
        </p:nvPicPr>
        <p:blipFill rotWithShape="1">
          <a:blip r:embed="rId3">
            <a:alphaModFix/>
          </a:blip>
          <a:srcRect l="25007" t="40373" r="22399" b="44658"/>
          <a:stretch/>
        </p:blipFill>
        <p:spPr>
          <a:xfrm>
            <a:off x="605925" y="4459675"/>
            <a:ext cx="1905000" cy="297651"/>
          </a:xfrm>
          <a:prstGeom prst="rect">
            <a:avLst/>
          </a:prstGeom>
          <a:noFill/>
          <a:ln>
            <a:noFill/>
          </a:ln>
        </p:spPr>
      </p:pic>
      <p:pic>
        <p:nvPicPr>
          <p:cNvPr id="437" name="Google Shape;437;p34"/>
          <p:cNvPicPr preferRelativeResize="0"/>
          <p:nvPr/>
        </p:nvPicPr>
        <p:blipFill>
          <a:blip r:embed="rId4">
            <a:alphaModFix/>
          </a:blip>
          <a:stretch>
            <a:fillRect/>
          </a:stretch>
        </p:blipFill>
        <p:spPr>
          <a:xfrm>
            <a:off x="791312" y="553575"/>
            <a:ext cx="3692300" cy="4036355"/>
          </a:xfrm>
          <a:prstGeom prst="rect">
            <a:avLst/>
          </a:prstGeom>
          <a:noFill/>
          <a:ln>
            <a:noFill/>
          </a:ln>
        </p:spPr>
      </p:pic>
      <p:sp>
        <p:nvSpPr>
          <p:cNvPr id="438" name="Google Shape;438;p34"/>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Auditions Analysis System</a:t>
            </a:r>
            <a:endParaRPr sz="3600" dirty="0"/>
          </a:p>
        </p:txBody>
      </p:sp>
      <p:sp>
        <p:nvSpPr>
          <p:cNvPr id="439" name="Google Shape;439;p34"/>
          <p:cNvSpPr txBox="1">
            <a:spLocks noGrp="1"/>
          </p:cNvSpPr>
          <p:nvPr>
            <p:ph type="subTitle" idx="1"/>
          </p:nvPr>
        </p:nvSpPr>
        <p:spPr>
          <a:xfrm>
            <a:off x="4989203" y="3471199"/>
            <a:ext cx="3370051" cy="828975"/>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Mehraeel Philip, Fatema Milad, Sama Gehad, Marwan Ahmed, Mo’men Mohie &amp; Jana Ahmed</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p>
            <a:r>
              <a:rPr lang="en-US" dirty="0"/>
              <a:t>Architecture Recap</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719999" y="0"/>
            <a:ext cx="7704000" cy="440700"/>
          </a:xfrm>
        </p:spPr>
        <p:txBody>
          <a:bodyPr/>
          <a:lstStyle/>
          <a:p>
            <a:r>
              <a:rPr lang="en-US" dirty="0" smtClean="0"/>
              <a:t>Architectural Diagram</a:t>
            </a:r>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5029" y="571016"/>
            <a:ext cx="6573941" cy="439458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212053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5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COMPONENT DIAGRAM</a:t>
            </a:r>
            <a:endParaRPr dirty="0"/>
          </a:p>
        </p:txBody>
      </p:sp>
      <p:sp>
        <p:nvSpPr>
          <p:cNvPr id="721" name="Google Shape;721;p55"/>
          <p:cNvSpPr/>
          <p:nvPr/>
        </p:nvSpPr>
        <p:spPr>
          <a:xfrm>
            <a:off x="143257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55"/>
          <p:cNvSpPr/>
          <p:nvPr/>
        </p:nvSpPr>
        <p:spPr>
          <a:xfrm>
            <a:off x="32418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55"/>
          <p:cNvSpPr/>
          <p:nvPr/>
        </p:nvSpPr>
        <p:spPr>
          <a:xfrm>
            <a:off x="4974873"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55"/>
          <p:cNvSpPr/>
          <p:nvPr/>
        </p:nvSpPr>
        <p:spPr>
          <a:xfrm>
            <a:off x="67079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5" name="Google Shape;725;p55"/>
          <p:cNvCxnSpPr>
            <a:stCxn id="721" idx="6"/>
            <a:endCxn id="722" idx="2"/>
          </p:cNvCxnSpPr>
          <p:nvPr/>
        </p:nvCxnSpPr>
        <p:spPr>
          <a:xfrm>
            <a:off x="2436075" y="2984775"/>
            <a:ext cx="805800" cy="0"/>
          </a:xfrm>
          <a:prstGeom prst="straightConnector1">
            <a:avLst/>
          </a:prstGeom>
          <a:noFill/>
          <a:ln w="19050" cap="flat" cmpd="sng">
            <a:solidFill>
              <a:schemeClr val="lt2"/>
            </a:solidFill>
            <a:prstDash val="solid"/>
            <a:round/>
            <a:headEnd type="none" w="med" len="med"/>
            <a:tailEnd type="none" w="med" len="med"/>
          </a:ln>
        </p:spPr>
      </p:cxnSp>
      <p:cxnSp>
        <p:nvCxnSpPr>
          <p:cNvPr id="726" name="Google Shape;726;p55"/>
          <p:cNvCxnSpPr>
            <a:stCxn id="722" idx="6"/>
            <a:endCxn id="723" idx="2"/>
          </p:cNvCxnSpPr>
          <p:nvPr/>
        </p:nvCxnSpPr>
        <p:spPr>
          <a:xfrm>
            <a:off x="4245325" y="2984775"/>
            <a:ext cx="729600" cy="0"/>
          </a:xfrm>
          <a:prstGeom prst="straightConnector1">
            <a:avLst/>
          </a:prstGeom>
          <a:noFill/>
          <a:ln w="19050" cap="flat" cmpd="sng">
            <a:solidFill>
              <a:schemeClr val="lt2"/>
            </a:solidFill>
            <a:prstDash val="solid"/>
            <a:round/>
            <a:headEnd type="none" w="med" len="med"/>
            <a:tailEnd type="none" w="med" len="med"/>
          </a:ln>
        </p:spPr>
      </p:cxnSp>
      <p:cxnSp>
        <p:nvCxnSpPr>
          <p:cNvPr id="727" name="Google Shape;727;p55"/>
          <p:cNvCxnSpPr>
            <a:stCxn id="723" idx="6"/>
            <a:endCxn id="724" idx="2"/>
          </p:cNvCxnSpPr>
          <p:nvPr/>
        </p:nvCxnSpPr>
        <p:spPr>
          <a:xfrm>
            <a:off x="5978373" y="2984775"/>
            <a:ext cx="729600" cy="0"/>
          </a:xfrm>
          <a:prstGeom prst="straightConnector1">
            <a:avLst/>
          </a:prstGeom>
          <a:noFill/>
          <a:ln w="19050" cap="flat" cmpd="sng">
            <a:solidFill>
              <a:schemeClr val="lt2"/>
            </a:solidFill>
            <a:prstDash val="solid"/>
            <a:round/>
            <a:headEnd type="none" w="med" len="med"/>
            <a:tailEnd type="none" w="med" len="med"/>
          </a:ln>
        </p:spPr>
      </p:cxnSp>
      <p:sp>
        <p:nvSpPr>
          <p:cNvPr id="728" name="Google Shape;728;p55"/>
          <p:cNvSpPr txBox="1"/>
          <p:nvPr/>
        </p:nvSpPr>
        <p:spPr>
          <a:xfrm>
            <a:off x="640725" y="1406900"/>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Director</a:t>
            </a:r>
            <a:endParaRPr sz="2500" dirty="0">
              <a:solidFill>
                <a:schemeClr val="lt2"/>
              </a:solidFill>
              <a:latin typeface="Righteous"/>
              <a:ea typeface="Righteous"/>
              <a:cs typeface="Righteous"/>
              <a:sym typeface="Righteous"/>
            </a:endParaRPr>
          </a:p>
        </p:txBody>
      </p:sp>
      <p:sp>
        <p:nvSpPr>
          <p:cNvPr id="729" name="Google Shape;729;p55"/>
          <p:cNvSpPr txBox="1"/>
          <p:nvPr/>
        </p:nvSpPr>
        <p:spPr>
          <a:xfrm>
            <a:off x="1117425"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S</a:t>
            </a:r>
            <a:r>
              <a:rPr lang="en" dirty="0" smtClean="0">
                <a:solidFill>
                  <a:schemeClr val="dk1"/>
                </a:solidFill>
                <a:latin typeface="Comic Neue"/>
                <a:ea typeface="Comic Neue"/>
                <a:cs typeface="Comic Neue"/>
                <a:sym typeface="Comic Neue"/>
              </a:rPr>
              <a:t>pecifications form</a:t>
            </a:r>
            <a:endParaRPr dirty="0">
              <a:solidFill>
                <a:schemeClr val="lt2"/>
              </a:solidFill>
              <a:latin typeface="Comic Neue"/>
              <a:ea typeface="Comic Neue"/>
              <a:cs typeface="Comic Neue"/>
              <a:sym typeface="Comic Neue"/>
            </a:endParaRPr>
          </a:p>
        </p:txBody>
      </p:sp>
      <p:sp>
        <p:nvSpPr>
          <p:cNvPr id="730" name="Google Shape;730;p55"/>
          <p:cNvSpPr txBox="1"/>
          <p:nvPr/>
        </p:nvSpPr>
        <p:spPr>
          <a:xfrm>
            <a:off x="2449973"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Auditions</a:t>
            </a:r>
            <a:endParaRPr sz="2500" dirty="0">
              <a:solidFill>
                <a:schemeClr val="lt2"/>
              </a:solidFill>
              <a:latin typeface="Righteous"/>
              <a:ea typeface="Righteous"/>
              <a:cs typeface="Righteous"/>
              <a:sym typeface="Righteous"/>
            </a:endParaRPr>
          </a:p>
        </p:txBody>
      </p:sp>
      <p:sp>
        <p:nvSpPr>
          <p:cNvPr id="731" name="Google Shape;731;p55"/>
          <p:cNvSpPr txBox="1"/>
          <p:nvPr/>
        </p:nvSpPr>
        <p:spPr>
          <a:xfrm>
            <a:off x="2936723" y="4016550"/>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U</a:t>
            </a:r>
            <a:r>
              <a:rPr lang="en" dirty="0" smtClean="0">
                <a:solidFill>
                  <a:schemeClr val="dk1"/>
                </a:solidFill>
                <a:latin typeface="Comic Neue"/>
                <a:ea typeface="Comic Neue"/>
                <a:cs typeface="Comic Neue"/>
                <a:sym typeface="Comic Neue"/>
              </a:rPr>
              <a:t>ploading or live recording</a:t>
            </a:r>
            <a:endParaRPr dirty="0">
              <a:solidFill>
                <a:schemeClr val="dk1"/>
              </a:solidFill>
              <a:latin typeface="Comic Neue"/>
              <a:ea typeface="Comic Neue"/>
              <a:cs typeface="Comic Neue"/>
              <a:sym typeface="Comic Neue"/>
            </a:endParaRPr>
          </a:p>
        </p:txBody>
      </p:sp>
      <p:sp>
        <p:nvSpPr>
          <p:cNvPr id="732" name="Google Shape;732;p55"/>
          <p:cNvSpPr txBox="1"/>
          <p:nvPr/>
        </p:nvSpPr>
        <p:spPr>
          <a:xfrm>
            <a:off x="5916074"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Reports</a:t>
            </a:r>
            <a:endParaRPr sz="2500" dirty="0">
              <a:solidFill>
                <a:schemeClr val="lt2"/>
              </a:solidFill>
              <a:latin typeface="Righteous"/>
              <a:ea typeface="Righteous"/>
              <a:cs typeface="Righteous"/>
              <a:sym typeface="Righteous"/>
            </a:endParaRPr>
          </a:p>
        </p:txBody>
      </p:sp>
      <p:sp>
        <p:nvSpPr>
          <p:cNvPr id="733" name="Google Shape;733;p55"/>
          <p:cNvSpPr txBox="1"/>
          <p:nvPr/>
        </p:nvSpPr>
        <p:spPr>
          <a:xfrm>
            <a:off x="6443088" y="3999207"/>
            <a:ext cx="1613700" cy="64765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latin typeface="Comic Neue"/>
                <a:ea typeface="Comic Neue"/>
                <a:cs typeface="Comic Neue"/>
                <a:sym typeface="Comic Neue"/>
              </a:rPr>
              <a:t>PDF reports with scoring and evaluation metrics</a:t>
            </a:r>
            <a:endParaRPr dirty="0">
              <a:solidFill>
                <a:schemeClr val="dk1"/>
              </a:solidFill>
              <a:latin typeface="Comic Neue"/>
              <a:ea typeface="Comic Neue"/>
              <a:cs typeface="Comic Neue"/>
              <a:sym typeface="Comic Neue"/>
            </a:endParaRPr>
          </a:p>
        </p:txBody>
      </p:sp>
      <p:sp>
        <p:nvSpPr>
          <p:cNvPr id="734" name="Google Shape;734;p55"/>
          <p:cNvSpPr/>
          <p:nvPr/>
        </p:nvSpPr>
        <p:spPr>
          <a:xfrm>
            <a:off x="3526357" y="2715577"/>
            <a:ext cx="434437" cy="538397"/>
          </a:xfrm>
          <a:custGeom>
            <a:avLst/>
            <a:gdLst/>
            <a:ahLst/>
            <a:cxnLst/>
            <a:rect l="l" t="t" r="r" b="b"/>
            <a:pathLst>
              <a:path w="11212" h="13895" extrusionOk="0">
                <a:moveTo>
                  <a:pt x="6168" y="6523"/>
                </a:moveTo>
                <a:lnTo>
                  <a:pt x="6168" y="7687"/>
                </a:lnTo>
                <a:lnTo>
                  <a:pt x="3063" y="7687"/>
                </a:lnTo>
                <a:lnTo>
                  <a:pt x="3063" y="6523"/>
                </a:lnTo>
                <a:close/>
                <a:moveTo>
                  <a:pt x="2631" y="1"/>
                </a:moveTo>
                <a:cubicBezTo>
                  <a:pt x="2499" y="1"/>
                  <a:pt x="2364" y="11"/>
                  <a:pt x="2228" y="33"/>
                </a:cubicBezTo>
                <a:cubicBezTo>
                  <a:pt x="1159" y="203"/>
                  <a:pt x="307" y="1084"/>
                  <a:pt x="148" y="2154"/>
                </a:cubicBezTo>
                <a:cubicBezTo>
                  <a:pt x="1" y="3143"/>
                  <a:pt x="419" y="4046"/>
                  <a:pt x="1126" y="4584"/>
                </a:cubicBezTo>
                <a:lnTo>
                  <a:pt x="1124" y="4584"/>
                </a:lnTo>
                <a:lnTo>
                  <a:pt x="1124" y="10015"/>
                </a:lnTo>
                <a:lnTo>
                  <a:pt x="3092" y="10015"/>
                </a:lnTo>
                <a:lnTo>
                  <a:pt x="1064" y="13894"/>
                </a:lnTo>
                <a:lnTo>
                  <a:pt x="2193" y="13894"/>
                </a:lnTo>
                <a:lnTo>
                  <a:pt x="4229" y="9964"/>
                </a:lnTo>
                <a:lnTo>
                  <a:pt x="4229" y="13894"/>
                </a:lnTo>
                <a:lnTo>
                  <a:pt x="5393" y="13894"/>
                </a:lnTo>
                <a:lnTo>
                  <a:pt x="5393" y="9964"/>
                </a:lnTo>
                <a:lnTo>
                  <a:pt x="7152" y="13894"/>
                </a:lnTo>
                <a:lnTo>
                  <a:pt x="8403" y="13894"/>
                </a:lnTo>
                <a:lnTo>
                  <a:pt x="6356" y="10015"/>
                </a:lnTo>
                <a:lnTo>
                  <a:pt x="8496" y="10015"/>
                </a:lnTo>
                <a:lnTo>
                  <a:pt x="8496" y="8962"/>
                </a:lnTo>
                <a:lnTo>
                  <a:pt x="11211" y="10028"/>
                </a:lnTo>
                <a:lnTo>
                  <a:pt x="11211" y="4829"/>
                </a:lnTo>
                <a:lnTo>
                  <a:pt x="8496" y="5894"/>
                </a:lnTo>
                <a:lnTo>
                  <a:pt x="8496" y="4583"/>
                </a:lnTo>
                <a:lnTo>
                  <a:pt x="8494" y="4583"/>
                </a:lnTo>
                <a:cubicBezTo>
                  <a:pt x="9198" y="4046"/>
                  <a:pt x="9618" y="3141"/>
                  <a:pt x="9472" y="2152"/>
                </a:cubicBezTo>
                <a:cubicBezTo>
                  <a:pt x="9313" y="1082"/>
                  <a:pt x="8459" y="200"/>
                  <a:pt x="7391" y="33"/>
                </a:cubicBezTo>
                <a:cubicBezTo>
                  <a:pt x="7255" y="11"/>
                  <a:pt x="7120" y="1"/>
                  <a:pt x="6988" y="1"/>
                </a:cubicBezTo>
                <a:cubicBezTo>
                  <a:pt x="6057" y="1"/>
                  <a:pt x="5244" y="516"/>
                  <a:pt x="4810" y="1279"/>
                </a:cubicBezTo>
                <a:cubicBezTo>
                  <a:pt x="4376" y="516"/>
                  <a:pt x="3563" y="1"/>
                  <a:pt x="2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 name="Google Shape;735;p55"/>
          <p:cNvGrpSpPr/>
          <p:nvPr/>
        </p:nvGrpSpPr>
        <p:grpSpPr>
          <a:xfrm>
            <a:off x="6992445" y="2703239"/>
            <a:ext cx="434461" cy="563072"/>
            <a:chOff x="4806050" y="2679700"/>
            <a:chExt cx="269500" cy="349300"/>
          </a:xfrm>
        </p:grpSpPr>
        <p:sp>
          <p:nvSpPr>
            <p:cNvPr id="736" name="Google Shape;736;p55"/>
            <p:cNvSpPr/>
            <p:nvPr/>
          </p:nvSpPr>
          <p:spPr>
            <a:xfrm>
              <a:off x="4806050" y="2679700"/>
              <a:ext cx="269500" cy="145600"/>
            </a:xfrm>
            <a:custGeom>
              <a:avLst/>
              <a:gdLst/>
              <a:ahLst/>
              <a:cxnLst/>
              <a:rect l="l" t="t" r="r" b="b"/>
              <a:pathLst>
                <a:path w="10780" h="5824" extrusionOk="0">
                  <a:moveTo>
                    <a:pt x="6661" y="2541"/>
                  </a:moveTo>
                  <a:cubicBezTo>
                    <a:pt x="6903" y="2541"/>
                    <a:pt x="7136" y="2730"/>
                    <a:pt x="7136" y="3015"/>
                  </a:cubicBezTo>
                  <a:cubicBezTo>
                    <a:pt x="7136" y="3275"/>
                    <a:pt x="6925" y="3487"/>
                    <a:pt x="6664" y="3487"/>
                  </a:cubicBezTo>
                  <a:cubicBezTo>
                    <a:pt x="6244" y="3487"/>
                    <a:pt x="6032" y="2978"/>
                    <a:pt x="6330" y="2681"/>
                  </a:cubicBezTo>
                  <a:cubicBezTo>
                    <a:pt x="6427" y="2584"/>
                    <a:pt x="6545" y="2541"/>
                    <a:pt x="6661" y="2541"/>
                  </a:cubicBezTo>
                  <a:close/>
                  <a:moveTo>
                    <a:pt x="2883" y="3171"/>
                  </a:moveTo>
                  <a:cubicBezTo>
                    <a:pt x="3126" y="3171"/>
                    <a:pt x="3359" y="3359"/>
                    <a:pt x="3359" y="3644"/>
                  </a:cubicBezTo>
                  <a:cubicBezTo>
                    <a:pt x="3359" y="3905"/>
                    <a:pt x="3148" y="4116"/>
                    <a:pt x="2886" y="4116"/>
                  </a:cubicBezTo>
                  <a:cubicBezTo>
                    <a:pt x="2465" y="4116"/>
                    <a:pt x="2256" y="3607"/>
                    <a:pt x="2552" y="3310"/>
                  </a:cubicBezTo>
                  <a:cubicBezTo>
                    <a:pt x="2648" y="3214"/>
                    <a:pt x="2767" y="3171"/>
                    <a:pt x="2883" y="3171"/>
                  </a:cubicBezTo>
                  <a:close/>
                  <a:moveTo>
                    <a:pt x="5087" y="4116"/>
                  </a:moveTo>
                  <a:cubicBezTo>
                    <a:pt x="5330" y="4116"/>
                    <a:pt x="5563" y="4304"/>
                    <a:pt x="5563" y="4589"/>
                  </a:cubicBezTo>
                  <a:cubicBezTo>
                    <a:pt x="5563" y="4849"/>
                    <a:pt x="5351" y="5060"/>
                    <a:pt x="5090" y="5060"/>
                  </a:cubicBezTo>
                  <a:cubicBezTo>
                    <a:pt x="4669" y="5060"/>
                    <a:pt x="4459" y="4552"/>
                    <a:pt x="4756" y="4255"/>
                  </a:cubicBezTo>
                  <a:cubicBezTo>
                    <a:pt x="4852" y="4159"/>
                    <a:pt x="4970" y="4116"/>
                    <a:pt x="5087" y="4116"/>
                  </a:cubicBezTo>
                  <a:close/>
                  <a:moveTo>
                    <a:pt x="4410" y="0"/>
                  </a:moveTo>
                  <a:cubicBezTo>
                    <a:pt x="3532" y="0"/>
                    <a:pt x="2675" y="491"/>
                    <a:pt x="2272" y="1369"/>
                  </a:cubicBezTo>
                  <a:cubicBezTo>
                    <a:pt x="928" y="1559"/>
                    <a:pt x="74" y="2903"/>
                    <a:pt x="472" y="4200"/>
                  </a:cubicBezTo>
                  <a:cubicBezTo>
                    <a:pt x="111" y="4660"/>
                    <a:pt x="0" y="5267"/>
                    <a:pt x="174" y="5824"/>
                  </a:cubicBezTo>
                  <a:lnTo>
                    <a:pt x="10114" y="5824"/>
                  </a:lnTo>
                  <a:cubicBezTo>
                    <a:pt x="10779" y="4654"/>
                    <a:pt x="10252" y="3166"/>
                    <a:pt x="8997" y="2678"/>
                  </a:cubicBezTo>
                  <a:cubicBezTo>
                    <a:pt x="8948" y="1456"/>
                    <a:pt x="7935" y="561"/>
                    <a:pt x="6796" y="561"/>
                  </a:cubicBezTo>
                  <a:cubicBezTo>
                    <a:pt x="6554" y="561"/>
                    <a:pt x="6307" y="601"/>
                    <a:pt x="6063" y="687"/>
                  </a:cubicBezTo>
                  <a:cubicBezTo>
                    <a:pt x="6004" y="626"/>
                    <a:pt x="5940" y="570"/>
                    <a:pt x="5873" y="516"/>
                  </a:cubicBezTo>
                  <a:cubicBezTo>
                    <a:pt x="5435" y="166"/>
                    <a:pt x="4919" y="0"/>
                    <a:pt x="4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5"/>
            <p:cNvSpPr/>
            <p:nvPr/>
          </p:nvSpPr>
          <p:spPr>
            <a:xfrm>
              <a:off x="4825375" y="2854375"/>
              <a:ext cx="72300" cy="174625"/>
            </a:xfrm>
            <a:custGeom>
              <a:avLst/>
              <a:gdLst/>
              <a:ahLst/>
              <a:cxnLst/>
              <a:rect l="l" t="t" r="r" b="b"/>
              <a:pathLst>
                <a:path w="2892" h="6985" extrusionOk="0">
                  <a:moveTo>
                    <a:pt x="1" y="1"/>
                  </a:moveTo>
                  <a:lnTo>
                    <a:pt x="925" y="6985"/>
                  </a:lnTo>
                  <a:lnTo>
                    <a:pt x="2891" y="6985"/>
                  </a:lnTo>
                  <a:lnTo>
                    <a:pt x="23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55"/>
            <p:cNvSpPr/>
            <p:nvPr/>
          </p:nvSpPr>
          <p:spPr>
            <a:xfrm>
              <a:off x="4976575" y="2854375"/>
              <a:ext cx="72500" cy="174625"/>
            </a:xfrm>
            <a:custGeom>
              <a:avLst/>
              <a:gdLst/>
              <a:ahLst/>
              <a:cxnLst/>
              <a:rect l="l" t="t" r="r" b="b"/>
              <a:pathLst>
                <a:path w="2900" h="6985" extrusionOk="0">
                  <a:moveTo>
                    <a:pt x="561" y="1"/>
                  </a:moveTo>
                  <a:lnTo>
                    <a:pt x="1" y="6985"/>
                  </a:lnTo>
                  <a:lnTo>
                    <a:pt x="1978" y="6985"/>
                  </a:lnTo>
                  <a:lnTo>
                    <a:pt x="2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55"/>
            <p:cNvSpPr/>
            <p:nvPr/>
          </p:nvSpPr>
          <p:spPr>
            <a:xfrm>
              <a:off x="4908450" y="2854375"/>
              <a:ext cx="57325" cy="174625"/>
            </a:xfrm>
            <a:custGeom>
              <a:avLst/>
              <a:gdLst/>
              <a:ahLst/>
              <a:cxnLst/>
              <a:rect l="l" t="t" r="r" b="b"/>
              <a:pathLst>
                <a:path w="2293" h="6985" extrusionOk="0">
                  <a:moveTo>
                    <a:pt x="0" y="1"/>
                  </a:moveTo>
                  <a:lnTo>
                    <a:pt x="561" y="6985"/>
                  </a:lnTo>
                  <a:lnTo>
                    <a:pt x="1731" y="6985"/>
                  </a:lnTo>
                  <a:lnTo>
                    <a:pt x="2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 name="Google Shape;740;p55"/>
          <p:cNvSpPr/>
          <p:nvPr/>
        </p:nvSpPr>
        <p:spPr>
          <a:xfrm>
            <a:off x="5228201" y="2784676"/>
            <a:ext cx="496842" cy="400206"/>
          </a:xfrm>
          <a:custGeom>
            <a:avLst/>
            <a:gdLst/>
            <a:ahLst/>
            <a:cxnLst/>
            <a:rect l="l" t="t" r="r" b="b"/>
            <a:pathLst>
              <a:path w="13969" h="11252" extrusionOk="0">
                <a:moveTo>
                  <a:pt x="3105" y="1939"/>
                </a:moveTo>
                <a:lnTo>
                  <a:pt x="3105" y="3103"/>
                </a:lnTo>
                <a:lnTo>
                  <a:pt x="1941" y="3105"/>
                </a:lnTo>
                <a:lnTo>
                  <a:pt x="1941" y="1939"/>
                </a:lnTo>
                <a:close/>
                <a:moveTo>
                  <a:pt x="11641" y="1939"/>
                </a:moveTo>
                <a:lnTo>
                  <a:pt x="11641" y="3103"/>
                </a:lnTo>
                <a:lnTo>
                  <a:pt x="10477" y="3105"/>
                </a:lnTo>
                <a:lnTo>
                  <a:pt x="10477" y="1939"/>
                </a:lnTo>
                <a:close/>
                <a:moveTo>
                  <a:pt x="3105" y="4269"/>
                </a:moveTo>
                <a:lnTo>
                  <a:pt x="3105" y="5433"/>
                </a:lnTo>
                <a:lnTo>
                  <a:pt x="1943" y="5433"/>
                </a:lnTo>
                <a:lnTo>
                  <a:pt x="1943" y="4269"/>
                </a:lnTo>
                <a:close/>
                <a:moveTo>
                  <a:pt x="11641" y="4269"/>
                </a:moveTo>
                <a:lnTo>
                  <a:pt x="11641" y="5433"/>
                </a:lnTo>
                <a:lnTo>
                  <a:pt x="10477" y="5433"/>
                </a:lnTo>
                <a:lnTo>
                  <a:pt x="10477" y="4269"/>
                </a:lnTo>
                <a:close/>
                <a:moveTo>
                  <a:pt x="3105" y="6208"/>
                </a:moveTo>
                <a:lnTo>
                  <a:pt x="3105" y="7372"/>
                </a:lnTo>
                <a:lnTo>
                  <a:pt x="1943" y="7372"/>
                </a:lnTo>
                <a:lnTo>
                  <a:pt x="1943" y="6208"/>
                </a:lnTo>
                <a:close/>
                <a:moveTo>
                  <a:pt x="11641" y="6208"/>
                </a:moveTo>
                <a:lnTo>
                  <a:pt x="11641" y="7372"/>
                </a:lnTo>
                <a:lnTo>
                  <a:pt x="10477" y="7372"/>
                </a:lnTo>
                <a:lnTo>
                  <a:pt x="10477" y="6208"/>
                </a:lnTo>
                <a:close/>
                <a:moveTo>
                  <a:pt x="6210" y="3414"/>
                </a:moveTo>
                <a:lnTo>
                  <a:pt x="9765" y="5631"/>
                </a:lnTo>
                <a:lnTo>
                  <a:pt x="6210" y="7847"/>
                </a:lnTo>
                <a:lnTo>
                  <a:pt x="6210" y="6786"/>
                </a:lnTo>
                <a:lnTo>
                  <a:pt x="4269" y="7894"/>
                </a:lnTo>
                <a:lnTo>
                  <a:pt x="4269" y="3461"/>
                </a:lnTo>
                <a:lnTo>
                  <a:pt x="6210" y="4568"/>
                </a:lnTo>
                <a:lnTo>
                  <a:pt x="6210" y="3414"/>
                </a:lnTo>
                <a:close/>
                <a:moveTo>
                  <a:pt x="3105" y="8148"/>
                </a:moveTo>
                <a:lnTo>
                  <a:pt x="3105" y="9312"/>
                </a:lnTo>
                <a:lnTo>
                  <a:pt x="1943" y="9312"/>
                </a:lnTo>
                <a:lnTo>
                  <a:pt x="1943" y="8148"/>
                </a:lnTo>
                <a:close/>
                <a:moveTo>
                  <a:pt x="11641" y="8148"/>
                </a:moveTo>
                <a:lnTo>
                  <a:pt x="11641" y="9312"/>
                </a:lnTo>
                <a:lnTo>
                  <a:pt x="10477" y="9312"/>
                </a:lnTo>
                <a:lnTo>
                  <a:pt x="10477" y="8148"/>
                </a:lnTo>
                <a:close/>
                <a:moveTo>
                  <a:pt x="1" y="1"/>
                </a:moveTo>
                <a:lnTo>
                  <a:pt x="1" y="11251"/>
                </a:lnTo>
                <a:lnTo>
                  <a:pt x="13968" y="11251"/>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 name="Google Shape;741;p55"/>
          <p:cNvGrpSpPr/>
          <p:nvPr/>
        </p:nvGrpSpPr>
        <p:grpSpPr>
          <a:xfrm>
            <a:off x="1717105" y="2768695"/>
            <a:ext cx="434439" cy="432165"/>
            <a:chOff x="-50503000" y="3921175"/>
            <a:chExt cx="300900" cy="299325"/>
          </a:xfrm>
        </p:grpSpPr>
        <p:sp>
          <p:nvSpPr>
            <p:cNvPr id="742" name="Google Shape;742;p55"/>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5"/>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55"/>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55"/>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55"/>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7" name="Google Shape;747;p55"/>
          <p:cNvSpPr txBox="1"/>
          <p:nvPr/>
        </p:nvSpPr>
        <p:spPr>
          <a:xfrm>
            <a:off x="3960800" y="1406900"/>
            <a:ext cx="29346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p:txBody>
      </p:sp>
      <p:sp>
        <p:nvSpPr>
          <p:cNvPr id="748" name="Google Shape;748;p55"/>
          <p:cNvSpPr txBox="1"/>
          <p:nvPr/>
        </p:nvSpPr>
        <p:spPr>
          <a:xfrm>
            <a:off x="4621250"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D</a:t>
            </a:r>
            <a:r>
              <a:rPr lang="en" dirty="0" smtClean="0">
                <a:solidFill>
                  <a:schemeClr val="dk1"/>
                </a:solidFill>
                <a:latin typeface="Comic Neue"/>
                <a:ea typeface="Comic Neue"/>
                <a:cs typeface="Comic Neue"/>
                <a:sym typeface="Comic Neue"/>
              </a:rPr>
              <a:t>ata processing and classification</a:t>
            </a:r>
            <a:endParaRPr dirty="0">
              <a:solidFill>
                <a:schemeClr val="dk1"/>
              </a:solidFill>
              <a:latin typeface="Comic Neue"/>
              <a:ea typeface="Comic Neue"/>
              <a:cs typeface="Comic Neue"/>
              <a:sym typeface="Comic Neue"/>
            </a:endParaRPr>
          </a:p>
        </p:txBody>
      </p:sp>
      <p:sp>
        <p:nvSpPr>
          <p:cNvPr id="2" name="Chevron 1"/>
          <p:cNvSpPr/>
          <p:nvPr/>
        </p:nvSpPr>
        <p:spPr>
          <a:xfrm>
            <a:off x="2731125" y="2871024"/>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2" name="Chevron 31"/>
          <p:cNvSpPr/>
          <p:nvPr/>
        </p:nvSpPr>
        <p:spPr>
          <a:xfrm>
            <a:off x="4520161" y="2846047"/>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3" name="Chevron 32"/>
          <p:cNvSpPr/>
          <p:nvPr/>
        </p:nvSpPr>
        <p:spPr>
          <a:xfrm>
            <a:off x="6298718" y="2843660"/>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Implementation Overview</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sp>
        <p:nvSpPr>
          <p:cNvPr id="652" name="Google Shape;652;p47"/>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smtClean="0"/>
              <a:t>The project code is organized to specify each functionality in a clear way to ease debugging and developing (OOP). Refinements in branches including ui, reliability and feedback was carried out to improve performance generally executing the functional requirements best approach possible. Design was enhanced based on advices given by doctors and experienced directors.</a:t>
            </a:r>
            <a:endParaRPr sz="2000" dirty="0"/>
          </a:p>
        </p:txBody>
      </p:sp>
      <p:sp>
        <p:nvSpPr>
          <p:cNvPr id="653" name="Google Shape;653;p47"/>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smtClean="0"/>
              <a:t>Overview</a:t>
            </a:r>
            <a:endParaRPr sz="2400" dirty="0"/>
          </a:p>
        </p:txBody>
      </p:sp>
      <p:pic>
        <p:nvPicPr>
          <p:cNvPr id="654" name="Google Shape;654;p47"/>
          <p:cNvPicPr preferRelativeResize="0"/>
          <p:nvPr/>
        </p:nvPicPr>
        <p:blipFill>
          <a:blip r:embed="rId3">
            <a:alphaModFix/>
          </a:blip>
          <a:stretch>
            <a:fillRect/>
          </a:stretch>
        </p:blipFill>
        <p:spPr>
          <a:xfrm rot="2700003">
            <a:off x="5639504" y="867374"/>
            <a:ext cx="1634159" cy="350527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ctr"/>
            <a:r>
              <a:rPr sz="2100" dirty="0">
                <a:solidFill>
                  <a:schemeClr val="tx1"/>
                </a:solidFill>
              </a:rPr>
              <a:t>Implementation Overview – System Workflow</a:t>
            </a:r>
          </a:p>
        </p:txBody>
      </p:sp>
      <p:graphicFrame>
        <p:nvGraphicFramePr>
          <p:cNvPr id="5" name="Content Placeholder 2">
            <a:extLst>
              <a:ext uri="{FF2B5EF4-FFF2-40B4-BE49-F238E27FC236}">
                <a16:creationId xmlns:a16="http://schemas.microsoft.com/office/drawing/2014/main" id="{3F93F52B-4BDF-19C6-AA4B-91B81822CCD5}"/>
              </a:ext>
            </a:extLst>
          </p:cNvPr>
          <p:cNvGraphicFramePr>
            <a:graphicFrameLocks noGrp="1"/>
          </p:cNvGraphicFramePr>
          <p:nvPr>
            <p:ph idx="1"/>
            <p:extLst>
              <p:ext uri="{D42A27DB-BD31-4B8C-83A1-F6EECF244321}">
                <p14:modId xmlns:p14="http://schemas.microsoft.com/office/powerpoint/2010/main" val="2271795063"/>
              </p:ext>
            </p:extLst>
          </p:nvPr>
        </p:nvGraphicFramePr>
        <p:xfrm>
          <a:off x="1080407" y="1098551"/>
          <a:ext cx="6983186" cy="375647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416764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938388"/>
          </a:xfrm>
          <a:prstGeom prst="rect">
            <a:avLst/>
          </a:prstGeom>
        </p:spPr>
        <p:txBody>
          <a:bodyPr spcFirstLastPara="1" wrap="square" lIns="91425" tIns="91425" rIns="91425" bIns="91425" anchor="ctr" anchorCtr="0">
            <a:noAutofit/>
          </a:bodyPr>
          <a:lstStyle/>
          <a:p>
            <a:r>
              <a:rPr lang="en-US" dirty="0"/>
              <a:t>Functional Coverage Mapping</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03</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40408972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graphicFrame>
        <p:nvGraphicFramePr>
          <p:cNvPr id="715" name="Google Shape;715;p54"/>
          <p:cNvGraphicFramePr/>
          <p:nvPr>
            <p:extLst>
              <p:ext uri="{D42A27DB-BD31-4B8C-83A1-F6EECF244321}">
                <p14:modId xmlns:p14="http://schemas.microsoft.com/office/powerpoint/2010/main" val="258681429"/>
              </p:ext>
            </p:extLst>
          </p:nvPr>
        </p:nvGraphicFramePr>
        <p:xfrm>
          <a:off x="0" y="0"/>
          <a:ext cx="9143999" cy="5069840"/>
        </p:xfrm>
        <a:graphic>
          <a:graphicData uri="http://schemas.openxmlformats.org/drawingml/2006/table">
            <a:tbl>
              <a:tblPr>
                <a:noFill/>
                <a:tableStyleId>{D53D5DC3-BA4F-48B7-9C4E-EA5A1AA2C53F}</a:tableStyleId>
              </a:tblPr>
              <a:tblGrid>
                <a:gridCol w="778165">
                  <a:extLst>
                    <a:ext uri="{9D8B030D-6E8A-4147-A177-3AD203B41FA5}">
                      <a16:colId xmlns:a16="http://schemas.microsoft.com/office/drawing/2014/main" val="20001"/>
                    </a:ext>
                  </a:extLst>
                </a:gridCol>
                <a:gridCol w="2970875">
                  <a:extLst>
                    <a:ext uri="{9D8B030D-6E8A-4147-A177-3AD203B41FA5}">
                      <a16:colId xmlns:a16="http://schemas.microsoft.com/office/drawing/2014/main" val="20002"/>
                    </a:ext>
                  </a:extLst>
                </a:gridCol>
                <a:gridCol w="2087571">
                  <a:extLst>
                    <a:ext uri="{9D8B030D-6E8A-4147-A177-3AD203B41FA5}">
                      <a16:colId xmlns:a16="http://schemas.microsoft.com/office/drawing/2014/main" val="2097412225"/>
                    </a:ext>
                  </a:extLst>
                </a:gridCol>
                <a:gridCol w="3307388">
                  <a:extLst>
                    <a:ext uri="{9D8B030D-6E8A-4147-A177-3AD203B41FA5}">
                      <a16:colId xmlns:a16="http://schemas.microsoft.com/office/drawing/2014/main" val="20003"/>
                    </a:ext>
                  </a:extLst>
                </a:gridCol>
              </a:tblGrid>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FR-01-02</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Video Capture &amp; Audio/Frame Sync — Data Ingestion &amp; Preprocessing</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/upload route</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request.form.getlist</a:t>
                      </a:r>
                      <a:r>
                        <a:rPr lang="en-US" sz="1400" dirty="0" smtClean="0">
                          <a:solidFill>
                            <a:schemeClr val="tx2"/>
                          </a:solidFill>
                          <a:latin typeface="Comic Neue"/>
                          <a:ea typeface="Comic Neue"/>
                          <a:cs typeface="Comic Neue"/>
                          <a:sym typeface="Comic Neue"/>
                        </a:rPr>
                        <a:t>()</a:t>
                      </a:r>
                    </a:p>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cv2.VideoCapture()</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Accepts raw 1–5 minute audition uploads or webcam feeds, extracts 16 kHz audio, and maps synchronized timestamps.</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2394386369"/>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FR-03-07</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Facial, Vocal &amp; Posture Analysis — Per-Modality Analyzers</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mp.solutions.pose</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Executes localized tracking for eye gaze, Ekman-like facial emotions, speech prosody, and gesture matching via the $1 Recognizer.</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52767207"/>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FR-07</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Continuous Stream Slicing — Temporal Action Segmentation</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recognize()</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analyze_video</a:t>
                      </a:r>
                      <a:r>
                        <a:rPr lang="en-US" sz="1400" dirty="0" smtClean="0">
                          <a:solidFill>
                            <a:schemeClr val="tx2"/>
                          </a:solidFill>
                          <a:latin typeface="Comic Neue"/>
                          <a:ea typeface="Comic Neue"/>
                          <a:cs typeface="Comic Neue"/>
                          <a:sym typeface="Comic Neue"/>
                        </a:rPr>
                        <a:t>()</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Segments long video streams into 10 discrete actions, assigning per-segment labels and confidence scores.</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877271926"/>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FR-08-09</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Director-Facing Reporting &amp; UI — Scoring Engine &amp; Flask UI</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chart functions</a:t>
                      </a:r>
                    </a:p>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JSON Report</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VisualizationUtils</a:t>
                      </a:r>
                      <a:r>
                        <a:rPr lang="en-US" sz="1400" dirty="0" smtClean="0">
                          <a:solidFill>
                            <a:schemeClr val="tx2"/>
                          </a:solidFill>
                          <a:latin typeface="Comic Neue"/>
                          <a:ea typeface="Comic Neue"/>
                          <a:cs typeface="Comic Neue"/>
                          <a:sym typeface="Comic Neue"/>
                        </a:rPr>
                        <a:t> </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Aggregates extracted metrics into numeric scores and 1-3 sentence text summaries, visualized on an interactive web dashboard.</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3077779327"/>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FR-10</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Experiment &amp; Model Tracking — Evaluation Logging</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save_results</a:t>
                      </a:r>
                      <a:r>
                        <a:rPr lang="en-US" sz="1400" dirty="0" smtClean="0">
                          <a:solidFill>
                            <a:schemeClr val="tx2"/>
                          </a:solidFill>
                          <a:latin typeface="Comic Neue"/>
                          <a:ea typeface="Comic Neue"/>
                          <a:cs typeface="Comic Neue"/>
                          <a:sym typeface="Comic Neue"/>
                        </a:rPr>
                        <a:t>()</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Saves evaluation logs, model versions, and confusion matrices to ensure complete reproducibility.</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857714127"/>
                  </a:ext>
                </a:extLst>
              </a:tr>
            </a:tbl>
          </a:graphicData>
        </a:graphic>
      </p:graphicFrame>
    </p:spTree>
    <p:extLst>
      <p:ext uri="{BB962C8B-B14F-4D97-AF65-F5344CB8AC3E}">
        <p14:creationId xmlns:p14="http://schemas.microsoft.com/office/powerpoint/2010/main" val="323790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Code </a:t>
            </a:r>
            <a:r>
              <a:rPr lang="en-US" dirty="0" smtClean="0"/>
              <a:t>Structure &amp;</a:t>
            </a:r>
            <a:r>
              <a:rPr lang="en-US" dirty="0"/>
              <a:t> </a:t>
            </a:r>
            <a:r>
              <a:rPr lang="en-US" dirty="0" smtClean="0"/>
              <a:t>Core </a:t>
            </a:r>
            <a:r>
              <a:rPr lang="en-US" dirty="0"/>
              <a:t>Modules</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spTree>
    <p:extLst>
      <p:ext uri="{BB962C8B-B14F-4D97-AF65-F5344CB8AC3E}">
        <p14:creationId xmlns:p14="http://schemas.microsoft.com/office/powerpoint/2010/main" val="150132061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 System Overview &amp; Code Format</a:t>
            </a:r>
            <a:endParaRPr/>
          </a:p>
        </p:txBody>
      </p:sp>
      <p:sp>
        <p:nvSpPr>
          <p:cNvPr id="55" name="Google Shape;55;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Code Format:</a:t>
            </a:r>
            <a:r>
              <a:rPr lang="en" sz="1600" dirty="0">
                <a:solidFill>
                  <a:schemeClr val="dk1"/>
                </a:solidFill>
              </a:rPr>
              <a:t> The system is primarily written in Python, utilizing popular machine learning and web frameworks.</a:t>
            </a:r>
            <a:endParaRPr sz="1600" dirty="0">
              <a:solidFill>
                <a:schemeClr val="dk1"/>
              </a:solidFill>
            </a:endParaRPr>
          </a:p>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Core Libraries:</a:t>
            </a:r>
            <a:r>
              <a:rPr lang="en" sz="1600" dirty="0">
                <a:solidFill>
                  <a:schemeClr val="dk1"/>
                </a:solidFill>
              </a:rPr>
              <a:t> It relies heavily on Flask for the web interface, OpenCV and MediaPipe for computer vision, DeepFace for emotion detection, and TensorFlow/Keras for deep learning.</a:t>
            </a:r>
            <a:endParaRPr sz="1600" dirty="0">
              <a:solidFill>
                <a:schemeClr val="dk1"/>
              </a:solidFill>
            </a:endParaRPr>
          </a:p>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System Use:</a:t>
            </a:r>
            <a:r>
              <a:rPr lang="en" sz="1600" dirty="0">
                <a:solidFill>
                  <a:schemeClr val="dk1"/>
                </a:solidFill>
              </a:rPr>
              <a:t> It is built as an "Acting Performance Assessment System" to provide comprehensive, multi-modal feedback on audition performances.</a:t>
            </a:r>
            <a:endParaRPr sz="1600" dirty="0">
              <a:solidFill>
                <a:schemeClr val="dk1"/>
              </a:solidFill>
            </a:endParaRPr>
          </a:p>
          <a:p>
            <a:pPr marL="0" lvl="0" indent="0" algn="l" rtl="0">
              <a:lnSpc>
                <a:spcPct val="150000"/>
              </a:lnSpc>
              <a:spcBef>
                <a:spcPts val="1200"/>
              </a:spcBef>
              <a:spcAft>
                <a:spcPts val="1200"/>
              </a:spcAft>
              <a:buNone/>
            </a:pPr>
            <a:endParaRPr dirty="0"/>
          </a:p>
        </p:txBody>
      </p:sp>
      <p:pic>
        <p:nvPicPr>
          <p:cNvPr id="5"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6"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19412864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Architectural Structure</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30200" algn="l" rtl="0">
              <a:lnSpc>
                <a:spcPct val="150000"/>
              </a:lnSpc>
              <a:spcBef>
                <a:spcPts val="0"/>
              </a:spcBef>
              <a:spcAft>
                <a:spcPts val="0"/>
              </a:spcAft>
              <a:buSzPts val="1600"/>
              <a:buChar char="●"/>
            </a:pPr>
            <a:r>
              <a:rPr lang="en" sz="1600" b="1" dirty="0">
                <a:solidFill>
                  <a:schemeClr val="bg1"/>
                </a:solidFill>
              </a:rPr>
              <a:t>Web Application (</a:t>
            </a:r>
            <a:r>
              <a:rPr lang="en" sz="1600" b="1" dirty="0">
                <a:solidFill>
                  <a:schemeClr val="bg1"/>
                </a:solidFill>
                <a:latin typeface="Roboto Mono"/>
                <a:ea typeface="Roboto Mono"/>
                <a:cs typeface="Roboto Mono"/>
                <a:sym typeface="Roboto Mono"/>
              </a:rPr>
              <a:t>web_app/app.py</a:t>
            </a:r>
            <a:r>
              <a:rPr lang="en" sz="1600" b="1" dirty="0">
                <a:solidFill>
                  <a:schemeClr val="bg1"/>
                </a:solidFill>
              </a:rPr>
              <a:t>):</a:t>
            </a:r>
            <a:r>
              <a:rPr lang="en" sz="1600" dirty="0">
                <a:solidFill>
                  <a:schemeClr val="bg1"/>
                </a:solidFill>
              </a:rPr>
              <a:t> Acts as the user interface and API backend. It manages video uploads, routes users to reports, and visualizes actor comparisons using matplotlib radar and bar charts.</a:t>
            </a:r>
            <a:endParaRPr sz="1600" dirty="0">
              <a:solidFill>
                <a:schemeClr val="bg1"/>
              </a:solidFill>
            </a:endParaRPr>
          </a:p>
          <a:p>
            <a:pPr marL="457200" lvl="0" indent="-330200" algn="l" rtl="0">
              <a:lnSpc>
                <a:spcPct val="150000"/>
              </a:lnSpc>
              <a:spcBef>
                <a:spcPts val="0"/>
              </a:spcBef>
              <a:spcAft>
                <a:spcPts val="0"/>
              </a:spcAft>
              <a:buSzPts val="1600"/>
              <a:buChar char="●"/>
            </a:pPr>
            <a:r>
              <a:rPr lang="en" sz="1600" b="1" dirty="0">
                <a:solidFill>
                  <a:schemeClr val="bg1"/>
                </a:solidFill>
              </a:rPr>
              <a:t>Analysis Layer (</a:t>
            </a:r>
            <a:r>
              <a:rPr lang="en" sz="1600" b="1" dirty="0">
                <a:solidFill>
                  <a:schemeClr val="bg1"/>
                </a:solidFill>
                <a:latin typeface="Roboto Mono"/>
                <a:ea typeface="Roboto Mono"/>
                <a:cs typeface="Roboto Mono"/>
                <a:sym typeface="Roboto Mono"/>
              </a:rPr>
              <a:t>analysis/emotion_analysis.py</a:t>
            </a:r>
            <a:r>
              <a:rPr lang="en" sz="1600" b="1" dirty="0">
                <a:solidFill>
                  <a:schemeClr val="bg1"/>
                </a:solidFill>
              </a:rPr>
              <a:t>):</a:t>
            </a:r>
            <a:r>
              <a:rPr lang="en" sz="1600" dirty="0">
                <a:solidFill>
                  <a:schemeClr val="bg1"/>
                </a:solidFill>
              </a:rPr>
              <a:t> Contains specific modules like the </a:t>
            </a:r>
            <a:r>
              <a:rPr lang="en" sz="1600" dirty="0">
                <a:solidFill>
                  <a:schemeClr val="bg1"/>
                </a:solidFill>
                <a:latin typeface="Roboto Mono"/>
                <a:ea typeface="Roboto Mono"/>
                <a:cs typeface="Roboto Mono"/>
                <a:sym typeface="Roboto Mono"/>
              </a:rPr>
              <a:t>EmotionAnalyzer</a:t>
            </a:r>
            <a:r>
              <a:rPr lang="en" sz="1600" dirty="0">
                <a:solidFill>
                  <a:schemeClr val="bg1"/>
                </a:solidFill>
              </a:rPr>
              <a:t> that extract frame-by-frame data (e.g., analyzing angry, disgust, fear, happy, sad, surprise, and neutral expressions).</a:t>
            </a:r>
            <a:endParaRPr sz="1600" dirty="0">
              <a:solidFill>
                <a:schemeClr val="bg1"/>
              </a:solidFill>
            </a:endParaRPr>
          </a:p>
          <a:p>
            <a:pPr marL="457200" lvl="0" indent="-330200" algn="l" rtl="0">
              <a:lnSpc>
                <a:spcPct val="150000"/>
              </a:lnSpc>
              <a:spcBef>
                <a:spcPts val="0"/>
              </a:spcBef>
              <a:spcAft>
                <a:spcPts val="0"/>
              </a:spcAft>
              <a:buSzPts val="1600"/>
              <a:buChar char="●"/>
            </a:pPr>
            <a:r>
              <a:rPr lang="en" sz="1600" b="1" dirty="0">
                <a:solidFill>
                  <a:schemeClr val="bg1"/>
                </a:solidFill>
              </a:rPr>
              <a:t>Machine Learning Layer (</a:t>
            </a:r>
            <a:r>
              <a:rPr lang="en" sz="1600" b="1" dirty="0">
                <a:solidFill>
                  <a:schemeClr val="bg1"/>
                </a:solidFill>
                <a:latin typeface="Roboto Mono"/>
                <a:ea typeface="Roboto Mono"/>
                <a:cs typeface="Roboto Mono"/>
                <a:sym typeface="Roboto Mono"/>
              </a:rPr>
              <a:t>models/model_trainer.py</a:t>
            </a:r>
            <a:r>
              <a:rPr lang="en" sz="1600" b="1" dirty="0">
                <a:solidFill>
                  <a:schemeClr val="bg1"/>
                </a:solidFill>
              </a:rPr>
              <a:t>):</a:t>
            </a:r>
            <a:r>
              <a:rPr lang="en" sz="1600" dirty="0">
                <a:solidFill>
                  <a:schemeClr val="bg1"/>
                </a:solidFill>
              </a:rPr>
              <a:t> Manages an array of different model architectures. It is responsible for initializing, training, comparing, and saving the models.</a:t>
            </a:r>
            <a:endParaRPr sz="1600" dirty="0">
              <a:solidFill>
                <a:schemeClr val="bg1"/>
              </a:solidFill>
            </a:endParaRPr>
          </a:p>
          <a:p>
            <a:pPr marL="0" lvl="0" indent="0" algn="l" rtl="0">
              <a:lnSpc>
                <a:spcPct val="150000"/>
              </a:lnSpc>
              <a:spcBef>
                <a:spcPts val="1200"/>
              </a:spcBef>
              <a:spcAft>
                <a:spcPts val="1200"/>
              </a:spcAft>
              <a:buNone/>
            </a:pPr>
            <a:endParaRPr dirty="0"/>
          </a:p>
        </p:txBody>
      </p:sp>
      <p:pic>
        <p:nvPicPr>
          <p:cNvPr id="4"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5"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216973516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Machine Learning Pipeline &amp; Data Flow</a:t>
            </a:r>
            <a:endParaRPr/>
          </a:p>
        </p:txBody>
      </p:sp>
      <p:sp>
        <p:nvSpPr>
          <p:cNvPr id="67" name="Google Shape;6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a:bodyPr>
          <a:lstStyle/>
          <a:p>
            <a:pPr marL="457200" lvl="0" indent="-336550" algn="l" rtl="0">
              <a:lnSpc>
                <a:spcPct val="150000"/>
              </a:lnSpc>
              <a:spcBef>
                <a:spcPts val="0"/>
              </a:spcBef>
              <a:spcAft>
                <a:spcPts val="0"/>
              </a:spcAft>
              <a:buSzPts val="1700"/>
              <a:buChar char="●"/>
            </a:pPr>
            <a:r>
              <a:rPr lang="en" sz="1700" b="1" dirty="0">
                <a:solidFill>
                  <a:schemeClr val="bg1"/>
                </a:solidFill>
              </a:rPr>
              <a:t>Multi-Model Implementation:</a:t>
            </a:r>
            <a:r>
              <a:rPr lang="en" sz="1700" dirty="0">
                <a:solidFill>
                  <a:schemeClr val="bg1"/>
                </a:solidFill>
              </a:rPr>
              <a:t> The code structurally supports 8 distinct machine learning models: CNN-LSTM, LSTM, BiLSTM, GRU, RNN, CNN-RNN, Keras DNN, and PyCaret (Classical ML).</a:t>
            </a:r>
            <a:endParaRPr sz="1700" dirty="0">
              <a:solidFill>
                <a:schemeClr val="bg1"/>
              </a:solidFill>
            </a:endParaRPr>
          </a:p>
          <a:p>
            <a:pPr marL="457200" lvl="0" indent="-336550" algn="l" rtl="0">
              <a:lnSpc>
                <a:spcPct val="150000"/>
              </a:lnSpc>
              <a:spcBef>
                <a:spcPts val="0"/>
              </a:spcBef>
              <a:spcAft>
                <a:spcPts val="0"/>
              </a:spcAft>
              <a:buSzPts val="1700"/>
              <a:buChar char="●"/>
            </a:pPr>
            <a:r>
              <a:rPr lang="en" sz="1700" b="1" dirty="0">
                <a:solidFill>
                  <a:schemeClr val="bg1"/>
                </a:solidFill>
              </a:rPr>
              <a:t>Data Reshaping:</a:t>
            </a:r>
            <a:r>
              <a:rPr lang="en" sz="1700" dirty="0">
                <a:solidFill>
                  <a:schemeClr val="bg1"/>
                </a:solidFill>
              </a:rPr>
              <a:t> Sequence models are structured to automatically reshape flat input data (e.g., transforming features into a </a:t>
            </a:r>
            <a:r>
              <a:rPr lang="en" sz="1700" dirty="0">
                <a:solidFill>
                  <a:schemeClr val="bg1"/>
                </a:solidFill>
                <a:latin typeface="Roboto Mono"/>
                <a:ea typeface="Roboto Mono"/>
                <a:cs typeface="Roboto Mono"/>
                <a:sym typeface="Roboto Mono"/>
              </a:rPr>
              <a:t>(1, features)</a:t>
            </a:r>
            <a:r>
              <a:rPr lang="en" sz="1700" dirty="0">
                <a:solidFill>
                  <a:schemeClr val="bg1"/>
                </a:solidFill>
              </a:rPr>
              <a:t> sequence shape to simulate timesteps).</a:t>
            </a:r>
            <a:endParaRPr sz="1700" dirty="0">
              <a:solidFill>
                <a:schemeClr val="bg1"/>
              </a:solidFill>
            </a:endParaRPr>
          </a:p>
          <a:p>
            <a:pPr marL="457200" lvl="0" indent="-336550" algn="l" rtl="0">
              <a:lnSpc>
                <a:spcPct val="150000"/>
              </a:lnSpc>
              <a:spcBef>
                <a:spcPts val="0"/>
              </a:spcBef>
              <a:spcAft>
                <a:spcPts val="0"/>
              </a:spcAft>
              <a:buSzPts val="1700"/>
              <a:buChar char="●"/>
            </a:pPr>
            <a:r>
              <a:rPr lang="en" sz="1700" b="1" dirty="0">
                <a:solidFill>
                  <a:schemeClr val="bg1"/>
                </a:solidFill>
              </a:rPr>
              <a:t>Ensemble Operation:</a:t>
            </a:r>
            <a:r>
              <a:rPr lang="en" sz="1700" dirty="0">
                <a:solidFill>
                  <a:schemeClr val="bg1"/>
                </a:solidFill>
              </a:rPr>
              <a:t> The pipeline includes a mechanism to aggregate the predictions from all valid models using a voting ensemble and weighted probabilities to generate a final result</a:t>
            </a:r>
            <a:r>
              <a:rPr lang="en" sz="1700" dirty="0" smtClean="0">
                <a:solidFill>
                  <a:schemeClr val="bg1"/>
                </a:solidFill>
              </a:rPr>
              <a:t>.</a:t>
            </a:r>
            <a:endParaRPr sz="1700" dirty="0">
              <a:solidFill>
                <a:schemeClr val="bg1"/>
              </a:solidFill>
            </a:endParaRPr>
          </a:p>
        </p:txBody>
      </p:sp>
      <p:pic>
        <p:nvPicPr>
          <p:cNvPr id="4"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5"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172669101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38"/>
          <p:cNvSpPr txBox="1">
            <a:spLocks noGrp="1"/>
          </p:cNvSpPr>
          <p:nvPr>
            <p:ph type="subTitle" idx="1"/>
          </p:nvPr>
        </p:nvSpPr>
        <p:spPr>
          <a:xfrm flipH="1">
            <a:off x="3981423" y="545911"/>
            <a:ext cx="4798746" cy="4236921"/>
          </a:xfrm>
          <a:prstGeom prst="rect">
            <a:avLst/>
          </a:prstGeom>
        </p:spPr>
        <p:txBody>
          <a:bodyPr spcFirstLastPara="1" wrap="square" lIns="320025" tIns="91425" rIns="320025" bIns="91425" anchor="ctr" anchorCtr="0">
            <a:noAutofit/>
          </a:bodyPr>
          <a:lstStyle/>
          <a:p>
            <a:pPr marL="285750" lvl="0" indent="-285750" algn="l">
              <a:lnSpc>
                <a:spcPct val="150000"/>
              </a:lnSpc>
              <a:buFont typeface="Arial" panose="020B0604020202020204" pitchFamily="34" charset="0"/>
              <a:buChar char="•"/>
            </a:pPr>
            <a:r>
              <a:rPr lang="en-US" dirty="0">
                <a:solidFill>
                  <a:schemeClr val="lt2"/>
                </a:solidFill>
              </a:rPr>
              <a:t>Unified Feature Extraction Module: Processes raw video and outputs a combined static/temporal data template for training</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Single-Input </a:t>
            </a:r>
            <a:r>
              <a:rPr lang="en-US" dirty="0">
                <a:solidFill>
                  <a:schemeClr val="lt2"/>
                </a:solidFill>
              </a:rPr>
              <a:t>Inference Engine: Houses 8 sequence-modeling architectures (CNN, RNN, LSTM variants) currently configured to process the unified data format</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Diagnostic </a:t>
            </a:r>
            <a:r>
              <a:rPr lang="en-US" dirty="0">
                <a:solidFill>
                  <a:schemeClr val="lt2"/>
                </a:solidFill>
              </a:rPr>
              <a:t>&amp; Reporting Module: Generates the performance matrices (Precision, Recall, F1) that highlighted the limitations of the unified input approach.</a:t>
            </a:r>
            <a:endParaRPr dirty="0">
              <a:solidFill>
                <a:schemeClr val="lt2"/>
              </a:solidFill>
            </a:endParaRPr>
          </a:p>
        </p:txBody>
      </p:sp>
      <p:grpSp>
        <p:nvGrpSpPr>
          <p:cNvPr id="484" name="Google Shape;484;p38"/>
          <p:cNvGrpSpPr/>
          <p:nvPr/>
        </p:nvGrpSpPr>
        <p:grpSpPr>
          <a:xfrm>
            <a:off x="1135125" y="3099823"/>
            <a:ext cx="2075924" cy="1423700"/>
            <a:chOff x="1135125" y="3099823"/>
            <a:chExt cx="2075924" cy="1423700"/>
          </a:xfrm>
        </p:grpSpPr>
        <p:pic>
          <p:nvPicPr>
            <p:cNvPr id="485" name="Google Shape;485;p38"/>
            <p:cNvPicPr preferRelativeResize="0"/>
            <p:nvPr/>
          </p:nvPicPr>
          <p:blipFill>
            <a:blip r:embed="rId3">
              <a:alphaModFix/>
            </a:blip>
            <a:stretch>
              <a:fillRect/>
            </a:stretch>
          </p:blipFill>
          <p:spPr>
            <a:xfrm rot="-299030">
              <a:off x="1185994" y="3183200"/>
              <a:ext cx="1974187" cy="1256946"/>
            </a:xfrm>
            <a:prstGeom prst="rect">
              <a:avLst/>
            </a:prstGeom>
            <a:noFill/>
            <a:ln>
              <a:noFill/>
            </a:ln>
          </p:spPr>
        </p:pic>
        <p:pic>
          <p:nvPicPr>
            <p:cNvPr id="486" name="Google Shape;486;p38"/>
            <p:cNvPicPr preferRelativeResize="0"/>
            <p:nvPr/>
          </p:nvPicPr>
          <p:blipFill>
            <a:blip r:embed="rId4">
              <a:alphaModFix/>
            </a:blip>
            <a:stretch>
              <a:fillRect/>
            </a:stretch>
          </p:blipFill>
          <p:spPr>
            <a:xfrm>
              <a:off x="1824900" y="3457775"/>
              <a:ext cx="696375" cy="593200"/>
            </a:xfrm>
            <a:prstGeom prst="rect">
              <a:avLst/>
            </a:prstGeom>
            <a:noFill/>
            <a:ln>
              <a:noFill/>
            </a:ln>
          </p:spPr>
        </p:pic>
      </p:grpSp>
      <p:pic>
        <p:nvPicPr>
          <p:cNvPr id="487" name="Google Shape;487;p38"/>
          <p:cNvPicPr preferRelativeResize="0"/>
          <p:nvPr/>
        </p:nvPicPr>
        <p:blipFill>
          <a:blip r:embed="rId5">
            <a:alphaModFix/>
          </a:blip>
          <a:stretch>
            <a:fillRect/>
          </a:stretch>
        </p:blipFill>
        <p:spPr>
          <a:xfrm rot="-1041134">
            <a:off x="1421850" y="1368050"/>
            <a:ext cx="206400" cy="1440019"/>
          </a:xfrm>
          <a:prstGeom prst="rect">
            <a:avLst/>
          </a:prstGeom>
          <a:noFill/>
          <a:ln>
            <a:noFill/>
          </a:ln>
        </p:spPr>
      </p:pic>
      <p:sp>
        <p:nvSpPr>
          <p:cNvPr id="8" name="Title 1"/>
          <p:cNvSpPr>
            <a:spLocks noGrp="1"/>
          </p:cNvSpPr>
          <p:nvPr>
            <p:ph type="title"/>
          </p:nvPr>
        </p:nvSpPr>
        <p:spPr>
          <a:xfrm>
            <a:off x="209342" y="48020"/>
            <a:ext cx="3721213" cy="572700"/>
          </a:xfrm>
        </p:spPr>
        <p:txBody>
          <a:bodyPr>
            <a:noAutofit/>
          </a:bodyPr>
          <a:lstStyle/>
          <a:p>
            <a:pPr algn="l"/>
            <a:r>
              <a:rPr lang="en-US" sz="2800" dirty="0" smtClean="0">
                <a:solidFill>
                  <a:schemeClr val="tx1"/>
                </a:solidFill>
              </a:rPr>
              <a:t>Core Modules:</a:t>
            </a:r>
            <a:endParaRPr sz="2800" dirty="0">
              <a:solidFill>
                <a:schemeClr val="tx1"/>
              </a:solidFill>
            </a:endParaRPr>
          </a:p>
        </p:txBody>
      </p:sp>
      <p:pic>
        <p:nvPicPr>
          <p:cNvPr id="9" name="Google Shape;642;p45"/>
          <p:cNvPicPr preferRelativeResize="0"/>
          <p:nvPr/>
        </p:nvPicPr>
        <p:blipFill>
          <a:blip r:embed="rId6">
            <a:alphaModFix/>
          </a:blip>
          <a:stretch>
            <a:fillRect/>
          </a:stretch>
        </p:blipFill>
        <p:spPr>
          <a:xfrm rot="20848251">
            <a:off x="1895982" y="1082334"/>
            <a:ext cx="1910474" cy="1353834"/>
          </a:xfrm>
          <a:prstGeom prst="rect">
            <a:avLst/>
          </a:prstGeom>
          <a:noFill/>
          <a:ln>
            <a:noFill/>
          </a:ln>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Architecture vs Implementation Alignment</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05</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90891965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Planned Architecture</a:t>
            </a:r>
            <a:endParaRPr dirty="0"/>
          </a:p>
        </p:txBody>
      </p:sp>
      <p:sp>
        <p:nvSpPr>
          <p:cNvPr id="445" name="Google Shape;445;p35"/>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p>
            <a:pPr marL="0" lvl="0" indent="0">
              <a:lnSpc>
                <a:spcPct val="150000"/>
              </a:lnSpc>
              <a:buNone/>
            </a:pPr>
            <a:r>
              <a:rPr lang="en-US" sz="1400" dirty="0"/>
              <a:t>The system was designed as a multi-stream </a:t>
            </a:r>
            <a:r>
              <a:rPr lang="en-US" sz="1400" dirty="0" smtClean="0"/>
              <a:t>architecture</a:t>
            </a:r>
            <a:r>
              <a:rPr lang="en" sz="1400" dirty="0" smtClean="0"/>
              <a:t>: </a:t>
            </a:r>
            <a:endParaRPr sz="1400" dirty="0"/>
          </a:p>
          <a:p>
            <a:pPr lvl="0">
              <a:lnSpc>
                <a:spcPct val="150000"/>
              </a:lnSpc>
            </a:pPr>
            <a:r>
              <a:rPr lang="en-US" sz="1400" b="1" dirty="0"/>
              <a:t>Flow:</a:t>
            </a:r>
            <a:r>
              <a:rPr lang="en-US" sz="1400" dirty="0"/>
              <a:t> </a:t>
            </a:r>
            <a:endParaRPr lang="en-US" sz="1400" dirty="0" smtClean="0"/>
          </a:p>
          <a:p>
            <a:pPr marL="596900" lvl="1" indent="0">
              <a:lnSpc>
                <a:spcPct val="150000"/>
              </a:lnSpc>
              <a:buNone/>
            </a:pPr>
            <a:r>
              <a:rPr lang="en-US" sz="1200" dirty="0" smtClean="0"/>
              <a:t>Input → Feature Extraction → Parallel Streams → Fusion Level → Final Prediction → Visualization</a:t>
            </a:r>
            <a:endParaRPr sz="1200" dirty="0" smtClean="0"/>
          </a:p>
          <a:p>
            <a:pPr lvl="0">
              <a:lnSpc>
                <a:spcPct val="150000"/>
              </a:lnSpc>
            </a:pPr>
            <a:r>
              <a:rPr lang="en-US" sz="1400" b="1" dirty="0" smtClean="0"/>
              <a:t>Feature </a:t>
            </a:r>
            <a:r>
              <a:rPr lang="en-US" sz="1400" b="1" dirty="0"/>
              <a:t>Extraction</a:t>
            </a:r>
            <a:r>
              <a:rPr lang="en-US" sz="1400" b="1" dirty="0" smtClean="0"/>
              <a:t>:</a:t>
            </a:r>
            <a:r>
              <a:rPr lang="en-US" sz="1400" dirty="0" smtClean="0"/>
              <a:t> </a:t>
            </a:r>
            <a:r>
              <a:rPr lang="en-US" sz="1400" dirty="0"/>
              <a:t>Uses MediaPipe to extract pose landmarks</a:t>
            </a:r>
            <a:endParaRPr sz="1400" dirty="0"/>
          </a:p>
          <a:p>
            <a:pPr lvl="0">
              <a:lnSpc>
                <a:spcPct val="150000"/>
              </a:lnSpc>
            </a:pPr>
            <a:r>
              <a:rPr lang="en-US" sz="1400" b="1" dirty="0"/>
              <a:t>Spatial Stream (CNN):</a:t>
            </a:r>
            <a:r>
              <a:rPr lang="en-US" sz="1400" dirty="0"/>
              <a:t> Processes posture and gesture (frame-level features</a:t>
            </a:r>
            <a:r>
              <a:rPr lang="en-US" sz="1400" dirty="0" smtClean="0"/>
              <a:t>)</a:t>
            </a:r>
            <a:r>
              <a:rPr lang="en" sz="1400" dirty="0" smtClean="0"/>
              <a:t>.</a:t>
            </a:r>
            <a:endParaRPr sz="1400" dirty="0" smtClean="0"/>
          </a:p>
          <a:p>
            <a:pPr lvl="0">
              <a:lnSpc>
                <a:spcPct val="150000"/>
              </a:lnSpc>
            </a:pPr>
            <a:r>
              <a:rPr lang="en-US" sz="1400" b="1" dirty="0">
                <a:solidFill>
                  <a:schemeClr val="hlink"/>
                </a:solidFill>
                <a:uFill>
                  <a:noFill/>
                </a:uFill>
              </a:rPr>
              <a:t>Temporal Stream (RNN/LSTM</a:t>
            </a:r>
            <a:r>
              <a:rPr lang="en-US" sz="1400" b="1" dirty="0" smtClean="0">
                <a:solidFill>
                  <a:schemeClr val="hlink"/>
                </a:solidFill>
                <a:uFill>
                  <a:noFill/>
                </a:uFill>
              </a:rPr>
              <a:t>):</a:t>
            </a:r>
            <a:r>
              <a:rPr lang="en" sz="1400" dirty="0"/>
              <a:t> </a:t>
            </a:r>
            <a:r>
              <a:rPr lang="en-US" sz="1400" dirty="0" smtClean="0"/>
              <a:t>Processes </a:t>
            </a:r>
            <a:r>
              <a:rPr lang="en-US" sz="1400" dirty="0"/>
              <a:t>motion across time (sequence-based features</a:t>
            </a:r>
            <a:r>
              <a:rPr lang="en-US" sz="1400" dirty="0" smtClean="0"/>
              <a:t>).</a:t>
            </a:r>
          </a:p>
          <a:p>
            <a:pPr lvl="0">
              <a:lnSpc>
                <a:spcPct val="150000"/>
              </a:lnSpc>
            </a:pPr>
            <a:r>
              <a:rPr lang="en-US" sz="1400" b="1" dirty="0"/>
              <a:t>Fusion </a:t>
            </a:r>
            <a:r>
              <a:rPr lang="en-US" sz="1400" b="1" dirty="0" smtClean="0"/>
              <a:t>Level: </a:t>
            </a:r>
            <a:r>
              <a:rPr lang="en-US" sz="1400" dirty="0"/>
              <a:t>Combines outputs from CNN and LSTM before final prediction</a:t>
            </a:r>
            <a:r>
              <a:rPr lang="en-US" sz="1400" dirty="0" smtClean="0"/>
              <a:t>.</a:t>
            </a:r>
            <a:endParaRPr lang="en-US" sz="1400" dirty="0"/>
          </a:p>
          <a:p>
            <a:pPr lvl="0">
              <a:lnSpc>
                <a:spcPct val="150000"/>
              </a:lnSpc>
            </a:pPr>
            <a:r>
              <a:rPr lang="en-US" sz="1400" b="1" dirty="0"/>
              <a:t>Application Layer</a:t>
            </a:r>
            <a:r>
              <a:rPr lang="en-US" sz="1400" dirty="0"/>
              <a:t>: Displays results and </a:t>
            </a:r>
            <a:r>
              <a:rPr lang="en-US" sz="1400" dirty="0" smtClean="0"/>
              <a:t>visualizations.</a:t>
            </a:r>
            <a:endParaRPr sz="1400" dirty="0" smtClean="0"/>
          </a:p>
        </p:txBody>
      </p:sp>
    </p:spTree>
    <p:extLst>
      <p:ext uri="{BB962C8B-B14F-4D97-AF65-F5344CB8AC3E}">
        <p14:creationId xmlns:p14="http://schemas.microsoft.com/office/powerpoint/2010/main" val="3475596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449"/>
        <p:cNvGrpSpPr/>
        <p:nvPr/>
      </p:nvGrpSpPr>
      <p:grpSpPr>
        <a:xfrm>
          <a:off x="0" y="0"/>
          <a:ext cx="0" cy="0"/>
          <a:chOff x="0" y="0"/>
          <a:chExt cx="0" cy="0"/>
        </a:xfrm>
      </p:grpSpPr>
      <p:sp>
        <p:nvSpPr>
          <p:cNvPr id="450" name="Google Shape;450;p36"/>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p>
            <a:pPr lvl="0"/>
            <a:r>
              <a:rPr lang="en-US" dirty="0"/>
              <a:t>Data Layer</a:t>
            </a:r>
            <a:endParaRPr dirty="0"/>
          </a:p>
        </p:txBody>
      </p:sp>
      <p:sp>
        <p:nvSpPr>
          <p:cNvPr id="451" name="Google Shape;451;p36"/>
          <p:cNvSpPr txBox="1">
            <a:spLocks noGrp="1"/>
          </p:cNvSpPr>
          <p:nvPr>
            <p:ph type="title" idx="2"/>
          </p:nvPr>
        </p:nvSpPr>
        <p:spPr>
          <a:xfrm>
            <a:off x="1181850"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52" name="Google Shape;452;p36"/>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p>
            <a:pPr marL="0" lvl="0" indent="0"/>
            <a:r>
              <a:rPr lang="en-US" dirty="0"/>
              <a:t> dataset/, analysis/, test_dataset.py, test_data_loading.py</a:t>
            </a:r>
            <a:endParaRPr dirty="0">
              <a:latin typeface="Comic Neue"/>
              <a:ea typeface="Comic Neue"/>
              <a:cs typeface="Comic Neue"/>
              <a:sym typeface="Comic Neue"/>
            </a:endParaRPr>
          </a:p>
        </p:txBody>
      </p:sp>
      <p:sp>
        <p:nvSpPr>
          <p:cNvPr id="453" name="Google Shape;453;p36"/>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p>
            <a:pPr lvl="0"/>
            <a:r>
              <a:rPr lang="en-US" dirty="0"/>
              <a:t>Feature Extraction Layer</a:t>
            </a:r>
            <a:endParaRPr dirty="0"/>
          </a:p>
        </p:txBody>
      </p:sp>
      <p:sp>
        <p:nvSpPr>
          <p:cNvPr id="454" name="Google Shape;454;p36"/>
          <p:cNvSpPr txBox="1">
            <a:spLocks noGrp="1"/>
          </p:cNvSpPr>
          <p:nvPr>
            <p:ph type="title" idx="4"/>
          </p:nvPr>
        </p:nvSpPr>
        <p:spPr>
          <a:xfrm>
            <a:off x="3936481"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55" name="Google Shape;455;p36"/>
          <p:cNvSpPr txBox="1">
            <a:spLocks noGrp="1"/>
          </p:cNvSpPr>
          <p:nvPr>
            <p:ph type="subTitle" idx="5"/>
          </p:nvPr>
        </p:nvSpPr>
        <p:spPr>
          <a:xfrm>
            <a:off x="3347963" y="2329300"/>
            <a:ext cx="2325668" cy="484800"/>
          </a:xfrm>
          <a:prstGeom prst="rect">
            <a:avLst/>
          </a:prstGeom>
        </p:spPr>
        <p:txBody>
          <a:bodyPr spcFirstLastPara="1" wrap="square" lIns="91425" tIns="91425" rIns="91425" bIns="91425" anchor="ctr" anchorCtr="0">
            <a:noAutofit/>
          </a:bodyPr>
          <a:lstStyle/>
          <a:p>
            <a:pPr marL="0" lvl="0" indent="0"/>
            <a:r>
              <a:rPr lang="en-US" dirty="0"/>
              <a:t>utils/mediapipe_extractor.py</a:t>
            </a:r>
            <a:endParaRPr dirty="0">
              <a:latin typeface="Comic Neue"/>
              <a:ea typeface="Comic Neue"/>
              <a:cs typeface="Comic Neue"/>
              <a:sym typeface="Comic Neue"/>
            </a:endParaRPr>
          </a:p>
        </p:txBody>
      </p:sp>
      <p:sp>
        <p:nvSpPr>
          <p:cNvPr id="456" name="Google Shape;456;p36"/>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p>
            <a:pPr lvl="0"/>
            <a:r>
              <a:rPr lang="en-US" dirty="0"/>
              <a:t>Model Layer</a:t>
            </a:r>
            <a:endParaRPr dirty="0"/>
          </a:p>
        </p:txBody>
      </p:sp>
      <p:sp>
        <p:nvSpPr>
          <p:cNvPr id="457" name="Google Shape;457;p36"/>
          <p:cNvSpPr txBox="1">
            <a:spLocks noGrp="1"/>
          </p:cNvSpPr>
          <p:nvPr>
            <p:ph type="title" idx="7"/>
          </p:nvPr>
        </p:nvSpPr>
        <p:spPr>
          <a:xfrm>
            <a:off x="6691137"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58" name="Google Shape;458;p36"/>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p>
            <a:pPr marL="0" lvl="0" indent="0"/>
            <a:r>
              <a:rPr lang="en-US" dirty="0"/>
              <a:t>models/cnn_model.py</a:t>
            </a:r>
          </a:p>
          <a:p>
            <a:pPr marL="0" lvl="0" indent="0"/>
            <a:r>
              <a:rPr lang="en-US" dirty="0" smtClean="0"/>
              <a:t>models/rnn_model.py</a:t>
            </a:r>
            <a:endParaRPr lang="en-US" dirty="0"/>
          </a:p>
        </p:txBody>
      </p:sp>
      <p:sp>
        <p:nvSpPr>
          <p:cNvPr id="459" name="Google Shape;459;p36"/>
          <p:cNvSpPr txBox="1">
            <a:spLocks noGrp="1"/>
          </p:cNvSpPr>
          <p:nvPr>
            <p:ph type="title" idx="9"/>
          </p:nvPr>
        </p:nvSpPr>
        <p:spPr>
          <a:xfrm>
            <a:off x="1995300" y="3543991"/>
            <a:ext cx="2199000" cy="527700"/>
          </a:xfrm>
          <a:prstGeom prst="rect">
            <a:avLst/>
          </a:prstGeom>
        </p:spPr>
        <p:txBody>
          <a:bodyPr spcFirstLastPara="1" wrap="square" lIns="91425" tIns="91425" rIns="91425" bIns="91425" anchor="ctr" anchorCtr="0">
            <a:noAutofit/>
          </a:bodyPr>
          <a:lstStyle/>
          <a:p>
            <a:pPr lvl="0"/>
            <a:r>
              <a:rPr lang="en-US" dirty="0"/>
              <a:t>Business Logic Layer</a:t>
            </a:r>
            <a:endParaRPr dirty="0"/>
          </a:p>
        </p:txBody>
      </p:sp>
      <p:sp>
        <p:nvSpPr>
          <p:cNvPr id="460" name="Google Shape;460;p36"/>
          <p:cNvSpPr txBox="1">
            <a:spLocks noGrp="1"/>
          </p:cNvSpPr>
          <p:nvPr>
            <p:ph type="title" idx="13"/>
          </p:nvPr>
        </p:nvSpPr>
        <p:spPr>
          <a:xfrm>
            <a:off x="2457150" y="2980419"/>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61" name="Google Shape;461;p36"/>
          <p:cNvSpPr txBox="1">
            <a:spLocks noGrp="1"/>
          </p:cNvSpPr>
          <p:nvPr>
            <p:ph type="subTitle" idx="14"/>
          </p:nvPr>
        </p:nvSpPr>
        <p:spPr>
          <a:xfrm>
            <a:off x="1995300" y="4160119"/>
            <a:ext cx="2199000" cy="484800"/>
          </a:xfrm>
          <a:prstGeom prst="rect">
            <a:avLst/>
          </a:prstGeom>
        </p:spPr>
        <p:txBody>
          <a:bodyPr spcFirstLastPara="1" wrap="square" lIns="91425" tIns="91425" rIns="91425" bIns="91425" anchor="ctr" anchorCtr="0">
            <a:noAutofit/>
          </a:bodyPr>
          <a:lstStyle/>
          <a:p>
            <a:pPr marL="0" lvl="0" indent="0"/>
            <a:r>
              <a:rPr lang="en-US" dirty="0"/>
              <a:t>inference.py, debug_model.py</a:t>
            </a:r>
            <a:endParaRPr dirty="0">
              <a:latin typeface="Comic Neue"/>
              <a:ea typeface="Comic Neue"/>
              <a:cs typeface="Comic Neue"/>
              <a:sym typeface="Comic Neue"/>
            </a:endParaRPr>
          </a:p>
        </p:txBody>
      </p:sp>
      <p:sp>
        <p:nvSpPr>
          <p:cNvPr id="462" name="Google Shape;462;p36"/>
          <p:cNvSpPr txBox="1">
            <a:spLocks noGrp="1"/>
          </p:cNvSpPr>
          <p:nvPr>
            <p:ph type="title" idx="15"/>
          </p:nvPr>
        </p:nvSpPr>
        <p:spPr>
          <a:xfrm>
            <a:off x="4749931" y="3543991"/>
            <a:ext cx="2199000" cy="527700"/>
          </a:xfrm>
          <a:prstGeom prst="rect">
            <a:avLst/>
          </a:prstGeom>
        </p:spPr>
        <p:txBody>
          <a:bodyPr spcFirstLastPara="1" wrap="square" lIns="91425" tIns="91425" rIns="91425" bIns="91425" anchor="ctr" anchorCtr="0">
            <a:noAutofit/>
          </a:bodyPr>
          <a:lstStyle/>
          <a:p>
            <a:pPr lvl="0"/>
            <a:r>
              <a:rPr lang="en-US" dirty="0"/>
              <a:t>Application Layer</a:t>
            </a:r>
            <a:endParaRPr dirty="0"/>
          </a:p>
        </p:txBody>
      </p:sp>
      <p:sp>
        <p:nvSpPr>
          <p:cNvPr id="463" name="Google Shape;463;p36"/>
          <p:cNvSpPr txBox="1">
            <a:spLocks noGrp="1"/>
          </p:cNvSpPr>
          <p:nvPr>
            <p:ph type="title" idx="16"/>
          </p:nvPr>
        </p:nvSpPr>
        <p:spPr>
          <a:xfrm>
            <a:off x="5211781" y="2980419"/>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64" name="Google Shape;464;p36"/>
          <p:cNvSpPr txBox="1">
            <a:spLocks noGrp="1"/>
          </p:cNvSpPr>
          <p:nvPr>
            <p:ph type="subTitle" idx="17"/>
          </p:nvPr>
        </p:nvSpPr>
        <p:spPr>
          <a:xfrm>
            <a:off x="4749931" y="4160119"/>
            <a:ext cx="2199000" cy="484800"/>
          </a:xfrm>
          <a:prstGeom prst="rect">
            <a:avLst/>
          </a:prstGeom>
        </p:spPr>
        <p:txBody>
          <a:bodyPr spcFirstLastPara="1" wrap="square" lIns="91425" tIns="91425" rIns="91425" bIns="91425" anchor="ctr" anchorCtr="0">
            <a:noAutofit/>
          </a:bodyPr>
          <a:lstStyle/>
          <a:p>
            <a:pPr marL="0" lvl="0" indent="0"/>
            <a:r>
              <a:rPr lang="en-US" dirty="0"/>
              <a:t>web_app/app.py</a:t>
            </a:r>
            <a:endParaRPr dirty="0">
              <a:latin typeface="Comic Neue"/>
              <a:ea typeface="Comic Neue"/>
              <a:cs typeface="Comic Neue"/>
              <a:sym typeface="Comic Neue"/>
            </a:endParaRPr>
          </a:p>
        </p:txBody>
      </p:sp>
      <p:sp>
        <p:nvSpPr>
          <p:cNvPr id="468" name="Google Shape;468;p36"/>
          <p:cNvSpPr txBox="1">
            <a:spLocks noGrp="1"/>
          </p:cNvSpPr>
          <p:nvPr>
            <p:ph type="title" idx="21"/>
          </p:nvPr>
        </p:nvSpPr>
        <p:spPr>
          <a:xfrm>
            <a:off x="720000" y="532925"/>
            <a:ext cx="7946328" cy="440700"/>
          </a:xfrm>
          <a:prstGeom prst="rect">
            <a:avLst/>
          </a:prstGeom>
        </p:spPr>
        <p:txBody>
          <a:bodyPr spcFirstLastPara="1" wrap="square" lIns="91425" tIns="91425" rIns="91425" bIns="91425" anchor="ctr" anchorCtr="0">
            <a:noAutofit/>
          </a:bodyPr>
          <a:lstStyle/>
          <a:p>
            <a:pPr lvl="0"/>
            <a:r>
              <a:rPr lang="en-US" sz="2400" dirty="0"/>
              <a:t>Mapping Architecture to Code Modules</a:t>
            </a:r>
            <a:endParaRPr sz="2400" dirty="0"/>
          </a:p>
        </p:txBody>
      </p:sp>
      <p:pic>
        <p:nvPicPr>
          <p:cNvPr id="469" name="Google Shape;469;p36"/>
          <p:cNvPicPr preferRelativeResize="0"/>
          <p:nvPr/>
        </p:nvPicPr>
        <p:blipFill>
          <a:blip r:embed="rId3">
            <a:alphaModFix/>
          </a:blip>
          <a:stretch>
            <a:fillRect/>
          </a:stretch>
        </p:blipFill>
        <p:spPr>
          <a:xfrm>
            <a:off x="607725" y="454550"/>
            <a:ext cx="936101" cy="7974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40"/>
          <p:cNvSpPr txBox="1">
            <a:spLocks noGrp="1"/>
          </p:cNvSpPr>
          <p:nvPr>
            <p:ph type="subTitle" idx="3"/>
          </p:nvPr>
        </p:nvSpPr>
        <p:spPr>
          <a:xfrm>
            <a:off x="720000" y="2108578"/>
            <a:ext cx="3201695" cy="1978925"/>
          </a:xfrm>
          <a:prstGeom prst="rect">
            <a:avLst/>
          </a:prstGeom>
        </p:spPr>
        <p:style>
          <a:lnRef idx="3">
            <a:schemeClr val="lt1"/>
          </a:lnRef>
          <a:fillRef idx="1">
            <a:schemeClr val="accent3"/>
          </a:fillRef>
          <a:effectRef idx="1">
            <a:schemeClr val="accent3"/>
          </a:effectRef>
          <a:fontRef idx="minor">
            <a:schemeClr val="lt1"/>
          </a:fontRef>
        </p:style>
        <p:txBody>
          <a:bodyPr spcFirstLastPara="1" wrap="square" lIns="91425" tIns="91425" rIns="91425" bIns="91425" anchor="ctr" anchorCtr="0">
            <a:noAutofit/>
          </a:bodyPr>
          <a:lstStyle/>
          <a:p>
            <a:pPr marL="0" lvl="0" indent="0"/>
            <a:r>
              <a:rPr lang="en-US" dirty="0" smtClean="0"/>
              <a:t>* </a:t>
            </a:r>
            <a:r>
              <a:rPr lang="en-US" dirty="0"/>
              <a:t>Uses MediaPipe to extract pose landmarks</a:t>
            </a:r>
          </a:p>
          <a:p>
            <a:pPr marL="0" lvl="0" indent="0"/>
            <a:r>
              <a:rPr lang="en-US" dirty="0"/>
              <a:t>* Converts them into numerical feature vectors</a:t>
            </a:r>
          </a:p>
          <a:p>
            <a:pPr marL="0" lvl="0" indent="0"/>
            <a:r>
              <a:rPr lang="en-US" dirty="0"/>
              <a:t>* Currently merges all features into a single representation</a:t>
            </a:r>
          </a:p>
          <a:p>
            <a:pPr marL="0" lvl="0" indent="0"/>
            <a:r>
              <a:rPr lang="en-US" dirty="0"/>
              <a:t>  Issue: no separation between spatial and temporal features</a:t>
            </a:r>
          </a:p>
        </p:txBody>
      </p:sp>
      <p:sp>
        <p:nvSpPr>
          <p:cNvPr id="505" name="Google Shape;505;p40"/>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Code-Level Explanation</a:t>
            </a:r>
            <a:endParaRPr dirty="0"/>
          </a:p>
        </p:txBody>
      </p:sp>
      <p:sp>
        <p:nvSpPr>
          <p:cNvPr id="506" name="Google Shape;506;p40"/>
          <p:cNvSpPr txBox="1">
            <a:spLocks noGrp="1"/>
          </p:cNvSpPr>
          <p:nvPr>
            <p:ph type="subTitle" idx="1"/>
          </p:nvPr>
        </p:nvSpPr>
        <p:spPr>
          <a:xfrm>
            <a:off x="923719" y="1321340"/>
            <a:ext cx="2742000" cy="713400"/>
          </a:xfrm>
          <a:prstGeom prst="rect">
            <a:avLst/>
          </a:prstGeom>
        </p:spPr>
        <p:txBody>
          <a:bodyPr spcFirstLastPara="1" wrap="square" lIns="91425" tIns="91425" rIns="91425" bIns="91425" anchor="ctr" anchorCtr="0">
            <a:noAutofit/>
          </a:bodyPr>
          <a:lstStyle/>
          <a:p>
            <a:pPr marL="0" lvl="0" indent="0"/>
            <a:r>
              <a:rPr lang="en-US" sz="1600" dirty="0" err="1"/>
              <a:t>FeatureExtractor</a:t>
            </a:r>
            <a:r>
              <a:rPr lang="en-US" sz="1600" dirty="0"/>
              <a:t> (mediapipe_extractor.py)</a:t>
            </a:r>
            <a:endParaRPr sz="1600" dirty="0"/>
          </a:p>
        </p:txBody>
      </p:sp>
      <p:sp>
        <p:nvSpPr>
          <p:cNvPr id="507" name="Google Shape;507;p40"/>
          <p:cNvSpPr txBox="1">
            <a:spLocks noGrp="1"/>
          </p:cNvSpPr>
          <p:nvPr>
            <p:ph type="subTitle" idx="2"/>
          </p:nvPr>
        </p:nvSpPr>
        <p:spPr>
          <a:xfrm>
            <a:off x="4985765" y="1321340"/>
            <a:ext cx="2743200" cy="713400"/>
          </a:xfrm>
          <a:prstGeom prst="rect">
            <a:avLst/>
          </a:prstGeom>
        </p:spPr>
        <p:txBody>
          <a:bodyPr spcFirstLastPara="1" wrap="square" lIns="91425" tIns="91425" rIns="91425" bIns="91425" anchor="ctr" anchorCtr="0">
            <a:noAutofit/>
          </a:bodyPr>
          <a:lstStyle/>
          <a:p>
            <a:pPr marL="0" lvl="0" indent="0"/>
            <a:r>
              <a:rPr lang="en-US" sz="1600" dirty="0"/>
              <a:t>Inference (inference.py)</a:t>
            </a:r>
            <a:endParaRPr sz="1600" dirty="0"/>
          </a:p>
        </p:txBody>
      </p:sp>
      <p:sp>
        <p:nvSpPr>
          <p:cNvPr id="508" name="Google Shape;508;p40"/>
          <p:cNvSpPr txBox="1">
            <a:spLocks noGrp="1"/>
          </p:cNvSpPr>
          <p:nvPr>
            <p:ph type="subTitle" idx="4"/>
          </p:nvPr>
        </p:nvSpPr>
        <p:spPr>
          <a:xfrm>
            <a:off x="4924950" y="2108578"/>
            <a:ext cx="3195468" cy="1978925"/>
          </a:xfrm>
          <a:prstGeom prst="rect">
            <a:avLst/>
          </a:prstGeom>
        </p:spPr>
        <p:style>
          <a:lnRef idx="3">
            <a:schemeClr val="lt1"/>
          </a:lnRef>
          <a:fillRef idx="1">
            <a:schemeClr val="accent3"/>
          </a:fillRef>
          <a:effectRef idx="1">
            <a:schemeClr val="accent3"/>
          </a:effectRef>
          <a:fontRef idx="minor">
            <a:schemeClr val="lt1"/>
          </a:fontRef>
        </p:style>
        <p:txBody>
          <a:bodyPr spcFirstLastPara="1" wrap="square" lIns="91425" tIns="91425" rIns="91425" bIns="91425" anchor="ctr" anchorCtr="0">
            <a:noAutofit/>
          </a:bodyPr>
          <a:lstStyle/>
          <a:p>
            <a:r>
              <a:rPr lang="en-US" dirty="0"/>
              <a:t>* Loads CNN, RNN, and LSTM models</a:t>
            </a:r>
          </a:p>
          <a:p>
            <a:r>
              <a:rPr lang="en-US" dirty="0"/>
              <a:t>* Runs predictions using the same input features</a:t>
            </a:r>
          </a:p>
          <a:p>
            <a:r>
              <a:rPr lang="en-US" dirty="0"/>
              <a:t>* Aggregates outputs into a final prediction</a:t>
            </a:r>
          </a:p>
          <a:p>
            <a:r>
              <a:rPr lang="en-US" dirty="0"/>
              <a:t>  Issue: no multi-stream processing or fusion mechanism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50"/>
          <p:cNvSpPr txBox="1">
            <a:spLocks noGrp="1"/>
          </p:cNvSpPr>
          <p:nvPr>
            <p:ph type="subTitle" idx="1"/>
          </p:nvPr>
        </p:nvSpPr>
        <p:spPr>
          <a:xfrm>
            <a:off x="4981575" y="1169821"/>
            <a:ext cx="3447300" cy="2731866"/>
          </a:xfrm>
          <a:prstGeom prst="rect">
            <a:avLst/>
          </a:prstGeom>
        </p:spPr>
        <p:txBody>
          <a:bodyPr spcFirstLastPara="1" wrap="square" lIns="91425" tIns="91425" rIns="91425" bIns="91425" anchor="ctr" anchorCtr="0">
            <a:noAutofit/>
          </a:bodyPr>
          <a:lstStyle/>
          <a:p>
            <a:r>
              <a:rPr lang="en-US" dirty="0"/>
              <a:t>* Multi-stream architecture (parallel feature processing)</a:t>
            </a:r>
          </a:p>
          <a:p>
            <a:r>
              <a:rPr lang="en-US" dirty="0"/>
              <a:t>* Fusion layer combining CNN and LSTM outputs</a:t>
            </a:r>
          </a:p>
          <a:p>
            <a:r>
              <a:rPr lang="en-US" dirty="0"/>
              <a:t>* Separation of spatial and temporal features in feature extraction</a:t>
            </a:r>
          </a:p>
          <a:p>
            <a:r>
              <a:rPr lang="en-US" dirty="0"/>
              <a:t>* Per-modality evaluation (motion vs posture)</a:t>
            </a:r>
          </a:p>
          <a:p>
            <a:r>
              <a:rPr lang="en-US" dirty="0"/>
              <a:t>* Dedicated temporal modeling per feature type</a:t>
            </a:r>
            <a:endParaRPr dirty="0"/>
          </a:p>
        </p:txBody>
      </p:sp>
      <p:sp>
        <p:nvSpPr>
          <p:cNvPr id="681" name="Google Shape;681;p50"/>
          <p:cNvSpPr txBox="1">
            <a:spLocks noGrp="1"/>
          </p:cNvSpPr>
          <p:nvPr>
            <p:ph type="title"/>
          </p:nvPr>
        </p:nvSpPr>
        <p:spPr>
          <a:xfrm>
            <a:off x="4981575" y="434279"/>
            <a:ext cx="3447300" cy="735542"/>
          </a:xfrm>
          <a:prstGeom prst="rect">
            <a:avLst/>
          </a:prstGeom>
        </p:spPr>
        <p:txBody>
          <a:bodyPr spcFirstLastPara="1" wrap="square" lIns="91425" tIns="91425" rIns="91425" bIns="91425" anchor="ctr" anchorCtr="0">
            <a:noAutofit/>
          </a:bodyPr>
          <a:lstStyle/>
          <a:p>
            <a:pPr lvl="0"/>
            <a:r>
              <a:rPr lang="en-US" sz="2000" dirty="0"/>
              <a:t>Components Not Yet </a:t>
            </a:r>
            <a:r>
              <a:rPr lang="en-US" sz="2000" dirty="0" smtClean="0"/>
              <a:t>Implemented:</a:t>
            </a:r>
            <a:endParaRPr sz="1200" dirty="0"/>
          </a:p>
        </p:txBody>
      </p:sp>
      <p:pic>
        <p:nvPicPr>
          <p:cNvPr id="682" name="Google Shape;682;p50"/>
          <p:cNvPicPr preferRelativeResize="0"/>
          <p:nvPr/>
        </p:nvPicPr>
        <p:blipFill rotWithShape="1">
          <a:blip r:embed="rId3">
            <a:alphaModFix/>
          </a:blip>
          <a:srcRect t="5713" b="28083"/>
          <a:stretch/>
        </p:blipFill>
        <p:spPr>
          <a:xfrm>
            <a:off x="1020825" y="802050"/>
            <a:ext cx="3568500" cy="3539400"/>
          </a:xfrm>
          <a:prstGeom prst="ellipse">
            <a:avLst/>
          </a:prstGeom>
          <a:noFill/>
          <a:ln>
            <a:noFill/>
          </a:ln>
          <a:effectLst>
            <a:outerShdw blurRad="85725" dist="57150" dir="3000000" algn="bl" rotWithShape="0">
              <a:srgbClr val="000000">
                <a:alpha val="21000"/>
              </a:srgb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598986" y="2163075"/>
            <a:ext cx="4466500" cy="1902017"/>
          </a:xfrm>
          <a:prstGeom prst="rect">
            <a:avLst/>
          </a:prstGeom>
        </p:spPr>
        <p:txBody>
          <a:bodyPr spcFirstLastPara="1" wrap="square" lIns="91425" tIns="91425" rIns="91425" bIns="91425" anchor="ctr" anchorCtr="0">
            <a:noAutofit/>
          </a:bodyPr>
          <a:lstStyle/>
          <a:p>
            <a:r>
              <a:rPr lang="en-US" dirty="0"/>
              <a:t>Design </a:t>
            </a:r>
            <a:r>
              <a:rPr lang="en-US" dirty="0" smtClean="0"/>
              <a:t>Rationale &amp; </a:t>
            </a:r>
            <a:r>
              <a:rPr lang="en-US" dirty="0"/>
              <a:t>Technical Background</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06</a:t>
            </a:r>
            <a:endParaRPr dirty="0"/>
          </a:p>
        </p:txBody>
      </p:sp>
    </p:spTree>
    <p:extLst>
      <p:ext uri="{BB962C8B-B14F-4D97-AF65-F5344CB8AC3E}">
        <p14:creationId xmlns:p14="http://schemas.microsoft.com/office/powerpoint/2010/main" val="19266900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Design Rationale - Architecture</a:t>
            </a:r>
            <a:endParaRPr dirty="0"/>
          </a:p>
        </p:txBody>
      </p:sp>
      <p:sp>
        <p:nvSpPr>
          <p:cNvPr id="475" name="Google Shape;475;p37"/>
          <p:cNvSpPr txBox="1">
            <a:spLocks noGrp="1"/>
          </p:cNvSpPr>
          <p:nvPr>
            <p:ph type="body" idx="1"/>
          </p:nvPr>
        </p:nvSpPr>
        <p:spPr>
          <a:xfrm>
            <a:off x="219257" y="1087124"/>
            <a:ext cx="4947103" cy="385825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600" b="1" dirty="0" smtClean="0">
                <a:solidFill>
                  <a:schemeClr val="dk1"/>
                </a:solidFill>
              </a:rPr>
              <a:t>Why we chose this architecture ?</a:t>
            </a:r>
            <a:endParaRPr sz="1600" b="1" dirty="0">
              <a:solidFill>
                <a:schemeClr val="dk1"/>
              </a:solidFill>
            </a:endParaRPr>
          </a:p>
          <a:p>
            <a:pPr lvl="0">
              <a:spcBef>
                <a:spcPts val="1000"/>
              </a:spcBef>
            </a:pPr>
            <a:r>
              <a:rPr lang="en-US" sz="1600" dirty="0">
                <a:solidFill>
                  <a:schemeClr val="dk1"/>
                </a:solidFill>
              </a:rPr>
              <a:t>Layered architecture ensures clarity and maintainability</a:t>
            </a:r>
          </a:p>
          <a:p>
            <a:pPr lvl="0">
              <a:spcBef>
                <a:spcPts val="1000"/>
              </a:spcBef>
            </a:pPr>
            <a:r>
              <a:rPr lang="en-US" sz="1600" dirty="0">
                <a:solidFill>
                  <a:schemeClr val="dk1"/>
                </a:solidFill>
              </a:rPr>
              <a:t>Presentation Layer: UI and user interaction</a:t>
            </a:r>
          </a:p>
          <a:p>
            <a:pPr lvl="0">
              <a:spcBef>
                <a:spcPts val="1000"/>
              </a:spcBef>
            </a:pPr>
            <a:r>
              <a:rPr lang="en-US" sz="1600" dirty="0">
                <a:solidFill>
                  <a:schemeClr val="dk1"/>
                </a:solidFill>
              </a:rPr>
              <a:t>Processing Layer: detection, logic, evaluation</a:t>
            </a:r>
          </a:p>
          <a:p>
            <a:pPr lvl="0">
              <a:spcBef>
                <a:spcPts val="1000"/>
              </a:spcBef>
            </a:pPr>
            <a:r>
              <a:rPr lang="en-US" sz="1600" dirty="0">
                <a:solidFill>
                  <a:schemeClr val="dk1"/>
                </a:solidFill>
              </a:rPr>
              <a:t>Data Layer: metrics storage and reporting</a:t>
            </a:r>
          </a:p>
          <a:p>
            <a:pPr lvl="0">
              <a:spcBef>
                <a:spcPts val="1000"/>
              </a:spcBef>
            </a:pPr>
            <a:r>
              <a:rPr lang="en-US" sz="1600" dirty="0">
                <a:solidFill>
                  <a:schemeClr val="dk1"/>
                </a:solidFill>
              </a:rPr>
              <a:t>Separation enables easier debugging and upgrades</a:t>
            </a:r>
          </a:p>
          <a:p>
            <a:pPr lvl="0">
              <a:spcBef>
                <a:spcPts val="1000"/>
              </a:spcBef>
            </a:pPr>
            <a:r>
              <a:rPr lang="en-US" sz="1600" dirty="0">
                <a:solidFill>
                  <a:schemeClr val="dk1"/>
                </a:solidFill>
              </a:rPr>
              <a:t>Modular design supports flexibility and </a:t>
            </a:r>
            <a:r>
              <a:rPr lang="en-US" sz="1600" dirty="0" smtClean="0">
                <a:solidFill>
                  <a:schemeClr val="dk1"/>
                </a:solidFill>
              </a:rPr>
              <a:t>reuse</a:t>
            </a:r>
            <a:endParaRPr lang="en-US" sz="1600"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7727493" y="3399927"/>
            <a:ext cx="1393016" cy="1656542"/>
          </a:xfrm>
          <a:prstGeom prst="rect">
            <a:avLst/>
          </a:prstGeom>
          <a:noFill/>
          <a:ln>
            <a:noFill/>
          </a:ln>
        </p:spPr>
      </p:pic>
      <p:sp>
        <p:nvSpPr>
          <p:cNvPr id="5" name="Google Shape;475;p37"/>
          <p:cNvSpPr txBox="1">
            <a:spLocks/>
          </p:cNvSpPr>
          <p:nvPr/>
        </p:nvSpPr>
        <p:spPr>
          <a:xfrm>
            <a:off x="4541520" y="1087124"/>
            <a:ext cx="4322263" cy="38582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Comic Neue"/>
              <a:buChar char="●"/>
              <a:defRPr sz="14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9pPr>
          </a:lstStyle>
          <a:p>
            <a:pPr marL="0" indent="0" algn="ctr">
              <a:buFont typeface="Comic Neue"/>
              <a:buNone/>
            </a:pPr>
            <a:r>
              <a:rPr lang="en-US" sz="1600" b="1" dirty="0" smtClean="0">
                <a:solidFill>
                  <a:schemeClr val="dk1"/>
                </a:solidFill>
              </a:rPr>
              <a:t>Why we chose this design ?</a:t>
            </a:r>
          </a:p>
          <a:p>
            <a:pPr marL="0" indent="0" algn="ctr">
              <a:buNone/>
            </a:pPr>
            <a:r>
              <a:rPr lang="en-US" sz="1600" dirty="0">
                <a:solidFill>
                  <a:schemeClr val="dk1"/>
                </a:solidFill>
              </a:rPr>
              <a:t>Layered </a:t>
            </a:r>
            <a:r>
              <a:rPr lang="en-US" sz="1600" dirty="0" smtClean="0">
                <a:solidFill>
                  <a:schemeClr val="dk1"/>
                </a:solidFill>
              </a:rPr>
              <a:t>Architecture</a:t>
            </a:r>
          </a:p>
          <a:p>
            <a:pPr marL="0" indent="0" algn="ctr">
              <a:buNone/>
            </a:pPr>
            <a:r>
              <a:rPr lang="en-US" sz="1600" dirty="0" smtClean="0">
                <a:solidFill>
                  <a:schemeClr val="dk1"/>
                </a:solidFill>
              </a:rPr>
              <a:t>    |</a:t>
            </a:r>
          </a:p>
          <a:p>
            <a:pPr marL="0" indent="0" algn="ctr">
              <a:buNone/>
            </a:pPr>
            <a:r>
              <a:rPr lang="en-US" sz="1600" dirty="0">
                <a:solidFill>
                  <a:schemeClr val="dk1"/>
                </a:solidFill>
              </a:rPr>
              <a:t> </a:t>
            </a:r>
            <a:r>
              <a:rPr lang="en-US" sz="1600" dirty="0" smtClean="0">
                <a:solidFill>
                  <a:schemeClr val="dk1"/>
                </a:solidFill>
              </a:rPr>
              <a:t>   v</a:t>
            </a:r>
            <a:endParaRPr lang="en-US" sz="1600" dirty="0">
              <a:solidFill>
                <a:schemeClr val="dk1"/>
              </a:solidFill>
            </a:endParaRPr>
          </a:p>
          <a:p>
            <a:pPr marL="0" indent="0" algn="ctr">
              <a:buNone/>
            </a:pPr>
            <a:r>
              <a:rPr lang="en-US" sz="1600" dirty="0">
                <a:solidFill>
                  <a:schemeClr val="dk1"/>
                </a:solidFill>
              </a:rPr>
              <a:t>Separation of Concerns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Modular Components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Easy Maintenance</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Scalable System</a:t>
            </a:r>
          </a:p>
          <a:p>
            <a:pPr marL="0" indent="0">
              <a:buFont typeface="Comic Neue"/>
              <a:buNone/>
            </a:pPr>
            <a:endParaRPr lang="en-US" sz="1600" dirty="0" smtClean="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54"/>
          <p:cNvSpPr txBox="1">
            <a:spLocks noGrp="1"/>
          </p:cNvSpPr>
          <p:nvPr>
            <p:ph type="title"/>
          </p:nvPr>
        </p:nvSpPr>
        <p:spPr>
          <a:xfrm>
            <a:off x="868965" y="519277"/>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Alternatives Acknowledgement</a:t>
            </a:r>
            <a:endParaRPr dirty="0"/>
          </a:p>
        </p:txBody>
      </p:sp>
      <p:graphicFrame>
        <p:nvGraphicFramePr>
          <p:cNvPr id="715" name="Google Shape;715;p54"/>
          <p:cNvGraphicFramePr/>
          <p:nvPr>
            <p:extLst>
              <p:ext uri="{D42A27DB-BD31-4B8C-83A1-F6EECF244321}">
                <p14:modId xmlns:p14="http://schemas.microsoft.com/office/powerpoint/2010/main" val="2772204352"/>
              </p:ext>
            </p:extLst>
          </p:nvPr>
        </p:nvGraphicFramePr>
        <p:xfrm>
          <a:off x="182880" y="1371069"/>
          <a:ext cx="8390085" cy="2822545"/>
        </p:xfrm>
        <a:graphic>
          <a:graphicData uri="http://schemas.openxmlformats.org/drawingml/2006/table">
            <a:tbl>
              <a:tblPr>
                <a:noFill/>
                <a:tableStyleId>{D53D5DC3-BA4F-48B7-9C4E-EA5A1AA2C53F}</a:tableStyleId>
              </a:tblPr>
              <a:tblGrid>
                <a:gridCol w="1905000">
                  <a:extLst>
                    <a:ext uri="{9D8B030D-6E8A-4147-A177-3AD203B41FA5}">
                      <a16:colId xmlns:a16="http://schemas.microsoft.com/office/drawing/2014/main" val="20000"/>
                    </a:ext>
                  </a:extLst>
                </a:gridCol>
                <a:gridCol w="1703659">
                  <a:extLst>
                    <a:ext uri="{9D8B030D-6E8A-4147-A177-3AD203B41FA5}">
                      <a16:colId xmlns:a16="http://schemas.microsoft.com/office/drawing/2014/main" val="20001"/>
                    </a:ext>
                  </a:extLst>
                </a:gridCol>
                <a:gridCol w="1425392">
                  <a:extLst>
                    <a:ext uri="{9D8B030D-6E8A-4147-A177-3AD203B41FA5}">
                      <a16:colId xmlns:a16="http://schemas.microsoft.com/office/drawing/2014/main" val="20002"/>
                    </a:ext>
                  </a:extLst>
                </a:gridCol>
                <a:gridCol w="3356034">
                  <a:extLst>
                    <a:ext uri="{9D8B030D-6E8A-4147-A177-3AD203B41FA5}">
                      <a16:colId xmlns:a16="http://schemas.microsoft.com/office/drawing/2014/main" val="20003"/>
                    </a:ext>
                  </a:extLst>
                </a:gridCol>
              </a:tblGrid>
              <a:tr h="521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2">
                          <a:alpha val="0"/>
                        </a:scheme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2">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Alternatives</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chemeClr val="lt2">
                          <a:alpha val="0"/>
                        </a:scheme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Selected</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Justification</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772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Frontend</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chemeClr val="lt2">
                          <a:alpha val="0"/>
                        </a:scheme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Flutter, React,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Flask</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Web-based UI, system compatibility and API handling</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Processing</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NumPy</a:t>
                      </a:r>
                      <a:r>
                        <a:rPr lang="en-US" sz="1400" dirty="0" smtClean="0">
                          <a:solidFill>
                            <a:schemeClr val="tx2"/>
                          </a:solidFill>
                          <a:latin typeface="Comic Neue"/>
                          <a:ea typeface="Comic Neue"/>
                          <a:cs typeface="Comic Neue"/>
                          <a:sym typeface="Comic Neue"/>
                        </a:rPr>
                        <a:t> &amp; Pandas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Both</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Data processing enabling real-time performance and low computational cost</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2"/>
                  </a:ext>
                </a:extLst>
              </a:tr>
              <a:tr h="3560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Keras</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gru</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lstm</a:t>
                      </a:r>
                      <a:r>
                        <a:rPr lang="en-US" sz="1400" dirty="0" smtClean="0">
                          <a:solidFill>
                            <a:schemeClr val="tx2"/>
                          </a:solidFill>
                          <a:latin typeface="Comic Neue"/>
                          <a:ea typeface="Comic Neue"/>
                          <a:cs typeface="Comic Neue"/>
                          <a:sym typeface="Comic Neue"/>
                        </a:rPr>
                        <a:t>,</a:t>
                      </a:r>
                      <a:r>
                        <a:rPr lang="en-US" sz="1400" baseline="0" dirty="0" smtClean="0">
                          <a:solidFill>
                            <a:schemeClr val="tx2"/>
                          </a:solidFill>
                          <a:latin typeface="Comic Neue"/>
                          <a:ea typeface="Comic Neue"/>
                          <a:cs typeface="Comic Neue"/>
                          <a:sym typeface="Comic Neue"/>
                        </a:rPr>
                        <a: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CNN &amp; RNN</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smtClean="0">
                          <a:solidFill>
                            <a:schemeClr val="tx2"/>
                          </a:solidFill>
                          <a:latin typeface="Comic Neue"/>
                          <a:ea typeface="Comic Neue"/>
                          <a:cs typeface="Comic Neue"/>
                          <a:sym typeface="Comic Neue"/>
                        </a:rPr>
                        <a:t>Highest accuracy and</a:t>
                      </a:r>
                      <a:r>
                        <a:rPr lang="en-US" sz="1100" baseline="0" smtClean="0">
                          <a:solidFill>
                            <a:schemeClr val="tx2"/>
                          </a:solidFill>
                          <a:latin typeface="Comic Neue"/>
                          <a:ea typeface="Comic Neue"/>
                          <a:cs typeface="Comic Neue"/>
                          <a:sym typeface="Comic Neue"/>
                        </a:rPr>
                        <a:t> performance compared to 7 other models</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3"/>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Feedback</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 classification, technical</a:t>
                      </a:r>
                      <a:r>
                        <a:rPr lang="en-US" sz="1400" baseline="0" dirty="0" smtClean="0">
                          <a:solidFill>
                            <a:schemeClr val="tx2"/>
                          </a:solidFill>
                          <a:latin typeface="Comic Neue"/>
                          <a:ea typeface="Comic Neue"/>
                          <a:cs typeface="Comic Neue"/>
                          <a:sym typeface="Comic Neue"/>
                        </a:rPr>
                        <a:t> based</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Structured Reports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Enabled scoring and metrics to prove performance instead of direct classification</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81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45" name="Google Shape;445;p35"/>
          <p:cNvSpPr txBox="1">
            <a:spLocks noGrp="1"/>
          </p:cNvSpPr>
          <p:nvPr>
            <p:ph type="body" idx="1"/>
          </p:nvPr>
        </p:nvSpPr>
        <p:spPr>
          <a:xfrm>
            <a:off x="720000" y="897425"/>
            <a:ext cx="7704000" cy="398182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Font typeface="Wingdings" panose="05000000000000000000" pitchFamily="2" charset="2"/>
              <a:buChar char="v"/>
            </a:pPr>
            <a:r>
              <a:rPr lang="en-US" sz="1600" dirty="0" smtClean="0"/>
              <a:t>MediaPipe:</a:t>
            </a:r>
          </a:p>
          <a:p>
            <a:pPr lvl="1" indent="-304800">
              <a:buSzPts val="1200"/>
              <a:buFont typeface="Arial" panose="020B0604020202020204" pitchFamily="34" charset="0"/>
              <a:buChar char="•"/>
            </a:pPr>
            <a:r>
              <a:rPr lang="en-US" sz="1600" dirty="0"/>
              <a:t>Tracking Engine: MediaPipe serves as the foundation, detecting up to 2 hands per frame and mapping facial topology.</a:t>
            </a:r>
          </a:p>
          <a:p>
            <a:pPr lvl="1" indent="-304800">
              <a:buSzPts val="1200"/>
              <a:buFont typeface="Arial" panose="020B0604020202020204" pitchFamily="34" charset="0"/>
              <a:buChar char="•"/>
            </a:pPr>
            <a:r>
              <a:rPr lang="en-US" sz="1600" dirty="0"/>
              <a:t>Recognition Method: Uses custom 3D Landmark Heuristics rather than a generic $1 Recognizer, extracting 21 specific coordinates per hand to verify gestures geometrically (e.g., checking if </a:t>
            </a:r>
            <a:r>
              <a:rPr lang="en-US" sz="1600" dirty="0" err="1"/>
              <a:t>thumb_tip_y</a:t>
            </a:r>
            <a:r>
              <a:rPr lang="en-US" sz="1600" dirty="0"/>
              <a:t> &lt; </a:t>
            </a:r>
            <a:r>
              <a:rPr lang="en-US" sz="1600" dirty="0" err="1"/>
              <a:t>thumb_ip_y</a:t>
            </a:r>
            <a:r>
              <a:rPr lang="en-US" sz="1600" dirty="0"/>
              <a:t> for a Thumb Up</a:t>
            </a:r>
            <a:r>
              <a:rPr lang="en-US" sz="1600" dirty="0" smtClean="0"/>
              <a:t>).</a:t>
            </a:r>
            <a:endParaRPr lang="en-US" sz="1600" dirty="0"/>
          </a:p>
          <a:p>
            <a:pPr lvl="1" indent="-304800">
              <a:buSzPts val="1200"/>
              <a:buFont typeface="Arial" panose="020B0604020202020204" pitchFamily="34" charset="0"/>
              <a:buChar char="•"/>
            </a:pPr>
            <a:r>
              <a:rPr lang="en-US" sz="1600" dirty="0"/>
              <a:t>Gesture Scoring Equation: Performance is calculated by combining gesture variety and accuracy: Score = min(Unique Gestures / 5, 1.0) * 0.4 + (Gesture Accuracy) * 0.6</a:t>
            </a:r>
            <a:r>
              <a:rPr lang="en-US" sz="1600" dirty="0" smtClean="0"/>
              <a:t>.</a:t>
            </a:r>
          </a:p>
          <a:p>
            <a:pPr lvl="1" indent="-304800">
              <a:buSzPts val="1200"/>
              <a:buFont typeface="Arial" panose="020B0604020202020204" pitchFamily="34" charset="0"/>
              <a:buChar char="•"/>
            </a:pPr>
            <a:r>
              <a:rPr lang="en-US" sz="1600" dirty="0" smtClean="0"/>
              <a:t>Normalizing equation to improve consistency: </a:t>
            </a:r>
          </a:p>
          <a:p>
            <a:pPr lvl="2" indent="-304800">
              <a:buSzPts val="1200"/>
              <a:buFont typeface="Arial" panose="020B0604020202020204" pitchFamily="34" charset="0"/>
              <a:buChar char="•"/>
            </a:pPr>
            <a:r>
              <a:rPr lang="en-US" sz="1600" dirty="0"/>
              <a:t>Normalized x = Actual x (pixel) / Image Width</a:t>
            </a:r>
          </a:p>
          <a:p>
            <a:pPr lvl="2" indent="-304800">
              <a:buSzPts val="1200"/>
              <a:buFont typeface="Arial" panose="020B0604020202020204" pitchFamily="34" charset="0"/>
              <a:buChar char="•"/>
            </a:pPr>
            <a:r>
              <a:rPr lang="en-US" sz="1600" dirty="0"/>
              <a:t>Normalized y = Actual y (pixel) / Image </a:t>
            </a:r>
            <a:r>
              <a:rPr lang="en-US" sz="1600" dirty="0" smtClean="0"/>
              <a:t>Height</a:t>
            </a:r>
          </a:p>
          <a:p>
            <a:pPr lvl="1" indent="-304800">
              <a:buSzPts val="1200"/>
              <a:buFont typeface="Arial" panose="020B0604020202020204" pitchFamily="34" charset="0"/>
              <a:buChar char="•"/>
            </a:pPr>
            <a:r>
              <a:rPr lang="en-US" sz="1600" dirty="0"/>
              <a:t>Used in the </a:t>
            </a:r>
            <a:r>
              <a:rPr lang="en-US" sz="1600" b="1" dirty="0"/>
              <a:t>Detection Layer</a:t>
            </a:r>
            <a:r>
              <a:rPr lang="en-US" sz="1600" dirty="0"/>
              <a:t>.</a:t>
            </a:r>
            <a:endParaRPr lang="en-US" sz="1600" dirty="0" smtClean="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mc:AlternateContent xmlns:mc="http://schemas.openxmlformats.org/markup-compatibility/2006" xmlns:a14="http://schemas.microsoft.com/office/drawing/2010/main">
        <mc:Choice Requires="a14">
          <p:sp>
            <p:nvSpPr>
              <p:cNvPr id="5" name="Google Shape;445;p35"/>
              <p:cNvSpPr txBox="1">
                <a:spLocks noGrp="1"/>
              </p:cNvSpPr>
              <p:nvPr>
                <p:ph type="body" idx="1"/>
              </p:nvPr>
            </p:nvSpPr>
            <p:spPr>
              <a:xfrm>
                <a:off x="836799" y="1091735"/>
                <a:ext cx="6853714" cy="3371083"/>
              </a:xfrm>
              <a:prstGeom prst="rect">
                <a:avLst/>
              </a:prstGeom>
            </p:spPr>
            <p:txBody>
              <a:bodyPr spcFirstLastPara="1" wrap="square" lIns="91425" tIns="91425" rIns="91425" bIns="91425" anchor="t" anchorCtr="0">
                <a:noAutofit/>
              </a:bodyPr>
              <a:lstStyle/>
              <a:p>
                <a:pPr marL="457200" lvl="0" indent="-304800" algn="l" rtl="0">
                  <a:lnSpc>
                    <a:spcPct val="150000"/>
                  </a:lnSpc>
                  <a:spcBef>
                    <a:spcPts val="0"/>
                  </a:spcBef>
                  <a:spcAft>
                    <a:spcPts val="0"/>
                  </a:spcAft>
                  <a:buSzPts val="1200"/>
                  <a:buFont typeface="Wingdings" panose="05000000000000000000" pitchFamily="2" charset="2"/>
                  <a:buChar char="v"/>
                </a:pPr>
                <a:r>
                  <a:rPr lang="en-US" sz="1600" dirty="0" smtClean="0"/>
                  <a:t>1$ Recognizer:</a:t>
                </a:r>
              </a:p>
              <a:p>
                <a:pPr marL="895350" lvl="1" indent="-285750">
                  <a:lnSpc>
                    <a:spcPct val="150000"/>
                  </a:lnSpc>
                  <a:buSzPts val="1200"/>
                  <a:buFont typeface="Arial" panose="020B0604020202020204" pitchFamily="34" charset="0"/>
                  <a:buChar char="•"/>
                </a:pPr>
                <a:r>
                  <a:rPr lang="en-US" sz="1600" dirty="0" smtClean="0"/>
                  <a:t>Lightweight gesture classification.</a:t>
                </a:r>
              </a:p>
              <a:p>
                <a:pPr marL="895350" lvl="1" indent="-285750">
                  <a:lnSpc>
                    <a:spcPct val="150000"/>
                  </a:lnSpc>
                  <a:buSzPts val="1200"/>
                  <a:buFont typeface="Arial" panose="020B0604020202020204" pitchFamily="34" charset="0"/>
                  <a:buChar char="•"/>
                </a:pPr>
                <a:r>
                  <a:rPr lang="en-US" sz="1600" dirty="0"/>
                  <a:t>The gesture recognition algorithm compares gesture shapes using distance matching</a:t>
                </a:r>
                <a:r>
                  <a:rPr lang="en-US" sz="1600" dirty="0" smtClean="0"/>
                  <a:t>.</a:t>
                </a:r>
              </a:p>
              <a:p>
                <a:pPr marL="895350" lvl="1" indent="-285750">
                  <a:lnSpc>
                    <a:spcPct val="150000"/>
                  </a:lnSpc>
                  <a:buSzPts val="1200"/>
                  <a:buFont typeface="Arial" panose="020B0604020202020204" pitchFamily="34" charset="0"/>
                  <a:buChar char="•"/>
                </a:pPr>
                <a14:m>
                  <m:oMath xmlns:m="http://schemas.openxmlformats.org/officeDocument/2006/math">
                    <m:r>
                      <a:rPr lang="en-US" sz="1600" b="0" i="1" smtClean="0">
                        <a:latin typeface="Cambria Math" panose="02040503050406030204" pitchFamily="18" charset="0"/>
                      </a:rPr>
                      <m:t>𝑑</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𝐶</m:t>
                        </m:r>
                        <m:r>
                          <a:rPr lang="en-US" sz="1600" b="0" i="1" smtClean="0">
                            <a:latin typeface="Cambria Math" panose="02040503050406030204" pitchFamily="18" charset="0"/>
                          </a:rPr>
                          <m:t>, </m:t>
                        </m:r>
                        <m:r>
                          <a:rPr lang="en-US" sz="1600" b="0" i="1" smtClean="0">
                            <a:latin typeface="Cambria Math" panose="02040503050406030204" pitchFamily="18" charset="0"/>
                          </a:rPr>
                          <m:t>𝑇</m:t>
                        </m:r>
                      </m:e>
                    </m:d>
                    <m:r>
                      <a:rPr lang="en-US" sz="1600" b="0" i="1" smtClean="0">
                        <a:latin typeface="Cambria Math" panose="02040503050406030204" pitchFamily="18" charset="0"/>
                      </a:rPr>
                      <m:t>= </m:t>
                    </m:r>
                    <m:f>
                      <m:fPr>
                        <m:ctrlPr>
                          <a:rPr lang="en-US" sz="1600" b="0" i="1" smtClean="0">
                            <a:latin typeface="Cambria Math" panose="02040503050406030204" pitchFamily="18" charset="0"/>
                          </a:rPr>
                        </m:ctrlPr>
                      </m:fPr>
                      <m:num>
                        <m:nary>
                          <m:naryPr>
                            <m:chr m:val="∑"/>
                            <m:limLoc m:val="subSup"/>
                            <m:ctrlPr>
                              <a:rPr lang="en-US" sz="1600" b="0" i="1" smtClean="0">
                                <a:latin typeface="Cambria Math" panose="02040503050406030204" pitchFamily="18" charset="0"/>
                              </a:rPr>
                            </m:ctrlPr>
                          </m:naryPr>
                          <m:sub>
                            <m:r>
                              <m:rPr>
                                <m:brk m:alnAt="25"/>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rad>
                              <m:radPr>
                                <m:degHide m:val="on"/>
                                <m:ctrlPr>
                                  <a:rPr lang="en-US" sz="1600" b="0" i="1" smtClean="0">
                                    <a:latin typeface="Cambria Math" panose="02040503050406030204" pitchFamily="18" charset="0"/>
                                  </a:rPr>
                                </m:ctrlPr>
                              </m:radPr>
                              <m:deg/>
                              <m:e>
                                <m:sSup>
                                  <m:sSupPr>
                                    <m:ctrlPr>
                                      <a:rPr lang="en-US" sz="1600" b="0" i="1" smtClean="0">
                                        <a:latin typeface="Cambria Math" panose="02040503050406030204" pitchFamily="18" charset="0"/>
                                      </a:rPr>
                                    </m:ctrlPr>
                                  </m:sSupPr>
                                  <m:e>
                                    <m:r>
                                      <a:rPr lang="en-US" sz="1600" i="1">
                                        <a:latin typeface="Cambria Math" panose="02040503050406030204" pitchFamily="18" charset="0"/>
                                      </a:rPr>
                                      <m:t>(</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𝐶</m:t>
                                        </m:r>
                                      </m:e>
                                      <m:sub>
                                        <m:r>
                                          <a:rPr lang="en-US" sz="1600" b="0" i="1" smtClean="0">
                                            <a:latin typeface="Cambria Math" panose="02040503050406030204" pitchFamily="18" charset="0"/>
                                          </a:rPr>
                                          <m:t>𝑥</m:t>
                                        </m:r>
                                      </m:sub>
                                    </m:sSub>
                                    <m:r>
                                      <a:rPr lang="en-US" sz="1600" i="1">
                                        <a:latin typeface="Cambria Math" panose="02040503050406030204" pitchFamily="18" charset="0"/>
                                      </a:rPr>
                                      <m:t> [</m:t>
                                    </m:r>
                                    <m:r>
                                      <a:rPr lang="en-US" sz="1600" i="1">
                                        <a:latin typeface="Cambria Math" panose="02040503050406030204" pitchFamily="18" charset="0"/>
                                      </a:rPr>
                                      <m:t>𝑖</m:t>
                                    </m:r>
                                    <m:r>
                                      <a:rPr lang="en-US" sz="1600" i="1">
                                        <a:latin typeface="Cambria Math" panose="02040503050406030204" pitchFamily="18" charset="0"/>
                                      </a:rPr>
                                      <m:t>]−</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𝑇</m:t>
                                        </m:r>
                                      </m:e>
                                      <m:sub>
                                        <m:r>
                                          <a:rPr lang="en-US" sz="1600" b="0" i="1" smtClean="0">
                                            <a:latin typeface="Cambria Math" panose="02040503050406030204" pitchFamily="18" charset="0"/>
                                          </a:rPr>
                                          <m:t>𝑥</m:t>
                                        </m:r>
                                      </m:sub>
                                    </m:sSub>
                                    <m:r>
                                      <a:rPr lang="en-US" sz="1600" i="1">
                                        <a:latin typeface="Cambria Math" panose="02040503050406030204" pitchFamily="18" charset="0"/>
                                      </a:rPr>
                                      <m:t> [</m:t>
                                    </m:r>
                                    <m:r>
                                      <a:rPr lang="en-US" sz="1600" i="1">
                                        <a:latin typeface="Cambria Math" panose="02040503050406030204" pitchFamily="18" charset="0"/>
                                      </a:rPr>
                                      <m:t>𝑖</m:t>
                                    </m:r>
                                    <m:r>
                                      <a:rPr lang="en-US" sz="1600" i="1">
                                        <a:latin typeface="Cambria Math" panose="02040503050406030204" pitchFamily="18" charset="0"/>
                                      </a:rPr>
                                      <m:t>])</m:t>
                                    </m:r>
                                  </m:e>
                                  <m:sup>
                                    <m:r>
                                      <a:rPr lang="en-US" sz="1600" b="0" i="1" smtClean="0">
                                        <a:latin typeface="Cambria Math" panose="02040503050406030204" pitchFamily="18" charset="0"/>
                                      </a:rPr>
                                      <m:t>2</m:t>
                                    </m:r>
                                  </m:sup>
                                </m:sSup>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𝐶</m:t>
                                        </m:r>
                                      </m:e>
                                      <m:sub>
                                        <m:r>
                                          <a:rPr lang="en-US" sz="1600" b="0" i="1" smtClean="0">
                                            <a:latin typeface="Cambria Math" panose="02040503050406030204" pitchFamily="18" charset="0"/>
                                          </a:rPr>
                                          <m:t>𝑦</m:t>
                                        </m:r>
                                      </m:sub>
                                    </m:sSub>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e>
                                    </m:d>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𝑇</m:t>
                                        </m:r>
                                      </m:e>
                                      <m:sub>
                                        <m:r>
                                          <a:rPr lang="en-US" sz="1600" b="0" i="1" smtClean="0">
                                            <a:latin typeface="Cambria Math" panose="02040503050406030204" pitchFamily="18" charset="0"/>
                                          </a:rPr>
                                          <m:t>𝑦</m:t>
                                        </m:r>
                                      </m:sub>
                                    </m:sSub>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e>
                                    </m:d>
                                    <m:r>
                                      <a:rPr lang="en-US" sz="1600" b="0" i="1" smtClean="0">
                                        <a:latin typeface="Cambria Math" panose="02040503050406030204" pitchFamily="18" charset="0"/>
                                      </a:rPr>
                                      <m:t>)</m:t>
                                    </m:r>
                                  </m:e>
                                  <m:sup>
                                    <m:r>
                                      <a:rPr lang="en-US" sz="1600" b="0" i="1" smtClean="0">
                                        <a:latin typeface="Cambria Math" panose="02040503050406030204" pitchFamily="18" charset="0"/>
                                      </a:rPr>
                                      <m:t>2</m:t>
                                    </m:r>
                                  </m:sup>
                                </m:sSup>
                              </m:e>
                            </m:rad>
                          </m:e>
                        </m:nary>
                      </m:num>
                      <m:den>
                        <m:r>
                          <a:rPr lang="en-US" sz="1600" b="0" i="1" smtClean="0">
                            <a:latin typeface="Cambria Math" panose="02040503050406030204" pitchFamily="18" charset="0"/>
                          </a:rPr>
                          <m:t>𝑛</m:t>
                        </m:r>
                      </m:den>
                    </m:f>
                  </m:oMath>
                </a14:m>
                <a:endParaRPr lang="en-US" sz="1600" dirty="0" smtClean="0"/>
              </a:p>
              <a:p>
                <a:pPr marL="895350" lvl="1" indent="-285750">
                  <a:lnSpc>
                    <a:spcPct val="150000"/>
                  </a:lnSpc>
                  <a:buSzPts val="1200"/>
                  <a:buFont typeface="Arial" panose="020B0604020202020204" pitchFamily="34" charset="0"/>
                  <a:buChar char="•"/>
                </a:pPr>
                <a:r>
                  <a:rPr lang="en-US" sz="1600" dirty="0"/>
                  <a:t>Lower distance means higher similarity between gestures.</a:t>
                </a:r>
              </a:p>
              <a:p>
                <a:pPr marL="895350" lvl="1" indent="-285750">
                  <a:lnSpc>
                    <a:spcPct val="150000"/>
                  </a:lnSpc>
                  <a:buSzPts val="1200"/>
                  <a:buFont typeface="Arial" panose="020B0604020202020204" pitchFamily="34" charset="0"/>
                  <a:buChar char="•"/>
                </a:pPr>
                <a:r>
                  <a:rPr lang="en-US" sz="1600" dirty="0"/>
                  <a:t>Used in the </a:t>
                </a:r>
                <a:r>
                  <a:rPr lang="en-US" sz="1600" b="1" dirty="0"/>
                  <a:t>Classification </a:t>
                </a:r>
                <a:r>
                  <a:rPr lang="en-US" sz="1600" b="1" dirty="0" smtClean="0"/>
                  <a:t>Layer</a:t>
                </a:r>
              </a:p>
            </p:txBody>
          </p:sp>
        </mc:Choice>
        <mc:Fallback xmlns="">
          <p:sp>
            <p:nvSpPr>
              <p:cNvPr id="5" name="Google Shape;445;p35"/>
              <p:cNvSpPr txBox="1">
                <a:spLocks noGrp="1" noRot="1" noChangeAspect="1" noMove="1" noResize="1" noEditPoints="1" noAdjustHandles="1" noChangeArrowheads="1" noChangeShapeType="1" noTextEdit="1"/>
              </p:cNvSpPr>
              <p:nvPr>
                <p:ph type="body" idx="1"/>
              </p:nvPr>
            </p:nvSpPr>
            <p:spPr>
              <a:xfrm>
                <a:off x="836799" y="1091735"/>
                <a:ext cx="6853714" cy="337108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131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 name="Google Shape;445;p35"/>
          <p:cNvSpPr txBox="1">
            <a:spLocks/>
          </p:cNvSpPr>
          <p:nvPr/>
        </p:nvSpPr>
        <p:spPr>
          <a:xfrm>
            <a:off x="385629" y="718696"/>
            <a:ext cx="8267052" cy="411090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1"/>
              </a:buClr>
              <a:buSzPts val="1200"/>
              <a:buFont typeface="Comic Neue"/>
              <a:buAutoNum type="arabicPeriod"/>
              <a:defRPr sz="12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AutoNum type="arabicPeriod"/>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AutoNum type="arabicPeriod"/>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9pPr>
          </a:lstStyle>
          <a:p>
            <a:pPr>
              <a:lnSpc>
                <a:spcPct val="150000"/>
              </a:lnSpc>
              <a:buFont typeface="Wingdings" panose="05000000000000000000" pitchFamily="2" charset="2"/>
              <a:buChar char="v"/>
            </a:pPr>
            <a:r>
              <a:rPr lang="en-US" sz="1600" dirty="0" smtClean="0"/>
              <a:t>Machine Learning &amp; AI Ensemble:</a:t>
            </a:r>
          </a:p>
          <a:p>
            <a:pPr marL="895350" lvl="1" indent="-285750">
              <a:lnSpc>
                <a:spcPct val="150000"/>
              </a:lnSpc>
              <a:buSzPts val="1200"/>
              <a:buFont typeface="Arial" panose="020B0604020202020204" pitchFamily="34" charset="0"/>
              <a:buChar char="•"/>
            </a:pPr>
            <a:r>
              <a:rPr lang="en-US" sz="1600" dirty="0"/>
              <a:t>Model Architecture: Built on </a:t>
            </a:r>
            <a:r>
              <a:rPr lang="en-US" sz="1600" dirty="0" err="1"/>
              <a:t>TensorFlow</a:t>
            </a:r>
            <a:r>
              <a:rPr lang="en-US" sz="1600" dirty="0"/>
              <a:t>, </a:t>
            </a:r>
            <a:r>
              <a:rPr lang="en-US" sz="1600" dirty="0" err="1"/>
              <a:t>Keras</a:t>
            </a:r>
            <a:r>
              <a:rPr lang="en-US" sz="1600" dirty="0"/>
              <a:t>, and </a:t>
            </a:r>
            <a:r>
              <a:rPr lang="en-US" sz="1600" dirty="0" err="1"/>
              <a:t>PyCaret</a:t>
            </a:r>
            <a:r>
              <a:rPr lang="en-US" sz="1600" dirty="0"/>
              <a:t>, actively managing 8 distinct models that reshape flat data into 3D sequences (samples, 1, features) to simulate timelines.</a:t>
            </a:r>
          </a:p>
          <a:p>
            <a:pPr marL="895350" lvl="1" indent="-285750">
              <a:lnSpc>
                <a:spcPct val="150000"/>
              </a:lnSpc>
              <a:buSzPts val="1200"/>
              <a:buFont typeface="Arial" panose="020B0604020202020204" pitchFamily="34" charset="0"/>
              <a:buChar char="•"/>
            </a:pPr>
            <a:r>
              <a:rPr lang="en-US" sz="1600" dirty="0"/>
              <a:t>Ensemble Integration: Combines individual model predictions using a weighted probability average (</a:t>
            </a:r>
            <a:r>
              <a:rPr lang="en-US" sz="1600" dirty="0" err="1"/>
              <a:t>weighted_proba</a:t>
            </a:r>
            <a:r>
              <a:rPr lang="en-US" sz="1600" dirty="0"/>
              <a:t> += weight * </a:t>
            </a:r>
            <a:r>
              <a:rPr lang="en-US" sz="1600" dirty="0" err="1"/>
              <a:t>proba</a:t>
            </a:r>
            <a:r>
              <a:rPr lang="en-US" sz="1600" dirty="0"/>
              <a:t>) and a mathematical Voting System (</a:t>
            </a:r>
            <a:r>
              <a:rPr lang="en-US" sz="1600" dirty="0" err="1"/>
              <a:t>np.bincount</a:t>
            </a:r>
            <a:r>
              <a:rPr lang="en-US" sz="1600" dirty="0"/>
              <a:t>(</a:t>
            </a:r>
            <a:r>
              <a:rPr lang="en-US" sz="1600" dirty="0" err="1"/>
              <a:t>x.astype</a:t>
            </a:r>
            <a:r>
              <a:rPr lang="en-US" sz="1600" dirty="0"/>
              <a:t>(</a:t>
            </a:r>
            <a:r>
              <a:rPr lang="en-US" sz="1600" dirty="0" err="1"/>
              <a:t>int</a:t>
            </a:r>
            <a:r>
              <a:rPr lang="en-US" sz="1600" dirty="0"/>
              <a:t>)).</a:t>
            </a:r>
            <a:r>
              <a:rPr lang="en-US" sz="1600" dirty="0" err="1"/>
              <a:t>argmax</a:t>
            </a:r>
            <a:r>
              <a:rPr lang="en-US" sz="1600" dirty="0"/>
              <a:t>()).</a:t>
            </a:r>
          </a:p>
          <a:p>
            <a:pPr marL="895350" lvl="1" indent="-285750">
              <a:lnSpc>
                <a:spcPct val="150000"/>
              </a:lnSpc>
              <a:buSzPts val="1200"/>
              <a:buFont typeface="Arial" panose="020B0604020202020204" pitchFamily="34" charset="0"/>
              <a:buChar char="•"/>
            </a:pPr>
            <a:r>
              <a:rPr lang="en-US" sz="1600" dirty="0"/>
              <a:t>Emotion Performance Metric: Quantifies acting quality mathematically based on the rule that more emotional variation equals better acting: </a:t>
            </a:r>
            <a:endParaRPr lang="en-US" sz="1600" dirty="0" smtClean="0"/>
          </a:p>
          <a:p>
            <a:pPr marL="1352550" lvl="2" indent="-285750">
              <a:lnSpc>
                <a:spcPct val="150000"/>
              </a:lnSpc>
              <a:buSzPts val="1200"/>
              <a:buFont typeface="Arial" panose="020B0604020202020204" pitchFamily="34" charset="0"/>
              <a:buChar char="•"/>
            </a:pPr>
            <a:r>
              <a:rPr lang="en-US" dirty="0" smtClean="0"/>
              <a:t>Score </a:t>
            </a:r>
            <a:r>
              <a:rPr lang="en-US" dirty="0"/>
              <a:t>= (Emotion Std. Dev. * 0.5) + (Face Confidence * 0.3) + ((1 - Neutral Mean) * 0.2)</a:t>
            </a:r>
            <a:endParaRPr lang="en-US" dirty="0" smtClean="0"/>
          </a:p>
        </p:txBody>
      </p:sp>
    </p:spTree>
    <p:extLst>
      <p:ext uri="{BB962C8B-B14F-4D97-AF65-F5344CB8AC3E}">
        <p14:creationId xmlns:p14="http://schemas.microsoft.com/office/powerpoint/2010/main" val="19739164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45" name="Google Shape;445;p35"/>
          <p:cNvSpPr txBox="1">
            <a:spLocks noGrp="1"/>
          </p:cNvSpPr>
          <p:nvPr>
            <p:ph type="body" idx="1"/>
          </p:nvPr>
        </p:nvSpPr>
        <p:spPr>
          <a:xfrm>
            <a:off x="557019" y="975729"/>
            <a:ext cx="8029961" cy="3582624"/>
          </a:xfrm>
          <a:prstGeom prst="rect">
            <a:avLst/>
          </a:prstGeom>
        </p:spPr>
        <p:txBody>
          <a:bodyPr spcFirstLastPara="1" wrap="square" lIns="91425" tIns="91425" rIns="91425" bIns="91425" anchor="t" anchorCtr="0">
            <a:noAutofit/>
          </a:bodyPr>
          <a:lstStyle/>
          <a:p>
            <a:pPr lvl="0">
              <a:lnSpc>
                <a:spcPct val="150000"/>
              </a:lnSpc>
              <a:buFont typeface="Wingdings" panose="05000000000000000000" pitchFamily="2" charset="2"/>
              <a:buChar char="v"/>
            </a:pPr>
            <a:r>
              <a:rPr lang="en-US" sz="1600" dirty="0"/>
              <a:t>Infrastructure &amp; Data Processing:</a:t>
            </a:r>
            <a:endParaRPr lang="en-US" sz="1600" dirty="0" smtClean="0"/>
          </a:p>
          <a:p>
            <a:pPr marL="895350" lvl="1" indent="-285750">
              <a:lnSpc>
                <a:spcPct val="150000"/>
              </a:lnSpc>
              <a:buSzPts val="1200"/>
              <a:buFont typeface="Arial" panose="020B0604020202020204" pitchFamily="34" charset="0"/>
              <a:buChar char="•"/>
            </a:pPr>
            <a:r>
              <a:rPr lang="en-US" sz="1600" dirty="0"/>
              <a:t>Web &amp; Visualization: Uses Flask for the API backend (handling 500MB video uploads) and </a:t>
            </a:r>
            <a:r>
              <a:rPr lang="en-US" sz="1600" dirty="0" err="1"/>
              <a:t>Matplotlib</a:t>
            </a:r>
            <a:r>
              <a:rPr lang="en-US" sz="1600" dirty="0"/>
              <a:t> to dynamically generate radar and bar charts for the UI.</a:t>
            </a:r>
          </a:p>
          <a:p>
            <a:pPr marL="895350" lvl="1" indent="-285750">
              <a:lnSpc>
                <a:spcPct val="150000"/>
              </a:lnSpc>
              <a:buSzPts val="1200"/>
              <a:buFont typeface="Arial" panose="020B0604020202020204" pitchFamily="34" charset="0"/>
              <a:buChar char="•"/>
            </a:pPr>
            <a:r>
              <a:rPr lang="en-US" sz="1600" dirty="0"/>
              <a:t>Data Handling: Relies on Pandas to structure multi-frame tracking data (</a:t>
            </a:r>
            <a:r>
              <a:rPr lang="en-US" sz="1600" dirty="0" err="1"/>
              <a:t>pd.DataFrame</a:t>
            </a:r>
            <a:r>
              <a:rPr lang="en-US" sz="1600" dirty="0"/>
              <a:t>) and </a:t>
            </a:r>
            <a:r>
              <a:rPr lang="en-US" sz="1600" dirty="0" err="1"/>
              <a:t>NumPy</a:t>
            </a:r>
            <a:r>
              <a:rPr lang="en-US" sz="1600" dirty="0"/>
              <a:t> for array operations and spatial math.</a:t>
            </a:r>
          </a:p>
          <a:p>
            <a:pPr marL="895350" lvl="1" indent="-285750">
              <a:lnSpc>
                <a:spcPct val="150000"/>
              </a:lnSpc>
              <a:buSzPts val="1200"/>
              <a:buFont typeface="Arial" panose="020B0604020202020204" pitchFamily="34" charset="0"/>
              <a:buChar char="•"/>
            </a:pPr>
            <a:r>
              <a:rPr lang="en-US" sz="1600" dirty="0"/>
              <a:t>Mathematical Application: </a:t>
            </a:r>
            <a:r>
              <a:rPr lang="en-US" sz="1600" dirty="0" err="1"/>
              <a:t>NumPy</a:t>
            </a:r>
            <a:r>
              <a:rPr lang="en-US" sz="1600" dirty="0"/>
              <a:t> calculates the exact Euclidean distance between coordinates (e.g., hand and ear) </a:t>
            </a:r>
            <a:endParaRPr lang="en-US" sz="1600" dirty="0" smtClean="0"/>
          </a:p>
          <a:p>
            <a:pPr marL="1352550" lvl="2" indent="-285750">
              <a:lnSpc>
                <a:spcPct val="150000"/>
              </a:lnSpc>
              <a:buSzPts val="1200"/>
              <a:buFont typeface="Arial" panose="020B0604020202020204" pitchFamily="34" charset="0"/>
              <a:buChar char="•"/>
            </a:pPr>
            <a:r>
              <a:rPr lang="en-US" sz="1600" b="1" dirty="0" smtClean="0"/>
              <a:t>Distance </a:t>
            </a:r>
            <a:r>
              <a:rPr lang="en-US" sz="1600" b="1" dirty="0"/>
              <a:t>= </a:t>
            </a:r>
            <a:r>
              <a:rPr lang="en-US" sz="1600" b="1" dirty="0" err="1"/>
              <a:t>np.sqrt</a:t>
            </a:r>
            <a:r>
              <a:rPr lang="en-US" sz="1600" b="1" dirty="0"/>
              <a:t>((</a:t>
            </a:r>
            <a:r>
              <a:rPr lang="en-US" sz="1600" b="1" dirty="0" err="1"/>
              <a:t>hand_x</a:t>
            </a:r>
            <a:r>
              <a:rPr lang="en-US" sz="1600" b="1" dirty="0"/>
              <a:t> - </a:t>
            </a:r>
            <a:r>
              <a:rPr lang="en-US" sz="1600" b="1" dirty="0" err="1"/>
              <a:t>ear_x</a:t>
            </a:r>
            <a:r>
              <a:rPr lang="en-US" sz="1600" b="1" dirty="0"/>
              <a:t>)**2 + (</a:t>
            </a:r>
            <a:r>
              <a:rPr lang="en-US" sz="1600" b="1" dirty="0" err="1"/>
              <a:t>hand_y</a:t>
            </a:r>
            <a:r>
              <a:rPr lang="en-US" sz="1600" b="1" dirty="0"/>
              <a:t> - </a:t>
            </a:r>
            <a:r>
              <a:rPr lang="en-US" sz="1600" b="1" dirty="0" err="1"/>
              <a:t>ear_y</a:t>
            </a:r>
            <a:r>
              <a:rPr lang="en-US" sz="1600" b="1" dirty="0"/>
              <a:t>)**2)</a:t>
            </a:r>
            <a:endParaRPr lang="en-US" sz="1600" b="1" dirty="0" smtClean="0"/>
          </a:p>
        </p:txBody>
      </p:sp>
    </p:spTree>
    <p:extLst>
      <p:ext uri="{BB962C8B-B14F-4D97-AF65-F5344CB8AC3E}">
        <p14:creationId xmlns:p14="http://schemas.microsoft.com/office/powerpoint/2010/main" val="14923332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Evaluation Methodology</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07</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2748221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pic>
        <p:nvPicPr>
          <p:cNvPr id="563" name="Google Shape;563;p43"/>
          <p:cNvPicPr preferRelativeResize="0"/>
          <p:nvPr/>
        </p:nvPicPr>
        <p:blipFill rotWithShape="1">
          <a:blip r:embed="rId3">
            <a:alphaModFix/>
          </a:blip>
          <a:srcRect l="25007" t="40373" r="22399" b="44658"/>
          <a:stretch/>
        </p:blipFill>
        <p:spPr>
          <a:xfrm>
            <a:off x="3211468" y="4433015"/>
            <a:ext cx="2683123" cy="409501"/>
          </a:xfrm>
          <a:prstGeom prst="rect">
            <a:avLst/>
          </a:prstGeom>
          <a:noFill/>
          <a:ln>
            <a:noFill/>
          </a:ln>
        </p:spPr>
      </p:pic>
      <p:sp>
        <p:nvSpPr>
          <p:cNvPr id="564" name="Google Shape;564;p43"/>
          <p:cNvSpPr txBox="1">
            <a:spLocks noGrp="1"/>
          </p:cNvSpPr>
          <p:nvPr>
            <p:ph type="title"/>
          </p:nvPr>
        </p:nvSpPr>
        <p:spPr>
          <a:xfrm>
            <a:off x="535743" y="1368047"/>
            <a:ext cx="2307300" cy="527700"/>
          </a:xfrm>
          <a:prstGeom prst="rect">
            <a:avLst/>
          </a:prstGeom>
        </p:spPr>
        <p:txBody>
          <a:bodyPr spcFirstLastPara="1" wrap="square" lIns="91425" tIns="91425" rIns="91425" bIns="91425" anchor="ctr" anchorCtr="0">
            <a:noAutofit/>
          </a:bodyPr>
          <a:lstStyle/>
          <a:p>
            <a:pPr lvl="0"/>
            <a:r>
              <a:rPr lang="en-US" b="1" dirty="0"/>
              <a:t>Quantitative</a:t>
            </a:r>
            <a:endParaRPr dirty="0"/>
          </a:p>
        </p:txBody>
      </p:sp>
      <p:sp>
        <p:nvSpPr>
          <p:cNvPr id="565" name="Google Shape;565;p43"/>
          <p:cNvSpPr txBox="1">
            <a:spLocks noGrp="1"/>
          </p:cNvSpPr>
          <p:nvPr>
            <p:ph type="subTitle" idx="1"/>
          </p:nvPr>
        </p:nvSpPr>
        <p:spPr>
          <a:xfrm>
            <a:off x="535743" y="1954572"/>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Metrics such as accuracy, f1 score, precision and recall. To evaluate performance.</a:t>
            </a:r>
            <a:endParaRPr dirty="0"/>
          </a:p>
        </p:txBody>
      </p:sp>
      <p:sp>
        <p:nvSpPr>
          <p:cNvPr id="566" name="Google Shape;566;p43"/>
          <p:cNvSpPr txBox="1">
            <a:spLocks noGrp="1"/>
          </p:cNvSpPr>
          <p:nvPr>
            <p:ph type="title" idx="2"/>
          </p:nvPr>
        </p:nvSpPr>
        <p:spPr>
          <a:xfrm>
            <a:off x="4715301" y="648584"/>
            <a:ext cx="3866637" cy="527700"/>
          </a:xfrm>
          <a:prstGeom prst="rect">
            <a:avLst/>
          </a:prstGeom>
        </p:spPr>
        <p:txBody>
          <a:bodyPr spcFirstLastPara="1" wrap="square" lIns="91425" tIns="91425" rIns="91425" bIns="91425" anchor="ctr" anchorCtr="0">
            <a:noAutofit/>
          </a:bodyPr>
          <a:lstStyle/>
          <a:p>
            <a:pPr lvl="0"/>
            <a:r>
              <a:rPr lang="en-US" b="1" dirty="0"/>
              <a:t>Comparative baselines</a:t>
            </a:r>
            <a:endParaRPr dirty="0"/>
          </a:p>
        </p:txBody>
      </p:sp>
      <p:sp>
        <p:nvSpPr>
          <p:cNvPr id="567" name="Google Shape;567;p43"/>
          <p:cNvSpPr txBox="1">
            <a:spLocks noGrp="1"/>
          </p:cNvSpPr>
          <p:nvPr>
            <p:ph type="subTitle" idx="3"/>
          </p:nvPr>
        </p:nvSpPr>
        <p:spPr>
          <a:xfrm>
            <a:off x="5591262" y="1108388"/>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Compared to 7 other AI &amp; ML models to optimive best model.</a:t>
            </a:r>
            <a:endParaRPr dirty="0"/>
          </a:p>
        </p:txBody>
      </p:sp>
      <p:sp>
        <p:nvSpPr>
          <p:cNvPr id="568" name="Google Shape;568;p43"/>
          <p:cNvSpPr txBox="1">
            <a:spLocks noGrp="1"/>
          </p:cNvSpPr>
          <p:nvPr>
            <p:ph type="title" idx="4"/>
          </p:nvPr>
        </p:nvSpPr>
        <p:spPr>
          <a:xfrm>
            <a:off x="535743" y="3131064"/>
            <a:ext cx="2307300" cy="527700"/>
          </a:xfrm>
          <a:prstGeom prst="rect">
            <a:avLst/>
          </a:prstGeom>
        </p:spPr>
        <p:txBody>
          <a:bodyPr spcFirstLastPara="1" wrap="square" lIns="91425" tIns="91425" rIns="91425" bIns="91425" anchor="ctr" anchorCtr="0">
            <a:noAutofit/>
          </a:bodyPr>
          <a:lstStyle/>
          <a:p>
            <a:pPr lvl="0"/>
            <a:r>
              <a:rPr lang="en-US" b="1" dirty="0"/>
              <a:t>Qualitative</a:t>
            </a:r>
            <a:endParaRPr dirty="0"/>
          </a:p>
        </p:txBody>
      </p:sp>
      <p:sp>
        <p:nvSpPr>
          <p:cNvPr id="569" name="Google Shape;569;p43"/>
          <p:cNvSpPr txBox="1">
            <a:spLocks noGrp="1"/>
          </p:cNvSpPr>
          <p:nvPr>
            <p:ph type="subTitle" idx="5"/>
          </p:nvPr>
        </p:nvSpPr>
        <p:spPr>
          <a:xfrm>
            <a:off x="535743" y="3716615"/>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Assesment for usability and user satisfaction, enabling feature specification.</a:t>
            </a:r>
            <a:endParaRPr dirty="0"/>
          </a:p>
        </p:txBody>
      </p:sp>
      <p:sp>
        <p:nvSpPr>
          <p:cNvPr id="570" name="Google Shape;570;p43"/>
          <p:cNvSpPr txBox="1">
            <a:spLocks noGrp="1"/>
          </p:cNvSpPr>
          <p:nvPr>
            <p:ph type="title" idx="6"/>
          </p:nvPr>
        </p:nvSpPr>
        <p:spPr>
          <a:xfrm>
            <a:off x="5717429" y="3657790"/>
            <a:ext cx="3211544"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Threats Mitigation</a:t>
            </a:r>
            <a:endParaRPr dirty="0"/>
          </a:p>
        </p:txBody>
      </p:sp>
      <p:sp>
        <p:nvSpPr>
          <p:cNvPr id="571" name="Google Shape;571;p43"/>
          <p:cNvSpPr txBox="1">
            <a:spLocks noGrp="1"/>
          </p:cNvSpPr>
          <p:nvPr>
            <p:ph type="subTitle" idx="7"/>
          </p:nvPr>
        </p:nvSpPr>
        <p:spPr>
          <a:xfrm>
            <a:off x="6020215" y="4128891"/>
            <a:ext cx="2605971" cy="85254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rPr>
              <a:t>Loaded controlled dataset size to manage computational power and increasing dataset size gradually.</a:t>
            </a:r>
            <a:endParaRPr dirty="0"/>
          </a:p>
        </p:txBody>
      </p:sp>
      <p:sp>
        <p:nvSpPr>
          <p:cNvPr id="572" name="Google Shape;572;p43"/>
          <p:cNvSpPr txBox="1">
            <a:spLocks noGrp="1"/>
          </p:cNvSpPr>
          <p:nvPr>
            <p:ph type="title" idx="8"/>
          </p:nvPr>
        </p:nvSpPr>
        <p:spPr>
          <a:xfrm>
            <a:off x="747296" y="278555"/>
            <a:ext cx="3968005" cy="44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EVALUATION</a:t>
            </a:r>
            <a:endParaRPr dirty="0"/>
          </a:p>
        </p:txBody>
      </p:sp>
      <p:pic>
        <p:nvPicPr>
          <p:cNvPr id="573" name="Google Shape;573;p43"/>
          <p:cNvPicPr preferRelativeResize="0"/>
          <p:nvPr/>
        </p:nvPicPr>
        <p:blipFill>
          <a:blip r:embed="rId4">
            <a:alphaModFix/>
          </a:blip>
          <a:stretch>
            <a:fillRect/>
          </a:stretch>
        </p:blipFill>
        <p:spPr>
          <a:xfrm>
            <a:off x="3541007" y="1405815"/>
            <a:ext cx="2176422" cy="3188226"/>
          </a:xfrm>
          <a:prstGeom prst="rect">
            <a:avLst/>
          </a:prstGeom>
          <a:noFill/>
          <a:ln>
            <a:noFill/>
          </a:ln>
        </p:spPr>
      </p:pic>
      <p:sp>
        <p:nvSpPr>
          <p:cNvPr id="13" name="Google Shape;570;p43"/>
          <p:cNvSpPr txBox="1">
            <a:spLocks/>
          </p:cNvSpPr>
          <p:nvPr/>
        </p:nvSpPr>
        <p:spPr>
          <a:xfrm>
            <a:off x="6415393" y="2126389"/>
            <a:ext cx="2610468" cy="527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500"/>
              <a:buFont typeface="Righteous"/>
              <a:buNone/>
              <a:defRPr sz="2500" b="0" i="0" u="none" strike="noStrike" cap="none">
                <a:solidFill>
                  <a:schemeClr val="dk1"/>
                </a:solidFill>
                <a:latin typeface="Righteous"/>
                <a:ea typeface="Righteous"/>
                <a:cs typeface="Righteous"/>
                <a:sym typeface="Righteous"/>
              </a:defRPr>
            </a:lvl1pPr>
            <a:lvl2pPr marR="0" lvl="1"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2pPr>
            <a:lvl3pPr marR="0" lvl="2"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3pPr>
            <a:lvl4pPr marR="0" lvl="3"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4pPr>
            <a:lvl5pPr marR="0" lvl="4"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5pPr>
            <a:lvl6pPr marR="0" lvl="5"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6pPr>
            <a:lvl7pPr marR="0" lvl="6"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7pPr>
            <a:lvl8pPr marR="0" lvl="7"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8pPr>
            <a:lvl9pPr marR="0" lvl="8"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9pPr>
          </a:lstStyle>
          <a:p>
            <a:r>
              <a:rPr lang="en-US" dirty="0"/>
              <a:t>V</a:t>
            </a:r>
            <a:r>
              <a:rPr lang="en-US" dirty="0" smtClean="0"/>
              <a:t>alidity </a:t>
            </a:r>
            <a:r>
              <a:rPr lang="en-US" dirty="0"/>
              <a:t>T</a:t>
            </a:r>
            <a:r>
              <a:rPr lang="en-US" dirty="0" smtClean="0"/>
              <a:t>hreats</a:t>
            </a:r>
            <a:endParaRPr lang="en-US" dirty="0"/>
          </a:p>
        </p:txBody>
      </p:sp>
      <p:sp>
        <p:nvSpPr>
          <p:cNvPr id="14" name="Google Shape;571;p43"/>
          <p:cNvSpPr txBox="1">
            <a:spLocks/>
          </p:cNvSpPr>
          <p:nvPr/>
        </p:nvSpPr>
        <p:spPr>
          <a:xfrm>
            <a:off x="6347154" y="2520025"/>
            <a:ext cx="2678707" cy="1064071"/>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1pPr>
            <a:lvl2pPr marL="914400" marR="0" lvl="1"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2pPr>
            <a:lvl3pPr marL="1371600" marR="0" lvl="2"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3pPr>
            <a:lvl4pPr marL="1828800" marR="0" lvl="3"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4pPr>
            <a:lvl5pPr marL="2286000" marR="0" lvl="4"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5pPr>
            <a:lvl6pPr marL="2743200" marR="0" lvl="5"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6pPr>
            <a:lvl7pPr marL="3200400" marR="0" lvl="6"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7pPr>
            <a:lvl8pPr marL="3657600" marR="0" lvl="7"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8pPr>
            <a:lvl9pPr marL="4114800" marR="0" lvl="8"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9pPr>
          </a:lstStyle>
          <a:p>
            <a:pPr marL="0" indent="0"/>
            <a:r>
              <a:rPr lang="en-US" dirty="0" smtClean="0">
                <a:solidFill>
                  <a:schemeClr val="dk1"/>
                </a:solidFill>
              </a:rPr>
              <a:t>Small sample size, controlled environment and computational power. No experienced director used the system.</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0" name="Google Shape;660;p48"/>
          <p:cNvSpPr txBox="1">
            <a:spLocks noGrp="1"/>
          </p:cNvSpPr>
          <p:nvPr>
            <p:ph type="title"/>
          </p:nvPr>
        </p:nvSpPr>
        <p:spPr>
          <a:xfrm>
            <a:off x="598986" y="2163075"/>
            <a:ext cx="4372157" cy="1902017"/>
          </a:xfrm>
          <a:prstGeom prst="rect">
            <a:avLst/>
          </a:prstGeom>
        </p:spPr>
        <p:txBody>
          <a:bodyPr spcFirstLastPara="1" wrap="square" lIns="91425" tIns="91425" rIns="91425" bIns="91425" anchor="ctr" anchorCtr="0">
            <a:noAutofit/>
          </a:bodyPr>
          <a:lstStyle/>
          <a:p>
            <a:r>
              <a:rPr lang="en-US" dirty="0"/>
              <a:t>System </a:t>
            </a:r>
            <a:r>
              <a:rPr lang="en-US" dirty="0" smtClean="0"/>
              <a:t>Stability, Risks, Challenges &amp;Next Steps</a:t>
            </a:r>
            <a:endParaRPr lang="en-US" dirty="0"/>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08</a:t>
            </a:r>
            <a:endParaRPr dirty="0"/>
          </a:p>
        </p:txBody>
      </p:sp>
      <p:pic>
        <p:nvPicPr>
          <p:cNvPr id="5" name="Google Shape;1044;p61"/>
          <p:cNvPicPr preferRelativeResize="0"/>
          <p:nvPr/>
        </p:nvPicPr>
        <p:blipFill>
          <a:blip r:embed="rId3">
            <a:alphaModFix/>
          </a:blip>
          <a:stretch>
            <a:fillRect/>
          </a:stretch>
        </p:blipFill>
        <p:spPr>
          <a:xfrm>
            <a:off x="5566233" y="1221675"/>
            <a:ext cx="2175405" cy="2591869"/>
          </a:xfrm>
          <a:prstGeom prst="rect">
            <a:avLst/>
          </a:prstGeom>
          <a:noFill/>
          <a:ln>
            <a:noFill/>
          </a:ln>
        </p:spPr>
      </p:pic>
    </p:spTree>
    <p:extLst>
      <p:ext uri="{BB962C8B-B14F-4D97-AF65-F5344CB8AC3E}">
        <p14:creationId xmlns:p14="http://schemas.microsoft.com/office/powerpoint/2010/main" val="17649334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6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System Stability &amp; Risks</a:t>
            </a:r>
            <a:endParaRPr dirty="0"/>
          </a:p>
        </p:txBody>
      </p:sp>
      <p:sp>
        <p:nvSpPr>
          <p:cNvPr id="1053" name="Google Shape;1053;p62"/>
          <p:cNvSpPr txBox="1">
            <a:spLocks noGrp="1"/>
          </p:cNvSpPr>
          <p:nvPr>
            <p:ph type="body" idx="1"/>
          </p:nvPr>
        </p:nvSpPr>
        <p:spPr>
          <a:xfrm>
            <a:off x="720000" y="1321700"/>
            <a:ext cx="4588979" cy="3286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STABILITY</a:t>
            </a:r>
            <a:r>
              <a:rPr lang="en" sz="1400" dirty="0" smtClean="0">
                <a:solidFill>
                  <a:schemeClr val="dk1"/>
                </a:solidFill>
              </a:rPr>
              <a:t>:</a:t>
            </a:r>
            <a:endParaRPr sz="1400" dirty="0">
              <a:solidFill>
                <a:schemeClr val="dk1"/>
              </a:solidFill>
            </a:endParaRPr>
          </a:p>
          <a:p>
            <a:pPr lvl="0">
              <a:lnSpc>
                <a:spcPct val="150000"/>
              </a:lnSpc>
            </a:pPr>
            <a:r>
              <a:rPr lang="en-US" dirty="0"/>
              <a:t>Uses multiple inputs (video, voice, gestures) → more reliable results</a:t>
            </a:r>
          </a:p>
          <a:p>
            <a:pPr lvl="0">
              <a:lnSpc>
                <a:spcPct val="150000"/>
              </a:lnSpc>
            </a:pPr>
            <a:r>
              <a:rPr lang="en-US" dirty="0"/>
              <a:t>Combines different models to improve accuracy</a:t>
            </a:r>
          </a:p>
          <a:p>
            <a:pPr>
              <a:lnSpc>
                <a:spcPct val="150000"/>
              </a:lnSpc>
            </a:pPr>
            <a:r>
              <a:rPr lang="en-US" dirty="0"/>
              <a:t>Clear processing steps keep the system consistent</a:t>
            </a:r>
            <a:endParaRPr sz="1400" dirty="0">
              <a:solidFill>
                <a:schemeClr val="dk1"/>
              </a:solidFill>
            </a:endParaRPr>
          </a:p>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RISKS</a:t>
            </a:r>
            <a:r>
              <a:rPr lang="en" sz="1400" dirty="0">
                <a:solidFill>
                  <a:schemeClr val="dk1"/>
                </a:solidFill>
              </a:rPr>
              <a:t>:</a:t>
            </a:r>
            <a:endParaRPr sz="1400" dirty="0">
              <a:solidFill>
                <a:schemeClr val="dk1"/>
              </a:solidFill>
            </a:endParaRPr>
          </a:p>
          <a:p>
            <a:pPr marR="50800" lvl="0" indent="-317500">
              <a:lnSpc>
                <a:spcPct val="150000"/>
              </a:lnSpc>
              <a:buSzPts val="1400"/>
            </a:pPr>
            <a:r>
              <a:rPr lang="en-US" dirty="0" smtClean="0">
                <a:solidFill>
                  <a:schemeClr val="hlink"/>
                </a:solidFill>
                <a:uFill>
                  <a:noFill/>
                </a:uFill>
              </a:rPr>
              <a:t>Depends </a:t>
            </a:r>
            <a:r>
              <a:rPr lang="en-US" dirty="0">
                <a:solidFill>
                  <a:schemeClr val="hlink"/>
                </a:solidFill>
                <a:uFill>
                  <a:noFill/>
                </a:uFill>
              </a:rPr>
              <a:t>on good video/audio quality</a:t>
            </a:r>
          </a:p>
          <a:p>
            <a:pPr marR="50800" lvl="0" indent="-317500">
              <a:lnSpc>
                <a:spcPct val="150000"/>
              </a:lnSpc>
              <a:buSzPts val="1400"/>
            </a:pPr>
            <a:r>
              <a:rPr lang="en-US" dirty="0" smtClean="0">
                <a:solidFill>
                  <a:schemeClr val="hlink"/>
                </a:solidFill>
                <a:uFill>
                  <a:noFill/>
                </a:uFill>
              </a:rPr>
              <a:t>May </a:t>
            </a:r>
            <a:r>
              <a:rPr lang="en-US" dirty="0">
                <a:solidFill>
                  <a:schemeClr val="hlink"/>
                </a:solidFill>
                <a:uFill>
                  <a:noFill/>
                </a:uFill>
              </a:rPr>
              <a:t>not perform the same for every person</a:t>
            </a:r>
          </a:p>
          <a:p>
            <a:pPr marR="50800" lvl="0" indent="-317500">
              <a:lnSpc>
                <a:spcPct val="150000"/>
              </a:lnSpc>
              <a:buSzPts val="1400"/>
            </a:pPr>
            <a:r>
              <a:rPr lang="en-US" dirty="0" smtClean="0">
                <a:solidFill>
                  <a:schemeClr val="hlink"/>
                </a:solidFill>
                <a:uFill>
                  <a:noFill/>
                </a:uFill>
              </a:rPr>
              <a:t>Needs </a:t>
            </a:r>
            <a:r>
              <a:rPr lang="en-US" dirty="0">
                <a:solidFill>
                  <a:schemeClr val="hlink"/>
                </a:solidFill>
                <a:uFill>
                  <a:noFill/>
                </a:uFill>
              </a:rPr>
              <a:t>high processing power</a:t>
            </a:r>
          </a:p>
          <a:p>
            <a:pPr marR="50800" lvl="0" indent="-317500">
              <a:lnSpc>
                <a:spcPct val="150000"/>
              </a:lnSpc>
              <a:buSzPts val="1400"/>
            </a:pPr>
            <a:r>
              <a:rPr lang="en-US" dirty="0" smtClean="0">
                <a:solidFill>
                  <a:schemeClr val="hlink"/>
                </a:solidFill>
                <a:uFill>
                  <a:noFill/>
                </a:uFill>
              </a:rPr>
              <a:t>Limited </a:t>
            </a:r>
            <a:r>
              <a:rPr lang="en-US" dirty="0">
                <a:solidFill>
                  <a:schemeClr val="hlink"/>
                </a:solidFill>
                <a:uFill>
                  <a:noFill/>
                </a:uFill>
              </a:rPr>
              <a:t>data can affect accuracy</a:t>
            </a:r>
          </a:p>
        </p:txBody>
      </p:sp>
      <p:pic>
        <p:nvPicPr>
          <p:cNvPr id="1054" name="Google Shape;1054;p62"/>
          <p:cNvPicPr preferRelativeResize="0"/>
          <p:nvPr/>
        </p:nvPicPr>
        <p:blipFill>
          <a:blip r:embed="rId3">
            <a:alphaModFix/>
          </a:blip>
          <a:stretch>
            <a:fillRect/>
          </a:stretch>
        </p:blipFill>
        <p:spPr>
          <a:xfrm rot="-813221" flipH="1">
            <a:off x="5711038" y="2745622"/>
            <a:ext cx="2359973" cy="1672306"/>
          </a:xfrm>
          <a:prstGeom prst="rect">
            <a:avLst/>
          </a:prstGeom>
          <a:noFill/>
          <a:ln>
            <a:noFill/>
          </a:ln>
        </p:spPr>
      </p:pic>
      <p:pic>
        <p:nvPicPr>
          <p:cNvPr id="1055" name="Google Shape;1055;p62"/>
          <p:cNvPicPr preferRelativeResize="0"/>
          <p:nvPr/>
        </p:nvPicPr>
        <p:blipFill>
          <a:blip r:embed="rId4">
            <a:alphaModFix/>
          </a:blip>
          <a:stretch>
            <a:fillRect/>
          </a:stretch>
        </p:blipFill>
        <p:spPr>
          <a:xfrm>
            <a:off x="5227400" y="1550288"/>
            <a:ext cx="1469714" cy="125195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63"/>
          <p:cNvSpPr txBox="1">
            <a:spLocks noGrp="1"/>
          </p:cNvSpPr>
          <p:nvPr>
            <p:ph type="body" idx="1"/>
          </p:nvPr>
        </p:nvSpPr>
        <p:spPr>
          <a:xfrm>
            <a:off x="720000" y="973625"/>
            <a:ext cx="7704000" cy="3932688"/>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CHALLENGES</a:t>
            </a:r>
            <a:r>
              <a:rPr lang="en" dirty="0" smtClean="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Managing </a:t>
            </a:r>
            <a:r>
              <a:rPr lang="en-US" dirty="0">
                <a:solidFill>
                  <a:schemeClr val="dk1"/>
                </a:solidFill>
                <a:uFill>
                  <a:noFill/>
                </a:uFill>
              </a:rPr>
              <a:t>video, audio, and gestures together</a:t>
            </a:r>
          </a:p>
          <a:p>
            <a:pPr marR="50800" lvl="0" indent="-317500">
              <a:lnSpc>
                <a:spcPct val="150000"/>
              </a:lnSpc>
              <a:buSzPts val="1400"/>
            </a:pPr>
            <a:r>
              <a:rPr lang="en-US" dirty="0" smtClean="0">
                <a:solidFill>
                  <a:schemeClr val="dk1"/>
                </a:solidFill>
                <a:uFill>
                  <a:noFill/>
                </a:uFill>
              </a:rPr>
              <a:t>Making </a:t>
            </a:r>
            <a:r>
              <a:rPr lang="en-US" dirty="0">
                <a:solidFill>
                  <a:schemeClr val="dk1"/>
                </a:solidFill>
                <a:uFill>
                  <a:noFill/>
                </a:uFill>
              </a:rPr>
              <a:t>the system fast and smooth</a:t>
            </a:r>
          </a:p>
          <a:p>
            <a:pPr marR="50800" lvl="0" indent="-317500">
              <a:lnSpc>
                <a:spcPct val="150000"/>
              </a:lnSpc>
              <a:buSzPts val="1400"/>
            </a:pPr>
            <a:r>
              <a:rPr lang="en-US" dirty="0" smtClean="0">
                <a:solidFill>
                  <a:schemeClr val="dk1"/>
                </a:solidFill>
                <a:uFill>
                  <a:noFill/>
                </a:uFill>
              </a:rPr>
              <a:t>Limited </a:t>
            </a:r>
            <a:r>
              <a:rPr lang="en-US" dirty="0">
                <a:solidFill>
                  <a:schemeClr val="dk1"/>
                </a:solidFill>
                <a:uFill>
                  <a:noFill/>
                </a:uFill>
              </a:rPr>
              <a:t>and complex dataset</a:t>
            </a:r>
          </a:p>
          <a:p>
            <a:pPr marR="50800" lvl="0" indent="-317500">
              <a:lnSpc>
                <a:spcPct val="150000"/>
              </a:lnSpc>
              <a:buSzPts val="1400"/>
            </a:pPr>
            <a:r>
              <a:rPr lang="en-US" dirty="0" smtClean="0">
                <a:solidFill>
                  <a:schemeClr val="dk1"/>
                </a:solidFill>
                <a:uFill>
                  <a:noFill/>
                </a:uFill>
              </a:rPr>
              <a:t>Choosing </a:t>
            </a:r>
            <a:r>
              <a:rPr lang="en-US" dirty="0">
                <a:solidFill>
                  <a:schemeClr val="dk1"/>
                </a:solidFill>
                <a:uFill>
                  <a:noFill/>
                </a:uFill>
              </a:rPr>
              <a:t>the best model</a:t>
            </a:r>
          </a:p>
          <a:p>
            <a:pPr marL="457200" marR="50800" lvl="0" indent="0" algn="l" rtl="0">
              <a:lnSpc>
                <a:spcPct val="150000"/>
              </a:lnSpc>
              <a:spcBef>
                <a:spcPts val="0"/>
              </a:spcBef>
              <a:spcAft>
                <a:spcPts val="0"/>
              </a:spcAft>
              <a:buNone/>
            </a:pPr>
            <a:endParaRPr dirty="0">
              <a:solidFill>
                <a:schemeClr val="dk1"/>
              </a:solidFill>
            </a:endParaRPr>
          </a:p>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NEXT STEPS</a:t>
            </a:r>
            <a:r>
              <a:rPr lang="en" dirty="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Collect </a:t>
            </a:r>
            <a:r>
              <a:rPr lang="en-US" dirty="0">
                <a:solidFill>
                  <a:schemeClr val="dk1"/>
                </a:solidFill>
                <a:uFill>
                  <a:noFill/>
                </a:uFill>
              </a:rPr>
              <a:t>more and better data</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speed and performance</a:t>
            </a:r>
          </a:p>
          <a:p>
            <a:pPr marR="50800" lvl="0" indent="-317500">
              <a:lnSpc>
                <a:spcPct val="150000"/>
              </a:lnSpc>
              <a:buSzPts val="1400"/>
            </a:pPr>
            <a:r>
              <a:rPr lang="en-US" dirty="0" smtClean="0">
                <a:solidFill>
                  <a:schemeClr val="dk1"/>
                </a:solidFill>
                <a:uFill>
                  <a:noFill/>
                </a:uFill>
              </a:rPr>
              <a:t>Fine-tune </a:t>
            </a:r>
            <a:r>
              <a:rPr lang="en-US" dirty="0">
                <a:solidFill>
                  <a:schemeClr val="dk1"/>
                </a:solidFill>
                <a:uFill>
                  <a:noFill/>
                </a:uFill>
              </a:rPr>
              <a:t>models for higher accuracy</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the user interface</a:t>
            </a:r>
          </a:p>
        </p:txBody>
      </p:sp>
      <p:sp>
        <p:nvSpPr>
          <p:cNvPr id="1061" name="Google Shape;1061;p63"/>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Challenges &amp; Next Steps</a:t>
            </a:r>
            <a:endParaRPr dirty="0"/>
          </a:p>
        </p:txBody>
      </p:sp>
      <p:pic>
        <p:nvPicPr>
          <p:cNvPr id="1062" name="Google Shape;1062;p63"/>
          <p:cNvPicPr preferRelativeResize="0"/>
          <p:nvPr/>
        </p:nvPicPr>
        <p:blipFill>
          <a:blip r:embed="rId3">
            <a:alphaModFix/>
          </a:blip>
          <a:stretch>
            <a:fillRect/>
          </a:stretch>
        </p:blipFill>
        <p:spPr>
          <a:xfrm rot="-1769524">
            <a:off x="4921825" y="2604042"/>
            <a:ext cx="2336799" cy="1735166"/>
          </a:xfrm>
          <a:prstGeom prst="rect">
            <a:avLst/>
          </a:prstGeom>
          <a:noFill/>
          <a:ln>
            <a:noFill/>
          </a:ln>
        </p:spPr>
      </p:pic>
      <p:pic>
        <p:nvPicPr>
          <p:cNvPr id="1063" name="Google Shape;1063;p63"/>
          <p:cNvPicPr preferRelativeResize="0"/>
          <p:nvPr/>
        </p:nvPicPr>
        <p:blipFill>
          <a:blip r:embed="rId4">
            <a:alphaModFix/>
          </a:blip>
          <a:stretch>
            <a:fillRect/>
          </a:stretch>
        </p:blipFill>
        <p:spPr>
          <a:xfrm rot="-2330611">
            <a:off x="6262528" y="1007550"/>
            <a:ext cx="1315617" cy="282199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smtClean="0"/>
              <a:t>Live Demo</a:t>
            </a:r>
            <a:endParaRPr lang="en-US" dirty="0"/>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09</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
        <p:nvSpPr>
          <p:cNvPr id="9" name="Google Shape;495;p39"/>
          <p:cNvSpPr txBox="1">
            <a:spLocks/>
          </p:cNvSpPr>
          <p:nvPr/>
        </p:nvSpPr>
        <p:spPr>
          <a:xfrm>
            <a:off x="2685143" y="3637127"/>
            <a:ext cx="3870182" cy="898962"/>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600"/>
              <a:buFont typeface="Righteous"/>
              <a:buNone/>
              <a:defRPr sz="4000" b="0" i="0" u="none" strike="noStrike" cap="none">
                <a:solidFill>
                  <a:schemeClr val="dk1"/>
                </a:solidFill>
                <a:latin typeface="Righteous"/>
                <a:ea typeface="Righteous"/>
                <a:cs typeface="Righteous"/>
                <a:sym typeface="Righteous"/>
              </a:defRPr>
            </a:lvl1pPr>
            <a:lvl2pPr marR="0" lvl="1"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2pPr>
            <a:lvl3pPr marR="0" lvl="2"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3pPr>
            <a:lvl4pPr marR="0" lvl="3"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4pPr>
            <a:lvl5pPr marR="0" lvl="4"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5pPr>
            <a:lvl6pPr marR="0" lvl="5"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6pPr>
            <a:lvl7pPr marR="0" lvl="6"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7pPr>
            <a:lvl8pPr marR="0" lvl="7"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8pPr>
            <a:lvl9pPr marR="0" lvl="8"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9pPr>
          </a:lstStyle>
          <a:p>
            <a:r>
              <a:rPr lang="en-US" sz="1600" dirty="0"/>
              <a:t>https://drive.google.com/drive/folders/1vxdZAUS0mCCJd0KenIfqWXUlbNJ_Howo?usp=sharing</a:t>
            </a:r>
          </a:p>
        </p:txBody>
      </p:sp>
    </p:spTree>
    <p:extLst>
      <p:ext uri="{BB962C8B-B14F-4D97-AF65-F5344CB8AC3E}">
        <p14:creationId xmlns:p14="http://schemas.microsoft.com/office/powerpoint/2010/main" val="2120039371"/>
      </p:ext>
    </p:extLst>
  </p:cSld>
  <p:clrMapOvr>
    <a:masterClrMapping/>
  </p:clrMapOvr>
</p:sld>
</file>

<file path=ppt/theme/theme1.xml><?xml version="1.0" encoding="utf-8"?>
<a:theme xmlns:a="http://schemas.openxmlformats.org/drawingml/2006/main" name="Movie Maker Animation Studios Style Workshop by Slidesgo">
  <a:themeElements>
    <a:clrScheme name="Simple Light">
      <a:dk1>
        <a:srgbClr val="FFFFFF"/>
      </a:dk1>
      <a:lt1>
        <a:srgbClr val="FFFFFF"/>
      </a:lt1>
      <a:dk2>
        <a:srgbClr val="3A2345"/>
      </a:dk2>
      <a:lt2>
        <a:srgbClr val="FFFFFF"/>
      </a:lt2>
      <a:accent1>
        <a:srgbClr val="FFD966"/>
      </a:accent1>
      <a:accent2>
        <a:srgbClr val="FE8327"/>
      </a:accent2>
      <a:accent3>
        <a:srgbClr val="C5143A"/>
      </a:accent3>
      <a:accent4>
        <a:srgbClr val="9253A7"/>
      </a:accent4>
      <a:accent5>
        <a:srgbClr val="999999"/>
      </a:accent5>
      <a:accent6>
        <a:srgbClr val="000000"/>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1289</TotalTime>
  <Words>1759</Words>
  <Application>Microsoft Office PowerPoint</Application>
  <PresentationFormat>On-screen Show (16:9)</PresentationFormat>
  <Paragraphs>228</Paragraphs>
  <Slides>32</Slides>
  <Notes>30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Righteous</vt:lpstr>
      <vt:lpstr>Wingdings</vt:lpstr>
      <vt:lpstr>Arial</vt:lpstr>
      <vt:lpstr>Comic Neue</vt:lpstr>
      <vt:lpstr>Roboto Mono</vt:lpstr>
      <vt:lpstr>Cambria Math</vt:lpstr>
      <vt:lpstr>Bebas Neue</vt:lpstr>
      <vt:lpstr>Movie Maker Animation Studios Style Workshop by Slidesgo</vt:lpstr>
      <vt:lpstr>Auditions Analysis System</vt:lpstr>
      <vt:lpstr>Architecture Recap</vt:lpstr>
      <vt:lpstr>Architectural Diagram</vt:lpstr>
      <vt:lpstr>COMPONENT DIAGRAM</vt:lpstr>
      <vt:lpstr>Implementation Overview</vt:lpstr>
      <vt:lpstr>Overview</vt:lpstr>
      <vt:lpstr>Implementation Overview – System Workflow</vt:lpstr>
      <vt:lpstr>Functional Coverage Mapping</vt:lpstr>
      <vt:lpstr>PowerPoint Presentation</vt:lpstr>
      <vt:lpstr>Code Structure &amp; Core Modules</vt:lpstr>
      <vt:lpstr> System Overview &amp; Code Format</vt:lpstr>
      <vt:lpstr>Architectural Structure</vt:lpstr>
      <vt:lpstr>Machine Learning Pipeline &amp; Data Flow</vt:lpstr>
      <vt:lpstr>Core Modules:</vt:lpstr>
      <vt:lpstr>Architecture vs Implementation Alignment</vt:lpstr>
      <vt:lpstr>Planned Architecture</vt:lpstr>
      <vt:lpstr>Data Layer</vt:lpstr>
      <vt:lpstr>Code-Level Explanation</vt:lpstr>
      <vt:lpstr>Components Not Yet Implemented:</vt:lpstr>
      <vt:lpstr>Design Rationale &amp; Technical Background</vt:lpstr>
      <vt:lpstr>Design Rationale - Architecture</vt:lpstr>
      <vt:lpstr>Alternatives Acknowledgement</vt:lpstr>
      <vt:lpstr>Technological Background</vt:lpstr>
      <vt:lpstr>Technological Background</vt:lpstr>
      <vt:lpstr>Technological Background</vt:lpstr>
      <vt:lpstr>Technological Background</vt:lpstr>
      <vt:lpstr>Evaluation Methodology</vt:lpstr>
      <vt:lpstr>Quantitative</vt:lpstr>
      <vt:lpstr>System Stability, Risks, Challenges &amp;Next Steps</vt:lpstr>
      <vt:lpstr>System Stability &amp; Risks</vt:lpstr>
      <vt:lpstr>Challenges &amp; Next Steps</vt:lpstr>
      <vt:lpstr>Live Demo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 MAKER ANIMATION STUDIOS STYLE</dc:title>
  <cp:lastModifiedBy>Mira William</cp:lastModifiedBy>
  <cp:revision>73</cp:revision>
  <dcterms:modified xsi:type="dcterms:W3CDTF">2026-03-31T11:13:50Z</dcterms:modified>
</cp:coreProperties>
</file>