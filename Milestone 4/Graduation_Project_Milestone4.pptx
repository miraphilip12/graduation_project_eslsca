
<file path=[Content_Types].xml><?xml version="1.0" encoding="utf-8"?>
<Types xmlns="http://schemas.openxmlformats.org/package/2006/content-types">
  <Default Extension="png" ContentType="image/png"/>
  <Default Extension="svg" ContentType="image/svg+xml"/>
  <Default Extension="rels" ContentType="application/vnd.openxmlformats-package.relationships+xml"/>
  <Default Extension="xml" ContentType="application/xml"/>
  <Default Extension="fntdata" ContentType="application/x-fontdata"/>
  <Default Extension="jpg" ContentType="image/jpe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79" r:id="rId1"/>
    <p:sldMasterId id="2147483680" r:id="rId2"/>
  </p:sldMasterIdLst>
  <p:notesMasterIdLst>
    <p:notesMasterId r:id="rId41"/>
  </p:notesMasterIdLst>
  <p:sldIdLst>
    <p:sldId id="256" r:id="rId3"/>
    <p:sldId id="261" r:id="rId4"/>
    <p:sldId id="277" r:id="rId5"/>
    <p:sldId id="270" r:id="rId6"/>
    <p:sldId id="269" r:id="rId7"/>
    <p:sldId id="303" r:id="rId8"/>
    <p:sldId id="295" r:id="rId9"/>
    <p:sldId id="296" r:id="rId10"/>
    <p:sldId id="297" r:id="rId11"/>
    <p:sldId id="298" r:id="rId12"/>
    <p:sldId id="259" r:id="rId13"/>
    <p:sldId id="276" r:id="rId14"/>
    <p:sldId id="299" r:id="rId15"/>
    <p:sldId id="265" r:id="rId16"/>
    <p:sldId id="300" r:id="rId17"/>
    <p:sldId id="301" r:id="rId18"/>
    <p:sldId id="302" r:id="rId19"/>
    <p:sldId id="257" r:id="rId20"/>
    <p:sldId id="258" r:id="rId21"/>
    <p:sldId id="260" r:id="rId22"/>
    <p:sldId id="262" r:id="rId23"/>
    <p:sldId id="263" r:id="rId24"/>
    <p:sldId id="264" r:id="rId25"/>
    <p:sldId id="266" r:id="rId26"/>
    <p:sldId id="267" r:id="rId27"/>
    <p:sldId id="268" r:id="rId28"/>
    <p:sldId id="272" r:id="rId29"/>
    <p:sldId id="273" r:id="rId30"/>
    <p:sldId id="274" r:id="rId31"/>
    <p:sldId id="275" r:id="rId32"/>
    <p:sldId id="278" r:id="rId33"/>
    <p:sldId id="279" r:id="rId34"/>
    <p:sldId id="280" r:id="rId35"/>
    <p:sldId id="282" r:id="rId36"/>
    <p:sldId id="283" r:id="rId37"/>
    <p:sldId id="284" r:id="rId38"/>
    <p:sldId id="285" r:id="rId39"/>
    <p:sldId id="294" r:id="rId40"/>
  </p:sldIdLst>
  <p:sldSz cx="9144000" cy="5143500" type="screen16x9"/>
  <p:notesSz cx="6858000" cy="9144000"/>
  <p:embeddedFontLst>
    <p:embeddedFont>
      <p:font typeface="Proxima Nova Semibold" panose="020B0604020202020204" charset="0"/>
      <p:regular r:id="rId42"/>
      <p:bold r:id="rId43"/>
      <p:boldItalic r:id="rId44"/>
    </p:embeddedFont>
    <p:embeddedFont>
      <p:font typeface="Righteous" panose="020B0604020202020204" charset="0"/>
      <p:regular r:id="rId45"/>
    </p:embeddedFont>
    <p:embeddedFont>
      <p:font typeface="Calibri" panose="020F0502020204030204" pitchFamily="34" charset="0"/>
      <p:regular r:id="rId46"/>
      <p:bold r:id="rId47"/>
      <p:italic r:id="rId48"/>
      <p:boldItalic r:id="rId49"/>
    </p:embeddedFont>
    <p:embeddedFont>
      <p:font typeface="Comic Neue" panose="020B0604020202020204" charset="0"/>
      <p:regular r:id="rId50"/>
      <p:bold r:id="rId51"/>
      <p:italic r:id="rId52"/>
      <p:boldItalic r:id="rId53"/>
    </p:embeddedFont>
    <p:embeddedFont>
      <p:font typeface="Bebas Neue" panose="020B0604020202020204" charset="0"/>
      <p:regular r:id="rId54"/>
    </p:embeddedFont>
    <p:embeddedFont>
      <p:font typeface="Proxima Nova" panose="020B0604020202020204" charset="0"/>
      <p:regular r:id="rId55"/>
      <p:bold r:id="rId56"/>
      <p:italic r:id="rId57"/>
      <p:boldItalic r:id="rId58"/>
    </p:embeddedFont>
    <p:embeddedFont>
      <p:font typeface="Roboto Medium" panose="020B0604020202020204" charset="0"/>
      <p:regular r:id="rId59"/>
      <p:bold r:id="rId60"/>
      <p:italic r:id="rId61"/>
      <p:boldItalic r:id="rId62"/>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D53D5DC3-BA4F-48B7-9C4E-EA5A1AA2C53F}">
  <a:tblStyle styleId="{D53D5DC3-BA4F-48B7-9C4E-EA5A1AA2C53F}" styleName="Table_0">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20"/>
    <p:restoredTop sz="94660"/>
  </p:normalViewPr>
  <p:slideViewPr>
    <p:cSldViewPr snapToGrid="0" showGuides="1">
      <p:cViewPr varScale="1">
        <p:scale>
          <a:sx n="112" d="100"/>
          <a:sy n="112" d="100"/>
        </p:scale>
        <p:origin x="538" y="48"/>
      </p:cViewPr>
      <p:guideLst>
        <p:guide orient="horz" pos="162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4.xml"/><Relationship Id="rId21" Type="http://schemas.openxmlformats.org/officeDocument/2006/relationships/slide" Target="slides/slide19.xml"/><Relationship Id="rId34" Type="http://schemas.openxmlformats.org/officeDocument/2006/relationships/slide" Target="slides/slide32.xml"/><Relationship Id="rId42" Type="http://schemas.openxmlformats.org/officeDocument/2006/relationships/font" Target="fonts/font1.fntdata"/><Relationship Id="rId47" Type="http://schemas.openxmlformats.org/officeDocument/2006/relationships/font" Target="fonts/font6.fntdata"/><Relationship Id="rId50" Type="http://schemas.openxmlformats.org/officeDocument/2006/relationships/font" Target="fonts/font9.fntdata"/><Relationship Id="rId55" Type="http://schemas.openxmlformats.org/officeDocument/2006/relationships/font" Target="fonts/font14.fntdata"/><Relationship Id="rId63" Type="http://schemas.openxmlformats.org/officeDocument/2006/relationships/presProps" Target="presProps.xml"/><Relationship Id="rId7" Type="http://schemas.openxmlformats.org/officeDocument/2006/relationships/slide" Target="slides/slide5.xml"/><Relationship Id="rId2" Type="http://schemas.openxmlformats.org/officeDocument/2006/relationships/slideMaster" Target="slideMasters/slideMaster2.xml"/><Relationship Id="rId16" Type="http://schemas.openxmlformats.org/officeDocument/2006/relationships/slide" Target="slides/slide14.xml"/><Relationship Id="rId29" Type="http://schemas.openxmlformats.org/officeDocument/2006/relationships/slide" Target="slides/slide27.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slide" Target="slides/slide30.xml"/><Relationship Id="rId37" Type="http://schemas.openxmlformats.org/officeDocument/2006/relationships/slide" Target="slides/slide35.xml"/><Relationship Id="rId40" Type="http://schemas.openxmlformats.org/officeDocument/2006/relationships/slide" Target="slides/slide38.xml"/><Relationship Id="rId45" Type="http://schemas.openxmlformats.org/officeDocument/2006/relationships/font" Target="fonts/font4.fntdata"/><Relationship Id="rId53" Type="http://schemas.openxmlformats.org/officeDocument/2006/relationships/font" Target="fonts/font12.fntdata"/><Relationship Id="rId58" Type="http://schemas.openxmlformats.org/officeDocument/2006/relationships/font" Target="fonts/font17.fntdata"/><Relationship Id="rId66" Type="http://schemas.openxmlformats.org/officeDocument/2006/relationships/tableStyles" Target="tableStyles.xml"/><Relationship Id="rId5" Type="http://schemas.openxmlformats.org/officeDocument/2006/relationships/slide" Target="slides/slide3.xml"/><Relationship Id="rId61" Type="http://schemas.openxmlformats.org/officeDocument/2006/relationships/font" Target="fonts/font20.fntdata"/><Relationship Id="rId19" Type="http://schemas.openxmlformats.org/officeDocument/2006/relationships/slide" Target="slides/slide1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slide" Target="slides/slide33.xml"/><Relationship Id="rId43" Type="http://schemas.openxmlformats.org/officeDocument/2006/relationships/font" Target="fonts/font2.fntdata"/><Relationship Id="rId48" Type="http://schemas.openxmlformats.org/officeDocument/2006/relationships/font" Target="fonts/font7.fntdata"/><Relationship Id="rId56" Type="http://schemas.openxmlformats.org/officeDocument/2006/relationships/font" Target="fonts/font15.fntdata"/><Relationship Id="rId64" Type="http://schemas.openxmlformats.org/officeDocument/2006/relationships/viewProps" Target="viewProps.xml"/><Relationship Id="rId8" Type="http://schemas.openxmlformats.org/officeDocument/2006/relationships/slide" Target="slides/slide6.xml"/><Relationship Id="rId51" Type="http://schemas.openxmlformats.org/officeDocument/2006/relationships/font" Target="fonts/font10.fntdata"/><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slide" Target="slides/slide36.xml"/><Relationship Id="rId46" Type="http://schemas.openxmlformats.org/officeDocument/2006/relationships/font" Target="fonts/font5.fntdata"/><Relationship Id="rId59" Type="http://schemas.openxmlformats.org/officeDocument/2006/relationships/font" Target="fonts/font18.fntdata"/><Relationship Id="rId20" Type="http://schemas.openxmlformats.org/officeDocument/2006/relationships/slide" Target="slides/slide18.xml"/><Relationship Id="rId41" Type="http://schemas.openxmlformats.org/officeDocument/2006/relationships/notesMaster" Target="notesMasters/notesMaster1.xml"/><Relationship Id="rId54" Type="http://schemas.openxmlformats.org/officeDocument/2006/relationships/font" Target="fonts/font13.fntdata"/><Relationship Id="rId62" Type="http://schemas.openxmlformats.org/officeDocument/2006/relationships/font" Target="fonts/font21.fntdata"/><Relationship Id="rId1" Type="http://schemas.openxmlformats.org/officeDocument/2006/relationships/slideMaster" Target="slideMasters/slideMaster1.xml"/><Relationship Id="rId6" Type="http://schemas.openxmlformats.org/officeDocument/2006/relationships/slide" Target="slides/slide4.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49" Type="http://schemas.openxmlformats.org/officeDocument/2006/relationships/font" Target="fonts/font8.fntdata"/><Relationship Id="rId57" Type="http://schemas.openxmlformats.org/officeDocument/2006/relationships/font" Target="fonts/font16.fntdata"/><Relationship Id="rId10" Type="http://schemas.openxmlformats.org/officeDocument/2006/relationships/slide" Target="slides/slide8.xml"/><Relationship Id="rId31" Type="http://schemas.openxmlformats.org/officeDocument/2006/relationships/slide" Target="slides/slide29.xml"/><Relationship Id="rId44" Type="http://schemas.openxmlformats.org/officeDocument/2006/relationships/font" Target="fonts/font3.fntdata"/><Relationship Id="rId52" Type="http://schemas.openxmlformats.org/officeDocument/2006/relationships/font" Target="fonts/font11.fntdata"/><Relationship Id="rId60" Type="http://schemas.openxmlformats.org/officeDocument/2006/relationships/font" Target="fonts/font19.fntdata"/><Relationship Id="rId65" Type="http://schemas.openxmlformats.org/officeDocument/2006/relationships/theme" Target="theme/theme1.xml"/><Relationship Id="rId4" Type="http://schemas.openxmlformats.org/officeDocument/2006/relationships/slide" Target="slides/slide2.xml"/><Relationship Id="rId9" Type="http://schemas.openxmlformats.org/officeDocument/2006/relationships/slide" Target="slides/slide7.xml"/><Relationship Id="rId13" Type="http://schemas.openxmlformats.org/officeDocument/2006/relationships/slide" Target="slides/slide11.xml"/><Relationship Id="rId18" Type="http://schemas.openxmlformats.org/officeDocument/2006/relationships/slide" Target="slides/slide16.xml"/><Relationship Id="rId39" Type="http://schemas.openxmlformats.org/officeDocument/2006/relationships/slide" Target="slides/slide37.xml"/></Relationships>
</file>

<file path=ppt/diagrams/_rels/data1.xml.rels><?xml version="1.0" encoding="UTF-8" standalone="yes"?>
<Relationships xmlns="http://schemas.openxmlformats.org/package/2006/relationships"><Relationship Id="rId8" Type="http://schemas.openxmlformats.org/officeDocument/2006/relationships/image" Target="../media/image8.svg"/><Relationship Id="rId13" Type="http://schemas.openxmlformats.org/officeDocument/2006/relationships/image" Target="../media/image18.png"/><Relationship Id="rId3" Type="http://schemas.openxmlformats.org/officeDocument/2006/relationships/image" Target="../media/image13.png"/><Relationship Id="rId7" Type="http://schemas.openxmlformats.org/officeDocument/2006/relationships/image" Target="../media/image15.png"/><Relationship Id="rId12" Type="http://schemas.openxmlformats.org/officeDocument/2006/relationships/image" Target="../media/image12.svg"/><Relationship Id="rId2" Type="http://schemas.openxmlformats.org/officeDocument/2006/relationships/image" Target="../media/image2.svg"/><Relationship Id="rId1" Type="http://schemas.openxmlformats.org/officeDocument/2006/relationships/image" Target="../media/image12.png"/><Relationship Id="rId6" Type="http://schemas.openxmlformats.org/officeDocument/2006/relationships/image" Target="../media/image6.svg"/><Relationship Id="rId11" Type="http://schemas.openxmlformats.org/officeDocument/2006/relationships/image" Target="../media/image17.png"/><Relationship Id="rId5" Type="http://schemas.openxmlformats.org/officeDocument/2006/relationships/image" Target="../media/image14.png"/><Relationship Id="rId10" Type="http://schemas.openxmlformats.org/officeDocument/2006/relationships/image" Target="../media/image10.svg"/><Relationship Id="rId4" Type="http://schemas.openxmlformats.org/officeDocument/2006/relationships/image" Target="../media/image4.svg"/><Relationship Id="rId9" Type="http://schemas.openxmlformats.org/officeDocument/2006/relationships/image" Target="../media/image16.png"/><Relationship Id="rId14" Type="http://schemas.openxmlformats.org/officeDocument/2006/relationships/image" Target="../media/image14.svg"/></Relationships>
</file>

<file path=ppt/diagrams/_rels/drawing1.xml.rels><?xml version="1.0" encoding="UTF-8" standalone="yes"?>
<Relationships xmlns="http://schemas.openxmlformats.org/package/2006/relationships"><Relationship Id="rId8" Type="http://schemas.openxmlformats.org/officeDocument/2006/relationships/image" Target="../media/image8.svg"/><Relationship Id="rId13" Type="http://schemas.openxmlformats.org/officeDocument/2006/relationships/image" Target="../media/image18.png"/><Relationship Id="rId3" Type="http://schemas.openxmlformats.org/officeDocument/2006/relationships/image" Target="../media/image13.png"/><Relationship Id="rId7" Type="http://schemas.openxmlformats.org/officeDocument/2006/relationships/image" Target="../media/image15.png"/><Relationship Id="rId12" Type="http://schemas.openxmlformats.org/officeDocument/2006/relationships/image" Target="../media/image12.svg"/><Relationship Id="rId2" Type="http://schemas.openxmlformats.org/officeDocument/2006/relationships/image" Target="../media/image2.svg"/><Relationship Id="rId1" Type="http://schemas.openxmlformats.org/officeDocument/2006/relationships/image" Target="../media/image12.png"/><Relationship Id="rId6" Type="http://schemas.openxmlformats.org/officeDocument/2006/relationships/image" Target="../media/image6.svg"/><Relationship Id="rId11" Type="http://schemas.openxmlformats.org/officeDocument/2006/relationships/image" Target="../media/image17.png"/><Relationship Id="rId5" Type="http://schemas.openxmlformats.org/officeDocument/2006/relationships/image" Target="../media/image14.png"/><Relationship Id="rId10" Type="http://schemas.openxmlformats.org/officeDocument/2006/relationships/image" Target="../media/image10.svg"/><Relationship Id="rId4" Type="http://schemas.openxmlformats.org/officeDocument/2006/relationships/image" Target="../media/image4.svg"/><Relationship Id="rId9" Type="http://schemas.openxmlformats.org/officeDocument/2006/relationships/image" Target="../media/image16.png"/><Relationship Id="rId14" Type="http://schemas.openxmlformats.org/officeDocument/2006/relationships/image" Target="../media/image14.svg"/></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6A5D1710-0946-407E-AE82-34F7D2DC38DF}" type="doc">
      <dgm:prSet loTypeId="urn:microsoft.com/office/officeart/2018/2/layout/IconVerticalSolidList" loCatId="icon" qsTypeId="urn:microsoft.com/office/officeart/2005/8/quickstyle/simple1" qsCatId="simple" csTypeId="urn:microsoft.com/office/officeart/2005/8/colors/accent1_2" csCatId="accent1" phldr="1"/>
      <dgm:spPr/>
      <dgm:t>
        <a:bodyPr/>
        <a:lstStyle/>
        <a:p>
          <a:endParaRPr lang="en-US"/>
        </a:p>
      </dgm:t>
    </dgm:pt>
    <dgm:pt modelId="{A8E4ACEC-DC38-444E-8B69-E7846E5781F1}">
      <dgm:prSet/>
      <dgm:spPr/>
      <dgm:t>
        <a:bodyPr/>
        <a:lstStyle/>
        <a:p>
          <a:pPr>
            <a:lnSpc>
              <a:spcPct val="100000"/>
            </a:lnSpc>
          </a:pPr>
          <a:r>
            <a:rPr lang="en-US">
              <a:solidFill>
                <a:srgbClr val="0070C0"/>
              </a:solidFill>
            </a:rPr>
            <a:t>Accepts video input (live camera or recorded)</a:t>
          </a:r>
        </a:p>
      </dgm:t>
    </dgm:pt>
    <dgm:pt modelId="{1FC13055-A48B-45AA-9C7E-1F177B5920EC}" type="parTrans" cxnId="{E4B810BA-F5ED-40C8-A367-F840163D0641}">
      <dgm:prSet/>
      <dgm:spPr/>
      <dgm:t>
        <a:bodyPr/>
        <a:lstStyle/>
        <a:p>
          <a:endParaRPr lang="en-US">
            <a:solidFill>
              <a:srgbClr val="0070C0"/>
            </a:solidFill>
          </a:endParaRPr>
        </a:p>
      </dgm:t>
    </dgm:pt>
    <dgm:pt modelId="{28EAA794-CF43-477F-840D-4C8A5A990A64}" type="sibTrans" cxnId="{E4B810BA-F5ED-40C8-A367-F840163D0641}">
      <dgm:prSet/>
      <dgm:spPr/>
      <dgm:t>
        <a:bodyPr/>
        <a:lstStyle/>
        <a:p>
          <a:endParaRPr lang="en-US">
            <a:solidFill>
              <a:srgbClr val="0070C0"/>
            </a:solidFill>
          </a:endParaRPr>
        </a:p>
      </dgm:t>
    </dgm:pt>
    <dgm:pt modelId="{5722DB6A-58A6-4F85-927D-48E6C37576CA}">
      <dgm:prSet/>
      <dgm:spPr/>
      <dgm:t>
        <a:bodyPr/>
        <a:lstStyle/>
        <a:p>
          <a:pPr>
            <a:lnSpc>
              <a:spcPct val="100000"/>
            </a:lnSpc>
          </a:pPr>
          <a:r>
            <a:rPr lang="en-US">
              <a:solidFill>
                <a:srgbClr val="0070C0"/>
              </a:solidFill>
            </a:rPr>
            <a:t>Decomposes video into frames for processing</a:t>
          </a:r>
        </a:p>
      </dgm:t>
    </dgm:pt>
    <dgm:pt modelId="{ECF32A21-6B99-4934-8F18-925436D7881F}" type="parTrans" cxnId="{DEF661AA-DB27-4D5D-97D3-66B695763A72}">
      <dgm:prSet/>
      <dgm:spPr/>
      <dgm:t>
        <a:bodyPr/>
        <a:lstStyle/>
        <a:p>
          <a:endParaRPr lang="en-US">
            <a:solidFill>
              <a:srgbClr val="0070C0"/>
            </a:solidFill>
          </a:endParaRPr>
        </a:p>
      </dgm:t>
    </dgm:pt>
    <dgm:pt modelId="{1918F844-902D-4E8B-85E3-F3B9E994DB5F}" type="sibTrans" cxnId="{DEF661AA-DB27-4D5D-97D3-66B695763A72}">
      <dgm:prSet/>
      <dgm:spPr/>
      <dgm:t>
        <a:bodyPr/>
        <a:lstStyle/>
        <a:p>
          <a:endParaRPr lang="en-US">
            <a:solidFill>
              <a:srgbClr val="0070C0"/>
            </a:solidFill>
          </a:endParaRPr>
        </a:p>
      </dgm:t>
    </dgm:pt>
    <dgm:pt modelId="{B600B22C-93AF-4439-9FB9-CA366ED26E8B}">
      <dgm:prSet/>
      <dgm:spPr/>
      <dgm:t>
        <a:bodyPr/>
        <a:lstStyle/>
        <a:p>
          <a:pPr>
            <a:lnSpc>
              <a:spcPct val="100000"/>
            </a:lnSpc>
          </a:pPr>
          <a:r>
            <a:rPr lang="en-US">
              <a:solidFill>
                <a:srgbClr val="0070C0"/>
              </a:solidFill>
            </a:rPr>
            <a:t>Frames analyzed using computer vision modules</a:t>
          </a:r>
        </a:p>
      </dgm:t>
    </dgm:pt>
    <dgm:pt modelId="{3D7FEDC3-8A85-41FC-AA02-084483F46F55}" type="parTrans" cxnId="{2BA238D8-31D3-477F-A257-EB73545D07B0}">
      <dgm:prSet/>
      <dgm:spPr/>
      <dgm:t>
        <a:bodyPr/>
        <a:lstStyle/>
        <a:p>
          <a:endParaRPr lang="en-US">
            <a:solidFill>
              <a:srgbClr val="0070C0"/>
            </a:solidFill>
          </a:endParaRPr>
        </a:p>
      </dgm:t>
    </dgm:pt>
    <dgm:pt modelId="{E6C840A7-0070-4ACA-BF50-0940A182E9BE}" type="sibTrans" cxnId="{2BA238D8-31D3-477F-A257-EB73545D07B0}">
      <dgm:prSet/>
      <dgm:spPr/>
      <dgm:t>
        <a:bodyPr/>
        <a:lstStyle/>
        <a:p>
          <a:endParaRPr lang="en-US">
            <a:solidFill>
              <a:srgbClr val="0070C0"/>
            </a:solidFill>
          </a:endParaRPr>
        </a:p>
      </dgm:t>
    </dgm:pt>
    <dgm:pt modelId="{B8FF5D5A-C7CD-4657-97EC-2F50D9168B3F}">
      <dgm:prSet/>
      <dgm:spPr/>
      <dgm:t>
        <a:bodyPr/>
        <a:lstStyle/>
        <a:p>
          <a:pPr>
            <a:lnSpc>
              <a:spcPct val="100000"/>
            </a:lnSpc>
          </a:pPr>
          <a:r>
            <a:rPr lang="en-US">
              <a:solidFill>
                <a:srgbClr val="0070C0"/>
              </a:solidFill>
            </a:rPr>
            <a:t>MediaPipe extracts 2D body landmarks (pose, hands, face)</a:t>
          </a:r>
        </a:p>
      </dgm:t>
    </dgm:pt>
    <dgm:pt modelId="{6F2D7184-0E95-4901-BB61-BDB38257F97D}" type="parTrans" cxnId="{A0CB6C48-D9FD-497D-ABE5-7549C5E755CF}">
      <dgm:prSet/>
      <dgm:spPr/>
      <dgm:t>
        <a:bodyPr/>
        <a:lstStyle/>
        <a:p>
          <a:endParaRPr lang="en-US">
            <a:solidFill>
              <a:srgbClr val="0070C0"/>
            </a:solidFill>
          </a:endParaRPr>
        </a:p>
      </dgm:t>
    </dgm:pt>
    <dgm:pt modelId="{CE1A3D1A-7DAF-4C33-8A7F-C1C274BB3953}" type="sibTrans" cxnId="{A0CB6C48-D9FD-497D-ABE5-7549C5E755CF}">
      <dgm:prSet/>
      <dgm:spPr/>
      <dgm:t>
        <a:bodyPr/>
        <a:lstStyle/>
        <a:p>
          <a:endParaRPr lang="en-US">
            <a:solidFill>
              <a:srgbClr val="0070C0"/>
            </a:solidFill>
          </a:endParaRPr>
        </a:p>
      </dgm:t>
    </dgm:pt>
    <dgm:pt modelId="{9E380D17-5387-470C-A592-5105217A623E}">
      <dgm:prSet/>
      <dgm:spPr/>
      <dgm:t>
        <a:bodyPr/>
        <a:lstStyle/>
        <a:p>
          <a:pPr>
            <a:lnSpc>
              <a:spcPct val="100000"/>
            </a:lnSpc>
          </a:pPr>
          <a:r>
            <a:rPr lang="en-US">
              <a:solidFill>
                <a:srgbClr val="0070C0"/>
              </a:solidFill>
            </a:rPr>
            <a:t>Landmarks are normalized and structured</a:t>
          </a:r>
        </a:p>
      </dgm:t>
    </dgm:pt>
    <dgm:pt modelId="{8C2E59AF-7C9F-4B3B-93A1-1813E3EB9ED2}" type="parTrans" cxnId="{689FCC6E-9A52-4EF7-9E66-42C8E43FE877}">
      <dgm:prSet/>
      <dgm:spPr/>
      <dgm:t>
        <a:bodyPr/>
        <a:lstStyle/>
        <a:p>
          <a:endParaRPr lang="en-US">
            <a:solidFill>
              <a:srgbClr val="0070C0"/>
            </a:solidFill>
          </a:endParaRPr>
        </a:p>
      </dgm:t>
    </dgm:pt>
    <dgm:pt modelId="{0009609F-4983-4B20-A62E-58F8B5222421}" type="sibTrans" cxnId="{689FCC6E-9A52-4EF7-9E66-42C8E43FE877}">
      <dgm:prSet/>
      <dgm:spPr/>
      <dgm:t>
        <a:bodyPr/>
        <a:lstStyle/>
        <a:p>
          <a:endParaRPr lang="en-US">
            <a:solidFill>
              <a:srgbClr val="0070C0"/>
            </a:solidFill>
          </a:endParaRPr>
        </a:p>
      </dgm:t>
    </dgm:pt>
    <dgm:pt modelId="{A1BEB6EB-4994-49EF-8F85-AF996741F538}">
      <dgm:prSet/>
      <dgm:spPr/>
      <dgm:t>
        <a:bodyPr/>
        <a:lstStyle/>
        <a:p>
          <a:pPr>
            <a:lnSpc>
              <a:spcPct val="100000"/>
            </a:lnSpc>
          </a:pPr>
          <a:r>
            <a:rPr lang="en-US">
              <a:solidFill>
                <a:srgbClr val="0070C0"/>
              </a:solidFill>
            </a:rPr>
            <a:t>Preprocessing includes resizing and noise reduction</a:t>
          </a:r>
        </a:p>
      </dgm:t>
    </dgm:pt>
    <dgm:pt modelId="{F03EF10E-C5AB-4D43-B62E-F24034DA2BED}" type="parTrans" cxnId="{1DCB9F30-F37D-42B8-8B81-BB0BDD00AAEA}">
      <dgm:prSet/>
      <dgm:spPr/>
      <dgm:t>
        <a:bodyPr/>
        <a:lstStyle/>
        <a:p>
          <a:endParaRPr lang="en-US">
            <a:solidFill>
              <a:srgbClr val="0070C0"/>
            </a:solidFill>
          </a:endParaRPr>
        </a:p>
      </dgm:t>
    </dgm:pt>
    <dgm:pt modelId="{D08C681D-2FDA-4298-A91B-381A9A253859}" type="sibTrans" cxnId="{1DCB9F30-F37D-42B8-8B81-BB0BDD00AAEA}">
      <dgm:prSet/>
      <dgm:spPr/>
      <dgm:t>
        <a:bodyPr/>
        <a:lstStyle/>
        <a:p>
          <a:endParaRPr lang="en-US">
            <a:solidFill>
              <a:srgbClr val="0070C0"/>
            </a:solidFill>
          </a:endParaRPr>
        </a:p>
      </dgm:t>
    </dgm:pt>
    <dgm:pt modelId="{E0CED5E6-E667-426E-AA81-F5D6DAE86FA9}">
      <dgm:prSet/>
      <dgm:spPr/>
      <dgm:t>
        <a:bodyPr/>
        <a:lstStyle/>
        <a:p>
          <a:pPr>
            <a:lnSpc>
              <a:spcPct val="100000"/>
            </a:lnSpc>
          </a:pPr>
          <a:r>
            <a:rPr lang="en-US">
              <a:solidFill>
                <a:srgbClr val="0070C0"/>
              </a:solidFill>
            </a:rPr>
            <a:t>Processed data sent to gesture recognition stage</a:t>
          </a:r>
        </a:p>
      </dgm:t>
    </dgm:pt>
    <dgm:pt modelId="{9C71F33F-98A2-4CA0-B3F7-B6D6B8270EBA}" type="parTrans" cxnId="{7AF56D33-D400-4390-924A-A1C9EFF52DC8}">
      <dgm:prSet/>
      <dgm:spPr/>
      <dgm:t>
        <a:bodyPr/>
        <a:lstStyle/>
        <a:p>
          <a:endParaRPr lang="en-US">
            <a:solidFill>
              <a:srgbClr val="0070C0"/>
            </a:solidFill>
          </a:endParaRPr>
        </a:p>
      </dgm:t>
    </dgm:pt>
    <dgm:pt modelId="{365ABDA1-DDF1-429A-B51D-A42CAF186881}" type="sibTrans" cxnId="{7AF56D33-D400-4390-924A-A1C9EFF52DC8}">
      <dgm:prSet/>
      <dgm:spPr/>
      <dgm:t>
        <a:bodyPr/>
        <a:lstStyle/>
        <a:p>
          <a:endParaRPr lang="en-US">
            <a:solidFill>
              <a:srgbClr val="0070C0"/>
            </a:solidFill>
          </a:endParaRPr>
        </a:p>
      </dgm:t>
    </dgm:pt>
    <dgm:pt modelId="{164BA113-406B-493F-956A-C886825C6B89}" type="pres">
      <dgm:prSet presAssocID="{6A5D1710-0946-407E-AE82-34F7D2DC38DF}" presName="root" presStyleCnt="0">
        <dgm:presLayoutVars>
          <dgm:dir/>
          <dgm:resizeHandles val="exact"/>
        </dgm:presLayoutVars>
      </dgm:prSet>
      <dgm:spPr/>
      <dgm:t>
        <a:bodyPr/>
        <a:lstStyle/>
        <a:p>
          <a:endParaRPr lang="en-US"/>
        </a:p>
      </dgm:t>
    </dgm:pt>
    <dgm:pt modelId="{DF82AF09-C8A7-4512-B3A9-0B94E4D49ACD}" type="pres">
      <dgm:prSet presAssocID="{A8E4ACEC-DC38-444E-8B69-E7846E5781F1}" presName="compNode" presStyleCnt="0"/>
      <dgm:spPr/>
    </dgm:pt>
    <dgm:pt modelId="{9B2D459B-C8ED-45AF-B6FF-0E8A5A711B7D}" type="pres">
      <dgm:prSet presAssocID="{A8E4ACEC-DC38-444E-8B69-E7846E5781F1}" presName="bgRect" presStyleLbl="bgShp" presStyleIdx="0" presStyleCnt="7" custLinFactNeighborX="-5807" custLinFactNeighborY="-41358"/>
      <dgm:spPr/>
    </dgm:pt>
    <dgm:pt modelId="{90AB8144-850E-4A1E-8C17-E4C767336042}" type="pres">
      <dgm:prSet presAssocID="{A8E4ACEC-DC38-444E-8B69-E7846E5781F1}" presName="iconRect" presStyleLbl="node1" presStyleIdx="0" presStyleCnt="7"/>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xmlns="" r:embed="rId2"/>
              </a:ext>
            </a:extLst>
          </a:blip>
          <a:stretch>
            <a:fillRect/>
          </a:stretch>
        </a:blipFill>
      </dgm:spPr>
      <dgm:extLst>
        <a:ext uri="{E40237B7-FDA0-4F09-8148-C483321AD2D9}">
          <dgm14:cNvPr xmlns:dgm14="http://schemas.microsoft.com/office/drawing/2010/diagram" id="0" name="" descr="Web cam"/>
        </a:ext>
      </dgm:extLst>
    </dgm:pt>
    <dgm:pt modelId="{E02180A4-C87C-4A51-980B-64C2E9BA17FF}" type="pres">
      <dgm:prSet presAssocID="{A8E4ACEC-DC38-444E-8B69-E7846E5781F1}" presName="spaceRect" presStyleCnt="0"/>
      <dgm:spPr/>
    </dgm:pt>
    <dgm:pt modelId="{896DEAF5-3A5D-4E7E-BF2C-51DE59070986}" type="pres">
      <dgm:prSet presAssocID="{A8E4ACEC-DC38-444E-8B69-E7846E5781F1}" presName="parTx" presStyleLbl="revTx" presStyleIdx="0" presStyleCnt="7">
        <dgm:presLayoutVars>
          <dgm:chMax val="0"/>
          <dgm:chPref val="0"/>
        </dgm:presLayoutVars>
      </dgm:prSet>
      <dgm:spPr/>
      <dgm:t>
        <a:bodyPr/>
        <a:lstStyle/>
        <a:p>
          <a:endParaRPr lang="en-US"/>
        </a:p>
      </dgm:t>
    </dgm:pt>
    <dgm:pt modelId="{0CF39B3F-0300-42C6-8C41-53FF83D70148}" type="pres">
      <dgm:prSet presAssocID="{28EAA794-CF43-477F-840D-4C8A5A990A64}" presName="sibTrans" presStyleCnt="0"/>
      <dgm:spPr/>
    </dgm:pt>
    <dgm:pt modelId="{C40B31A9-17F5-4854-B03F-C256628A229B}" type="pres">
      <dgm:prSet presAssocID="{5722DB6A-58A6-4F85-927D-48E6C37576CA}" presName="compNode" presStyleCnt="0"/>
      <dgm:spPr/>
    </dgm:pt>
    <dgm:pt modelId="{D718DFAC-56F9-4B44-BD32-080CE2F612AC}" type="pres">
      <dgm:prSet presAssocID="{5722DB6A-58A6-4F85-927D-48E6C37576CA}" presName="bgRect" presStyleLbl="bgShp" presStyleIdx="1" presStyleCnt="7"/>
      <dgm:spPr/>
    </dgm:pt>
    <dgm:pt modelId="{EB4A0F3F-2934-4743-89D2-08E9AAAEA36F}" type="pres">
      <dgm:prSet presAssocID="{5722DB6A-58A6-4F85-927D-48E6C37576CA}" presName="iconRect" presStyleLbl="node1" presStyleIdx="1" presStyleCnt="7"/>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xmlns="" r:embed="rId4"/>
              </a:ext>
            </a:extLst>
          </a:blip>
          <a:stretch>
            <a:fillRect/>
          </a:stretch>
        </a:blipFill>
      </dgm:spPr>
      <dgm:extLst>
        <a:ext uri="{E40237B7-FDA0-4F09-8148-C483321AD2D9}">
          <dgm14:cNvPr xmlns:dgm14="http://schemas.microsoft.com/office/drawing/2010/diagram" id="0" name="" descr="Video camera"/>
        </a:ext>
      </dgm:extLst>
    </dgm:pt>
    <dgm:pt modelId="{CBA348EA-B420-46A9-91EF-25419BC7D774}" type="pres">
      <dgm:prSet presAssocID="{5722DB6A-58A6-4F85-927D-48E6C37576CA}" presName="spaceRect" presStyleCnt="0"/>
      <dgm:spPr/>
    </dgm:pt>
    <dgm:pt modelId="{54692F08-8FFC-4474-92D0-27E390A0C869}" type="pres">
      <dgm:prSet presAssocID="{5722DB6A-58A6-4F85-927D-48E6C37576CA}" presName="parTx" presStyleLbl="revTx" presStyleIdx="1" presStyleCnt="7">
        <dgm:presLayoutVars>
          <dgm:chMax val="0"/>
          <dgm:chPref val="0"/>
        </dgm:presLayoutVars>
      </dgm:prSet>
      <dgm:spPr/>
      <dgm:t>
        <a:bodyPr/>
        <a:lstStyle/>
        <a:p>
          <a:endParaRPr lang="en-US"/>
        </a:p>
      </dgm:t>
    </dgm:pt>
    <dgm:pt modelId="{D3CC4210-36C1-43F4-A4CE-6911683AB94C}" type="pres">
      <dgm:prSet presAssocID="{1918F844-902D-4E8B-85E3-F3B9E994DB5F}" presName="sibTrans" presStyleCnt="0"/>
      <dgm:spPr/>
    </dgm:pt>
    <dgm:pt modelId="{53BEC669-8299-4E2A-95FB-4E166DBA8CF1}" type="pres">
      <dgm:prSet presAssocID="{B600B22C-93AF-4439-9FB9-CA366ED26E8B}" presName="compNode" presStyleCnt="0"/>
      <dgm:spPr/>
    </dgm:pt>
    <dgm:pt modelId="{624B7D82-7B9E-4B7F-8D1A-79F135833AFB}" type="pres">
      <dgm:prSet presAssocID="{B600B22C-93AF-4439-9FB9-CA366ED26E8B}" presName="bgRect" presStyleLbl="bgShp" presStyleIdx="2" presStyleCnt="7"/>
      <dgm:spPr/>
    </dgm:pt>
    <dgm:pt modelId="{C0B731FE-1E59-404A-B12A-B86CC264DEAE}" type="pres">
      <dgm:prSet presAssocID="{B600B22C-93AF-4439-9FB9-CA366ED26E8B}" presName="iconRect" presStyleLbl="node1" presStyleIdx="2" presStyleCnt="7"/>
      <dgm:spPr>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xmlns="" r:embed="rId6"/>
              </a:ext>
            </a:extLst>
          </a:blip>
          <a:stretch>
            <a:fillRect/>
          </a:stretch>
        </a:blipFill>
      </dgm:spPr>
      <dgm:extLst>
        <a:ext uri="{E40237B7-FDA0-4F09-8148-C483321AD2D9}">
          <dgm14:cNvPr xmlns:dgm14="http://schemas.microsoft.com/office/drawing/2010/diagram" id="0" name="" descr="Eye"/>
        </a:ext>
      </dgm:extLst>
    </dgm:pt>
    <dgm:pt modelId="{76F69FC6-DC7A-4A0C-BAF6-68E4CA255B13}" type="pres">
      <dgm:prSet presAssocID="{B600B22C-93AF-4439-9FB9-CA366ED26E8B}" presName="spaceRect" presStyleCnt="0"/>
      <dgm:spPr/>
    </dgm:pt>
    <dgm:pt modelId="{0BA687AC-9023-4206-BA06-517582DC3A1D}" type="pres">
      <dgm:prSet presAssocID="{B600B22C-93AF-4439-9FB9-CA366ED26E8B}" presName="parTx" presStyleLbl="revTx" presStyleIdx="2" presStyleCnt="7">
        <dgm:presLayoutVars>
          <dgm:chMax val="0"/>
          <dgm:chPref val="0"/>
        </dgm:presLayoutVars>
      </dgm:prSet>
      <dgm:spPr/>
      <dgm:t>
        <a:bodyPr/>
        <a:lstStyle/>
        <a:p>
          <a:endParaRPr lang="en-US"/>
        </a:p>
      </dgm:t>
    </dgm:pt>
    <dgm:pt modelId="{E059ECF0-99FD-4853-8425-934D684D91E4}" type="pres">
      <dgm:prSet presAssocID="{E6C840A7-0070-4ACA-BF50-0940A182E9BE}" presName="sibTrans" presStyleCnt="0"/>
      <dgm:spPr/>
    </dgm:pt>
    <dgm:pt modelId="{3A037604-2AE6-4394-BC49-F19CA2511425}" type="pres">
      <dgm:prSet presAssocID="{B8FF5D5A-C7CD-4657-97EC-2F50D9168B3F}" presName="compNode" presStyleCnt="0"/>
      <dgm:spPr/>
    </dgm:pt>
    <dgm:pt modelId="{54FA7B5A-4181-43AB-A3AE-F54BFA6014CF}" type="pres">
      <dgm:prSet presAssocID="{B8FF5D5A-C7CD-4657-97EC-2F50D9168B3F}" presName="bgRect" presStyleLbl="bgShp" presStyleIdx="3" presStyleCnt="7"/>
      <dgm:spPr/>
    </dgm:pt>
    <dgm:pt modelId="{22D5846E-78F7-467B-9FA5-BEDA1629DC07}" type="pres">
      <dgm:prSet presAssocID="{B8FF5D5A-C7CD-4657-97EC-2F50D9168B3F}" presName="iconRect" presStyleLbl="node1" presStyleIdx="3" presStyleCnt="7"/>
      <dgm:spPr>
        <a:blipFill>
          <a:blip xmlns:r="http://schemas.openxmlformats.org/officeDocument/2006/relationships" r:embed="rId7">
            <a:extLst>
              <a:ext uri="{28A0092B-C50C-407E-A947-70E740481C1C}">
                <a14:useLocalDpi xmlns:a14="http://schemas.microsoft.com/office/drawing/2010/main" val="0"/>
              </a:ext>
              <a:ext uri="{96DAC541-7B7A-43D3-8B79-37D633B846F1}">
                <asvg:svgBlip xmlns:asvg="http://schemas.microsoft.com/office/drawing/2016/SVG/main" xmlns="" r:embed="rId8"/>
              </a:ext>
            </a:extLst>
          </a:blip>
          <a:stretch>
            <a:fillRect/>
          </a:stretch>
        </a:blipFill>
      </dgm:spPr>
      <dgm:extLst>
        <a:ext uri="{E40237B7-FDA0-4F09-8148-C483321AD2D9}">
          <dgm14:cNvPr xmlns:dgm14="http://schemas.microsoft.com/office/drawing/2010/diagram" id="0" name="" descr="Customer Review"/>
        </a:ext>
      </dgm:extLst>
    </dgm:pt>
    <dgm:pt modelId="{022D9369-C46B-483B-A3AB-A8264B3D6080}" type="pres">
      <dgm:prSet presAssocID="{B8FF5D5A-C7CD-4657-97EC-2F50D9168B3F}" presName="spaceRect" presStyleCnt="0"/>
      <dgm:spPr/>
    </dgm:pt>
    <dgm:pt modelId="{47E4AD5E-3F39-458D-B6C6-645B6407DB31}" type="pres">
      <dgm:prSet presAssocID="{B8FF5D5A-C7CD-4657-97EC-2F50D9168B3F}" presName="parTx" presStyleLbl="revTx" presStyleIdx="3" presStyleCnt="7">
        <dgm:presLayoutVars>
          <dgm:chMax val="0"/>
          <dgm:chPref val="0"/>
        </dgm:presLayoutVars>
      </dgm:prSet>
      <dgm:spPr/>
      <dgm:t>
        <a:bodyPr/>
        <a:lstStyle/>
        <a:p>
          <a:endParaRPr lang="en-US"/>
        </a:p>
      </dgm:t>
    </dgm:pt>
    <dgm:pt modelId="{07838BA7-F5A4-49E6-B919-5F316B6A2FC9}" type="pres">
      <dgm:prSet presAssocID="{CE1A3D1A-7DAF-4C33-8A7F-C1C274BB3953}" presName="sibTrans" presStyleCnt="0"/>
      <dgm:spPr/>
    </dgm:pt>
    <dgm:pt modelId="{B38E3F47-0753-4FCF-AAE5-9580A4E4D1F8}" type="pres">
      <dgm:prSet presAssocID="{9E380D17-5387-470C-A592-5105217A623E}" presName="compNode" presStyleCnt="0"/>
      <dgm:spPr/>
    </dgm:pt>
    <dgm:pt modelId="{EDE9A492-405B-4886-BC6F-FBF9892D1282}" type="pres">
      <dgm:prSet presAssocID="{9E380D17-5387-470C-A592-5105217A623E}" presName="bgRect" presStyleLbl="bgShp" presStyleIdx="4" presStyleCnt="7"/>
      <dgm:spPr/>
    </dgm:pt>
    <dgm:pt modelId="{EEB8EA98-994C-4EEF-8905-14CF9878D505}" type="pres">
      <dgm:prSet presAssocID="{9E380D17-5387-470C-A592-5105217A623E}" presName="iconRect" presStyleLbl="node1" presStyleIdx="4" presStyleCnt="7"/>
      <dgm:spPr>
        <a:blipFill>
          <a:blip xmlns:r="http://schemas.openxmlformats.org/officeDocument/2006/relationships" r:embed="rId9">
            <a:extLst>
              <a:ext uri="{28A0092B-C50C-407E-A947-70E740481C1C}">
                <a14:useLocalDpi xmlns:a14="http://schemas.microsoft.com/office/drawing/2010/main" val="0"/>
              </a:ext>
              <a:ext uri="{96DAC541-7B7A-43D3-8B79-37D633B846F1}">
                <asvg:svgBlip xmlns:asvg="http://schemas.microsoft.com/office/drawing/2016/SVG/main" xmlns="" r:embed="rId10"/>
              </a:ext>
            </a:extLst>
          </a:blip>
          <a:stretch>
            <a:fillRect/>
          </a:stretch>
        </a:blipFill>
      </dgm:spPr>
      <dgm:extLst>
        <a:ext uri="{E40237B7-FDA0-4F09-8148-C483321AD2D9}">
          <dgm14:cNvPr xmlns:dgm14="http://schemas.microsoft.com/office/drawing/2010/diagram" id="0" name="" descr="Marker"/>
        </a:ext>
      </dgm:extLst>
    </dgm:pt>
    <dgm:pt modelId="{76996A08-F166-4897-964C-CE2877318917}" type="pres">
      <dgm:prSet presAssocID="{9E380D17-5387-470C-A592-5105217A623E}" presName="spaceRect" presStyleCnt="0"/>
      <dgm:spPr/>
    </dgm:pt>
    <dgm:pt modelId="{977C9711-A4DB-47B8-BC78-1A5486A28079}" type="pres">
      <dgm:prSet presAssocID="{9E380D17-5387-470C-A592-5105217A623E}" presName="parTx" presStyleLbl="revTx" presStyleIdx="4" presStyleCnt="7">
        <dgm:presLayoutVars>
          <dgm:chMax val="0"/>
          <dgm:chPref val="0"/>
        </dgm:presLayoutVars>
      </dgm:prSet>
      <dgm:spPr/>
      <dgm:t>
        <a:bodyPr/>
        <a:lstStyle/>
        <a:p>
          <a:endParaRPr lang="en-US"/>
        </a:p>
      </dgm:t>
    </dgm:pt>
    <dgm:pt modelId="{E36CBD7C-2788-48A6-881E-A0F1B84DBAA8}" type="pres">
      <dgm:prSet presAssocID="{0009609F-4983-4B20-A62E-58F8B5222421}" presName="sibTrans" presStyleCnt="0"/>
      <dgm:spPr/>
    </dgm:pt>
    <dgm:pt modelId="{1F9A29F1-AD6F-4170-BF52-A5A2273EE347}" type="pres">
      <dgm:prSet presAssocID="{A1BEB6EB-4994-49EF-8F85-AF996741F538}" presName="compNode" presStyleCnt="0"/>
      <dgm:spPr/>
    </dgm:pt>
    <dgm:pt modelId="{5ABD1C98-F018-4909-8A03-25059BB3E33E}" type="pres">
      <dgm:prSet presAssocID="{A1BEB6EB-4994-49EF-8F85-AF996741F538}" presName="bgRect" presStyleLbl="bgShp" presStyleIdx="5" presStyleCnt="7"/>
      <dgm:spPr/>
    </dgm:pt>
    <dgm:pt modelId="{D1DD8741-028E-4FF9-B0BE-205A91D072C2}" type="pres">
      <dgm:prSet presAssocID="{A1BEB6EB-4994-49EF-8F85-AF996741F538}" presName="iconRect" presStyleLbl="node1" presStyleIdx="5" presStyleCnt="7"/>
      <dgm:spPr>
        <a:blipFill>
          <a:blip xmlns:r="http://schemas.openxmlformats.org/officeDocument/2006/relationships" r:embed="rId11">
            <a:extLst>
              <a:ext uri="{28A0092B-C50C-407E-A947-70E740481C1C}">
                <a14:useLocalDpi xmlns:a14="http://schemas.microsoft.com/office/drawing/2010/main" val="0"/>
              </a:ext>
              <a:ext uri="{96DAC541-7B7A-43D3-8B79-37D633B846F1}">
                <asvg:svgBlip xmlns:asvg="http://schemas.microsoft.com/office/drawing/2016/SVG/main" xmlns="" r:embed="rId12"/>
              </a:ext>
            </a:extLst>
          </a:blip>
          <a:stretch>
            <a:fillRect/>
          </a:stretch>
        </a:blipFill>
      </dgm:spPr>
      <dgm:extLst>
        <a:ext uri="{E40237B7-FDA0-4F09-8148-C483321AD2D9}">
          <dgm14:cNvPr xmlns:dgm14="http://schemas.microsoft.com/office/drawing/2010/diagram" id="0" name="" descr="Volume"/>
        </a:ext>
      </dgm:extLst>
    </dgm:pt>
    <dgm:pt modelId="{1D02A479-02F8-430B-9DBA-63543EFDCA53}" type="pres">
      <dgm:prSet presAssocID="{A1BEB6EB-4994-49EF-8F85-AF996741F538}" presName="spaceRect" presStyleCnt="0"/>
      <dgm:spPr/>
    </dgm:pt>
    <dgm:pt modelId="{9D7F5408-AF37-42B7-86EF-01E87026D8E1}" type="pres">
      <dgm:prSet presAssocID="{A1BEB6EB-4994-49EF-8F85-AF996741F538}" presName="parTx" presStyleLbl="revTx" presStyleIdx="5" presStyleCnt="7">
        <dgm:presLayoutVars>
          <dgm:chMax val="0"/>
          <dgm:chPref val="0"/>
        </dgm:presLayoutVars>
      </dgm:prSet>
      <dgm:spPr/>
      <dgm:t>
        <a:bodyPr/>
        <a:lstStyle/>
        <a:p>
          <a:endParaRPr lang="en-US"/>
        </a:p>
      </dgm:t>
    </dgm:pt>
    <dgm:pt modelId="{01968470-D85E-4C56-B980-46FA8AA330B9}" type="pres">
      <dgm:prSet presAssocID="{D08C681D-2FDA-4298-A91B-381A9A253859}" presName="sibTrans" presStyleCnt="0"/>
      <dgm:spPr/>
    </dgm:pt>
    <dgm:pt modelId="{1AC5ED61-FDBB-4578-BA7C-22E0CFD45862}" type="pres">
      <dgm:prSet presAssocID="{E0CED5E6-E667-426E-AA81-F5D6DAE86FA9}" presName="compNode" presStyleCnt="0"/>
      <dgm:spPr/>
    </dgm:pt>
    <dgm:pt modelId="{4A82044E-3761-40D0-BCA6-A9846CC35CD3}" type="pres">
      <dgm:prSet presAssocID="{E0CED5E6-E667-426E-AA81-F5D6DAE86FA9}" presName="bgRect" presStyleLbl="bgShp" presStyleIdx="6" presStyleCnt="7"/>
      <dgm:spPr/>
    </dgm:pt>
    <dgm:pt modelId="{69E4A529-C76D-4DAF-AF6C-1C04182F74C8}" type="pres">
      <dgm:prSet presAssocID="{E0CED5E6-E667-426E-AA81-F5D6DAE86FA9}" presName="iconRect" presStyleLbl="node1" presStyleIdx="6" presStyleCnt="7"/>
      <dgm:spPr>
        <a:blipFill>
          <a:blip xmlns:r="http://schemas.openxmlformats.org/officeDocument/2006/relationships" r:embed="rId13">
            <a:extLst>
              <a:ext uri="{28A0092B-C50C-407E-A947-70E740481C1C}">
                <a14:useLocalDpi xmlns:a14="http://schemas.microsoft.com/office/drawing/2010/main" val="0"/>
              </a:ext>
              <a:ext uri="{96DAC541-7B7A-43D3-8B79-37D633B846F1}">
                <asvg:svgBlip xmlns:asvg="http://schemas.microsoft.com/office/drawing/2016/SVG/main" xmlns="" r:embed="rId14"/>
              </a:ext>
            </a:extLst>
          </a:blip>
          <a:stretch>
            <a:fillRect/>
          </a:stretch>
        </a:blipFill>
      </dgm:spPr>
      <dgm:extLst>
        <a:ext uri="{E40237B7-FDA0-4F09-8148-C483321AD2D9}">
          <dgm14:cNvPr xmlns:dgm14="http://schemas.microsoft.com/office/drawing/2010/diagram" id="0" name="" descr="Smart Phone"/>
        </a:ext>
      </dgm:extLst>
    </dgm:pt>
    <dgm:pt modelId="{6F31DC57-0CF6-43C4-9EA5-DD604E83667A}" type="pres">
      <dgm:prSet presAssocID="{E0CED5E6-E667-426E-AA81-F5D6DAE86FA9}" presName="spaceRect" presStyleCnt="0"/>
      <dgm:spPr/>
    </dgm:pt>
    <dgm:pt modelId="{EC5E513D-A590-498B-B798-5B076A67C966}" type="pres">
      <dgm:prSet presAssocID="{E0CED5E6-E667-426E-AA81-F5D6DAE86FA9}" presName="parTx" presStyleLbl="revTx" presStyleIdx="6" presStyleCnt="7">
        <dgm:presLayoutVars>
          <dgm:chMax val="0"/>
          <dgm:chPref val="0"/>
        </dgm:presLayoutVars>
      </dgm:prSet>
      <dgm:spPr/>
      <dgm:t>
        <a:bodyPr/>
        <a:lstStyle/>
        <a:p>
          <a:endParaRPr lang="en-US"/>
        </a:p>
      </dgm:t>
    </dgm:pt>
  </dgm:ptLst>
  <dgm:cxnLst>
    <dgm:cxn modelId="{68FBDE4B-D15E-45A8-8B95-76D687592577}" type="presOf" srcId="{B8FF5D5A-C7CD-4657-97EC-2F50D9168B3F}" destId="{47E4AD5E-3F39-458D-B6C6-645B6407DB31}" srcOrd="0" destOrd="0" presId="urn:microsoft.com/office/officeart/2018/2/layout/IconVerticalSolidList"/>
    <dgm:cxn modelId="{2264B7A1-52D9-413D-820A-9C9D34F2EECD}" type="presOf" srcId="{5722DB6A-58A6-4F85-927D-48E6C37576CA}" destId="{54692F08-8FFC-4474-92D0-27E390A0C869}" srcOrd="0" destOrd="0" presId="urn:microsoft.com/office/officeart/2018/2/layout/IconVerticalSolidList"/>
    <dgm:cxn modelId="{1DCB9F30-F37D-42B8-8B81-BB0BDD00AAEA}" srcId="{6A5D1710-0946-407E-AE82-34F7D2DC38DF}" destId="{A1BEB6EB-4994-49EF-8F85-AF996741F538}" srcOrd="5" destOrd="0" parTransId="{F03EF10E-C5AB-4D43-B62E-F24034DA2BED}" sibTransId="{D08C681D-2FDA-4298-A91B-381A9A253859}"/>
    <dgm:cxn modelId="{69CB6EA8-F4CD-4CEB-97E8-036BF9695269}" type="presOf" srcId="{6A5D1710-0946-407E-AE82-34F7D2DC38DF}" destId="{164BA113-406B-493F-956A-C886825C6B89}" srcOrd="0" destOrd="0" presId="urn:microsoft.com/office/officeart/2018/2/layout/IconVerticalSolidList"/>
    <dgm:cxn modelId="{2F26C5D7-1347-4017-B2C2-6B87BC6DBB8F}" type="presOf" srcId="{9E380D17-5387-470C-A592-5105217A623E}" destId="{977C9711-A4DB-47B8-BC78-1A5486A28079}" srcOrd="0" destOrd="0" presId="urn:microsoft.com/office/officeart/2018/2/layout/IconVerticalSolidList"/>
    <dgm:cxn modelId="{842428C4-9A75-42AC-B7FD-8B9A8E0B9167}" type="presOf" srcId="{A1BEB6EB-4994-49EF-8F85-AF996741F538}" destId="{9D7F5408-AF37-42B7-86EF-01E87026D8E1}" srcOrd="0" destOrd="0" presId="urn:microsoft.com/office/officeart/2018/2/layout/IconVerticalSolidList"/>
    <dgm:cxn modelId="{E4B810BA-F5ED-40C8-A367-F840163D0641}" srcId="{6A5D1710-0946-407E-AE82-34F7D2DC38DF}" destId="{A8E4ACEC-DC38-444E-8B69-E7846E5781F1}" srcOrd="0" destOrd="0" parTransId="{1FC13055-A48B-45AA-9C7E-1F177B5920EC}" sibTransId="{28EAA794-CF43-477F-840D-4C8A5A990A64}"/>
    <dgm:cxn modelId="{42010259-AF9D-4147-8EE0-4E7DC0B7D40B}" type="presOf" srcId="{B600B22C-93AF-4439-9FB9-CA366ED26E8B}" destId="{0BA687AC-9023-4206-BA06-517582DC3A1D}" srcOrd="0" destOrd="0" presId="urn:microsoft.com/office/officeart/2018/2/layout/IconVerticalSolidList"/>
    <dgm:cxn modelId="{0996DCFB-7CBD-4D24-85AD-A7661F9F6DEA}" type="presOf" srcId="{E0CED5E6-E667-426E-AA81-F5D6DAE86FA9}" destId="{EC5E513D-A590-498B-B798-5B076A67C966}" srcOrd="0" destOrd="0" presId="urn:microsoft.com/office/officeart/2018/2/layout/IconVerticalSolidList"/>
    <dgm:cxn modelId="{A0CB6C48-D9FD-497D-ABE5-7549C5E755CF}" srcId="{6A5D1710-0946-407E-AE82-34F7D2DC38DF}" destId="{B8FF5D5A-C7CD-4657-97EC-2F50D9168B3F}" srcOrd="3" destOrd="0" parTransId="{6F2D7184-0E95-4901-BB61-BDB38257F97D}" sibTransId="{CE1A3D1A-7DAF-4C33-8A7F-C1C274BB3953}"/>
    <dgm:cxn modelId="{B43B6664-10B3-4BE8-AE63-C7C85DE1DF50}" type="presOf" srcId="{A8E4ACEC-DC38-444E-8B69-E7846E5781F1}" destId="{896DEAF5-3A5D-4E7E-BF2C-51DE59070986}" srcOrd="0" destOrd="0" presId="urn:microsoft.com/office/officeart/2018/2/layout/IconVerticalSolidList"/>
    <dgm:cxn modelId="{7AF56D33-D400-4390-924A-A1C9EFF52DC8}" srcId="{6A5D1710-0946-407E-AE82-34F7D2DC38DF}" destId="{E0CED5E6-E667-426E-AA81-F5D6DAE86FA9}" srcOrd="6" destOrd="0" parTransId="{9C71F33F-98A2-4CA0-B3F7-B6D6B8270EBA}" sibTransId="{365ABDA1-DDF1-429A-B51D-A42CAF186881}"/>
    <dgm:cxn modelId="{689FCC6E-9A52-4EF7-9E66-42C8E43FE877}" srcId="{6A5D1710-0946-407E-AE82-34F7D2DC38DF}" destId="{9E380D17-5387-470C-A592-5105217A623E}" srcOrd="4" destOrd="0" parTransId="{8C2E59AF-7C9F-4B3B-93A1-1813E3EB9ED2}" sibTransId="{0009609F-4983-4B20-A62E-58F8B5222421}"/>
    <dgm:cxn modelId="{DEF661AA-DB27-4D5D-97D3-66B695763A72}" srcId="{6A5D1710-0946-407E-AE82-34F7D2DC38DF}" destId="{5722DB6A-58A6-4F85-927D-48E6C37576CA}" srcOrd="1" destOrd="0" parTransId="{ECF32A21-6B99-4934-8F18-925436D7881F}" sibTransId="{1918F844-902D-4E8B-85E3-F3B9E994DB5F}"/>
    <dgm:cxn modelId="{2BA238D8-31D3-477F-A257-EB73545D07B0}" srcId="{6A5D1710-0946-407E-AE82-34F7D2DC38DF}" destId="{B600B22C-93AF-4439-9FB9-CA366ED26E8B}" srcOrd="2" destOrd="0" parTransId="{3D7FEDC3-8A85-41FC-AA02-084483F46F55}" sibTransId="{E6C840A7-0070-4ACA-BF50-0940A182E9BE}"/>
    <dgm:cxn modelId="{3619754E-637D-414B-A462-E447CBAFB6F8}" type="presParOf" srcId="{164BA113-406B-493F-956A-C886825C6B89}" destId="{DF82AF09-C8A7-4512-B3A9-0B94E4D49ACD}" srcOrd="0" destOrd="0" presId="urn:microsoft.com/office/officeart/2018/2/layout/IconVerticalSolidList"/>
    <dgm:cxn modelId="{FCB77A7B-AC35-4112-8837-C080FAD74A80}" type="presParOf" srcId="{DF82AF09-C8A7-4512-B3A9-0B94E4D49ACD}" destId="{9B2D459B-C8ED-45AF-B6FF-0E8A5A711B7D}" srcOrd="0" destOrd="0" presId="urn:microsoft.com/office/officeart/2018/2/layout/IconVerticalSolidList"/>
    <dgm:cxn modelId="{469F5AB9-0FC0-43E0-9433-7ABCE65EDAAF}" type="presParOf" srcId="{DF82AF09-C8A7-4512-B3A9-0B94E4D49ACD}" destId="{90AB8144-850E-4A1E-8C17-E4C767336042}" srcOrd="1" destOrd="0" presId="urn:microsoft.com/office/officeart/2018/2/layout/IconVerticalSolidList"/>
    <dgm:cxn modelId="{77643796-08DB-4EC6-96AF-5C39FB757AE3}" type="presParOf" srcId="{DF82AF09-C8A7-4512-B3A9-0B94E4D49ACD}" destId="{E02180A4-C87C-4A51-980B-64C2E9BA17FF}" srcOrd="2" destOrd="0" presId="urn:microsoft.com/office/officeart/2018/2/layout/IconVerticalSolidList"/>
    <dgm:cxn modelId="{0EA0969D-BE69-478D-B340-73089FF1D505}" type="presParOf" srcId="{DF82AF09-C8A7-4512-B3A9-0B94E4D49ACD}" destId="{896DEAF5-3A5D-4E7E-BF2C-51DE59070986}" srcOrd="3" destOrd="0" presId="urn:microsoft.com/office/officeart/2018/2/layout/IconVerticalSolidList"/>
    <dgm:cxn modelId="{B8D1E177-BC00-4044-9EE6-8EA806312BF6}" type="presParOf" srcId="{164BA113-406B-493F-956A-C886825C6B89}" destId="{0CF39B3F-0300-42C6-8C41-53FF83D70148}" srcOrd="1" destOrd="0" presId="urn:microsoft.com/office/officeart/2018/2/layout/IconVerticalSolidList"/>
    <dgm:cxn modelId="{0F03A15F-EA25-4C27-BCD0-1C9B401360D0}" type="presParOf" srcId="{164BA113-406B-493F-956A-C886825C6B89}" destId="{C40B31A9-17F5-4854-B03F-C256628A229B}" srcOrd="2" destOrd="0" presId="urn:microsoft.com/office/officeart/2018/2/layout/IconVerticalSolidList"/>
    <dgm:cxn modelId="{4A000575-1AD7-4688-B3EE-C87BB860E6F3}" type="presParOf" srcId="{C40B31A9-17F5-4854-B03F-C256628A229B}" destId="{D718DFAC-56F9-4B44-BD32-080CE2F612AC}" srcOrd="0" destOrd="0" presId="urn:microsoft.com/office/officeart/2018/2/layout/IconVerticalSolidList"/>
    <dgm:cxn modelId="{BA19CCE1-CDE3-46B7-8C76-28CE5FEA1E9D}" type="presParOf" srcId="{C40B31A9-17F5-4854-B03F-C256628A229B}" destId="{EB4A0F3F-2934-4743-89D2-08E9AAAEA36F}" srcOrd="1" destOrd="0" presId="urn:microsoft.com/office/officeart/2018/2/layout/IconVerticalSolidList"/>
    <dgm:cxn modelId="{F5157E8F-6B7B-4E63-9387-AAF4CEC1901C}" type="presParOf" srcId="{C40B31A9-17F5-4854-B03F-C256628A229B}" destId="{CBA348EA-B420-46A9-91EF-25419BC7D774}" srcOrd="2" destOrd="0" presId="urn:microsoft.com/office/officeart/2018/2/layout/IconVerticalSolidList"/>
    <dgm:cxn modelId="{E958D0B2-15CA-4CD4-82DC-8F4964896C77}" type="presParOf" srcId="{C40B31A9-17F5-4854-B03F-C256628A229B}" destId="{54692F08-8FFC-4474-92D0-27E390A0C869}" srcOrd="3" destOrd="0" presId="urn:microsoft.com/office/officeart/2018/2/layout/IconVerticalSolidList"/>
    <dgm:cxn modelId="{08D0C19E-AEEE-41B4-AF5D-D1E642D3EDAE}" type="presParOf" srcId="{164BA113-406B-493F-956A-C886825C6B89}" destId="{D3CC4210-36C1-43F4-A4CE-6911683AB94C}" srcOrd="3" destOrd="0" presId="urn:microsoft.com/office/officeart/2018/2/layout/IconVerticalSolidList"/>
    <dgm:cxn modelId="{7B137C06-BB29-4C8C-8FA7-7A6A268D5A47}" type="presParOf" srcId="{164BA113-406B-493F-956A-C886825C6B89}" destId="{53BEC669-8299-4E2A-95FB-4E166DBA8CF1}" srcOrd="4" destOrd="0" presId="urn:microsoft.com/office/officeart/2018/2/layout/IconVerticalSolidList"/>
    <dgm:cxn modelId="{1EA25DF8-C204-48FB-B924-6195FE38271C}" type="presParOf" srcId="{53BEC669-8299-4E2A-95FB-4E166DBA8CF1}" destId="{624B7D82-7B9E-4B7F-8D1A-79F135833AFB}" srcOrd="0" destOrd="0" presId="urn:microsoft.com/office/officeart/2018/2/layout/IconVerticalSolidList"/>
    <dgm:cxn modelId="{84B3A41C-5CE0-4B90-A005-68B8A37B50AD}" type="presParOf" srcId="{53BEC669-8299-4E2A-95FB-4E166DBA8CF1}" destId="{C0B731FE-1E59-404A-B12A-B86CC264DEAE}" srcOrd="1" destOrd="0" presId="urn:microsoft.com/office/officeart/2018/2/layout/IconVerticalSolidList"/>
    <dgm:cxn modelId="{216972EB-6596-43A5-8BF1-39610E4C8375}" type="presParOf" srcId="{53BEC669-8299-4E2A-95FB-4E166DBA8CF1}" destId="{76F69FC6-DC7A-4A0C-BAF6-68E4CA255B13}" srcOrd="2" destOrd="0" presId="urn:microsoft.com/office/officeart/2018/2/layout/IconVerticalSolidList"/>
    <dgm:cxn modelId="{F634570B-3E02-4092-9E70-45F0E3B5302C}" type="presParOf" srcId="{53BEC669-8299-4E2A-95FB-4E166DBA8CF1}" destId="{0BA687AC-9023-4206-BA06-517582DC3A1D}" srcOrd="3" destOrd="0" presId="urn:microsoft.com/office/officeart/2018/2/layout/IconVerticalSolidList"/>
    <dgm:cxn modelId="{FDCA4DD9-2C2F-4ACE-9E47-A430E65F4C1A}" type="presParOf" srcId="{164BA113-406B-493F-956A-C886825C6B89}" destId="{E059ECF0-99FD-4853-8425-934D684D91E4}" srcOrd="5" destOrd="0" presId="urn:microsoft.com/office/officeart/2018/2/layout/IconVerticalSolidList"/>
    <dgm:cxn modelId="{8C63761D-BC17-424B-859C-42DC07AF806A}" type="presParOf" srcId="{164BA113-406B-493F-956A-C886825C6B89}" destId="{3A037604-2AE6-4394-BC49-F19CA2511425}" srcOrd="6" destOrd="0" presId="urn:microsoft.com/office/officeart/2018/2/layout/IconVerticalSolidList"/>
    <dgm:cxn modelId="{173E6C84-6854-4D39-A533-83B559381659}" type="presParOf" srcId="{3A037604-2AE6-4394-BC49-F19CA2511425}" destId="{54FA7B5A-4181-43AB-A3AE-F54BFA6014CF}" srcOrd="0" destOrd="0" presId="urn:microsoft.com/office/officeart/2018/2/layout/IconVerticalSolidList"/>
    <dgm:cxn modelId="{1043519D-D7A2-41CE-9D52-103E529509A0}" type="presParOf" srcId="{3A037604-2AE6-4394-BC49-F19CA2511425}" destId="{22D5846E-78F7-467B-9FA5-BEDA1629DC07}" srcOrd="1" destOrd="0" presId="urn:microsoft.com/office/officeart/2018/2/layout/IconVerticalSolidList"/>
    <dgm:cxn modelId="{8B5CA861-5AC4-4D68-9F01-6E64C6B89954}" type="presParOf" srcId="{3A037604-2AE6-4394-BC49-F19CA2511425}" destId="{022D9369-C46B-483B-A3AB-A8264B3D6080}" srcOrd="2" destOrd="0" presId="urn:microsoft.com/office/officeart/2018/2/layout/IconVerticalSolidList"/>
    <dgm:cxn modelId="{57B4BFA5-4B89-484F-9B9B-C8EACBADE853}" type="presParOf" srcId="{3A037604-2AE6-4394-BC49-F19CA2511425}" destId="{47E4AD5E-3F39-458D-B6C6-645B6407DB31}" srcOrd="3" destOrd="0" presId="urn:microsoft.com/office/officeart/2018/2/layout/IconVerticalSolidList"/>
    <dgm:cxn modelId="{03E9BFEC-8D1C-4921-8095-D8FAC78000D4}" type="presParOf" srcId="{164BA113-406B-493F-956A-C886825C6B89}" destId="{07838BA7-F5A4-49E6-B919-5F316B6A2FC9}" srcOrd="7" destOrd="0" presId="urn:microsoft.com/office/officeart/2018/2/layout/IconVerticalSolidList"/>
    <dgm:cxn modelId="{1F124F7C-429E-4543-881A-713EB10A27F3}" type="presParOf" srcId="{164BA113-406B-493F-956A-C886825C6B89}" destId="{B38E3F47-0753-4FCF-AAE5-9580A4E4D1F8}" srcOrd="8" destOrd="0" presId="urn:microsoft.com/office/officeart/2018/2/layout/IconVerticalSolidList"/>
    <dgm:cxn modelId="{DB133246-FB8D-4ECD-96F2-C2C3A7598E0C}" type="presParOf" srcId="{B38E3F47-0753-4FCF-AAE5-9580A4E4D1F8}" destId="{EDE9A492-405B-4886-BC6F-FBF9892D1282}" srcOrd="0" destOrd="0" presId="urn:microsoft.com/office/officeart/2018/2/layout/IconVerticalSolidList"/>
    <dgm:cxn modelId="{EBA8256C-6DC9-48AB-A064-C0A5D88F2C21}" type="presParOf" srcId="{B38E3F47-0753-4FCF-AAE5-9580A4E4D1F8}" destId="{EEB8EA98-994C-4EEF-8905-14CF9878D505}" srcOrd="1" destOrd="0" presId="urn:microsoft.com/office/officeart/2018/2/layout/IconVerticalSolidList"/>
    <dgm:cxn modelId="{B13E1A8C-EB20-4653-A446-098F71E6C06D}" type="presParOf" srcId="{B38E3F47-0753-4FCF-AAE5-9580A4E4D1F8}" destId="{76996A08-F166-4897-964C-CE2877318917}" srcOrd="2" destOrd="0" presId="urn:microsoft.com/office/officeart/2018/2/layout/IconVerticalSolidList"/>
    <dgm:cxn modelId="{4B62C965-AB74-44EA-A914-F4422A1A8BDB}" type="presParOf" srcId="{B38E3F47-0753-4FCF-AAE5-9580A4E4D1F8}" destId="{977C9711-A4DB-47B8-BC78-1A5486A28079}" srcOrd="3" destOrd="0" presId="urn:microsoft.com/office/officeart/2018/2/layout/IconVerticalSolidList"/>
    <dgm:cxn modelId="{CC780AFA-A1A9-413F-BAF1-919FF20E5216}" type="presParOf" srcId="{164BA113-406B-493F-956A-C886825C6B89}" destId="{E36CBD7C-2788-48A6-881E-A0F1B84DBAA8}" srcOrd="9" destOrd="0" presId="urn:microsoft.com/office/officeart/2018/2/layout/IconVerticalSolidList"/>
    <dgm:cxn modelId="{05C0B84F-CCCA-436B-A7A5-32B265BC3F16}" type="presParOf" srcId="{164BA113-406B-493F-956A-C886825C6B89}" destId="{1F9A29F1-AD6F-4170-BF52-A5A2273EE347}" srcOrd="10" destOrd="0" presId="urn:microsoft.com/office/officeart/2018/2/layout/IconVerticalSolidList"/>
    <dgm:cxn modelId="{C347AE81-E047-4713-B59C-C0D98578C5A5}" type="presParOf" srcId="{1F9A29F1-AD6F-4170-BF52-A5A2273EE347}" destId="{5ABD1C98-F018-4909-8A03-25059BB3E33E}" srcOrd="0" destOrd="0" presId="urn:microsoft.com/office/officeart/2018/2/layout/IconVerticalSolidList"/>
    <dgm:cxn modelId="{4B09AC5C-39DD-4838-90E5-32183AA6E955}" type="presParOf" srcId="{1F9A29F1-AD6F-4170-BF52-A5A2273EE347}" destId="{D1DD8741-028E-4FF9-B0BE-205A91D072C2}" srcOrd="1" destOrd="0" presId="urn:microsoft.com/office/officeart/2018/2/layout/IconVerticalSolidList"/>
    <dgm:cxn modelId="{FE056C16-EAB0-4BA8-B34C-217DA8B5EEFA}" type="presParOf" srcId="{1F9A29F1-AD6F-4170-BF52-A5A2273EE347}" destId="{1D02A479-02F8-430B-9DBA-63543EFDCA53}" srcOrd="2" destOrd="0" presId="urn:microsoft.com/office/officeart/2018/2/layout/IconVerticalSolidList"/>
    <dgm:cxn modelId="{F3E6BFA3-8D97-435D-A4A6-657A3D08BE73}" type="presParOf" srcId="{1F9A29F1-AD6F-4170-BF52-A5A2273EE347}" destId="{9D7F5408-AF37-42B7-86EF-01E87026D8E1}" srcOrd="3" destOrd="0" presId="urn:microsoft.com/office/officeart/2018/2/layout/IconVerticalSolidList"/>
    <dgm:cxn modelId="{B012A49B-804C-4703-843E-84B1C1DACCAD}" type="presParOf" srcId="{164BA113-406B-493F-956A-C886825C6B89}" destId="{01968470-D85E-4C56-B980-46FA8AA330B9}" srcOrd="11" destOrd="0" presId="urn:microsoft.com/office/officeart/2018/2/layout/IconVerticalSolidList"/>
    <dgm:cxn modelId="{651FAF58-9490-425F-9B7E-86098912C925}" type="presParOf" srcId="{164BA113-406B-493F-956A-C886825C6B89}" destId="{1AC5ED61-FDBB-4578-BA7C-22E0CFD45862}" srcOrd="12" destOrd="0" presId="urn:microsoft.com/office/officeart/2018/2/layout/IconVerticalSolidList"/>
    <dgm:cxn modelId="{E57F19DA-B1C5-4BBF-A37F-04E0B671E1CC}" type="presParOf" srcId="{1AC5ED61-FDBB-4578-BA7C-22E0CFD45862}" destId="{4A82044E-3761-40D0-BCA6-A9846CC35CD3}" srcOrd="0" destOrd="0" presId="urn:microsoft.com/office/officeart/2018/2/layout/IconVerticalSolidList"/>
    <dgm:cxn modelId="{7F869F81-009E-4728-BA5E-BF8DF0560D43}" type="presParOf" srcId="{1AC5ED61-FDBB-4578-BA7C-22E0CFD45862}" destId="{69E4A529-C76D-4DAF-AF6C-1C04182F74C8}" srcOrd="1" destOrd="0" presId="urn:microsoft.com/office/officeart/2018/2/layout/IconVerticalSolidList"/>
    <dgm:cxn modelId="{9942DC21-772C-49C9-ACB7-020839958F9B}" type="presParOf" srcId="{1AC5ED61-FDBB-4578-BA7C-22E0CFD45862}" destId="{6F31DC57-0CF6-43C4-9EA5-DD604E83667A}" srcOrd="2" destOrd="0" presId="urn:microsoft.com/office/officeart/2018/2/layout/IconVerticalSolidList"/>
    <dgm:cxn modelId="{8FA96F0C-95BE-4079-AFC0-02CB924B2FFF}" type="presParOf" srcId="{1AC5ED61-FDBB-4578-BA7C-22E0CFD45862}" destId="{EC5E513D-A590-498B-B798-5B076A67C966}" srcOrd="3" destOrd="0" presId="urn:microsoft.com/office/officeart/2018/2/layout/IconVerticalSoli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B2D459B-C8ED-45AF-B6FF-0E8A5A711B7D}">
      <dsp:nvSpPr>
        <dsp:cNvPr id="0" name=""/>
        <dsp:cNvSpPr/>
      </dsp:nvSpPr>
      <dsp:spPr>
        <a:xfrm>
          <a:off x="0" y="0"/>
          <a:ext cx="6983186" cy="441863"/>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90AB8144-850E-4A1E-8C17-E4C767336042}">
      <dsp:nvSpPr>
        <dsp:cNvPr id="0" name=""/>
        <dsp:cNvSpPr/>
      </dsp:nvSpPr>
      <dsp:spPr>
        <a:xfrm>
          <a:off x="133663" y="99740"/>
          <a:ext cx="243024" cy="243024"/>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xmlns="" r:embed="rId2"/>
              </a:ext>
            </a:extLst>
          </a:blip>
          <a:stretch>
            <a:fillRect/>
          </a:stretch>
        </a:blip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896DEAF5-3A5D-4E7E-BF2C-51DE59070986}">
      <dsp:nvSpPr>
        <dsp:cNvPr id="0" name=""/>
        <dsp:cNvSpPr/>
      </dsp:nvSpPr>
      <dsp:spPr>
        <a:xfrm>
          <a:off x="510351" y="320"/>
          <a:ext cx="6472834" cy="44186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6764" tIns="46764" rIns="46764" bIns="46764" numCol="1" spcCol="1270" anchor="ctr" anchorCtr="0">
          <a:noAutofit/>
        </a:bodyPr>
        <a:lstStyle/>
        <a:p>
          <a:pPr lvl="0" algn="l" defTabSz="711200">
            <a:lnSpc>
              <a:spcPct val="100000"/>
            </a:lnSpc>
            <a:spcBef>
              <a:spcPct val="0"/>
            </a:spcBef>
            <a:spcAft>
              <a:spcPct val="35000"/>
            </a:spcAft>
          </a:pPr>
          <a:r>
            <a:rPr lang="en-US" sz="1600" kern="1200">
              <a:solidFill>
                <a:srgbClr val="0070C0"/>
              </a:solidFill>
            </a:rPr>
            <a:t>Accepts video input (live camera or recorded)</a:t>
          </a:r>
        </a:p>
      </dsp:txBody>
      <dsp:txXfrm>
        <a:off x="510351" y="320"/>
        <a:ext cx="6472834" cy="441863"/>
      </dsp:txXfrm>
    </dsp:sp>
    <dsp:sp modelId="{D718DFAC-56F9-4B44-BD32-080CE2F612AC}">
      <dsp:nvSpPr>
        <dsp:cNvPr id="0" name=""/>
        <dsp:cNvSpPr/>
      </dsp:nvSpPr>
      <dsp:spPr>
        <a:xfrm>
          <a:off x="0" y="552649"/>
          <a:ext cx="6983186" cy="441863"/>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EB4A0F3F-2934-4743-89D2-08E9AAAEA36F}">
      <dsp:nvSpPr>
        <dsp:cNvPr id="0" name=""/>
        <dsp:cNvSpPr/>
      </dsp:nvSpPr>
      <dsp:spPr>
        <a:xfrm>
          <a:off x="133663" y="652069"/>
          <a:ext cx="243024" cy="243024"/>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xmlns="" r:embed="rId4"/>
              </a:ext>
            </a:extLst>
          </a:blip>
          <a:stretch>
            <a:fillRect/>
          </a:stretch>
        </a:blip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54692F08-8FFC-4474-92D0-27E390A0C869}">
      <dsp:nvSpPr>
        <dsp:cNvPr id="0" name=""/>
        <dsp:cNvSpPr/>
      </dsp:nvSpPr>
      <dsp:spPr>
        <a:xfrm>
          <a:off x="510351" y="552649"/>
          <a:ext cx="6472834" cy="44186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6764" tIns="46764" rIns="46764" bIns="46764" numCol="1" spcCol="1270" anchor="ctr" anchorCtr="0">
          <a:noAutofit/>
        </a:bodyPr>
        <a:lstStyle/>
        <a:p>
          <a:pPr lvl="0" algn="l" defTabSz="711200">
            <a:lnSpc>
              <a:spcPct val="100000"/>
            </a:lnSpc>
            <a:spcBef>
              <a:spcPct val="0"/>
            </a:spcBef>
            <a:spcAft>
              <a:spcPct val="35000"/>
            </a:spcAft>
          </a:pPr>
          <a:r>
            <a:rPr lang="en-US" sz="1600" kern="1200">
              <a:solidFill>
                <a:srgbClr val="0070C0"/>
              </a:solidFill>
            </a:rPr>
            <a:t>Decomposes video into frames for processing</a:t>
          </a:r>
        </a:p>
      </dsp:txBody>
      <dsp:txXfrm>
        <a:off x="510351" y="552649"/>
        <a:ext cx="6472834" cy="441863"/>
      </dsp:txXfrm>
    </dsp:sp>
    <dsp:sp modelId="{624B7D82-7B9E-4B7F-8D1A-79F135833AFB}">
      <dsp:nvSpPr>
        <dsp:cNvPr id="0" name=""/>
        <dsp:cNvSpPr/>
      </dsp:nvSpPr>
      <dsp:spPr>
        <a:xfrm>
          <a:off x="0" y="1104978"/>
          <a:ext cx="6983186" cy="441863"/>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C0B731FE-1E59-404A-B12A-B86CC264DEAE}">
      <dsp:nvSpPr>
        <dsp:cNvPr id="0" name=""/>
        <dsp:cNvSpPr/>
      </dsp:nvSpPr>
      <dsp:spPr>
        <a:xfrm>
          <a:off x="133663" y="1204397"/>
          <a:ext cx="243024" cy="243024"/>
        </a:xfrm>
        <a:prstGeom prst="rect">
          <a:avLst/>
        </a:prstGeom>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xmlns="" r:embed="rId6"/>
              </a:ext>
            </a:extLst>
          </a:blip>
          <a:stretch>
            <a:fillRect/>
          </a:stretch>
        </a:blip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0BA687AC-9023-4206-BA06-517582DC3A1D}">
      <dsp:nvSpPr>
        <dsp:cNvPr id="0" name=""/>
        <dsp:cNvSpPr/>
      </dsp:nvSpPr>
      <dsp:spPr>
        <a:xfrm>
          <a:off x="510351" y="1104978"/>
          <a:ext cx="6472834" cy="44186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6764" tIns="46764" rIns="46764" bIns="46764" numCol="1" spcCol="1270" anchor="ctr" anchorCtr="0">
          <a:noAutofit/>
        </a:bodyPr>
        <a:lstStyle/>
        <a:p>
          <a:pPr lvl="0" algn="l" defTabSz="711200">
            <a:lnSpc>
              <a:spcPct val="100000"/>
            </a:lnSpc>
            <a:spcBef>
              <a:spcPct val="0"/>
            </a:spcBef>
            <a:spcAft>
              <a:spcPct val="35000"/>
            </a:spcAft>
          </a:pPr>
          <a:r>
            <a:rPr lang="en-US" sz="1600" kern="1200">
              <a:solidFill>
                <a:srgbClr val="0070C0"/>
              </a:solidFill>
            </a:rPr>
            <a:t>Frames analyzed using computer vision modules</a:t>
          </a:r>
        </a:p>
      </dsp:txBody>
      <dsp:txXfrm>
        <a:off x="510351" y="1104978"/>
        <a:ext cx="6472834" cy="441863"/>
      </dsp:txXfrm>
    </dsp:sp>
    <dsp:sp modelId="{54FA7B5A-4181-43AB-A3AE-F54BFA6014CF}">
      <dsp:nvSpPr>
        <dsp:cNvPr id="0" name=""/>
        <dsp:cNvSpPr/>
      </dsp:nvSpPr>
      <dsp:spPr>
        <a:xfrm>
          <a:off x="0" y="1657307"/>
          <a:ext cx="6983186" cy="441863"/>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22D5846E-78F7-467B-9FA5-BEDA1629DC07}">
      <dsp:nvSpPr>
        <dsp:cNvPr id="0" name=""/>
        <dsp:cNvSpPr/>
      </dsp:nvSpPr>
      <dsp:spPr>
        <a:xfrm>
          <a:off x="133663" y="1756726"/>
          <a:ext cx="243024" cy="243024"/>
        </a:xfrm>
        <a:prstGeom prst="rect">
          <a:avLst/>
        </a:prstGeom>
        <a:blipFill>
          <a:blip xmlns:r="http://schemas.openxmlformats.org/officeDocument/2006/relationships" r:embed="rId7">
            <a:extLst>
              <a:ext uri="{28A0092B-C50C-407E-A947-70E740481C1C}">
                <a14:useLocalDpi xmlns:a14="http://schemas.microsoft.com/office/drawing/2010/main" val="0"/>
              </a:ext>
              <a:ext uri="{96DAC541-7B7A-43D3-8B79-37D633B846F1}">
                <asvg:svgBlip xmlns:asvg="http://schemas.microsoft.com/office/drawing/2016/SVG/main" xmlns="" r:embed="rId8"/>
              </a:ext>
            </a:extLst>
          </a:blip>
          <a:stretch>
            <a:fillRect/>
          </a:stretch>
        </a:blip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47E4AD5E-3F39-458D-B6C6-645B6407DB31}">
      <dsp:nvSpPr>
        <dsp:cNvPr id="0" name=""/>
        <dsp:cNvSpPr/>
      </dsp:nvSpPr>
      <dsp:spPr>
        <a:xfrm>
          <a:off x="510351" y="1657307"/>
          <a:ext cx="6472834" cy="44186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6764" tIns="46764" rIns="46764" bIns="46764" numCol="1" spcCol="1270" anchor="ctr" anchorCtr="0">
          <a:noAutofit/>
        </a:bodyPr>
        <a:lstStyle/>
        <a:p>
          <a:pPr lvl="0" algn="l" defTabSz="711200">
            <a:lnSpc>
              <a:spcPct val="100000"/>
            </a:lnSpc>
            <a:spcBef>
              <a:spcPct val="0"/>
            </a:spcBef>
            <a:spcAft>
              <a:spcPct val="35000"/>
            </a:spcAft>
          </a:pPr>
          <a:r>
            <a:rPr lang="en-US" sz="1600" kern="1200">
              <a:solidFill>
                <a:srgbClr val="0070C0"/>
              </a:solidFill>
            </a:rPr>
            <a:t>MediaPipe extracts 2D body landmarks (pose, hands, face)</a:t>
          </a:r>
        </a:p>
      </dsp:txBody>
      <dsp:txXfrm>
        <a:off x="510351" y="1657307"/>
        <a:ext cx="6472834" cy="441863"/>
      </dsp:txXfrm>
    </dsp:sp>
    <dsp:sp modelId="{EDE9A492-405B-4886-BC6F-FBF9892D1282}">
      <dsp:nvSpPr>
        <dsp:cNvPr id="0" name=""/>
        <dsp:cNvSpPr/>
      </dsp:nvSpPr>
      <dsp:spPr>
        <a:xfrm>
          <a:off x="0" y="2209636"/>
          <a:ext cx="6983186" cy="441863"/>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EEB8EA98-994C-4EEF-8905-14CF9878D505}">
      <dsp:nvSpPr>
        <dsp:cNvPr id="0" name=""/>
        <dsp:cNvSpPr/>
      </dsp:nvSpPr>
      <dsp:spPr>
        <a:xfrm>
          <a:off x="133663" y="2309055"/>
          <a:ext cx="243024" cy="243024"/>
        </a:xfrm>
        <a:prstGeom prst="rect">
          <a:avLst/>
        </a:prstGeom>
        <a:blipFill>
          <a:blip xmlns:r="http://schemas.openxmlformats.org/officeDocument/2006/relationships" r:embed="rId9">
            <a:extLst>
              <a:ext uri="{28A0092B-C50C-407E-A947-70E740481C1C}">
                <a14:useLocalDpi xmlns:a14="http://schemas.microsoft.com/office/drawing/2010/main" val="0"/>
              </a:ext>
              <a:ext uri="{96DAC541-7B7A-43D3-8B79-37D633B846F1}">
                <asvg:svgBlip xmlns:asvg="http://schemas.microsoft.com/office/drawing/2016/SVG/main" xmlns="" r:embed="rId10"/>
              </a:ext>
            </a:extLst>
          </a:blip>
          <a:stretch>
            <a:fillRect/>
          </a:stretch>
        </a:blip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977C9711-A4DB-47B8-BC78-1A5486A28079}">
      <dsp:nvSpPr>
        <dsp:cNvPr id="0" name=""/>
        <dsp:cNvSpPr/>
      </dsp:nvSpPr>
      <dsp:spPr>
        <a:xfrm>
          <a:off x="510351" y="2209636"/>
          <a:ext cx="6472834" cy="44186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6764" tIns="46764" rIns="46764" bIns="46764" numCol="1" spcCol="1270" anchor="ctr" anchorCtr="0">
          <a:noAutofit/>
        </a:bodyPr>
        <a:lstStyle/>
        <a:p>
          <a:pPr lvl="0" algn="l" defTabSz="711200">
            <a:lnSpc>
              <a:spcPct val="100000"/>
            </a:lnSpc>
            <a:spcBef>
              <a:spcPct val="0"/>
            </a:spcBef>
            <a:spcAft>
              <a:spcPct val="35000"/>
            </a:spcAft>
          </a:pPr>
          <a:r>
            <a:rPr lang="en-US" sz="1600" kern="1200">
              <a:solidFill>
                <a:srgbClr val="0070C0"/>
              </a:solidFill>
            </a:rPr>
            <a:t>Landmarks are normalized and structured</a:t>
          </a:r>
        </a:p>
      </dsp:txBody>
      <dsp:txXfrm>
        <a:off x="510351" y="2209636"/>
        <a:ext cx="6472834" cy="441863"/>
      </dsp:txXfrm>
    </dsp:sp>
    <dsp:sp modelId="{5ABD1C98-F018-4909-8A03-25059BB3E33E}">
      <dsp:nvSpPr>
        <dsp:cNvPr id="0" name=""/>
        <dsp:cNvSpPr/>
      </dsp:nvSpPr>
      <dsp:spPr>
        <a:xfrm>
          <a:off x="0" y="2761965"/>
          <a:ext cx="6983186" cy="441863"/>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D1DD8741-028E-4FF9-B0BE-205A91D072C2}">
      <dsp:nvSpPr>
        <dsp:cNvPr id="0" name=""/>
        <dsp:cNvSpPr/>
      </dsp:nvSpPr>
      <dsp:spPr>
        <a:xfrm>
          <a:off x="133663" y="2861384"/>
          <a:ext cx="243024" cy="243024"/>
        </a:xfrm>
        <a:prstGeom prst="rect">
          <a:avLst/>
        </a:prstGeom>
        <a:blipFill>
          <a:blip xmlns:r="http://schemas.openxmlformats.org/officeDocument/2006/relationships" r:embed="rId11">
            <a:extLst>
              <a:ext uri="{28A0092B-C50C-407E-A947-70E740481C1C}">
                <a14:useLocalDpi xmlns:a14="http://schemas.microsoft.com/office/drawing/2010/main" val="0"/>
              </a:ext>
              <a:ext uri="{96DAC541-7B7A-43D3-8B79-37D633B846F1}">
                <asvg:svgBlip xmlns:asvg="http://schemas.microsoft.com/office/drawing/2016/SVG/main" xmlns="" r:embed="rId12"/>
              </a:ext>
            </a:extLst>
          </a:blip>
          <a:stretch>
            <a:fillRect/>
          </a:stretch>
        </a:blip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9D7F5408-AF37-42B7-86EF-01E87026D8E1}">
      <dsp:nvSpPr>
        <dsp:cNvPr id="0" name=""/>
        <dsp:cNvSpPr/>
      </dsp:nvSpPr>
      <dsp:spPr>
        <a:xfrm>
          <a:off x="510351" y="2761965"/>
          <a:ext cx="6472834" cy="44186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6764" tIns="46764" rIns="46764" bIns="46764" numCol="1" spcCol="1270" anchor="ctr" anchorCtr="0">
          <a:noAutofit/>
        </a:bodyPr>
        <a:lstStyle/>
        <a:p>
          <a:pPr lvl="0" algn="l" defTabSz="711200">
            <a:lnSpc>
              <a:spcPct val="100000"/>
            </a:lnSpc>
            <a:spcBef>
              <a:spcPct val="0"/>
            </a:spcBef>
            <a:spcAft>
              <a:spcPct val="35000"/>
            </a:spcAft>
          </a:pPr>
          <a:r>
            <a:rPr lang="en-US" sz="1600" kern="1200">
              <a:solidFill>
                <a:srgbClr val="0070C0"/>
              </a:solidFill>
            </a:rPr>
            <a:t>Preprocessing includes resizing and noise reduction</a:t>
          </a:r>
        </a:p>
      </dsp:txBody>
      <dsp:txXfrm>
        <a:off x="510351" y="2761965"/>
        <a:ext cx="6472834" cy="441863"/>
      </dsp:txXfrm>
    </dsp:sp>
    <dsp:sp modelId="{4A82044E-3761-40D0-BCA6-A9846CC35CD3}">
      <dsp:nvSpPr>
        <dsp:cNvPr id="0" name=""/>
        <dsp:cNvSpPr/>
      </dsp:nvSpPr>
      <dsp:spPr>
        <a:xfrm>
          <a:off x="0" y="3314293"/>
          <a:ext cx="6983186" cy="441863"/>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69E4A529-C76D-4DAF-AF6C-1C04182F74C8}">
      <dsp:nvSpPr>
        <dsp:cNvPr id="0" name=""/>
        <dsp:cNvSpPr/>
      </dsp:nvSpPr>
      <dsp:spPr>
        <a:xfrm>
          <a:off x="133663" y="3413713"/>
          <a:ext cx="243024" cy="243024"/>
        </a:xfrm>
        <a:prstGeom prst="rect">
          <a:avLst/>
        </a:prstGeom>
        <a:blipFill>
          <a:blip xmlns:r="http://schemas.openxmlformats.org/officeDocument/2006/relationships" r:embed="rId13">
            <a:extLst>
              <a:ext uri="{28A0092B-C50C-407E-A947-70E740481C1C}">
                <a14:useLocalDpi xmlns:a14="http://schemas.microsoft.com/office/drawing/2010/main" val="0"/>
              </a:ext>
              <a:ext uri="{96DAC541-7B7A-43D3-8B79-37D633B846F1}">
                <asvg:svgBlip xmlns:asvg="http://schemas.microsoft.com/office/drawing/2016/SVG/main" xmlns="" r:embed="rId14"/>
              </a:ext>
            </a:extLst>
          </a:blip>
          <a:stretch>
            <a:fillRect/>
          </a:stretch>
        </a:blip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EC5E513D-A590-498B-B798-5B076A67C966}">
      <dsp:nvSpPr>
        <dsp:cNvPr id="0" name=""/>
        <dsp:cNvSpPr/>
      </dsp:nvSpPr>
      <dsp:spPr>
        <a:xfrm>
          <a:off x="510351" y="3314293"/>
          <a:ext cx="6472834" cy="44186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6764" tIns="46764" rIns="46764" bIns="46764" numCol="1" spcCol="1270" anchor="ctr" anchorCtr="0">
          <a:noAutofit/>
        </a:bodyPr>
        <a:lstStyle/>
        <a:p>
          <a:pPr lvl="0" algn="l" defTabSz="711200">
            <a:lnSpc>
              <a:spcPct val="100000"/>
            </a:lnSpc>
            <a:spcBef>
              <a:spcPct val="0"/>
            </a:spcBef>
            <a:spcAft>
              <a:spcPct val="35000"/>
            </a:spcAft>
          </a:pPr>
          <a:r>
            <a:rPr lang="en-US" sz="1600" kern="1200">
              <a:solidFill>
                <a:srgbClr val="0070C0"/>
              </a:solidFill>
            </a:rPr>
            <a:t>Processed data sent to gesture recognition stage</a:t>
          </a:r>
        </a:p>
      </dsp:txBody>
      <dsp:txXfrm>
        <a:off x="510351" y="3314293"/>
        <a:ext cx="6472834" cy="441863"/>
      </dsp:txXfrm>
    </dsp:sp>
  </dsp:spTree>
</dsp:drawing>
</file>

<file path=ppt/diagrams/layout1.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xmlns="">
        <a:lvl1pPr>
          <a:lnSpc>
            <a:spcPct val="100000"/>
          </a:lnSpc>
        </a:lvl1pPr>
        <a:lvl2pPr>
          <a:lnSpc>
            <a:spcPct val="100000"/>
          </a:lnSpc>
        </a:lvl2pPr>
      </dgm1612:lstStyle>
    </a:ext>
  </dgm:extLst>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31"/>
        <p:cNvGrpSpPr/>
        <p:nvPr/>
      </p:nvGrpSpPr>
      <p:grpSpPr>
        <a:xfrm>
          <a:off x="0" y="0"/>
          <a:ext cx="0" cy="0"/>
          <a:chOff x="0" y="0"/>
          <a:chExt cx="0" cy="0"/>
        </a:xfrm>
      </p:grpSpPr>
      <p:sp>
        <p:nvSpPr>
          <p:cNvPr id="432" name="Google Shape;432;gecafb401c1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33" name="Google Shape;433;gecafb401c1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88"/>
        <p:cNvGrpSpPr/>
        <p:nvPr/>
      </p:nvGrpSpPr>
      <p:grpSpPr>
        <a:xfrm>
          <a:off x="0" y="0"/>
          <a:ext cx="0" cy="0"/>
          <a:chOff x="0" y="0"/>
          <a:chExt cx="0" cy="0"/>
        </a:xfrm>
      </p:grpSpPr>
      <p:sp>
        <p:nvSpPr>
          <p:cNvPr id="489" name="Google Shape;489;gef1156a5b4_0_8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90" name="Google Shape;490;gef1156a5b4_0_8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16"/>
        <p:cNvGrpSpPr/>
        <p:nvPr/>
      </p:nvGrpSpPr>
      <p:grpSpPr>
        <a:xfrm>
          <a:off x="0" y="0"/>
          <a:ext cx="0" cy="0"/>
          <a:chOff x="0" y="0"/>
          <a:chExt cx="0" cy="0"/>
        </a:xfrm>
      </p:grpSpPr>
      <p:sp>
        <p:nvSpPr>
          <p:cNvPr id="717" name="Google Shape;717;geefd4d17d7_1_15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18" name="Google Shape;718;geefd4d17d7_1_15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55"/>
        <p:cNvGrpSpPr/>
        <p:nvPr/>
      </p:nvGrpSpPr>
      <p:grpSpPr>
        <a:xfrm>
          <a:off x="0" y="0"/>
          <a:ext cx="0" cy="0"/>
          <a:chOff x="0" y="0"/>
          <a:chExt cx="0" cy="0"/>
        </a:xfrm>
      </p:grpSpPr>
      <p:sp>
        <p:nvSpPr>
          <p:cNvPr id="656" name="Google Shape;656;gecc07f8bc7_0_117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7" name="Google Shape;657;gecc07f8bc7_0_117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48"/>
        <p:cNvGrpSpPr/>
        <p:nvPr/>
      </p:nvGrpSpPr>
      <p:grpSpPr>
        <a:xfrm>
          <a:off x="0" y="0"/>
          <a:ext cx="0" cy="0"/>
          <a:chOff x="0" y="0"/>
          <a:chExt cx="0" cy="0"/>
        </a:xfrm>
      </p:grpSpPr>
      <p:sp>
        <p:nvSpPr>
          <p:cNvPr id="649" name="Google Shape;649;gecc07f8bc7_0_114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0" name="Google Shape;650;gecc07f8bc7_0_114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88"/>
        <p:cNvGrpSpPr/>
        <p:nvPr/>
      </p:nvGrpSpPr>
      <p:grpSpPr>
        <a:xfrm>
          <a:off x="0" y="0"/>
          <a:ext cx="0" cy="0"/>
          <a:chOff x="0" y="0"/>
          <a:chExt cx="0" cy="0"/>
        </a:xfrm>
      </p:grpSpPr>
      <p:sp>
        <p:nvSpPr>
          <p:cNvPr id="489" name="Google Shape;489;gef1156a5b4_0_8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90" name="Google Shape;490;gef1156a5b4_0_8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24570415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55"/>
        <p:cNvGrpSpPr/>
        <p:nvPr/>
      </p:nvGrpSpPr>
      <p:grpSpPr>
        <a:xfrm>
          <a:off x="0" y="0"/>
          <a:ext cx="0" cy="0"/>
          <a:chOff x="0" y="0"/>
          <a:chExt cx="0" cy="0"/>
        </a:xfrm>
      </p:grpSpPr>
      <p:sp>
        <p:nvSpPr>
          <p:cNvPr id="656" name="Google Shape;656;gecc07f8bc7_0_117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7" name="Google Shape;657;gecc07f8bc7_0_117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50772679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88"/>
        <p:cNvGrpSpPr/>
        <p:nvPr/>
      </p:nvGrpSpPr>
      <p:grpSpPr>
        <a:xfrm>
          <a:off x="0" y="0"/>
          <a:ext cx="0" cy="0"/>
          <a:chOff x="0" y="0"/>
          <a:chExt cx="0" cy="0"/>
        </a:xfrm>
      </p:grpSpPr>
      <p:sp>
        <p:nvSpPr>
          <p:cNvPr id="489" name="Google Shape;489;gef1156a5b4_0_8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90" name="Google Shape;490;gef1156a5b4_0_8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18388968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55"/>
        <p:cNvGrpSpPr/>
        <p:nvPr/>
      </p:nvGrpSpPr>
      <p:grpSpPr>
        <a:xfrm>
          <a:off x="0" y="0"/>
          <a:ext cx="0" cy="0"/>
          <a:chOff x="0" y="0"/>
          <a:chExt cx="0" cy="0"/>
        </a:xfrm>
      </p:grpSpPr>
      <p:sp>
        <p:nvSpPr>
          <p:cNvPr id="656" name="Google Shape;656;gecc07f8bc7_0_117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7" name="Google Shape;657;gecc07f8bc7_0_117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36443585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0"/>
        <p:cNvGrpSpPr/>
        <p:nvPr/>
      </p:nvGrpSpPr>
      <p:grpSpPr>
        <a:xfrm>
          <a:off x="0" y="0"/>
          <a:ext cx="0" cy="0"/>
          <a:chOff x="0" y="0"/>
          <a:chExt cx="0" cy="0"/>
        </a:xfrm>
      </p:grpSpPr>
      <p:sp>
        <p:nvSpPr>
          <p:cNvPr id="471" name="Google Shape;471;gecaf1dbd25_0_5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72" name="Google Shape;472;gecaf1dbd25_0_5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10"/>
        <p:cNvGrpSpPr/>
        <p:nvPr/>
      </p:nvGrpSpPr>
      <p:grpSpPr>
        <a:xfrm>
          <a:off x="0" y="0"/>
          <a:ext cx="0" cy="0"/>
          <a:chOff x="0" y="0"/>
          <a:chExt cx="0" cy="0"/>
        </a:xfrm>
      </p:grpSpPr>
      <p:sp>
        <p:nvSpPr>
          <p:cNvPr id="711" name="Google Shape;711;geef566d8a0_1_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12" name="Google Shape;712;geef566d8a0_1_2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88"/>
        <p:cNvGrpSpPr/>
        <p:nvPr/>
      </p:nvGrpSpPr>
      <p:grpSpPr>
        <a:xfrm>
          <a:off x="0" y="0"/>
          <a:ext cx="0" cy="0"/>
          <a:chOff x="0" y="0"/>
          <a:chExt cx="0" cy="0"/>
        </a:xfrm>
      </p:grpSpPr>
      <p:sp>
        <p:nvSpPr>
          <p:cNvPr id="489" name="Google Shape;489;gef1156a5b4_0_8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90" name="Google Shape;490;gef1156a5b4_0_8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85971955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59"/>
        <p:cNvGrpSpPr/>
        <p:nvPr/>
      </p:nvGrpSpPr>
      <p:grpSpPr>
        <a:xfrm>
          <a:off x="0" y="0"/>
          <a:ext cx="0" cy="0"/>
          <a:chOff x="0" y="0"/>
          <a:chExt cx="0" cy="0"/>
        </a:xfrm>
      </p:grpSpPr>
      <p:sp>
        <p:nvSpPr>
          <p:cNvPr id="560" name="Google Shape;560;gecc07f8bc7_0_87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61" name="Google Shape;561;gecc07f8bc7_0_87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55"/>
        <p:cNvGrpSpPr/>
        <p:nvPr/>
      </p:nvGrpSpPr>
      <p:grpSpPr>
        <a:xfrm>
          <a:off x="0" y="0"/>
          <a:ext cx="0" cy="0"/>
          <a:chOff x="0" y="0"/>
          <a:chExt cx="0" cy="0"/>
        </a:xfrm>
      </p:grpSpPr>
      <p:sp>
        <p:nvSpPr>
          <p:cNvPr id="656" name="Google Shape;656;gecc07f8bc7_0_117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7" name="Google Shape;657;gecc07f8bc7_0_117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812692150"/>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55"/>
        <p:cNvGrpSpPr/>
        <p:nvPr/>
      </p:nvGrpSpPr>
      <p:grpSpPr>
        <a:xfrm>
          <a:off x="0" y="0"/>
          <a:ext cx="0" cy="0"/>
          <a:chOff x="0" y="0"/>
          <a:chExt cx="0" cy="0"/>
        </a:xfrm>
      </p:grpSpPr>
      <p:sp>
        <p:nvSpPr>
          <p:cNvPr id="656" name="Google Shape;656;gecc07f8bc7_0_117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7" name="Google Shape;657;gecc07f8bc7_0_117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13344981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88"/>
        <p:cNvGrpSpPr/>
        <p:nvPr/>
      </p:nvGrpSpPr>
      <p:grpSpPr>
        <a:xfrm>
          <a:off x="0" y="0"/>
          <a:ext cx="0" cy="0"/>
          <a:chOff x="0" y="0"/>
          <a:chExt cx="0" cy="0"/>
        </a:xfrm>
      </p:grpSpPr>
      <p:sp>
        <p:nvSpPr>
          <p:cNvPr id="489" name="Google Shape;489;gef1156a5b4_0_8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90" name="Google Shape;490;gef1156a5b4_0_8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26454624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0"/>
        <p:cNvGrpSpPr/>
        <p:nvPr/>
      </p:nvGrpSpPr>
      <p:grpSpPr>
        <a:xfrm>
          <a:off x="0" y="0"/>
          <a:ext cx="0" cy="0"/>
          <a:chOff x="0" y="0"/>
          <a:chExt cx="0" cy="0"/>
        </a:xfrm>
      </p:grpSpPr>
      <p:sp>
        <p:nvSpPr>
          <p:cNvPr id="441" name="Google Shape;441;gecaf1dbd25_0_3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42" name="Google Shape;442;gecaf1dbd25_0_3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6"/>
        <p:cNvGrpSpPr/>
        <p:nvPr/>
      </p:nvGrpSpPr>
      <p:grpSpPr>
        <a:xfrm>
          <a:off x="0" y="0"/>
          <a:ext cx="0" cy="0"/>
          <a:chOff x="0" y="0"/>
          <a:chExt cx="0" cy="0"/>
        </a:xfrm>
      </p:grpSpPr>
      <p:sp>
        <p:nvSpPr>
          <p:cNvPr id="447" name="Google Shape;447;gecafb401c1_0_3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48" name="Google Shape;448;gecafb401c1_0_3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7"/>
        <p:cNvGrpSpPr/>
        <p:nvPr/>
      </p:nvGrpSpPr>
      <p:grpSpPr>
        <a:xfrm>
          <a:off x="0" y="0"/>
          <a:ext cx="0" cy="0"/>
          <a:chOff x="0" y="0"/>
          <a:chExt cx="0" cy="0"/>
        </a:xfrm>
      </p:grpSpPr>
      <p:sp>
        <p:nvSpPr>
          <p:cNvPr id="478" name="Google Shape;478;gef1156a5b4_0_2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79" name="Google Shape;479;gef1156a5b4_0_2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0"/>
        <p:cNvGrpSpPr/>
        <p:nvPr/>
      </p:nvGrpSpPr>
      <p:grpSpPr>
        <a:xfrm>
          <a:off x="0" y="0"/>
          <a:ext cx="0" cy="0"/>
          <a:chOff x="0" y="0"/>
          <a:chExt cx="0" cy="0"/>
        </a:xfrm>
      </p:grpSpPr>
      <p:sp>
        <p:nvSpPr>
          <p:cNvPr id="501" name="Google Shape;501;gecaf1dbd25_0_8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02" name="Google Shape;502;gecaf1dbd25_0_8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15"/>
        <p:cNvGrpSpPr/>
        <p:nvPr/>
      </p:nvGrpSpPr>
      <p:grpSpPr>
        <a:xfrm>
          <a:off x="0" y="0"/>
          <a:ext cx="0" cy="0"/>
          <a:chOff x="0" y="0"/>
          <a:chExt cx="0" cy="0"/>
        </a:xfrm>
      </p:grpSpPr>
      <p:sp>
        <p:nvSpPr>
          <p:cNvPr id="516" name="Google Shape;516;gecaf1dbea9_0_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17" name="Google Shape;517;gecaf1dbea9_0_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34"/>
        <p:cNvGrpSpPr/>
        <p:nvPr/>
      </p:nvGrpSpPr>
      <p:grpSpPr>
        <a:xfrm>
          <a:off x="0" y="0"/>
          <a:ext cx="0" cy="0"/>
          <a:chOff x="0" y="0"/>
          <a:chExt cx="0" cy="0"/>
        </a:xfrm>
      </p:grpSpPr>
      <p:sp>
        <p:nvSpPr>
          <p:cNvPr id="535" name="Google Shape;535;gecc07f8bc7_0_82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36" name="Google Shape;536;gecc07f8bc7_0_82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74"/>
        <p:cNvGrpSpPr/>
        <p:nvPr/>
      </p:nvGrpSpPr>
      <p:grpSpPr>
        <a:xfrm>
          <a:off x="0" y="0"/>
          <a:ext cx="0" cy="0"/>
          <a:chOff x="0" y="0"/>
          <a:chExt cx="0" cy="0"/>
        </a:xfrm>
      </p:grpSpPr>
      <p:sp>
        <p:nvSpPr>
          <p:cNvPr id="575" name="Google Shape;575;gecc07f8bc7_0_91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76" name="Google Shape;576;gecc07f8bc7_0_91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4"/>
        <p:cNvGrpSpPr/>
        <p:nvPr/>
      </p:nvGrpSpPr>
      <p:grpSpPr>
        <a:xfrm>
          <a:off x="0" y="0"/>
          <a:ext cx="0" cy="0"/>
          <a:chOff x="0" y="0"/>
          <a:chExt cx="0" cy="0"/>
        </a:xfrm>
      </p:grpSpPr>
      <p:sp>
        <p:nvSpPr>
          <p:cNvPr id="625" name="Google Shape;625;gecc07f8bc7_0_97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26" name="Google Shape;626;gecc07f8bc7_0_97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43"/>
        <p:cNvGrpSpPr/>
        <p:nvPr/>
      </p:nvGrpSpPr>
      <p:grpSpPr>
        <a:xfrm>
          <a:off x="0" y="0"/>
          <a:ext cx="0" cy="0"/>
          <a:chOff x="0" y="0"/>
          <a:chExt cx="0" cy="0"/>
        </a:xfrm>
      </p:grpSpPr>
      <p:sp>
        <p:nvSpPr>
          <p:cNvPr id="644" name="Google Shape;644;gecaf1dbea9_0_123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45" name="Google Shape;645;gecaf1dbea9_0_123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76"/>
        <p:cNvGrpSpPr/>
        <p:nvPr/>
      </p:nvGrpSpPr>
      <p:grpSpPr>
        <a:xfrm>
          <a:off x="0" y="0"/>
          <a:ext cx="0" cy="0"/>
          <a:chOff x="0" y="0"/>
          <a:chExt cx="0" cy="0"/>
        </a:xfrm>
      </p:grpSpPr>
      <p:sp>
        <p:nvSpPr>
          <p:cNvPr id="677" name="Google Shape;677;gecc07f8bc7_0_119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78" name="Google Shape;678;gecc07f8bc7_0_119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83"/>
        <p:cNvGrpSpPr/>
        <p:nvPr/>
      </p:nvGrpSpPr>
      <p:grpSpPr>
        <a:xfrm>
          <a:off x="0" y="0"/>
          <a:ext cx="0" cy="0"/>
          <a:chOff x="0" y="0"/>
          <a:chExt cx="0" cy="0"/>
        </a:xfrm>
      </p:grpSpPr>
      <p:sp>
        <p:nvSpPr>
          <p:cNvPr id="684" name="Google Shape;684;geef566d8a0_1_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85" name="Google Shape;685;geef566d8a0_1_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92"/>
        <p:cNvGrpSpPr/>
        <p:nvPr/>
      </p:nvGrpSpPr>
      <p:grpSpPr>
        <a:xfrm>
          <a:off x="0" y="0"/>
          <a:ext cx="0" cy="0"/>
          <a:chOff x="0" y="0"/>
          <a:chExt cx="0" cy="0"/>
        </a:xfrm>
      </p:grpSpPr>
      <p:sp>
        <p:nvSpPr>
          <p:cNvPr id="693" name="Google Shape;693;geefd4d17d7_1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94" name="Google Shape;694;geefd4d17d7_1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00"/>
        <p:cNvGrpSpPr/>
        <p:nvPr/>
      </p:nvGrpSpPr>
      <p:grpSpPr>
        <a:xfrm>
          <a:off x="0" y="0"/>
          <a:ext cx="0" cy="0"/>
          <a:chOff x="0" y="0"/>
          <a:chExt cx="0" cy="0"/>
        </a:xfrm>
      </p:grpSpPr>
      <p:sp>
        <p:nvSpPr>
          <p:cNvPr id="701" name="Google Shape;701;geefd4d17d7_1_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02" name="Google Shape;702;geefd4d17d7_1_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49"/>
        <p:cNvGrpSpPr/>
        <p:nvPr/>
      </p:nvGrpSpPr>
      <p:grpSpPr>
        <a:xfrm>
          <a:off x="0" y="0"/>
          <a:ext cx="0" cy="0"/>
          <a:chOff x="0" y="0"/>
          <a:chExt cx="0" cy="0"/>
        </a:xfrm>
      </p:grpSpPr>
      <p:sp>
        <p:nvSpPr>
          <p:cNvPr id="750" name="Google Shape;750;geef566d8a0_1_6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51" name="Google Shape;751;geef566d8a0_1_6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4"/>
        <p:cNvGrpSpPr/>
        <p:nvPr/>
      </p:nvGrpSpPr>
      <p:grpSpPr>
        <a:xfrm>
          <a:off x="0" y="0"/>
          <a:ext cx="0" cy="0"/>
          <a:chOff x="0" y="0"/>
          <a:chExt cx="0" cy="0"/>
        </a:xfrm>
      </p:grpSpPr>
      <p:sp>
        <p:nvSpPr>
          <p:cNvPr id="805" name="Google Shape;805;geef566d8a0_1_9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06" name="Google Shape;806;geef566d8a0_1_9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18"/>
        <p:cNvGrpSpPr/>
        <p:nvPr/>
      </p:nvGrpSpPr>
      <p:grpSpPr>
        <a:xfrm>
          <a:off x="0" y="0"/>
          <a:ext cx="0" cy="0"/>
          <a:chOff x="0" y="0"/>
          <a:chExt cx="0" cy="0"/>
        </a:xfrm>
      </p:grpSpPr>
      <p:sp>
        <p:nvSpPr>
          <p:cNvPr id="819" name="Google Shape;819;geef566d8a0_1_9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20" name="Google Shape;820;geef566d8a0_1_9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14"/>
        <p:cNvGrpSpPr/>
        <p:nvPr/>
      </p:nvGrpSpPr>
      <p:grpSpPr>
        <a:xfrm>
          <a:off x="0" y="0"/>
          <a:ext cx="0" cy="0"/>
          <a:chOff x="0" y="0"/>
          <a:chExt cx="0" cy="0"/>
        </a:xfrm>
      </p:grpSpPr>
      <p:sp>
        <p:nvSpPr>
          <p:cNvPr id="915" name="Google Shape;915;geea622f044_0_1859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16" name="Google Shape;916;geea622f044_0_1859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7"/>
        <p:cNvGrpSpPr/>
        <p:nvPr/>
      </p:nvGrpSpPr>
      <p:grpSpPr>
        <a:xfrm>
          <a:off x="0" y="0"/>
          <a:ext cx="0" cy="0"/>
          <a:chOff x="0" y="0"/>
          <a:chExt cx="0" cy="0"/>
        </a:xfrm>
      </p:grpSpPr>
      <p:sp>
        <p:nvSpPr>
          <p:cNvPr id="1038" name="Google Shape;1038;geefd4d17d7_1_15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39" name="Google Shape;1039;geefd4d17d7_1_15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48"/>
        <p:cNvGrpSpPr/>
        <p:nvPr/>
      </p:nvGrpSpPr>
      <p:grpSpPr>
        <a:xfrm>
          <a:off x="0" y="0"/>
          <a:ext cx="0" cy="0"/>
          <a:chOff x="0" y="0"/>
          <a:chExt cx="0" cy="0"/>
        </a:xfrm>
      </p:grpSpPr>
      <p:sp>
        <p:nvSpPr>
          <p:cNvPr id="1049" name="Google Shape;1049;geefd4d17d7_1_14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50" name="Google Shape;1050;geefd4d17d7_1_14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56"/>
        <p:cNvGrpSpPr/>
        <p:nvPr/>
      </p:nvGrpSpPr>
      <p:grpSpPr>
        <a:xfrm>
          <a:off x="0" y="0"/>
          <a:ext cx="0" cy="0"/>
          <a:chOff x="0" y="0"/>
          <a:chExt cx="0" cy="0"/>
        </a:xfrm>
      </p:grpSpPr>
      <p:sp>
        <p:nvSpPr>
          <p:cNvPr id="1057" name="Google Shape;1057;geefd4d17d7_1_14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58" name="Google Shape;1058;geefd4d17d7_1_14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835"/>
        <p:cNvGrpSpPr/>
        <p:nvPr/>
      </p:nvGrpSpPr>
      <p:grpSpPr>
        <a:xfrm>
          <a:off x="0" y="0"/>
          <a:ext cx="0" cy="0"/>
          <a:chOff x="0" y="0"/>
          <a:chExt cx="0" cy="0"/>
        </a:xfrm>
      </p:grpSpPr>
      <p:sp>
        <p:nvSpPr>
          <p:cNvPr id="4836" name="Google Shape;4836;geea622f044_0_1305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837" name="Google Shape;4837;geea622f044_0_1305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8"/>
        <p:cNvGrpSpPr/>
        <p:nvPr/>
      </p:nvGrpSpPr>
      <p:grpSpPr>
        <a:xfrm>
          <a:off x="0" y="0"/>
          <a:ext cx="0" cy="0"/>
          <a:chOff x="0" y="0"/>
          <a:chExt cx="0" cy="0"/>
        </a:xfrm>
      </p:grpSpPr>
      <p:pic>
        <p:nvPicPr>
          <p:cNvPr id="9" name="Google Shape;9;p2"/>
          <p:cNvPicPr preferRelativeResize="0"/>
          <p:nvPr/>
        </p:nvPicPr>
        <p:blipFill>
          <a:blip r:embed="rId2">
            <a:alphaModFix/>
          </a:blip>
          <a:stretch>
            <a:fillRect/>
          </a:stretch>
        </p:blipFill>
        <p:spPr>
          <a:xfrm>
            <a:off x="-53913" y="-30324"/>
            <a:ext cx="9251826" cy="5204149"/>
          </a:xfrm>
          <a:prstGeom prst="rect">
            <a:avLst/>
          </a:prstGeom>
          <a:noFill/>
          <a:ln>
            <a:noFill/>
          </a:ln>
        </p:spPr>
      </p:pic>
      <p:sp>
        <p:nvSpPr>
          <p:cNvPr id="10" name="Google Shape;10;p2"/>
          <p:cNvSpPr txBox="1">
            <a:spLocks noGrp="1"/>
          </p:cNvSpPr>
          <p:nvPr>
            <p:ph type="ctrTitle"/>
          </p:nvPr>
        </p:nvSpPr>
        <p:spPr>
          <a:xfrm>
            <a:off x="4702600" y="671800"/>
            <a:ext cx="3802500" cy="3358800"/>
          </a:xfrm>
          <a:prstGeom prst="rect">
            <a:avLst/>
          </a:prstGeom>
        </p:spPr>
        <p:txBody>
          <a:bodyPr spcFirstLastPara="1" wrap="square" lIns="91425" tIns="91425" rIns="91425" bIns="91425" anchor="ctr" anchorCtr="0">
            <a:noAutofit/>
          </a:bodyPr>
          <a:lstStyle>
            <a:lvl1pPr lvl="0" algn="ctr">
              <a:lnSpc>
                <a:spcPct val="90000"/>
              </a:lnSpc>
              <a:spcBef>
                <a:spcPts val="0"/>
              </a:spcBef>
              <a:spcAft>
                <a:spcPts val="0"/>
              </a:spcAft>
              <a:buSzPts val="5200"/>
              <a:buNone/>
              <a:defRPr sz="5000"/>
            </a:lvl1pPr>
            <a:lvl2pPr lvl="1" algn="ctr">
              <a:spcBef>
                <a:spcPts val="0"/>
              </a:spcBef>
              <a:spcAft>
                <a:spcPts val="0"/>
              </a:spcAft>
              <a:buClr>
                <a:srgbClr val="191919"/>
              </a:buClr>
              <a:buSzPts val="5200"/>
              <a:buNone/>
              <a:defRPr sz="5200">
                <a:solidFill>
                  <a:srgbClr val="191919"/>
                </a:solidFill>
              </a:defRPr>
            </a:lvl2pPr>
            <a:lvl3pPr lvl="2" algn="ctr">
              <a:spcBef>
                <a:spcPts val="0"/>
              </a:spcBef>
              <a:spcAft>
                <a:spcPts val="0"/>
              </a:spcAft>
              <a:buClr>
                <a:srgbClr val="191919"/>
              </a:buClr>
              <a:buSzPts val="5200"/>
              <a:buNone/>
              <a:defRPr sz="5200">
                <a:solidFill>
                  <a:srgbClr val="191919"/>
                </a:solidFill>
              </a:defRPr>
            </a:lvl3pPr>
            <a:lvl4pPr lvl="3" algn="ctr">
              <a:spcBef>
                <a:spcPts val="0"/>
              </a:spcBef>
              <a:spcAft>
                <a:spcPts val="0"/>
              </a:spcAft>
              <a:buClr>
                <a:srgbClr val="191919"/>
              </a:buClr>
              <a:buSzPts val="5200"/>
              <a:buNone/>
              <a:defRPr sz="5200">
                <a:solidFill>
                  <a:srgbClr val="191919"/>
                </a:solidFill>
              </a:defRPr>
            </a:lvl4pPr>
            <a:lvl5pPr lvl="4" algn="ctr">
              <a:spcBef>
                <a:spcPts val="0"/>
              </a:spcBef>
              <a:spcAft>
                <a:spcPts val="0"/>
              </a:spcAft>
              <a:buClr>
                <a:srgbClr val="191919"/>
              </a:buClr>
              <a:buSzPts val="5200"/>
              <a:buNone/>
              <a:defRPr sz="5200">
                <a:solidFill>
                  <a:srgbClr val="191919"/>
                </a:solidFill>
              </a:defRPr>
            </a:lvl5pPr>
            <a:lvl6pPr lvl="5" algn="ctr">
              <a:spcBef>
                <a:spcPts val="0"/>
              </a:spcBef>
              <a:spcAft>
                <a:spcPts val="0"/>
              </a:spcAft>
              <a:buClr>
                <a:srgbClr val="191919"/>
              </a:buClr>
              <a:buSzPts val="5200"/>
              <a:buNone/>
              <a:defRPr sz="5200">
                <a:solidFill>
                  <a:srgbClr val="191919"/>
                </a:solidFill>
              </a:defRPr>
            </a:lvl6pPr>
            <a:lvl7pPr lvl="6" algn="ctr">
              <a:spcBef>
                <a:spcPts val="0"/>
              </a:spcBef>
              <a:spcAft>
                <a:spcPts val="0"/>
              </a:spcAft>
              <a:buClr>
                <a:srgbClr val="191919"/>
              </a:buClr>
              <a:buSzPts val="5200"/>
              <a:buNone/>
              <a:defRPr sz="5200">
                <a:solidFill>
                  <a:srgbClr val="191919"/>
                </a:solidFill>
              </a:defRPr>
            </a:lvl7pPr>
            <a:lvl8pPr lvl="7" algn="ctr">
              <a:spcBef>
                <a:spcPts val="0"/>
              </a:spcBef>
              <a:spcAft>
                <a:spcPts val="0"/>
              </a:spcAft>
              <a:buClr>
                <a:srgbClr val="191919"/>
              </a:buClr>
              <a:buSzPts val="5200"/>
              <a:buNone/>
              <a:defRPr sz="5200">
                <a:solidFill>
                  <a:srgbClr val="191919"/>
                </a:solidFill>
              </a:defRPr>
            </a:lvl8pPr>
            <a:lvl9pPr lvl="8" algn="ctr">
              <a:spcBef>
                <a:spcPts val="0"/>
              </a:spcBef>
              <a:spcAft>
                <a:spcPts val="0"/>
              </a:spcAft>
              <a:buClr>
                <a:srgbClr val="191919"/>
              </a:buClr>
              <a:buSzPts val="5200"/>
              <a:buNone/>
              <a:defRPr sz="5200">
                <a:solidFill>
                  <a:srgbClr val="191919"/>
                </a:solidFill>
              </a:defRPr>
            </a:lvl9pPr>
          </a:lstStyle>
          <a:p>
            <a:endParaRPr/>
          </a:p>
        </p:txBody>
      </p:sp>
      <p:sp>
        <p:nvSpPr>
          <p:cNvPr id="11" name="Google Shape;11;p2"/>
          <p:cNvSpPr txBox="1">
            <a:spLocks noGrp="1"/>
          </p:cNvSpPr>
          <p:nvPr>
            <p:ph type="subTitle" idx="1"/>
          </p:nvPr>
        </p:nvSpPr>
        <p:spPr>
          <a:xfrm>
            <a:off x="4702600" y="3630700"/>
            <a:ext cx="3802500" cy="409500"/>
          </a:xfrm>
          <a:prstGeom prst="rect">
            <a:avLst/>
          </a:prstGeom>
        </p:spPr>
        <p:txBody>
          <a:bodyPr spcFirstLastPara="1" wrap="square" lIns="91425" tIns="91425" rIns="91425" bIns="91425" anchor="ctr" anchorCtr="0">
            <a:noAutofit/>
          </a:bodyPr>
          <a:lstStyle>
            <a:lvl1pPr lvl="0" algn="ctr">
              <a:lnSpc>
                <a:spcPct val="100000"/>
              </a:lnSpc>
              <a:spcBef>
                <a:spcPts val="0"/>
              </a:spcBef>
              <a:spcAft>
                <a:spcPts val="0"/>
              </a:spcAft>
              <a:buSzPts val="1400"/>
              <a:buNone/>
              <a:defRPr sz="1600"/>
            </a:lvl1pPr>
            <a:lvl2pPr lvl="1" algn="ctr">
              <a:lnSpc>
                <a:spcPct val="100000"/>
              </a:lnSpc>
              <a:spcBef>
                <a:spcPts val="0"/>
              </a:spcBef>
              <a:spcAft>
                <a:spcPts val="0"/>
              </a:spcAft>
              <a:buSzPts val="1800"/>
              <a:buNone/>
              <a:defRPr sz="1800"/>
            </a:lvl2pPr>
            <a:lvl3pPr lvl="2" algn="ctr">
              <a:lnSpc>
                <a:spcPct val="100000"/>
              </a:lnSpc>
              <a:spcBef>
                <a:spcPts val="0"/>
              </a:spcBef>
              <a:spcAft>
                <a:spcPts val="0"/>
              </a:spcAft>
              <a:buSzPts val="1800"/>
              <a:buNone/>
              <a:defRPr sz="1800"/>
            </a:lvl3pPr>
            <a:lvl4pPr lvl="3" algn="ctr">
              <a:lnSpc>
                <a:spcPct val="100000"/>
              </a:lnSpc>
              <a:spcBef>
                <a:spcPts val="0"/>
              </a:spcBef>
              <a:spcAft>
                <a:spcPts val="0"/>
              </a:spcAft>
              <a:buSzPts val="1800"/>
              <a:buNone/>
              <a:defRPr sz="1800"/>
            </a:lvl4pPr>
            <a:lvl5pPr lvl="4" algn="ctr">
              <a:lnSpc>
                <a:spcPct val="100000"/>
              </a:lnSpc>
              <a:spcBef>
                <a:spcPts val="0"/>
              </a:spcBef>
              <a:spcAft>
                <a:spcPts val="0"/>
              </a:spcAft>
              <a:buSzPts val="1800"/>
              <a:buNone/>
              <a:defRPr sz="1800"/>
            </a:lvl5pPr>
            <a:lvl6pPr lvl="5" algn="ctr">
              <a:lnSpc>
                <a:spcPct val="100000"/>
              </a:lnSpc>
              <a:spcBef>
                <a:spcPts val="0"/>
              </a:spcBef>
              <a:spcAft>
                <a:spcPts val="0"/>
              </a:spcAft>
              <a:buSzPts val="1800"/>
              <a:buNone/>
              <a:defRPr sz="1800"/>
            </a:lvl6pPr>
            <a:lvl7pPr lvl="6" algn="ctr">
              <a:lnSpc>
                <a:spcPct val="100000"/>
              </a:lnSpc>
              <a:spcBef>
                <a:spcPts val="0"/>
              </a:spcBef>
              <a:spcAft>
                <a:spcPts val="0"/>
              </a:spcAft>
              <a:buSzPts val="1800"/>
              <a:buNone/>
              <a:defRPr sz="1800"/>
            </a:lvl7pPr>
            <a:lvl8pPr lvl="7" algn="ctr">
              <a:lnSpc>
                <a:spcPct val="100000"/>
              </a:lnSpc>
              <a:spcBef>
                <a:spcPts val="0"/>
              </a:spcBef>
              <a:spcAft>
                <a:spcPts val="0"/>
              </a:spcAft>
              <a:buSzPts val="1800"/>
              <a:buNone/>
              <a:defRPr sz="1800"/>
            </a:lvl8pPr>
            <a:lvl9pPr lvl="8" algn="ctr">
              <a:lnSpc>
                <a:spcPct val="100000"/>
              </a:lnSpc>
              <a:spcBef>
                <a:spcPts val="0"/>
              </a:spcBef>
              <a:spcAft>
                <a:spcPts val="0"/>
              </a:spcAft>
              <a:buSzPts val="1800"/>
              <a:buNone/>
              <a:defRPr sz="1800"/>
            </a:lvl9pPr>
          </a:lstStyle>
          <a:p>
            <a:endParaRPr/>
          </a:p>
        </p:txBody>
      </p:sp>
      <p:sp>
        <p:nvSpPr>
          <p:cNvPr id="12" name="Google Shape;12;p2"/>
          <p:cNvSpPr/>
          <p:nvPr/>
        </p:nvSpPr>
        <p:spPr>
          <a:xfrm>
            <a:off x="4104175" y="3606550"/>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 name="Google Shape;13;p2"/>
          <p:cNvSpPr/>
          <p:nvPr/>
        </p:nvSpPr>
        <p:spPr>
          <a:xfrm>
            <a:off x="7850725" y="829492"/>
            <a:ext cx="203100" cy="2544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 name="Google Shape;14;p2"/>
          <p:cNvSpPr/>
          <p:nvPr/>
        </p:nvSpPr>
        <p:spPr>
          <a:xfrm>
            <a:off x="2838225" y="728550"/>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 name="Google Shape;15;p2"/>
          <p:cNvSpPr/>
          <p:nvPr/>
        </p:nvSpPr>
        <p:spPr>
          <a:xfrm>
            <a:off x="8584225" y="4295800"/>
            <a:ext cx="109200" cy="136800"/>
          </a:xfrm>
          <a:prstGeom prst="star4">
            <a:avLst>
              <a:gd name="adj" fmla="val 12011"/>
            </a:avLst>
          </a:prstGeom>
          <a:solidFill>
            <a:schemeClr val="dk1"/>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 name="Google Shape;16;p2"/>
          <p:cNvSpPr/>
          <p:nvPr/>
        </p:nvSpPr>
        <p:spPr>
          <a:xfrm>
            <a:off x="4669000" y="1858850"/>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 name="Google Shape;17;p2"/>
          <p:cNvSpPr/>
          <p:nvPr/>
        </p:nvSpPr>
        <p:spPr>
          <a:xfrm>
            <a:off x="529725" y="2810625"/>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 name="Google Shape;18;p2"/>
          <p:cNvSpPr/>
          <p:nvPr/>
        </p:nvSpPr>
        <p:spPr>
          <a:xfrm>
            <a:off x="6537575" y="4160800"/>
            <a:ext cx="203100" cy="254400"/>
          </a:xfrm>
          <a:prstGeom prst="star4">
            <a:avLst>
              <a:gd name="adj" fmla="val 12011"/>
            </a:avLst>
          </a:prstGeom>
          <a:solidFill>
            <a:schemeClr val="dk1"/>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 name="Google Shape;19;p2"/>
          <p:cNvSpPr/>
          <p:nvPr/>
        </p:nvSpPr>
        <p:spPr>
          <a:xfrm>
            <a:off x="1065700" y="4760900"/>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 name="Google Shape;20;p2"/>
          <p:cNvSpPr/>
          <p:nvPr/>
        </p:nvSpPr>
        <p:spPr>
          <a:xfrm>
            <a:off x="685575" y="535000"/>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 name="Google Shape;21;p2"/>
          <p:cNvSpPr/>
          <p:nvPr/>
        </p:nvSpPr>
        <p:spPr>
          <a:xfrm>
            <a:off x="1932825" y="2379505"/>
            <a:ext cx="280200" cy="3507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 name="Google Shape;22;p2"/>
          <p:cNvSpPr/>
          <p:nvPr/>
        </p:nvSpPr>
        <p:spPr>
          <a:xfrm>
            <a:off x="4924150" y="829500"/>
            <a:ext cx="109200" cy="136800"/>
          </a:xfrm>
          <a:prstGeom prst="star4">
            <a:avLst>
              <a:gd name="adj" fmla="val 12011"/>
            </a:avLst>
          </a:prstGeom>
          <a:solidFill>
            <a:schemeClr val="dk1"/>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3"/>
        <p:cNvGrpSpPr/>
        <p:nvPr/>
      </p:nvGrpSpPr>
      <p:grpSpPr>
        <a:xfrm>
          <a:off x="0" y="0"/>
          <a:ext cx="0" cy="0"/>
          <a:chOff x="0" y="0"/>
          <a:chExt cx="0" cy="0"/>
        </a:xfrm>
      </p:grpSpPr>
      <p:pic>
        <p:nvPicPr>
          <p:cNvPr id="24" name="Google Shape;24;p3"/>
          <p:cNvPicPr preferRelativeResize="0"/>
          <p:nvPr/>
        </p:nvPicPr>
        <p:blipFill>
          <a:blip r:embed="rId2">
            <a:alphaModFix/>
          </a:blip>
          <a:stretch>
            <a:fillRect/>
          </a:stretch>
        </p:blipFill>
        <p:spPr>
          <a:xfrm>
            <a:off x="-53126" y="-53074"/>
            <a:ext cx="9250252" cy="5249649"/>
          </a:xfrm>
          <a:prstGeom prst="rect">
            <a:avLst/>
          </a:prstGeom>
          <a:noFill/>
          <a:ln>
            <a:noFill/>
          </a:ln>
        </p:spPr>
      </p:pic>
      <p:sp>
        <p:nvSpPr>
          <p:cNvPr id="25" name="Google Shape;25;p3"/>
          <p:cNvSpPr txBox="1">
            <a:spLocks noGrp="1"/>
          </p:cNvSpPr>
          <p:nvPr>
            <p:ph type="title"/>
          </p:nvPr>
        </p:nvSpPr>
        <p:spPr>
          <a:xfrm>
            <a:off x="2741125" y="1964175"/>
            <a:ext cx="3661800" cy="1277100"/>
          </a:xfrm>
          <a:prstGeom prst="rect">
            <a:avLst/>
          </a:prstGeom>
        </p:spPr>
        <p:txBody>
          <a:bodyPr spcFirstLastPara="1" wrap="square" lIns="91425" tIns="91425" rIns="91425" bIns="91425" anchor="ctr" anchorCtr="0">
            <a:noAutofit/>
          </a:bodyPr>
          <a:lstStyle>
            <a:lvl1pPr lvl="0" algn="ctr">
              <a:spcBef>
                <a:spcPts val="0"/>
              </a:spcBef>
              <a:spcAft>
                <a:spcPts val="0"/>
              </a:spcAft>
              <a:buSzPts val="3600"/>
              <a:buNone/>
              <a:defRPr sz="40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a:endParaRPr/>
          </a:p>
        </p:txBody>
      </p:sp>
      <p:sp>
        <p:nvSpPr>
          <p:cNvPr id="26" name="Google Shape;26;p3"/>
          <p:cNvSpPr txBox="1">
            <a:spLocks noGrp="1"/>
          </p:cNvSpPr>
          <p:nvPr>
            <p:ph type="title" idx="2" hasCustomPrompt="1"/>
          </p:nvPr>
        </p:nvSpPr>
        <p:spPr>
          <a:xfrm>
            <a:off x="2862275" y="935550"/>
            <a:ext cx="3419400" cy="9414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6000"/>
              <a:buNone/>
              <a:defRPr sz="8000">
                <a:solidFill>
                  <a:schemeClr val="accent1"/>
                </a:solidFill>
              </a:defRPr>
            </a:lvl1pPr>
            <a:lvl2pPr lvl="1" algn="ctr" rtl="0">
              <a:spcBef>
                <a:spcPts val="0"/>
              </a:spcBef>
              <a:spcAft>
                <a:spcPts val="0"/>
              </a:spcAft>
              <a:buSzPts val="6000"/>
              <a:buNone/>
              <a:defRPr sz="6000"/>
            </a:lvl2pPr>
            <a:lvl3pPr lvl="2" algn="ctr" rtl="0">
              <a:spcBef>
                <a:spcPts val="0"/>
              </a:spcBef>
              <a:spcAft>
                <a:spcPts val="0"/>
              </a:spcAft>
              <a:buSzPts val="6000"/>
              <a:buNone/>
              <a:defRPr sz="6000"/>
            </a:lvl3pPr>
            <a:lvl4pPr lvl="3" algn="ctr" rtl="0">
              <a:spcBef>
                <a:spcPts val="0"/>
              </a:spcBef>
              <a:spcAft>
                <a:spcPts val="0"/>
              </a:spcAft>
              <a:buSzPts val="6000"/>
              <a:buNone/>
              <a:defRPr sz="6000"/>
            </a:lvl4pPr>
            <a:lvl5pPr lvl="4" algn="ctr" rtl="0">
              <a:spcBef>
                <a:spcPts val="0"/>
              </a:spcBef>
              <a:spcAft>
                <a:spcPts val="0"/>
              </a:spcAft>
              <a:buSzPts val="6000"/>
              <a:buNone/>
              <a:defRPr sz="6000"/>
            </a:lvl5pPr>
            <a:lvl6pPr lvl="5" algn="ctr" rtl="0">
              <a:spcBef>
                <a:spcPts val="0"/>
              </a:spcBef>
              <a:spcAft>
                <a:spcPts val="0"/>
              </a:spcAft>
              <a:buSzPts val="6000"/>
              <a:buNone/>
              <a:defRPr sz="6000"/>
            </a:lvl6pPr>
            <a:lvl7pPr lvl="6" algn="ctr" rtl="0">
              <a:spcBef>
                <a:spcPts val="0"/>
              </a:spcBef>
              <a:spcAft>
                <a:spcPts val="0"/>
              </a:spcAft>
              <a:buSzPts val="6000"/>
              <a:buNone/>
              <a:defRPr sz="6000"/>
            </a:lvl7pPr>
            <a:lvl8pPr lvl="7" algn="ctr" rtl="0">
              <a:spcBef>
                <a:spcPts val="0"/>
              </a:spcBef>
              <a:spcAft>
                <a:spcPts val="0"/>
              </a:spcAft>
              <a:buSzPts val="6000"/>
              <a:buNone/>
              <a:defRPr sz="6000"/>
            </a:lvl8pPr>
            <a:lvl9pPr lvl="8" algn="ctr" rtl="0">
              <a:spcBef>
                <a:spcPts val="0"/>
              </a:spcBef>
              <a:spcAft>
                <a:spcPts val="0"/>
              </a:spcAft>
              <a:buSzPts val="6000"/>
              <a:buNone/>
              <a:defRPr sz="6000"/>
            </a:lvl9pPr>
          </a:lstStyle>
          <a:p>
            <a:r>
              <a:t>xx%</a:t>
            </a:r>
          </a:p>
        </p:txBody>
      </p:sp>
      <p:sp>
        <p:nvSpPr>
          <p:cNvPr id="27" name="Google Shape;27;p3"/>
          <p:cNvSpPr txBox="1">
            <a:spLocks noGrp="1"/>
          </p:cNvSpPr>
          <p:nvPr>
            <p:ph type="subTitle" idx="1"/>
          </p:nvPr>
        </p:nvSpPr>
        <p:spPr>
          <a:xfrm>
            <a:off x="2741075" y="3286675"/>
            <a:ext cx="3661800" cy="7134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SzPts val="1400"/>
              <a:buNone/>
              <a:defRPr sz="18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grpSp>
        <p:nvGrpSpPr>
          <p:cNvPr id="28" name="Google Shape;28;p3"/>
          <p:cNvGrpSpPr/>
          <p:nvPr/>
        </p:nvGrpSpPr>
        <p:grpSpPr>
          <a:xfrm>
            <a:off x="715100" y="398188"/>
            <a:ext cx="8297825" cy="4207063"/>
            <a:chOff x="715100" y="398188"/>
            <a:chExt cx="8297825" cy="4207063"/>
          </a:xfrm>
        </p:grpSpPr>
        <p:sp>
          <p:nvSpPr>
            <p:cNvPr id="29" name="Google Shape;29;p3"/>
            <p:cNvSpPr/>
            <p:nvPr/>
          </p:nvSpPr>
          <p:spPr>
            <a:xfrm>
              <a:off x="6281675" y="1157520"/>
              <a:ext cx="206400" cy="2586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 name="Google Shape;30;p3"/>
            <p:cNvSpPr/>
            <p:nvPr/>
          </p:nvSpPr>
          <p:spPr>
            <a:xfrm>
              <a:off x="3330000" y="851350"/>
              <a:ext cx="206400" cy="2586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 name="Google Shape;31;p3"/>
            <p:cNvSpPr/>
            <p:nvPr/>
          </p:nvSpPr>
          <p:spPr>
            <a:xfrm>
              <a:off x="715100" y="2754570"/>
              <a:ext cx="206400" cy="2586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 name="Google Shape;32;p3"/>
            <p:cNvSpPr/>
            <p:nvPr/>
          </p:nvSpPr>
          <p:spPr>
            <a:xfrm>
              <a:off x="2926575" y="1218413"/>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 name="Google Shape;33;p3"/>
            <p:cNvSpPr/>
            <p:nvPr/>
          </p:nvSpPr>
          <p:spPr>
            <a:xfrm>
              <a:off x="8903725" y="2617775"/>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 name="Google Shape;34;p3"/>
            <p:cNvSpPr/>
            <p:nvPr/>
          </p:nvSpPr>
          <p:spPr>
            <a:xfrm>
              <a:off x="3220800" y="4095500"/>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 name="Google Shape;35;p3"/>
            <p:cNvSpPr/>
            <p:nvPr/>
          </p:nvSpPr>
          <p:spPr>
            <a:xfrm>
              <a:off x="5273050" y="4262950"/>
              <a:ext cx="273300" cy="3423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 name="Google Shape;36;p3"/>
            <p:cNvSpPr/>
            <p:nvPr/>
          </p:nvSpPr>
          <p:spPr>
            <a:xfrm>
              <a:off x="8220250" y="674625"/>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 name="Google Shape;37;p3"/>
            <p:cNvSpPr/>
            <p:nvPr/>
          </p:nvSpPr>
          <p:spPr>
            <a:xfrm>
              <a:off x="1212075" y="398188"/>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38"/>
        <p:cNvGrpSpPr/>
        <p:nvPr/>
      </p:nvGrpSpPr>
      <p:grpSpPr>
        <a:xfrm>
          <a:off x="0" y="0"/>
          <a:ext cx="0" cy="0"/>
          <a:chOff x="0" y="0"/>
          <a:chExt cx="0" cy="0"/>
        </a:xfrm>
      </p:grpSpPr>
      <p:pic>
        <p:nvPicPr>
          <p:cNvPr id="39" name="Google Shape;39;p4"/>
          <p:cNvPicPr preferRelativeResize="0"/>
          <p:nvPr/>
        </p:nvPicPr>
        <p:blipFill>
          <a:blip r:embed="rId2">
            <a:alphaModFix/>
          </a:blip>
          <a:stretch>
            <a:fillRect/>
          </a:stretch>
        </p:blipFill>
        <p:spPr>
          <a:xfrm>
            <a:off x="-60451" y="-43225"/>
            <a:ext cx="9264902" cy="5229951"/>
          </a:xfrm>
          <a:prstGeom prst="rect">
            <a:avLst/>
          </a:prstGeom>
          <a:noFill/>
          <a:ln>
            <a:noFill/>
          </a:ln>
        </p:spPr>
      </p:pic>
      <p:sp>
        <p:nvSpPr>
          <p:cNvPr id="40" name="Google Shape;40;p4"/>
          <p:cNvSpPr txBox="1">
            <a:spLocks noGrp="1"/>
          </p:cNvSpPr>
          <p:nvPr>
            <p:ph type="body" idx="1"/>
          </p:nvPr>
        </p:nvSpPr>
        <p:spPr>
          <a:xfrm>
            <a:off x="720000" y="1321700"/>
            <a:ext cx="7704000" cy="3286800"/>
          </a:xfrm>
          <a:prstGeom prst="rect">
            <a:avLst/>
          </a:prstGeom>
        </p:spPr>
        <p:txBody>
          <a:bodyPr spcFirstLastPara="1" wrap="square" lIns="91425" tIns="91425" rIns="91425" bIns="91425" anchor="t" anchorCtr="0">
            <a:noAutofit/>
          </a:bodyPr>
          <a:lstStyle>
            <a:lvl1pPr marL="457200" lvl="0" indent="-304800" rtl="0">
              <a:lnSpc>
                <a:spcPct val="100000"/>
              </a:lnSpc>
              <a:spcBef>
                <a:spcPts val="0"/>
              </a:spcBef>
              <a:spcAft>
                <a:spcPts val="0"/>
              </a:spcAft>
              <a:buClr>
                <a:schemeClr val="accent1"/>
              </a:buClr>
              <a:buSzPts val="1200"/>
              <a:buAutoNum type="arabicPeriod"/>
              <a:defRPr sz="1200"/>
            </a:lvl1pPr>
            <a:lvl2pPr marL="914400" lvl="1" indent="-317500" rtl="0">
              <a:lnSpc>
                <a:spcPct val="115000"/>
              </a:lnSpc>
              <a:spcBef>
                <a:spcPts val="0"/>
              </a:spcBef>
              <a:spcAft>
                <a:spcPts val="0"/>
              </a:spcAft>
              <a:buSzPts val="1400"/>
              <a:buAutoNum type="alphaLcPeriod"/>
              <a:defRPr/>
            </a:lvl2pPr>
            <a:lvl3pPr marL="1371600" lvl="2" indent="-317500" rtl="0">
              <a:lnSpc>
                <a:spcPct val="115000"/>
              </a:lnSpc>
              <a:spcBef>
                <a:spcPts val="0"/>
              </a:spcBef>
              <a:spcAft>
                <a:spcPts val="0"/>
              </a:spcAft>
              <a:buSzPts val="1400"/>
              <a:buAutoNum type="romanLcPeriod"/>
              <a:defRPr/>
            </a:lvl3pPr>
            <a:lvl4pPr marL="1828800" lvl="3" indent="-317500" rtl="0">
              <a:lnSpc>
                <a:spcPct val="115000"/>
              </a:lnSpc>
              <a:spcBef>
                <a:spcPts val="0"/>
              </a:spcBef>
              <a:spcAft>
                <a:spcPts val="0"/>
              </a:spcAft>
              <a:buSzPts val="1400"/>
              <a:buAutoNum type="arabicPeriod"/>
              <a:defRPr/>
            </a:lvl4pPr>
            <a:lvl5pPr marL="2286000" lvl="4" indent="-317500" rtl="0">
              <a:lnSpc>
                <a:spcPct val="115000"/>
              </a:lnSpc>
              <a:spcBef>
                <a:spcPts val="0"/>
              </a:spcBef>
              <a:spcAft>
                <a:spcPts val="0"/>
              </a:spcAft>
              <a:buSzPts val="1400"/>
              <a:buAutoNum type="alphaLcPeriod"/>
              <a:defRPr/>
            </a:lvl5pPr>
            <a:lvl6pPr marL="2743200" lvl="5" indent="-317500" rtl="0">
              <a:lnSpc>
                <a:spcPct val="115000"/>
              </a:lnSpc>
              <a:spcBef>
                <a:spcPts val="0"/>
              </a:spcBef>
              <a:spcAft>
                <a:spcPts val="0"/>
              </a:spcAft>
              <a:buSzPts val="1400"/>
              <a:buAutoNum type="romanLcPeriod"/>
              <a:defRPr/>
            </a:lvl6pPr>
            <a:lvl7pPr marL="3200400" lvl="6" indent="-317500" rtl="0">
              <a:lnSpc>
                <a:spcPct val="115000"/>
              </a:lnSpc>
              <a:spcBef>
                <a:spcPts val="0"/>
              </a:spcBef>
              <a:spcAft>
                <a:spcPts val="0"/>
              </a:spcAft>
              <a:buSzPts val="1400"/>
              <a:buAutoNum type="arabicPeriod"/>
              <a:defRPr/>
            </a:lvl7pPr>
            <a:lvl8pPr marL="3657600" lvl="7" indent="-317500" rtl="0">
              <a:lnSpc>
                <a:spcPct val="115000"/>
              </a:lnSpc>
              <a:spcBef>
                <a:spcPts val="0"/>
              </a:spcBef>
              <a:spcAft>
                <a:spcPts val="0"/>
              </a:spcAft>
              <a:buSzPts val="1400"/>
              <a:buAutoNum type="alphaLcPeriod"/>
              <a:defRPr/>
            </a:lvl8pPr>
            <a:lvl9pPr marL="4114800" lvl="8" indent="-317500" rtl="0">
              <a:lnSpc>
                <a:spcPct val="115000"/>
              </a:lnSpc>
              <a:spcBef>
                <a:spcPts val="0"/>
              </a:spcBef>
              <a:spcAft>
                <a:spcPts val="0"/>
              </a:spcAft>
              <a:buSzPts val="1400"/>
              <a:buAutoNum type="romanLcPeriod"/>
              <a:defRPr/>
            </a:lvl9pPr>
          </a:lstStyle>
          <a:p>
            <a:endParaRPr/>
          </a:p>
        </p:txBody>
      </p:sp>
      <p:sp>
        <p:nvSpPr>
          <p:cNvPr id="41" name="Google Shape;41;p4"/>
          <p:cNvSpPr txBox="1">
            <a:spLocks noGrp="1"/>
          </p:cNvSpPr>
          <p:nvPr>
            <p:ph type="title"/>
          </p:nvPr>
        </p:nvSpPr>
        <p:spPr>
          <a:xfrm>
            <a:off x="720000" y="532925"/>
            <a:ext cx="7704000" cy="4407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3500"/>
              <a:buNone/>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a:endParaRPr/>
          </a:p>
        </p:txBody>
      </p:sp>
      <p:grpSp>
        <p:nvGrpSpPr>
          <p:cNvPr id="42" name="Google Shape;42;p4"/>
          <p:cNvGrpSpPr/>
          <p:nvPr/>
        </p:nvGrpSpPr>
        <p:grpSpPr>
          <a:xfrm>
            <a:off x="605925" y="177125"/>
            <a:ext cx="8045050" cy="4499775"/>
            <a:chOff x="605925" y="177125"/>
            <a:chExt cx="8045050" cy="4499775"/>
          </a:xfrm>
        </p:grpSpPr>
        <p:sp>
          <p:nvSpPr>
            <p:cNvPr id="43" name="Google Shape;43;p4"/>
            <p:cNvSpPr/>
            <p:nvPr/>
          </p:nvSpPr>
          <p:spPr>
            <a:xfrm>
              <a:off x="8200475" y="629575"/>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 name="Google Shape;44;p4"/>
            <p:cNvSpPr/>
            <p:nvPr/>
          </p:nvSpPr>
          <p:spPr>
            <a:xfrm>
              <a:off x="3181500" y="177125"/>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 name="Google Shape;45;p4"/>
            <p:cNvSpPr/>
            <p:nvPr/>
          </p:nvSpPr>
          <p:spPr>
            <a:xfrm>
              <a:off x="761500" y="606783"/>
              <a:ext cx="206400" cy="2586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 name="Google Shape;46;p4"/>
            <p:cNvSpPr/>
            <p:nvPr/>
          </p:nvSpPr>
          <p:spPr>
            <a:xfrm>
              <a:off x="605925" y="2810625"/>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 name="Google Shape;47;p4"/>
            <p:cNvSpPr/>
            <p:nvPr/>
          </p:nvSpPr>
          <p:spPr>
            <a:xfrm>
              <a:off x="7723125" y="2552225"/>
              <a:ext cx="206400" cy="2583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 name="Google Shape;48;p4"/>
            <p:cNvSpPr/>
            <p:nvPr/>
          </p:nvSpPr>
          <p:spPr>
            <a:xfrm>
              <a:off x="8541775" y="4262950"/>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 name="Google Shape;49;p4"/>
            <p:cNvSpPr/>
            <p:nvPr/>
          </p:nvSpPr>
          <p:spPr>
            <a:xfrm>
              <a:off x="2772350" y="4540100"/>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50"/>
        <p:cNvGrpSpPr/>
        <p:nvPr/>
      </p:nvGrpSpPr>
      <p:grpSpPr>
        <a:xfrm>
          <a:off x="0" y="0"/>
          <a:ext cx="0" cy="0"/>
          <a:chOff x="0" y="0"/>
          <a:chExt cx="0" cy="0"/>
        </a:xfrm>
      </p:grpSpPr>
      <p:pic>
        <p:nvPicPr>
          <p:cNvPr id="51" name="Google Shape;51;p5"/>
          <p:cNvPicPr preferRelativeResize="0"/>
          <p:nvPr/>
        </p:nvPicPr>
        <p:blipFill>
          <a:blip r:embed="rId2">
            <a:alphaModFix/>
          </a:blip>
          <a:stretch>
            <a:fillRect/>
          </a:stretch>
        </p:blipFill>
        <p:spPr>
          <a:xfrm>
            <a:off x="-115387" y="-63313"/>
            <a:ext cx="9374774" cy="5270125"/>
          </a:xfrm>
          <a:prstGeom prst="rect">
            <a:avLst/>
          </a:prstGeom>
          <a:noFill/>
          <a:ln>
            <a:noFill/>
          </a:ln>
        </p:spPr>
      </p:pic>
      <p:sp>
        <p:nvSpPr>
          <p:cNvPr id="52" name="Google Shape;52;p5"/>
          <p:cNvSpPr txBox="1">
            <a:spLocks noGrp="1"/>
          </p:cNvSpPr>
          <p:nvPr>
            <p:ph type="subTitle" idx="1"/>
          </p:nvPr>
        </p:nvSpPr>
        <p:spPr>
          <a:xfrm>
            <a:off x="1647050" y="2658820"/>
            <a:ext cx="2742000" cy="713400"/>
          </a:xfrm>
          <a:prstGeom prst="rect">
            <a:avLst/>
          </a:prstGeom>
          <a:effectLst>
            <a:outerShdw blurRad="42863" dist="47625" dir="3000000" algn="bl" rotWithShape="0">
              <a:srgbClr val="000000">
                <a:alpha val="20000"/>
              </a:srgbClr>
            </a:outerShdw>
          </a:effectLst>
        </p:spPr>
        <p:txBody>
          <a:bodyPr spcFirstLastPara="1" wrap="square" lIns="91425" tIns="91425" rIns="91425" bIns="91425" anchor="ctr" anchorCtr="0">
            <a:noAutofit/>
          </a:bodyPr>
          <a:lstStyle>
            <a:lvl1pPr lvl="0" algn="ctr">
              <a:lnSpc>
                <a:spcPct val="100000"/>
              </a:lnSpc>
              <a:spcBef>
                <a:spcPts val="0"/>
              </a:spcBef>
              <a:spcAft>
                <a:spcPts val="0"/>
              </a:spcAft>
              <a:buSzPts val="2000"/>
              <a:buFont typeface="Righteous"/>
              <a:buNone/>
              <a:defRPr sz="2500">
                <a:latin typeface="Righteous"/>
                <a:ea typeface="Righteous"/>
                <a:cs typeface="Righteous"/>
                <a:sym typeface="Righteous"/>
              </a:defRPr>
            </a:lvl1pPr>
            <a:lvl2pPr lvl="1" algn="ctr">
              <a:lnSpc>
                <a:spcPct val="100000"/>
              </a:lnSpc>
              <a:spcBef>
                <a:spcPts val="0"/>
              </a:spcBef>
              <a:spcAft>
                <a:spcPts val="0"/>
              </a:spcAft>
              <a:buSzPts val="2000"/>
              <a:buFont typeface="Righteous"/>
              <a:buNone/>
              <a:defRPr sz="2000">
                <a:latin typeface="Righteous"/>
                <a:ea typeface="Righteous"/>
                <a:cs typeface="Righteous"/>
                <a:sym typeface="Righteous"/>
              </a:defRPr>
            </a:lvl2pPr>
            <a:lvl3pPr lvl="2" algn="ctr">
              <a:lnSpc>
                <a:spcPct val="100000"/>
              </a:lnSpc>
              <a:spcBef>
                <a:spcPts val="0"/>
              </a:spcBef>
              <a:spcAft>
                <a:spcPts val="0"/>
              </a:spcAft>
              <a:buSzPts val="2000"/>
              <a:buFont typeface="Righteous"/>
              <a:buNone/>
              <a:defRPr sz="2000">
                <a:latin typeface="Righteous"/>
                <a:ea typeface="Righteous"/>
                <a:cs typeface="Righteous"/>
                <a:sym typeface="Righteous"/>
              </a:defRPr>
            </a:lvl3pPr>
            <a:lvl4pPr lvl="3" algn="ctr">
              <a:lnSpc>
                <a:spcPct val="100000"/>
              </a:lnSpc>
              <a:spcBef>
                <a:spcPts val="0"/>
              </a:spcBef>
              <a:spcAft>
                <a:spcPts val="0"/>
              </a:spcAft>
              <a:buSzPts val="2000"/>
              <a:buFont typeface="Righteous"/>
              <a:buNone/>
              <a:defRPr sz="2000">
                <a:latin typeface="Righteous"/>
                <a:ea typeface="Righteous"/>
                <a:cs typeface="Righteous"/>
                <a:sym typeface="Righteous"/>
              </a:defRPr>
            </a:lvl4pPr>
            <a:lvl5pPr lvl="4" algn="ctr">
              <a:lnSpc>
                <a:spcPct val="100000"/>
              </a:lnSpc>
              <a:spcBef>
                <a:spcPts val="0"/>
              </a:spcBef>
              <a:spcAft>
                <a:spcPts val="0"/>
              </a:spcAft>
              <a:buSzPts val="2000"/>
              <a:buFont typeface="Righteous"/>
              <a:buNone/>
              <a:defRPr sz="2000">
                <a:latin typeface="Righteous"/>
                <a:ea typeface="Righteous"/>
                <a:cs typeface="Righteous"/>
                <a:sym typeface="Righteous"/>
              </a:defRPr>
            </a:lvl5pPr>
            <a:lvl6pPr lvl="5" algn="ctr">
              <a:lnSpc>
                <a:spcPct val="100000"/>
              </a:lnSpc>
              <a:spcBef>
                <a:spcPts val="0"/>
              </a:spcBef>
              <a:spcAft>
                <a:spcPts val="0"/>
              </a:spcAft>
              <a:buSzPts val="2000"/>
              <a:buFont typeface="Righteous"/>
              <a:buNone/>
              <a:defRPr sz="2000">
                <a:latin typeface="Righteous"/>
                <a:ea typeface="Righteous"/>
                <a:cs typeface="Righteous"/>
                <a:sym typeface="Righteous"/>
              </a:defRPr>
            </a:lvl6pPr>
            <a:lvl7pPr lvl="6" algn="ctr">
              <a:lnSpc>
                <a:spcPct val="100000"/>
              </a:lnSpc>
              <a:spcBef>
                <a:spcPts val="0"/>
              </a:spcBef>
              <a:spcAft>
                <a:spcPts val="0"/>
              </a:spcAft>
              <a:buSzPts val="2000"/>
              <a:buFont typeface="Righteous"/>
              <a:buNone/>
              <a:defRPr sz="2000">
                <a:latin typeface="Righteous"/>
                <a:ea typeface="Righteous"/>
                <a:cs typeface="Righteous"/>
                <a:sym typeface="Righteous"/>
              </a:defRPr>
            </a:lvl7pPr>
            <a:lvl8pPr lvl="7" algn="ctr">
              <a:lnSpc>
                <a:spcPct val="100000"/>
              </a:lnSpc>
              <a:spcBef>
                <a:spcPts val="0"/>
              </a:spcBef>
              <a:spcAft>
                <a:spcPts val="0"/>
              </a:spcAft>
              <a:buSzPts val="2000"/>
              <a:buFont typeface="Righteous"/>
              <a:buNone/>
              <a:defRPr sz="2000">
                <a:latin typeface="Righteous"/>
                <a:ea typeface="Righteous"/>
                <a:cs typeface="Righteous"/>
                <a:sym typeface="Righteous"/>
              </a:defRPr>
            </a:lvl8pPr>
            <a:lvl9pPr lvl="8" algn="ctr">
              <a:lnSpc>
                <a:spcPct val="100000"/>
              </a:lnSpc>
              <a:spcBef>
                <a:spcPts val="0"/>
              </a:spcBef>
              <a:spcAft>
                <a:spcPts val="0"/>
              </a:spcAft>
              <a:buSzPts val="2000"/>
              <a:buFont typeface="Righteous"/>
              <a:buNone/>
              <a:defRPr sz="2000">
                <a:latin typeface="Righteous"/>
                <a:ea typeface="Righteous"/>
                <a:cs typeface="Righteous"/>
                <a:sym typeface="Righteous"/>
              </a:defRPr>
            </a:lvl9pPr>
          </a:lstStyle>
          <a:p>
            <a:endParaRPr/>
          </a:p>
        </p:txBody>
      </p:sp>
      <p:sp>
        <p:nvSpPr>
          <p:cNvPr id="53" name="Google Shape;53;p5"/>
          <p:cNvSpPr txBox="1">
            <a:spLocks noGrp="1"/>
          </p:cNvSpPr>
          <p:nvPr>
            <p:ph type="subTitle" idx="2"/>
          </p:nvPr>
        </p:nvSpPr>
        <p:spPr>
          <a:xfrm>
            <a:off x="4753753" y="2658820"/>
            <a:ext cx="2743200" cy="713400"/>
          </a:xfrm>
          <a:prstGeom prst="rect">
            <a:avLst/>
          </a:prstGeom>
          <a:effectLst>
            <a:outerShdw blurRad="42863" dist="47625" dir="3000000" algn="bl" rotWithShape="0">
              <a:srgbClr val="000000">
                <a:alpha val="20000"/>
              </a:srgbClr>
            </a:outerShdw>
          </a:effectLst>
        </p:spPr>
        <p:txBody>
          <a:bodyPr spcFirstLastPara="1" wrap="square" lIns="91425" tIns="91425" rIns="91425" bIns="91425" anchor="ctr" anchorCtr="0">
            <a:noAutofit/>
          </a:bodyPr>
          <a:lstStyle>
            <a:lvl1pPr lvl="0" algn="ctr" rtl="0">
              <a:lnSpc>
                <a:spcPct val="100000"/>
              </a:lnSpc>
              <a:spcBef>
                <a:spcPts val="0"/>
              </a:spcBef>
              <a:spcAft>
                <a:spcPts val="0"/>
              </a:spcAft>
              <a:buSzPts val="2000"/>
              <a:buFont typeface="Righteous"/>
              <a:buNone/>
              <a:defRPr sz="2500">
                <a:latin typeface="Righteous"/>
                <a:ea typeface="Righteous"/>
                <a:cs typeface="Righteous"/>
                <a:sym typeface="Righteous"/>
              </a:defRPr>
            </a:lvl1pPr>
            <a:lvl2pPr lvl="1" algn="ctr" rtl="0">
              <a:lnSpc>
                <a:spcPct val="100000"/>
              </a:lnSpc>
              <a:spcBef>
                <a:spcPts val="0"/>
              </a:spcBef>
              <a:spcAft>
                <a:spcPts val="0"/>
              </a:spcAft>
              <a:buSzPts val="2000"/>
              <a:buFont typeface="Righteous"/>
              <a:buNone/>
              <a:defRPr sz="2000">
                <a:latin typeface="Righteous"/>
                <a:ea typeface="Righteous"/>
                <a:cs typeface="Righteous"/>
                <a:sym typeface="Righteous"/>
              </a:defRPr>
            </a:lvl2pPr>
            <a:lvl3pPr lvl="2" algn="ctr" rtl="0">
              <a:lnSpc>
                <a:spcPct val="100000"/>
              </a:lnSpc>
              <a:spcBef>
                <a:spcPts val="0"/>
              </a:spcBef>
              <a:spcAft>
                <a:spcPts val="0"/>
              </a:spcAft>
              <a:buSzPts val="2000"/>
              <a:buFont typeface="Righteous"/>
              <a:buNone/>
              <a:defRPr sz="2000">
                <a:latin typeface="Righteous"/>
                <a:ea typeface="Righteous"/>
                <a:cs typeface="Righteous"/>
                <a:sym typeface="Righteous"/>
              </a:defRPr>
            </a:lvl3pPr>
            <a:lvl4pPr lvl="3" algn="ctr" rtl="0">
              <a:lnSpc>
                <a:spcPct val="100000"/>
              </a:lnSpc>
              <a:spcBef>
                <a:spcPts val="0"/>
              </a:spcBef>
              <a:spcAft>
                <a:spcPts val="0"/>
              </a:spcAft>
              <a:buSzPts val="2000"/>
              <a:buFont typeface="Righteous"/>
              <a:buNone/>
              <a:defRPr sz="2000">
                <a:latin typeface="Righteous"/>
                <a:ea typeface="Righteous"/>
                <a:cs typeface="Righteous"/>
                <a:sym typeface="Righteous"/>
              </a:defRPr>
            </a:lvl4pPr>
            <a:lvl5pPr lvl="4" algn="ctr" rtl="0">
              <a:lnSpc>
                <a:spcPct val="100000"/>
              </a:lnSpc>
              <a:spcBef>
                <a:spcPts val="0"/>
              </a:spcBef>
              <a:spcAft>
                <a:spcPts val="0"/>
              </a:spcAft>
              <a:buSzPts val="2000"/>
              <a:buFont typeface="Righteous"/>
              <a:buNone/>
              <a:defRPr sz="2000">
                <a:latin typeface="Righteous"/>
                <a:ea typeface="Righteous"/>
                <a:cs typeface="Righteous"/>
                <a:sym typeface="Righteous"/>
              </a:defRPr>
            </a:lvl5pPr>
            <a:lvl6pPr lvl="5" algn="ctr" rtl="0">
              <a:lnSpc>
                <a:spcPct val="100000"/>
              </a:lnSpc>
              <a:spcBef>
                <a:spcPts val="0"/>
              </a:spcBef>
              <a:spcAft>
                <a:spcPts val="0"/>
              </a:spcAft>
              <a:buSzPts val="2000"/>
              <a:buFont typeface="Righteous"/>
              <a:buNone/>
              <a:defRPr sz="2000">
                <a:latin typeface="Righteous"/>
                <a:ea typeface="Righteous"/>
                <a:cs typeface="Righteous"/>
                <a:sym typeface="Righteous"/>
              </a:defRPr>
            </a:lvl6pPr>
            <a:lvl7pPr lvl="6" algn="ctr" rtl="0">
              <a:lnSpc>
                <a:spcPct val="100000"/>
              </a:lnSpc>
              <a:spcBef>
                <a:spcPts val="0"/>
              </a:spcBef>
              <a:spcAft>
                <a:spcPts val="0"/>
              </a:spcAft>
              <a:buSzPts val="2000"/>
              <a:buFont typeface="Righteous"/>
              <a:buNone/>
              <a:defRPr sz="2000">
                <a:latin typeface="Righteous"/>
                <a:ea typeface="Righteous"/>
                <a:cs typeface="Righteous"/>
                <a:sym typeface="Righteous"/>
              </a:defRPr>
            </a:lvl7pPr>
            <a:lvl8pPr lvl="7" algn="ctr" rtl="0">
              <a:lnSpc>
                <a:spcPct val="100000"/>
              </a:lnSpc>
              <a:spcBef>
                <a:spcPts val="0"/>
              </a:spcBef>
              <a:spcAft>
                <a:spcPts val="0"/>
              </a:spcAft>
              <a:buSzPts val="2000"/>
              <a:buFont typeface="Righteous"/>
              <a:buNone/>
              <a:defRPr sz="2000">
                <a:latin typeface="Righteous"/>
                <a:ea typeface="Righteous"/>
                <a:cs typeface="Righteous"/>
                <a:sym typeface="Righteous"/>
              </a:defRPr>
            </a:lvl8pPr>
            <a:lvl9pPr lvl="8" algn="ctr" rtl="0">
              <a:lnSpc>
                <a:spcPct val="100000"/>
              </a:lnSpc>
              <a:spcBef>
                <a:spcPts val="0"/>
              </a:spcBef>
              <a:spcAft>
                <a:spcPts val="0"/>
              </a:spcAft>
              <a:buSzPts val="2000"/>
              <a:buFont typeface="Righteous"/>
              <a:buNone/>
              <a:defRPr sz="2000">
                <a:latin typeface="Righteous"/>
                <a:ea typeface="Righteous"/>
                <a:cs typeface="Righteous"/>
                <a:sym typeface="Righteous"/>
              </a:defRPr>
            </a:lvl9pPr>
          </a:lstStyle>
          <a:p>
            <a:endParaRPr/>
          </a:p>
        </p:txBody>
      </p:sp>
      <p:sp>
        <p:nvSpPr>
          <p:cNvPr id="54" name="Google Shape;54;p5"/>
          <p:cNvSpPr txBox="1">
            <a:spLocks noGrp="1"/>
          </p:cNvSpPr>
          <p:nvPr>
            <p:ph type="subTitle" idx="3"/>
          </p:nvPr>
        </p:nvSpPr>
        <p:spPr>
          <a:xfrm>
            <a:off x="1647050" y="3218200"/>
            <a:ext cx="2742000" cy="10884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SzPts val="1400"/>
              <a:buNone/>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55" name="Google Shape;55;p5"/>
          <p:cNvSpPr txBox="1">
            <a:spLocks noGrp="1"/>
          </p:cNvSpPr>
          <p:nvPr>
            <p:ph type="subTitle" idx="4"/>
          </p:nvPr>
        </p:nvSpPr>
        <p:spPr>
          <a:xfrm>
            <a:off x="4754353" y="3218200"/>
            <a:ext cx="2742000" cy="10884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SzPts val="1400"/>
              <a:buNone/>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56" name="Google Shape;56;p5"/>
          <p:cNvSpPr txBox="1">
            <a:spLocks noGrp="1"/>
          </p:cNvSpPr>
          <p:nvPr>
            <p:ph type="title"/>
          </p:nvPr>
        </p:nvSpPr>
        <p:spPr>
          <a:xfrm>
            <a:off x="720000" y="532925"/>
            <a:ext cx="7704000" cy="4407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3500"/>
              <a:buNone/>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a:endParaRPr/>
          </a:p>
        </p:txBody>
      </p:sp>
      <p:grpSp>
        <p:nvGrpSpPr>
          <p:cNvPr id="57" name="Google Shape;57;p5"/>
          <p:cNvGrpSpPr/>
          <p:nvPr/>
        </p:nvGrpSpPr>
        <p:grpSpPr>
          <a:xfrm>
            <a:off x="579500" y="883007"/>
            <a:ext cx="8127475" cy="3706160"/>
            <a:chOff x="579500" y="883007"/>
            <a:chExt cx="8127475" cy="3706160"/>
          </a:xfrm>
        </p:grpSpPr>
        <p:sp>
          <p:nvSpPr>
            <p:cNvPr id="58" name="Google Shape;58;p5"/>
            <p:cNvSpPr/>
            <p:nvPr/>
          </p:nvSpPr>
          <p:spPr>
            <a:xfrm>
              <a:off x="1537850" y="883007"/>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 name="Google Shape;59;p5"/>
            <p:cNvSpPr/>
            <p:nvPr/>
          </p:nvSpPr>
          <p:spPr>
            <a:xfrm>
              <a:off x="8540625" y="937600"/>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 name="Google Shape;60;p5"/>
            <p:cNvSpPr/>
            <p:nvPr/>
          </p:nvSpPr>
          <p:spPr>
            <a:xfrm>
              <a:off x="7679650" y="2452075"/>
              <a:ext cx="206400" cy="2586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 name="Google Shape;61;p5"/>
            <p:cNvSpPr/>
            <p:nvPr/>
          </p:nvSpPr>
          <p:spPr>
            <a:xfrm>
              <a:off x="8597775" y="3833200"/>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 name="Google Shape;62;p5"/>
            <p:cNvSpPr/>
            <p:nvPr/>
          </p:nvSpPr>
          <p:spPr>
            <a:xfrm>
              <a:off x="4477725" y="4306867"/>
              <a:ext cx="225300" cy="2823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 name="Google Shape;63;p5"/>
            <p:cNvSpPr/>
            <p:nvPr/>
          </p:nvSpPr>
          <p:spPr>
            <a:xfrm>
              <a:off x="1323500" y="2549282"/>
              <a:ext cx="206400" cy="2586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 name="Google Shape;64;p5"/>
            <p:cNvSpPr/>
            <p:nvPr/>
          </p:nvSpPr>
          <p:spPr>
            <a:xfrm>
              <a:off x="579500" y="1477000"/>
              <a:ext cx="292200" cy="3660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 name="Google Shape;65;p5"/>
            <p:cNvSpPr/>
            <p:nvPr/>
          </p:nvSpPr>
          <p:spPr>
            <a:xfrm>
              <a:off x="1032200" y="4306875"/>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66"/>
        <p:cNvGrpSpPr/>
        <p:nvPr/>
      </p:nvGrpSpPr>
      <p:grpSpPr>
        <a:xfrm>
          <a:off x="0" y="0"/>
          <a:ext cx="0" cy="0"/>
          <a:chOff x="0" y="0"/>
          <a:chExt cx="0" cy="0"/>
        </a:xfrm>
      </p:grpSpPr>
      <p:pic>
        <p:nvPicPr>
          <p:cNvPr id="67" name="Google Shape;67;p6"/>
          <p:cNvPicPr preferRelativeResize="0"/>
          <p:nvPr/>
        </p:nvPicPr>
        <p:blipFill>
          <a:blip r:embed="rId2">
            <a:alphaModFix/>
          </a:blip>
          <a:stretch>
            <a:fillRect/>
          </a:stretch>
        </p:blipFill>
        <p:spPr>
          <a:xfrm>
            <a:off x="-60662" y="-34126"/>
            <a:ext cx="9265325" cy="5211751"/>
          </a:xfrm>
          <a:prstGeom prst="rect">
            <a:avLst/>
          </a:prstGeom>
          <a:noFill/>
          <a:ln>
            <a:noFill/>
          </a:ln>
        </p:spPr>
      </p:pic>
      <p:sp>
        <p:nvSpPr>
          <p:cNvPr id="68" name="Google Shape;68;p6"/>
          <p:cNvSpPr txBox="1">
            <a:spLocks noGrp="1"/>
          </p:cNvSpPr>
          <p:nvPr>
            <p:ph type="title"/>
          </p:nvPr>
        </p:nvSpPr>
        <p:spPr>
          <a:xfrm>
            <a:off x="720000" y="532925"/>
            <a:ext cx="7704000" cy="4407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3500"/>
              <a:buNone/>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a:endParaRPr/>
          </a:p>
        </p:txBody>
      </p:sp>
      <p:grpSp>
        <p:nvGrpSpPr>
          <p:cNvPr id="69" name="Google Shape;69;p6"/>
          <p:cNvGrpSpPr/>
          <p:nvPr/>
        </p:nvGrpSpPr>
        <p:grpSpPr>
          <a:xfrm>
            <a:off x="433300" y="880932"/>
            <a:ext cx="8130275" cy="3954494"/>
            <a:chOff x="433300" y="880932"/>
            <a:chExt cx="8130275" cy="3954494"/>
          </a:xfrm>
        </p:grpSpPr>
        <p:sp>
          <p:nvSpPr>
            <p:cNvPr id="70" name="Google Shape;70;p6"/>
            <p:cNvSpPr/>
            <p:nvPr/>
          </p:nvSpPr>
          <p:spPr>
            <a:xfrm flipH="1">
              <a:off x="8454375" y="880932"/>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 name="Google Shape;71;p6"/>
            <p:cNvSpPr/>
            <p:nvPr/>
          </p:nvSpPr>
          <p:spPr>
            <a:xfrm flipH="1">
              <a:off x="7996050" y="1634900"/>
              <a:ext cx="237600" cy="2976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 name="Google Shape;72;p6"/>
            <p:cNvSpPr/>
            <p:nvPr/>
          </p:nvSpPr>
          <p:spPr>
            <a:xfrm flipH="1">
              <a:off x="8124450" y="3348050"/>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 name="Google Shape;73;p6"/>
            <p:cNvSpPr/>
            <p:nvPr/>
          </p:nvSpPr>
          <p:spPr>
            <a:xfrm flipH="1">
              <a:off x="5704350" y="4471700"/>
              <a:ext cx="183300" cy="2295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 name="Google Shape;74;p6"/>
            <p:cNvSpPr/>
            <p:nvPr/>
          </p:nvSpPr>
          <p:spPr>
            <a:xfrm flipH="1">
              <a:off x="1085825" y="1017725"/>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 name="Google Shape;75;p6"/>
            <p:cNvSpPr/>
            <p:nvPr/>
          </p:nvSpPr>
          <p:spPr>
            <a:xfrm flipH="1">
              <a:off x="433300" y="2410625"/>
              <a:ext cx="183300" cy="2295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 name="Google Shape;76;p6"/>
            <p:cNvSpPr/>
            <p:nvPr/>
          </p:nvSpPr>
          <p:spPr>
            <a:xfrm flipH="1">
              <a:off x="604375" y="4122875"/>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 name="Google Shape;77;p6"/>
            <p:cNvSpPr/>
            <p:nvPr/>
          </p:nvSpPr>
          <p:spPr>
            <a:xfrm flipH="1">
              <a:off x="3268275" y="4698627"/>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78"/>
        <p:cNvGrpSpPr/>
        <p:nvPr/>
      </p:nvGrpSpPr>
      <p:grpSpPr>
        <a:xfrm>
          <a:off x="0" y="0"/>
          <a:ext cx="0" cy="0"/>
          <a:chOff x="0" y="0"/>
          <a:chExt cx="0" cy="0"/>
        </a:xfrm>
      </p:grpSpPr>
      <p:pic>
        <p:nvPicPr>
          <p:cNvPr id="79" name="Google Shape;79;p7"/>
          <p:cNvPicPr preferRelativeResize="0"/>
          <p:nvPr/>
        </p:nvPicPr>
        <p:blipFill>
          <a:blip r:embed="rId2">
            <a:alphaModFix/>
          </a:blip>
          <a:stretch>
            <a:fillRect/>
          </a:stretch>
        </p:blipFill>
        <p:spPr>
          <a:xfrm>
            <a:off x="-74138" y="-41699"/>
            <a:ext cx="9292277" cy="5226899"/>
          </a:xfrm>
          <a:prstGeom prst="rect">
            <a:avLst/>
          </a:prstGeom>
          <a:noFill/>
          <a:ln>
            <a:noFill/>
          </a:ln>
        </p:spPr>
      </p:pic>
      <p:sp>
        <p:nvSpPr>
          <p:cNvPr id="80" name="Google Shape;80;p7"/>
          <p:cNvSpPr txBox="1">
            <a:spLocks noGrp="1"/>
          </p:cNvSpPr>
          <p:nvPr>
            <p:ph type="body" idx="1"/>
          </p:nvPr>
        </p:nvSpPr>
        <p:spPr>
          <a:xfrm>
            <a:off x="720000" y="1554150"/>
            <a:ext cx="4105200" cy="3054300"/>
          </a:xfrm>
          <a:prstGeom prst="rect">
            <a:avLst/>
          </a:prstGeom>
        </p:spPr>
        <p:txBody>
          <a:bodyPr spcFirstLastPara="1" wrap="square" lIns="91425" tIns="91425" rIns="91425" bIns="91425" anchor="t" anchorCtr="0">
            <a:noAutofit/>
          </a:bodyPr>
          <a:lstStyle>
            <a:lvl1pPr marL="457200" lvl="0" indent="-317500" rtl="0">
              <a:lnSpc>
                <a:spcPct val="100000"/>
              </a:lnSpc>
              <a:spcBef>
                <a:spcPts val="0"/>
              </a:spcBef>
              <a:spcAft>
                <a:spcPts val="0"/>
              </a:spcAft>
              <a:buClr>
                <a:schemeClr val="accent1"/>
              </a:buClr>
              <a:buSzPts val="1400"/>
              <a:buChar char="●"/>
              <a:defRPr sz="1400"/>
            </a:lvl1pPr>
            <a:lvl2pPr marL="914400" lvl="1" indent="-317500" rtl="0">
              <a:lnSpc>
                <a:spcPct val="115000"/>
              </a:lnSpc>
              <a:spcBef>
                <a:spcPts val="0"/>
              </a:spcBef>
              <a:spcAft>
                <a:spcPts val="0"/>
              </a:spcAft>
              <a:buSzPts val="1400"/>
              <a:buChar char="○"/>
              <a:defRPr/>
            </a:lvl2pPr>
            <a:lvl3pPr marL="1371600" lvl="2" indent="-317500" rtl="0">
              <a:lnSpc>
                <a:spcPct val="115000"/>
              </a:lnSpc>
              <a:spcBef>
                <a:spcPts val="0"/>
              </a:spcBef>
              <a:spcAft>
                <a:spcPts val="0"/>
              </a:spcAft>
              <a:buSzPts val="1400"/>
              <a:buChar char="■"/>
              <a:defRPr/>
            </a:lvl3pPr>
            <a:lvl4pPr marL="1828800" lvl="3" indent="-317500" rtl="0">
              <a:lnSpc>
                <a:spcPct val="115000"/>
              </a:lnSpc>
              <a:spcBef>
                <a:spcPts val="0"/>
              </a:spcBef>
              <a:spcAft>
                <a:spcPts val="0"/>
              </a:spcAft>
              <a:buSzPts val="1400"/>
              <a:buChar char="●"/>
              <a:defRPr/>
            </a:lvl4pPr>
            <a:lvl5pPr marL="2286000" lvl="4" indent="-317500" rtl="0">
              <a:lnSpc>
                <a:spcPct val="115000"/>
              </a:lnSpc>
              <a:spcBef>
                <a:spcPts val="0"/>
              </a:spcBef>
              <a:spcAft>
                <a:spcPts val="0"/>
              </a:spcAft>
              <a:buSzPts val="1400"/>
              <a:buChar char="○"/>
              <a:defRPr/>
            </a:lvl5pPr>
            <a:lvl6pPr marL="2743200" lvl="5" indent="-317500" rtl="0">
              <a:lnSpc>
                <a:spcPct val="115000"/>
              </a:lnSpc>
              <a:spcBef>
                <a:spcPts val="0"/>
              </a:spcBef>
              <a:spcAft>
                <a:spcPts val="0"/>
              </a:spcAft>
              <a:buSzPts val="1400"/>
              <a:buChar char="■"/>
              <a:defRPr/>
            </a:lvl6pPr>
            <a:lvl7pPr marL="3200400" lvl="6" indent="-317500" rtl="0">
              <a:lnSpc>
                <a:spcPct val="115000"/>
              </a:lnSpc>
              <a:spcBef>
                <a:spcPts val="0"/>
              </a:spcBef>
              <a:spcAft>
                <a:spcPts val="0"/>
              </a:spcAft>
              <a:buSzPts val="1400"/>
              <a:buChar char="●"/>
              <a:defRPr/>
            </a:lvl7pPr>
            <a:lvl8pPr marL="3657600" lvl="7" indent="-317500" rtl="0">
              <a:lnSpc>
                <a:spcPct val="115000"/>
              </a:lnSpc>
              <a:spcBef>
                <a:spcPts val="0"/>
              </a:spcBef>
              <a:spcAft>
                <a:spcPts val="0"/>
              </a:spcAft>
              <a:buSzPts val="1400"/>
              <a:buChar char="○"/>
              <a:defRPr/>
            </a:lvl8pPr>
            <a:lvl9pPr marL="4114800" lvl="8" indent="-317500" rtl="0">
              <a:lnSpc>
                <a:spcPct val="115000"/>
              </a:lnSpc>
              <a:spcBef>
                <a:spcPts val="0"/>
              </a:spcBef>
              <a:spcAft>
                <a:spcPts val="0"/>
              </a:spcAft>
              <a:buSzPts val="1400"/>
              <a:buChar char="■"/>
              <a:defRPr/>
            </a:lvl9pPr>
          </a:lstStyle>
          <a:p>
            <a:endParaRPr/>
          </a:p>
        </p:txBody>
      </p:sp>
      <p:sp>
        <p:nvSpPr>
          <p:cNvPr id="81" name="Google Shape;81;p7"/>
          <p:cNvSpPr txBox="1">
            <a:spLocks noGrp="1"/>
          </p:cNvSpPr>
          <p:nvPr>
            <p:ph type="title"/>
          </p:nvPr>
        </p:nvSpPr>
        <p:spPr>
          <a:xfrm>
            <a:off x="720000" y="532925"/>
            <a:ext cx="7704000" cy="4407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3500"/>
              <a:buNone/>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a:endParaRPr/>
          </a:p>
        </p:txBody>
      </p:sp>
      <p:grpSp>
        <p:nvGrpSpPr>
          <p:cNvPr id="82" name="Google Shape;82;p7"/>
          <p:cNvGrpSpPr/>
          <p:nvPr/>
        </p:nvGrpSpPr>
        <p:grpSpPr>
          <a:xfrm>
            <a:off x="529725" y="535000"/>
            <a:ext cx="8051575" cy="4237900"/>
            <a:chOff x="529725" y="535000"/>
            <a:chExt cx="8051575" cy="4237900"/>
          </a:xfrm>
        </p:grpSpPr>
        <p:sp>
          <p:nvSpPr>
            <p:cNvPr id="83" name="Google Shape;83;p7"/>
            <p:cNvSpPr/>
            <p:nvPr/>
          </p:nvSpPr>
          <p:spPr>
            <a:xfrm>
              <a:off x="2896425" y="4022150"/>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 name="Google Shape;84;p7"/>
            <p:cNvSpPr/>
            <p:nvPr/>
          </p:nvSpPr>
          <p:spPr>
            <a:xfrm>
              <a:off x="8378200" y="875892"/>
              <a:ext cx="203100" cy="2544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 name="Google Shape;85;p7"/>
            <p:cNvSpPr/>
            <p:nvPr/>
          </p:nvSpPr>
          <p:spPr>
            <a:xfrm>
              <a:off x="4741463" y="4045775"/>
              <a:ext cx="334800" cy="4194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 name="Google Shape;86;p7"/>
            <p:cNvSpPr/>
            <p:nvPr/>
          </p:nvSpPr>
          <p:spPr>
            <a:xfrm>
              <a:off x="8213925" y="2045525"/>
              <a:ext cx="109200" cy="136800"/>
            </a:xfrm>
            <a:prstGeom prst="star4">
              <a:avLst>
                <a:gd name="adj" fmla="val 12011"/>
              </a:avLst>
            </a:prstGeom>
            <a:solidFill>
              <a:schemeClr val="dk1"/>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 name="Google Shape;87;p7"/>
            <p:cNvSpPr/>
            <p:nvPr/>
          </p:nvSpPr>
          <p:spPr>
            <a:xfrm>
              <a:off x="5046275" y="1310025"/>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 name="Google Shape;88;p7"/>
            <p:cNvSpPr/>
            <p:nvPr/>
          </p:nvSpPr>
          <p:spPr>
            <a:xfrm>
              <a:off x="529725" y="2810625"/>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 name="Google Shape;89;p7"/>
            <p:cNvSpPr/>
            <p:nvPr/>
          </p:nvSpPr>
          <p:spPr>
            <a:xfrm>
              <a:off x="857675" y="4506350"/>
              <a:ext cx="162900" cy="2043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 name="Google Shape;90;p7"/>
            <p:cNvSpPr/>
            <p:nvPr/>
          </p:nvSpPr>
          <p:spPr>
            <a:xfrm>
              <a:off x="761775" y="535000"/>
              <a:ext cx="203100" cy="2544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 name="Google Shape;91;p7"/>
            <p:cNvSpPr/>
            <p:nvPr/>
          </p:nvSpPr>
          <p:spPr>
            <a:xfrm>
              <a:off x="8185100" y="4636100"/>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92"/>
        <p:cNvGrpSpPr/>
        <p:nvPr/>
      </p:nvGrpSpPr>
      <p:grpSpPr>
        <a:xfrm>
          <a:off x="0" y="0"/>
          <a:ext cx="0" cy="0"/>
          <a:chOff x="0" y="0"/>
          <a:chExt cx="0" cy="0"/>
        </a:xfrm>
      </p:grpSpPr>
      <p:pic>
        <p:nvPicPr>
          <p:cNvPr id="93" name="Google Shape;93;p8"/>
          <p:cNvPicPr preferRelativeResize="0"/>
          <p:nvPr/>
        </p:nvPicPr>
        <p:blipFill>
          <a:blip r:embed="rId2">
            <a:alphaModFix/>
          </a:blip>
          <a:stretch>
            <a:fillRect/>
          </a:stretch>
        </p:blipFill>
        <p:spPr>
          <a:xfrm>
            <a:off x="-66499" y="-60663"/>
            <a:ext cx="9276999" cy="5264826"/>
          </a:xfrm>
          <a:prstGeom prst="rect">
            <a:avLst/>
          </a:prstGeom>
          <a:noFill/>
          <a:ln>
            <a:noFill/>
          </a:ln>
        </p:spPr>
      </p:pic>
      <p:sp>
        <p:nvSpPr>
          <p:cNvPr id="94" name="Google Shape;94;p8"/>
          <p:cNvSpPr txBox="1">
            <a:spLocks noGrp="1"/>
          </p:cNvSpPr>
          <p:nvPr>
            <p:ph type="title"/>
          </p:nvPr>
        </p:nvSpPr>
        <p:spPr>
          <a:xfrm>
            <a:off x="995400" y="1003950"/>
            <a:ext cx="7153200" cy="3135600"/>
          </a:xfrm>
          <a:prstGeom prst="rect">
            <a:avLst/>
          </a:prstGeom>
        </p:spPr>
        <p:txBody>
          <a:bodyPr spcFirstLastPara="1" wrap="square" lIns="91425" tIns="91425" rIns="91425" bIns="91425" anchor="ctr" anchorCtr="0">
            <a:noAutofit/>
          </a:bodyPr>
          <a:lstStyle>
            <a:lvl1pPr lvl="0" algn="ctr">
              <a:spcBef>
                <a:spcPts val="0"/>
              </a:spcBef>
              <a:spcAft>
                <a:spcPts val="0"/>
              </a:spcAft>
              <a:buSzPts val="6000"/>
              <a:buNone/>
              <a:defRPr sz="8500">
                <a:solidFill>
                  <a:schemeClr val="lt2"/>
                </a:solidFill>
              </a:defRPr>
            </a:lvl1pPr>
            <a:lvl2pPr lvl="1" algn="ctr">
              <a:spcBef>
                <a:spcPts val="0"/>
              </a:spcBef>
              <a:spcAft>
                <a:spcPts val="0"/>
              </a:spcAft>
              <a:buSzPts val="6000"/>
              <a:buNone/>
              <a:defRPr sz="6000"/>
            </a:lvl2pPr>
            <a:lvl3pPr lvl="2" algn="ctr">
              <a:spcBef>
                <a:spcPts val="0"/>
              </a:spcBef>
              <a:spcAft>
                <a:spcPts val="0"/>
              </a:spcAft>
              <a:buSzPts val="6000"/>
              <a:buNone/>
              <a:defRPr sz="6000"/>
            </a:lvl3pPr>
            <a:lvl4pPr lvl="3" algn="ctr">
              <a:spcBef>
                <a:spcPts val="0"/>
              </a:spcBef>
              <a:spcAft>
                <a:spcPts val="0"/>
              </a:spcAft>
              <a:buSzPts val="6000"/>
              <a:buNone/>
              <a:defRPr sz="6000"/>
            </a:lvl4pPr>
            <a:lvl5pPr lvl="4" algn="ctr">
              <a:spcBef>
                <a:spcPts val="0"/>
              </a:spcBef>
              <a:spcAft>
                <a:spcPts val="0"/>
              </a:spcAft>
              <a:buSzPts val="6000"/>
              <a:buNone/>
              <a:defRPr sz="6000"/>
            </a:lvl5pPr>
            <a:lvl6pPr lvl="5" algn="ctr">
              <a:spcBef>
                <a:spcPts val="0"/>
              </a:spcBef>
              <a:spcAft>
                <a:spcPts val="0"/>
              </a:spcAft>
              <a:buSzPts val="6000"/>
              <a:buNone/>
              <a:defRPr sz="6000"/>
            </a:lvl6pPr>
            <a:lvl7pPr lvl="6" algn="ctr">
              <a:spcBef>
                <a:spcPts val="0"/>
              </a:spcBef>
              <a:spcAft>
                <a:spcPts val="0"/>
              </a:spcAft>
              <a:buSzPts val="6000"/>
              <a:buNone/>
              <a:defRPr sz="6000"/>
            </a:lvl7pPr>
            <a:lvl8pPr lvl="7" algn="ctr">
              <a:spcBef>
                <a:spcPts val="0"/>
              </a:spcBef>
              <a:spcAft>
                <a:spcPts val="0"/>
              </a:spcAft>
              <a:buSzPts val="6000"/>
              <a:buNone/>
              <a:defRPr sz="6000"/>
            </a:lvl8pPr>
            <a:lvl9pPr lvl="8" algn="ctr">
              <a:spcBef>
                <a:spcPts val="0"/>
              </a:spcBef>
              <a:spcAft>
                <a:spcPts val="0"/>
              </a:spcAft>
              <a:buSzPts val="6000"/>
              <a:buNone/>
              <a:defRPr sz="6000"/>
            </a:lvl9pPr>
          </a:lstStyle>
          <a:p>
            <a:endParaRPr/>
          </a:p>
        </p:txBody>
      </p:sp>
      <p:grpSp>
        <p:nvGrpSpPr>
          <p:cNvPr id="95" name="Google Shape;95;p8"/>
          <p:cNvGrpSpPr/>
          <p:nvPr/>
        </p:nvGrpSpPr>
        <p:grpSpPr>
          <a:xfrm>
            <a:off x="605925" y="636392"/>
            <a:ext cx="7478425" cy="3798933"/>
            <a:chOff x="605925" y="636392"/>
            <a:chExt cx="7478425" cy="3798933"/>
          </a:xfrm>
        </p:grpSpPr>
        <p:sp>
          <p:nvSpPr>
            <p:cNvPr id="96" name="Google Shape;96;p8"/>
            <p:cNvSpPr/>
            <p:nvPr/>
          </p:nvSpPr>
          <p:spPr>
            <a:xfrm>
              <a:off x="3624375" y="4298525"/>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 name="Google Shape;97;p8"/>
            <p:cNvSpPr/>
            <p:nvPr/>
          </p:nvSpPr>
          <p:spPr>
            <a:xfrm>
              <a:off x="7930150" y="939750"/>
              <a:ext cx="154200" cy="1932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 name="Google Shape;98;p8"/>
            <p:cNvSpPr/>
            <p:nvPr/>
          </p:nvSpPr>
          <p:spPr>
            <a:xfrm>
              <a:off x="3992875" y="636392"/>
              <a:ext cx="203100" cy="2544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 name="Google Shape;99;p8"/>
            <p:cNvSpPr/>
            <p:nvPr/>
          </p:nvSpPr>
          <p:spPr>
            <a:xfrm>
              <a:off x="7952650" y="2731700"/>
              <a:ext cx="109200" cy="136800"/>
            </a:xfrm>
            <a:prstGeom prst="star4">
              <a:avLst>
                <a:gd name="adj" fmla="val 12011"/>
              </a:avLst>
            </a:prstGeom>
            <a:solidFill>
              <a:schemeClr val="dk1"/>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 name="Google Shape;100;p8"/>
            <p:cNvSpPr/>
            <p:nvPr/>
          </p:nvSpPr>
          <p:spPr>
            <a:xfrm>
              <a:off x="1316550" y="802950"/>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 name="Google Shape;101;p8"/>
            <p:cNvSpPr/>
            <p:nvPr/>
          </p:nvSpPr>
          <p:spPr>
            <a:xfrm>
              <a:off x="605925" y="2810625"/>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 name="Google Shape;102;p8"/>
            <p:cNvSpPr/>
            <p:nvPr/>
          </p:nvSpPr>
          <p:spPr>
            <a:xfrm>
              <a:off x="1496875" y="3279300"/>
              <a:ext cx="203100" cy="2544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 name="Google Shape;103;p8"/>
            <p:cNvSpPr/>
            <p:nvPr/>
          </p:nvSpPr>
          <p:spPr>
            <a:xfrm>
              <a:off x="6537575" y="4160800"/>
              <a:ext cx="203100" cy="254400"/>
            </a:xfrm>
            <a:prstGeom prst="star4">
              <a:avLst>
                <a:gd name="adj" fmla="val 12011"/>
              </a:avLst>
            </a:prstGeom>
            <a:solidFill>
              <a:schemeClr val="dk1"/>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104"/>
        <p:cNvGrpSpPr/>
        <p:nvPr/>
      </p:nvGrpSpPr>
      <p:grpSpPr>
        <a:xfrm>
          <a:off x="0" y="0"/>
          <a:ext cx="0" cy="0"/>
          <a:chOff x="0" y="0"/>
          <a:chExt cx="0" cy="0"/>
        </a:xfrm>
      </p:grpSpPr>
      <p:pic>
        <p:nvPicPr>
          <p:cNvPr id="105" name="Google Shape;105;p9"/>
          <p:cNvPicPr preferRelativeResize="0"/>
          <p:nvPr/>
        </p:nvPicPr>
        <p:blipFill>
          <a:blip r:embed="rId2">
            <a:alphaModFix/>
          </a:blip>
          <a:stretch>
            <a:fillRect/>
          </a:stretch>
        </p:blipFill>
        <p:spPr>
          <a:xfrm>
            <a:off x="-94349" y="-53074"/>
            <a:ext cx="9332698" cy="5249649"/>
          </a:xfrm>
          <a:prstGeom prst="rect">
            <a:avLst/>
          </a:prstGeom>
          <a:noFill/>
          <a:ln>
            <a:noFill/>
          </a:ln>
        </p:spPr>
      </p:pic>
      <p:sp>
        <p:nvSpPr>
          <p:cNvPr id="106" name="Google Shape;106;p9"/>
          <p:cNvSpPr txBox="1">
            <a:spLocks noGrp="1"/>
          </p:cNvSpPr>
          <p:nvPr>
            <p:ph type="subTitle" idx="1"/>
          </p:nvPr>
        </p:nvSpPr>
        <p:spPr>
          <a:xfrm flipH="1">
            <a:off x="4255450" y="2013675"/>
            <a:ext cx="4173600" cy="16866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SzPts val="1400"/>
              <a:buNone/>
              <a:defRPr sz="16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107" name="Google Shape;107;p9"/>
          <p:cNvSpPr txBox="1">
            <a:spLocks noGrp="1"/>
          </p:cNvSpPr>
          <p:nvPr>
            <p:ph type="title"/>
          </p:nvPr>
        </p:nvSpPr>
        <p:spPr>
          <a:xfrm flipH="1">
            <a:off x="4255300" y="1443200"/>
            <a:ext cx="4173600" cy="4848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3500"/>
              <a:buNone/>
              <a:defRPr sz="3700">
                <a:solidFill>
                  <a:schemeClr val="lt2"/>
                </a:solidFill>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a:endParaRPr/>
          </a:p>
        </p:txBody>
      </p:sp>
      <p:grpSp>
        <p:nvGrpSpPr>
          <p:cNvPr id="108" name="Google Shape;108;p9"/>
          <p:cNvGrpSpPr/>
          <p:nvPr/>
        </p:nvGrpSpPr>
        <p:grpSpPr>
          <a:xfrm>
            <a:off x="425298" y="398200"/>
            <a:ext cx="8421775" cy="4400950"/>
            <a:chOff x="425298" y="398200"/>
            <a:chExt cx="8421775" cy="4400950"/>
          </a:xfrm>
        </p:grpSpPr>
        <p:sp>
          <p:nvSpPr>
            <p:cNvPr id="109" name="Google Shape;109;p9"/>
            <p:cNvSpPr/>
            <p:nvPr/>
          </p:nvSpPr>
          <p:spPr>
            <a:xfrm flipH="1">
              <a:off x="8180298" y="606783"/>
              <a:ext cx="206400" cy="2586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 name="Google Shape;110;p9"/>
            <p:cNvSpPr/>
            <p:nvPr/>
          </p:nvSpPr>
          <p:spPr>
            <a:xfrm flipH="1">
              <a:off x="8737873" y="2963025"/>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 name="Google Shape;111;p9"/>
            <p:cNvSpPr/>
            <p:nvPr/>
          </p:nvSpPr>
          <p:spPr>
            <a:xfrm flipH="1">
              <a:off x="6894423" y="4403758"/>
              <a:ext cx="206400" cy="2586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 name="Google Shape;112;p9"/>
            <p:cNvSpPr/>
            <p:nvPr/>
          </p:nvSpPr>
          <p:spPr>
            <a:xfrm flipH="1">
              <a:off x="4521598" y="466600"/>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 name="Google Shape;113;p9"/>
            <p:cNvSpPr/>
            <p:nvPr/>
          </p:nvSpPr>
          <p:spPr>
            <a:xfrm flipH="1">
              <a:off x="1025923" y="398200"/>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 name="Google Shape;114;p9"/>
            <p:cNvSpPr/>
            <p:nvPr/>
          </p:nvSpPr>
          <p:spPr>
            <a:xfrm flipH="1">
              <a:off x="425298" y="1144755"/>
              <a:ext cx="179700" cy="2253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 name="Google Shape;115;p9"/>
            <p:cNvSpPr/>
            <p:nvPr/>
          </p:nvSpPr>
          <p:spPr>
            <a:xfrm flipH="1">
              <a:off x="1025923" y="2395050"/>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 name="Google Shape;116;p9"/>
            <p:cNvSpPr/>
            <p:nvPr/>
          </p:nvSpPr>
          <p:spPr>
            <a:xfrm flipH="1">
              <a:off x="7205748" y="865375"/>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 name="Google Shape;117;p9"/>
            <p:cNvSpPr/>
            <p:nvPr/>
          </p:nvSpPr>
          <p:spPr>
            <a:xfrm flipH="1">
              <a:off x="2292748" y="4662350"/>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 name="Google Shape;118;p9"/>
            <p:cNvSpPr/>
            <p:nvPr/>
          </p:nvSpPr>
          <p:spPr>
            <a:xfrm flipH="1">
              <a:off x="4054873" y="3743275"/>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121"/>
        <p:cNvGrpSpPr/>
        <p:nvPr/>
      </p:nvGrpSpPr>
      <p:grpSpPr>
        <a:xfrm>
          <a:off x="0" y="0"/>
          <a:ext cx="0" cy="0"/>
          <a:chOff x="0" y="0"/>
          <a:chExt cx="0" cy="0"/>
        </a:xfrm>
      </p:grpSpPr>
      <p:pic>
        <p:nvPicPr>
          <p:cNvPr id="122" name="Google Shape;122;p11"/>
          <p:cNvPicPr preferRelativeResize="0"/>
          <p:nvPr/>
        </p:nvPicPr>
        <p:blipFill>
          <a:blip r:embed="rId2">
            <a:alphaModFix/>
          </a:blip>
          <a:stretch>
            <a:fillRect/>
          </a:stretch>
        </p:blipFill>
        <p:spPr>
          <a:xfrm>
            <a:off x="-96437" y="-64538"/>
            <a:ext cx="9336875" cy="5272576"/>
          </a:xfrm>
          <a:prstGeom prst="rect">
            <a:avLst/>
          </a:prstGeom>
          <a:noFill/>
          <a:ln>
            <a:noFill/>
          </a:ln>
        </p:spPr>
      </p:pic>
      <p:sp>
        <p:nvSpPr>
          <p:cNvPr id="123" name="Google Shape;123;p11"/>
          <p:cNvSpPr txBox="1">
            <a:spLocks noGrp="1"/>
          </p:cNvSpPr>
          <p:nvPr>
            <p:ph type="title" hasCustomPrompt="1"/>
          </p:nvPr>
        </p:nvSpPr>
        <p:spPr>
          <a:xfrm>
            <a:off x="1284000" y="1558475"/>
            <a:ext cx="6576000" cy="1511100"/>
          </a:xfrm>
          <a:prstGeom prst="rect">
            <a:avLst/>
          </a:prstGeom>
        </p:spPr>
        <p:txBody>
          <a:bodyPr spcFirstLastPara="1" wrap="square" lIns="91425" tIns="91425" rIns="91425" bIns="91425" anchor="ctr" anchorCtr="0">
            <a:noAutofit/>
          </a:bodyPr>
          <a:lstStyle>
            <a:lvl1pPr lvl="0" algn="ctr">
              <a:spcBef>
                <a:spcPts val="0"/>
              </a:spcBef>
              <a:spcAft>
                <a:spcPts val="0"/>
              </a:spcAft>
              <a:buSzPts val="9600"/>
              <a:buNone/>
              <a:defRPr sz="11000">
                <a:solidFill>
                  <a:schemeClr val="accent1"/>
                </a:solidFill>
              </a:defRPr>
            </a:lvl1pPr>
            <a:lvl2pPr lvl="1" algn="ctr">
              <a:spcBef>
                <a:spcPts val="0"/>
              </a:spcBef>
              <a:spcAft>
                <a:spcPts val="0"/>
              </a:spcAft>
              <a:buSzPts val="9600"/>
              <a:buNone/>
              <a:defRPr sz="9600"/>
            </a:lvl2pPr>
            <a:lvl3pPr lvl="2" algn="ctr">
              <a:spcBef>
                <a:spcPts val="0"/>
              </a:spcBef>
              <a:spcAft>
                <a:spcPts val="0"/>
              </a:spcAft>
              <a:buSzPts val="9600"/>
              <a:buNone/>
              <a:defRPr sz="9600"/>
            </a:lvl3pPr>
            <a:lvl4pPr lvl="3" algn="ctr">
              <a:spcBef>
                <a:spcPts val="0"/>
              </a:spcBef>
              <a:spcAft>
                <a:spcPts val="0"/>
              </a:spcAft>
              <a:buSzPts val="9600"/>
              <a:buNone/>
              <a:defRPr sz="9600"/>
            </a:lvl4pPr>
            <a:lvl5pPr lvl="4" algn="ctr">
              <a:spcBef>
                <a:spcPts val="0"/>
              </a:spcBef>
              <a:spcAft>
                <a:spcPts val="0"/>
              </a:spcAft>
              <a:buSzPts val="9600"/>
              <a:buNone/>
              <a:defRPr sz="9600"/>
            </a:lvl5pPr>
            <a:lvl6pPr lvl="5" algn="ctr">
              <a:spcBef>
                <a:spcPts val="0"/>
              </a:spcBef>
              <a:spcAft>
                <a:spcPts val="0"/>
              </a:spcAft>
              <a:buSzPts val="9600"/>
              <a:buNone/>
              <a:defRPr sz="9600"/>
            </a:lvl6pPr>
            <a:lvl7pPr lvl="6" algn="ctr">
              <a:spcBef>
                <a:spcPts val="0"/>
              </a:spcBef>
              <a:spcAft>
                <a:spcPts val="0"/>
              </a:spcAft>
              <a:buSzPts val="9600"/>
              <a:buNone/>
              <a:defRPr sz="9600"/>
            </a:lvl7pPr>
            <a:lvl8pPr lvl="7" algn="ctr">
              <a:spcBef>
                <a:spcPts val="0"/>
              </a:spcBef>
              <a:spcAft>
                <a:spcPts val="0"/>
              </a:spcAft>
              <a:buSzPts val="9600"/>
              <a:buNone/>
              <a:defRPr sz="9600"/>
            </a:lvl8pPr>
            <a:lvl9pPr lvl="8" algn="ctr">
              <a:spcBef>
                <a:spcPts val="0"/>
              </a:spcBef>
              <a:spcAft>
                <a:spcPts val="0"/>
              </a:spcAft>
              <a:buSzPts val="9600"/>
              <a:buNone/>
              <a:defRPr sz="9600"/>
            </a:lvl9pPr>
          </a:lstStyle>
          <a:p>
            <a:r>
              <a:t>xx%</a:t>
            </a:r>
          </a:p>
        </p:txBody>
      </p:sp>
      <p:sp>
        <p:nvSpPr>
          <p:cNvPr id="124" name="Google Shape;124;p11"/>
          <p:cNvSpPr txBox="1">
            <a:spLocks noGrp="1"/>
          </p:cNvSpPr>
          <p:nvPr>
            <p:ph type="subTitle" idx="1"/>
          </p:nvPr>
        </p:nvSpPr>
        <p:spPr>
          <a:xfrm>
            <a:off x="1284000" y="3069625"/>
            <a:ext cx="6576000" cy="4446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SzPts val="1600"/>
              <a:buNone/>
              <a:defRPr sz="1800"/>
            </a:lvl1pPr>
            <a:lvl2pPr lvl="1" algn="ctr" rtl="0">
              <a:lnSpc>
                <a:spcPct val="100000"/>
              </a:lnSpc>
              <a:spcBef>
                <a:spcPts val="0"/>
              </a:spcBef>
              <a:spcAft>
                <a:spcPts val="0"/>
              </a:spcAft>
              <a:buSzPts val="1600"/>
              <a:buNone/>
              <a:defRPr sz="1600"/>
            </a:lvl2pPr>
            <a:lvl3pPr lvl="2" algn="ctr" rtl="0">
              <a:lnSpc>
                <a:spcPct val="100000"/>
              </a:lnSpc>
              <a:spcBef>
                <a:spcPts val="0"/>
              </a:spcBef>
              <a:spcAft>
                <a:spcPts val="0"/>
              </a:spcAft>
              <a:buSzPts val="1600"/>
              <a:buNone/>
              <a:defRPr sz="1600"/>
            </a:lvl3pPr>
            <a:lvl4pPr lvl="3" algn="ctr" rtl="0">
              <a:lnSpc>
                <a:spcPct val="100000"/>
              </a:lnSpc>
              <a:spcBef>
                <a:spcPts val="0"/>
              </a:spcBef>
              <a:spcAft>
                <a:spcPts val="0"/>
              </a:spcAft>
              <a:buSzPts val="1600"/>
              <a:buNone/>
              <a:defRPr sz="1600"/>
            </a:lvl4pPr>
            <a:lvl5pPr lvl="4" algn="ctr" rtl="0">
              <a:lnSpc>
                <a:spcPct val="100000"/>
              </a:lnSpc>
              <a:spcBef>
                <a:spcPts val="0"/>
              </a:spcBef>
              <a:spcAft>
                <a:spcPts val="0"/>
              </a:spcAft>
              <a:buSzPts val="1600"/>
              <a:buNone/>
              <a:defRPr sz="1600"/>
            </a:lvl5pPr>
            <a:lvl6pPr lvl="5" algn="ctr" rtl="0">
              <a:lnSpc>
                <a:spcPct val="100000"/>
              </a:lnSpc>
              <a:spcBef>
                <a:spcPts val="0"/>
              </a:spcBef>
              <a:spcAft>
                <a:spcPts val="0"/>
              </a:spcAft>
              <a:buSzPts val="1600"/>
              <a:buNone/>
              <a:defRPr sz="1600"/>
            </a:lvl6pPr>
            <a:lvl7pPr lvl="6" algn="ctr" rtl="0">
              <a:lnSpc>
                <a:spcPct val="100000"/>
              </a:lnSpc>
              <a:spcBef>
                <a:spcPts val="0"/>
              </a:spcBef>
              <a:spcAft>
                <a:spcPts val="0"/>
              </a:spcAft>
              <a:buSzPts val="1600"/>
              <a:buNone/>
              <a:defRPr sz="1600"/>
            </a:lvl7pPr>
            <a:lvl8pPr lvl="7" algn="ctr" rtl="0">
              <a:lnSpc>
                <a:spcPct val="100000"/>
              </a:lnSpc>
              <a:spcBef>
                <a:spcPts val="0"/>
              </a:spcBef>
              <a:spcAft>
                <a:spcPts val="0"/>
              </a:spcAft>
              <a:buSzPts val="1600"/>
              <a:buNone/>
              <a:defRPr sz="1600"/>
            </a:lvl8pPr>
            <a:lvl9pPr lvl="8" algn="ctr" rtl="0">
              <a:lnSpc>
                <a:spcPct val="100000"/>
              </a:lnSpc>
              <a:spcBef>
                <a:spcPts val="0"/>
              </a:spcBef>
              <a:spcAft>
                <a:spcPts val="0"/>
              </a:spcAft>
              <a:buSzPts val="1600"/>
              <a:buNone/>
              <a:defRPr sz="1600"/>
            </a:lvl9pPr>
          </a:lstStyle>
          <a:p>
            <a:endParaRPr/>
          </a:p>
        </p:txBody>
      </p:sp>
      <p:grpSp>
        <p:nvGrpSpPr>
          <p:cNvPr id="125" name="Google Shape;125;p11"/>
          <p:cNvGrpSpPr/>
          <p:nvPr/>
        </p:nvGrpSpPr>
        <p:grpSpPr>
          <a:xfrm>
            <a:off x="682125" y="430125"/>
            <a:ext cx="7402225" cy="4005200"/>
            <a:chOff x="682125" y="430125"/>
            <a:chExt cx="7402225" cy="4005200"/>
          </a:xfrm>
        </p:grpSpPr>
        <p:sp>
          <p:nvSpPr>
            <p:cNvPr id="126" name="Google Shape;126;p11"/>
            <p:cNvSpPr/>
            <p:nvPr/>
          </p:nvSpPr>
          <p:spPr>
            <a:xfrm>
              <a:off x="3624375" y="4298525"/>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 name="Google Shape;127;p11"/>
            <p:cNvSpPr/>
            <p:nvPr/>
          </p:nvSpPr>
          <p:spPr>
            <a:xfrm>
              <a:off x="7930150" y="939750"/>
              <a:ext cx="154200" cy="1932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 name="Google Shape;128;p11"/>
            <p:cNvSpPr/>
            <p:nvPr/>
          </p:nvSpPr>
          <p:spPr>
            <a:xfrm>
              <a:off x="3992875" y="636404"/>
              <a:ext cx="302100" cy="3783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 name="Google Shape;129;p11"/>
            <p:cNvSpPr/>
            <p:nvPr/>
          </p:nvSpPr>
          <p:spPr>
            <a:xfrm>
              <a:off x="7952650" y="2731700"/>
              <a:ext cx="109200" cy="136800"/>
            </a:xfrm>
            <a:prstGeom prst="star4">
              <a:avLst>
                <a:gd name="adj" fmla="val 12011"/>
              </a:avLst>
            </a:prstGeom>
            <a:solidFill>
              <a:schemeClr val="dk1"/>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 name="Google Shape;130;p11"/>
            <p:cNvSpPr/>
            <p:nvPr/>
          </p:nvSpPr>
          <p:spPr>
            <a:xfrm>
              <a:off x="1723900" y="430125"/>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 name="Google Shape;131;p11"/>
            <p:cNvSpPr/>
            <p:nvPr/>
          </p:nvSpPr>
          <p:spPr>
            <a:xfrm>
              <a:off x="682125" y="2582025"/>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 name="Google Shape;132;p11"/>
            <p:cNvSpPr/>
            <p:nvPr/>
          </p:nvSpPr>
          <p:spPr>
            <a:xfrm>
              <a:off x="1425750" y="3514225"/>
              <a:ext cx="203100" cy="2544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 name="Google Shape;133;p11"/>
            <p:cNvSpPr/>
            <p:nvPr/>
          </p:nvSpPr>
          <p:spPr>
            <a:xfrm>
              <a:off x="6537575" y="4160800"/>
              <a:ext cx="203100" cy="254400"/>
            </a:xfrm>
            <a:prstGeom prst="star4">
              <a:avLst>
                <a:gd name="adj" fmla="val 12011"/>
              </a:avLst>
            </a:prstGeom>
            <a:solidFill>
              <a:schemeClr val="dk1"/>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 name="Google Shape;134;p11"/>
            <p:cNvSpPr/>
            <p:nvPr/>
          </p:nvSpPr>
          <p:spPr>
            <a:xfrm>
              <a:off x="4953150" y="967950"/>
              <a:ext cx="109200" cy="136800"/>
            </a:xfrm>
            <a:prstGeom prst="star4">
              <a:avLst>
                <a:gd name="adj" fmla="val 12011"/>
              </a:avLst>
            </a:prstGeom>
            <a:solidFill>
              <a:schemeClr val="dk1"/>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lank" type="blank">
  <p:cSld name="BLANK">
    <p:bg>
      <p:bgPr>
        <a:noFill/>
        <a:effectLst/>
      </p:bgPr>
    </p:bg>
    <p:spTree>
      <p:nvGrpSpPr>
        <p:cNvPr id="1" name="Shape 135"/>
        <p:cNvGrpSpPr/>
        <p:nvPr/>
      </p:nvGrpSpPr>
      <p:grpSpPr>
        <a:xfrm>
          <a:off x="0" y="0"/>
          <a:ext cx="0" cy="0"/>
          <a:chOff x="0" y="0"/>
          <a:chExt cx="0" cy="0"/>
        </a:xfrm>
      </p:grpSpPr>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Table of contents">
  <p:cSld name="BLANK_1">
    <p:spTree>
      <p:nvGrpSpPr>
        <p:cNvPr id="1" name="Shape 136"/>
        <p:cNvGrpSpPr/>
        <p:nvPr/>
      </p:nvGrpSpPr>
      <p:grpSpPr>
        <a:xfrm>
          <a:off x="0" y="0"/>
          <a:ext cx="0" cy="0"/>
          <a:chOff x="0" y="0"/>
          <a:chExt cx="0" cy="0"/>
        </a:xfrm>
      </p:grpSpPr>
      <p:pic>
        <p:nvPicPr>
          <p:cNvPr id="137" name="Google Shape;137;p13"/>
          <p:cNvPicPr preferRelativeResize="0"/>
          <p:nvPr/>
        </p:nvPicPr>
        <p:blipFill>
          <a:blip r:embed="rId2">
            <a:alphaModFix/>
          </a:blip>
          <a:stretch>
            <a:fillRect/>
          </a:stretch>
        </p:blipFill>
        <p:spPr>
          <a:xfrm>
            <a:off x="-97049" y="-54588"/>
            <a:ext cx="9338098" cy="5252676"/>
          </a:xfrm>
          <a:prstGeom prst="rect">
            <a:avLst/>
          </a:prstGeom>
          <a:noFill/>
          <a:ln>
            <a:noFill/>
          </a:ln>
        </p:spPr>
      </p:pic>
      <p:sp>
        <p:nvSpPr>
          <p:cNvPr id="138" name="Google Shape;138;p13"/>
          <p:cNvSpPr txBox="1">
            <a:spLocks noGrp="1"/>
          </p:cNvSpPr>
          <p:nvPr>
            <p:ph type="title"/>
          </p:nvPr>
        </p:nvSpPr>
        <p:spPr>
          <a:xfrm>
            <a:off x="720000" y="1713172"/>
            <a:ext cx="2199000" cy="5277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2400"/>
              <a:buNone/>
              <a:defRPr sz="2000"/>
            </a:lvl1pPr>
            <a:lvl2pPr lvl="1" rtl="0">
              <a:spcBef>
                <a:spcPts val="0"/>
              </a:spcBef>
              <a:spcAft>
                <a:spcPts val="0"/>
              </a:spcAft>
              <a:buSzPts val="2400"/>
              <a:buNone/>
              <a:defRPr sz="2400"/>
            </a:lvl2pPr>
            <a:lvl3pPr lvl="2" rtl="0">
              <a:spcBef>
                <a:spcPts val="0"/>
              </a:spcBef>
              <a:spcAft>
                <a:spcPts val="0"/>
              </a:spcAft>
              <a:buSzPts val="2400"/>
              <a:buNone/>
              <a:defRPr sz="2400"/>
            </a:lvl3pPr>
            <a:lvl4pPr lvl="3" rtl="0">
              <a:spcBef>
                <a:spcPts val="0"/>
              </a:spcBef>
              <a:spcAft>
                <a:spcPts val="0"/>
              </a:spcAft>
              <a:buSzPts val="2400"/>
              <a:buNone/>
              <a:defRPr sz="2400"/>
            </a:lvl4pPr>
            <a:lvl5pPr lvl="4" rtl="0">
              <a:spcBef>
                <a:spcPts val="0"/>
              </a:spcBef>
              <a:spcAft>
                <a:spcPts val="0"/>
              </a:spcAft>
              <a:buSzPts val="2400"/>
              <a:buNone/>
              <a:defRPr sz="2400"/>
            </a:lvl5pPr>
            <a:lvl6pPr lvl="5" rtl="0">
              <a:spcBef>
                <a:spcPts val="0"/>
              </a:spcBef>
              <a:spcAft>
                <a:spcPts val="0"/>
              </a:spcAft>
              <a:buSzPts val="2400"/>
              <a:buNone/>
              <a:defRPr sz="2400"/>
            </a:lvl6pPr>
            <a:lvl7pPr lvl="6" rtl="0">
              <a:spcBef>
                <a:spcPts val="0"/>
              </a:spcBef>
              <a:spcAft>
                <a:spcPts val="0"/>
              </a:spcAft>
              <a:buSzPts val="2400"/>
              <a:buNone/>
              <a:defRPr sz="2400"/>
            </a:lvl7pPr>
            <a:lvl8pPr lvl="7" rtl="0">
              <a:spcBef>
                <a:spcPts val="0"/>
              </a:spcBef>
              <a:spcAft>
                <a:spcPts val="0"/>
              </a:spcAft>
              <a:buSzPts val="2400"/>
              <a:buNone/>
              <a:defRPr sz="2400"/>
            </a:lvl8pPr>
            <a:lvl9pPr lvl="8" rtl="0">
              <a:spcBef>
                <a:spcPts val="0"/>
              </a:spcBef>
              <a:spcAft>
                <a:spcPts val="0"/>
              </a:spcAft>
              <a:buSzPts val="2400"/>
              <a:buNone/>
              <a:defRPr sz="2400"/>
            </a:lvl9pPr>
          </a:lstStyle>
          <a:p>
            <a:endParaRPr/>
          </a:p>
        </p:txBody>
      </p:sp>
      <p:sp>
        <p:nvSpPr>
          <p:cNvPr id="139" name="Google Shape;139;p13"/>
          <p:cNvSpPr txBox="1">
            <a:spLocks noGrp="1"/>
          </p:cNvSpPr>
          <p:nvPr>
            <p:ph type="title" idx="2" hasCustomPrompt="1"/>
          </p:nvPr>
        </p:nvSpPr>
        <p:spPr>
          <a:xfrm>
            <a:off x="1181850" y="1149600"/>
            <a:ext cx="1275300" cy="5934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3000"/>
              <a:buNone/>
              <a:defRPr sz="3000">
                <a:solidFill>
                  <a:srgbClr val="FFD966"/>
                </a:solidFill>
              </a:defRPr>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140" name="Google Shape;140;p13"/>
          <p:cNvSpPr txBox="1">
            <a:spLocks noGrp="1"/>
          </p:cNvSpPr>
          <p:nvPr>
            <p:ph type="subTitle" idx="1"/>
          </p:nvPr>
        </p:nvSpPr>
        <p:spPr>
          <a:xfrm>
            <a:off x="720000" y="2329300"/>
            <a:ext cx="2199000" cy="4848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SzPts val="1400"/>
              <a:buNone/>
              <a:defRPr sz="1400"/>
            </a:lvl1pPr>
            <a:lvl2pPr lvl="1" rtl="0">
              <a:lnSpc>
                <a:spcPct val="100000"/>
              </a:lnSpc>
              <a:spcBef>
                <a:spcPts val="0"/>
              </a:spcBef>
              <a:spcAft>
                <a:spcPts val="0"/>
              </a:spcAft>
              <a:buSzPts val="1400"/>
              <a:buNone/>
              <a:defRPr/>
            </a:lvl2pPr>
            <a:lvl3pPr lvl="2" rtl="0">
              <a:lnSpc>
                <a:spcPct val="100000"/>
              </a:lnSpc>
              <a:spcBef>
                <a:spcPts val="0"/>
              </a:spcBef>
              <a:spcAft>
                <a:spcPts val="0"/>
              </a:spcAft>
              <a:buSzPts val="1400"/>
              <a:buNone/>
              <a:defRPr/>
            </a:lvl3pPr>
            <a:lvl4pPr lvl="3" rtl="0">
              <a:lnSpc>
                <a:spcPct val="100000"/>
              </a:lnSpc>
              <a:spcBef>
                <a:spcPts val="0"/>
              </a:spcBef>
              <a:spcAft>
                <a:spcPts val="0"/>
              </a:spcAft>
              <a:buSzPts val="1400"/>
              <a:buNone/>
              <a:defRPr/>
            </a:lvl4pPr>
            <a:lvl5pPr lvl="4" rtl="0">
              <a:lnSpc>
                <a:spcPct val="100000"/>
              </a:lnSpc>
              <a:spcBef>
                <a:spcPts val="0"/>
              </a:spcBef>
              <a:spcAft>
                <a:spcPts val="0"/>
              </a:spcAft>
              <a:buSzPts val="1400"/>
              <a:buNone/>
              <a:defRPr/>
            </a:lvl5pPr>
            <a:lvl6pPr lvl="5" rtl="0">
              <a:lnSpc>
                <a:spcPct val="100000"/>
              </a:lnSpc>
              <a:spcBef>
                <a:spcPts val="0"/>
              </a:spcBef>
              <a:spcAft>
                <a:spcPts val="0"/>
              </a:spcAft>
              <a:buSzPts val="1400"/>
              <a:buNone/>
              <a:defRPr/>
            </a:lvl6pPr>
            <a:lvl7pPr lvl="6" rtl="0">
              <a:lnSpc>
                <a:spcPct val="100000"/>
              </a:lnSpc>
              <a:spcBef>
                <a:spcPts val="0"/>
              </a:spcBef>
              <a:spcAft>
                <a:spcPts val="0"/>
              </a:spcAft>
              <a:buSzPts val="1400"/>
              <a:buNone/>
              <a:defRPr/>
            </a:lvl7pPr>
            <a:lvl8pPr lvl="7" rtl="0">
              <a:lnSpc>
                <a:spcPct val="100000"/>
              </a:lnSpc>
              <a:spcBef>
                <a:spcPts val="0"/>
              </a:spcBef>
              <a:spcAft>
                <a:spcPts val="0"/>
              </a:spcAft>
              <a:buSzPts val="1400"/>
              <a:buNone/>
              <a:defRPr/>
            </a:lvl8pPr>
            <a:lvl9pPr lvl="8" rtl="0">
              <a:lnSpc>
                <a:spcPct val="100000"/>
              </a:lnSpc>
              <a:spcBef>
                <a:spcPts val="0"/>
              </a:spcBef>
              <a:spcAft>
                <a:spcPts val="0"/>
              </a:spcAft>
              <a:buSzPts val="1400"/>
              <a:buNone/>
              <a:defRPr/>
            </a:lvl9pPr>
          </a:lstStyle>
          <a:p>
            <a:endParaRPr/>
          </a:p>
        </p:txBody>
      </p:sp>
      <p:sp>
        <p:nvSpPr>
          <p:cNvPr id="141" name="Google Shape;141;p13"/>
          <p:cNvSpPr txBox="1">
            <a:spLocks noGrp="1"/>
          </p:cNvSpPr>
          <p:nvPr>
            <p:ph type="title" idx="3"/>
          </p:nvPr>
        </p:nvSpPr>
        <p:spPr>
          <a:xfrm>
            <a:off x="3474631" y="1713172"/>
            <a:ext cx="2199000" cy="5277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2400"/>
              <a:buNone/>
              <a:defRPr sz="2000"/>
            </a:lvl1pPr>
            <a:lvl2pPr lvl="1" rtl="0">
              <a:spcBef>
                <a:spcPts val="0"/>
              </a:spcBef>
              <a:spcAft>
                <a:spcPts val="0"/>
              </a:spcAft>
              <a:buSzPts val="2400"/>
              <a:buNone/>
              <a:defRPr sz="2400"/>
            </a:lvl2pPr>
            <a:lvl3pPr lvl="2" rtl="0">
              <a:spcBef>
                <a:spcPts val="0"/>
              </a:spcBef>
              <a:spcAft>
                <a:spcPts val="0"/>
              </a:spcAft>
              <a:buSzPts val="2400"/>
              <a:buNone/>
              <a:defRPr sz="2400"/>
            </a:lvl3pPr>
            <a:lvl4pPr lvl="3" rtl="0">
              <a:spcBef>
                <a:spcPts val="0"/>
              </a:spcBef>
              <a:spcAft>
                <a:spcPts val="0"/>
              </a:spcAft>
              <a:buSzPts val="2400"/>
              <a:buNone/>
              <a:defRPr sz="2400"/>
            </a:lvl4pPr>
            <a:lvl5pPr lvl="4" rtl="0">
              <a:spcBef>
                <a:spcPts val="0"/>
              </a:spcBef>
              <a:spcAft>
                <a:spcPts val="0"/>
              </a:spcAft>
              <a:buSzPts val="2400"/>
              <a:buNone/>
              <a:defRPr sz="2400"/>
            </a:lvl5pPr>
            <a:lvl6pPr lvl="5" rtl="0">
              <a:spcBef>
                <a:spcPts val="0"/>
              </a:spcBef>
              <a:spcAft>
                <a:spcPts val="0"/>
              </a:spcAft>
              <a:buSzPts val="2400"/>
              <a:buNone/>
              <a:defRPr sz="2400"/>
            </a:lvl6pPr>
            <a:lvl7pPr lvl="6" rtl="0">
              <a:spcBef>
                <a:spcPts val="0"/>
              </a:spcBef>
              <a:spcAft>
                <a:spcPts val="0"/>
              </a:spcAft>
              <a:buSzPts val="2400"/>
              <a:buNone/>
              <a:defRPr sz="2400"/>
            </a:lvl7pPr>
            <a:lvl8pPr lvl="7" rtl="0">
              <a:spcBef>
                <a:spcPts val="0"/>
              </a:spcBef>
              <a:spcAft>
                <a:spcPts val="0"/>
              </a:spcAft>
              <a:buSzPts val="2400"/>
              <a:buNone/>
              <a:defRPr sz="2400"/>
            </a:lvl8pPr>
            <a:lvl9pPr lvl="8" rtl="0">
              <a:spcBef>
                <a:spcPts val="0"/>
              </a:spcBef>
              <a:spcAft>
                <a:spcPts val="0"/>
              </a:spcAft>
              <a:buSzPts val="2400"/>
              <a:buNone/>
              <a:defRPr sz="2400"/>
            </a:lvl9pPr>
          </a:lstStyle>
          <a:p>
            <a:endParaRPr/>
          </a:p>
        </p:txBody>
      </p:sp>
      <p:sp>
        <p:nvSpPr>
          <p:cNvPr id="142" name="Google Shape;142;p13"/>
          <p:cNvSpPr txBox="1">
            <a:spLocks noGrp="1"/>
          </p:cNvSpPr>
          <p:nvPr>
            <p:ph type="title" idx="4" hasCustomPrompt="1"/>
          </p:nvPr>
        </p:nvSpPr>
        <p:spPr>
          <a:xfrm>
            <a:off x="3936481" y="1149600"/>
            <a:ext cx="1275300" cy="5934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3000"/>
              <a:buNone/>
              <a:defRPr sz="3000">
                <a:solidFill>
                  <a:srgbClr val="FFD966"/>
                </a:solidFill>
              </a:defRPr>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143" name="Google Shape;143;p13"/>
          <p:cNvSpPr txBox="1">
            <a:spLocks noGrp="1"/>
          </p:cNvSpPr>
          <p:nvPr>
            <p:ph type="subTitle" idx="5"/>
          </p:nvPr>
        </p:nvSpPr>
        <p:spPr>
          <a:xfrm>
            <a:off x="3474631" y="2329300"/>
            <a:ext cx="2199000" cy="4848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SzPts val="1400"/>
              <a:buNone/>
              <a:defRPr sz="1400">
                <a:solidFill>
                  <a:schemeClr val="dk1"/>
                </a:solidFill>
              </a:defRPr>
            </a:lvl1pPr>
            <a:lvl2pPr lvl="1" rtl="0">
              <a:lnSpc>
                <a:spcPct val="100000"/>
              </a:lnSpc>
              <a:spcBef>
                <a:spcPts val="0"/>
              </a:spcBef>
              <a:spcAft>
                <a:spcPts val="0"/>
              </a:spcAft>
              <a:buSzPts val="1400"/>
              <a:buNone/>
              <a:defRPr/>
            </a:lvl2pPr>
            <a:lvl3pPr lvl="2" rtl="0">
              <a:lnSpc>
                <a:spcPct val="100000"/>
              </a:lnSpc>
              <a:spcBef>
                <a:spcPts val="0"/>
              </a:spcBef>
              <a:spcAft>
                <a:spcPts val="0"/>
              </a:spcAft>
              <a:buSzPts val="1400"/>
              <a:buNone/>
              <a:defRPr/>
            </a:lvl3pPr>
            <a:lvl4pPr lvl="3" rtl="0">
              <a:lnSpc>
                <a:spcPct val="100000"/>
              </a:lnSpc>
              <a:spcBef>
                <a:spcPts val="0"/>
              </a:spcBef>
              <a:spcAft>
                <a:spcPts val="0"/>
              </a:spcAft>
              <a:buSzPts val="1400"/>
              <a:buNone/>
              <a:defRPr/>
            </a:lvl4pPr>
            <a:lvl5pPr lvl="4" rtl="0">
              <a:lnSpc>
                <a:spcPct val="100000"/>
              </a:lnSpc>
              <a:spcBef>
                <a:spcPts val="0"/>
              </a:spcBef>
              <a:spcAft>
                <a:spcPts val="0"/>
              </a:spcAft>
              <a:buSzPts val="1400"/>
              <a:buNone/>
              <a:defRPr/>
            </a:lvl5pPr>
            <a:lvl6pPr lvl="5" rtl="0">
              <a:lnSpc>
                <a:spcPct val="100000"/>
              </a:lnSpc>
              <a:spcBef>
                <a:spcPts val="0"/>
              </a:spcBef>
              <a:spcAft>
                <a:spcPts val="0"/>
              </a:spcAft>
              <a:buSzPts val="1400"/>
              <a:buNone/>
              <a:defRPr/>
            </a:lvl6pPr>
            <a:lvl7pPr lvl="6" rtl="0">
              <a:lnSpc>
                <a:spcPct val="100000"/>
              </a:lnSpc>
              <a:spcBef>
                <a:spcPts val="0"/>
              </a:spcBef>
              <a:spcAft>
                <a:spcPts val="0"/>
              </a:spcAft>
              <a:buSzPts val="1400"/>
              <a:buNone/>
              <a:defRPr/>
            </a:lvl7pPr>
            <a:lvl8pPr lvl="7" rtl="0">
              <a:lnSpc>
                <a:spcPct val="100000"/>
              </a:lnSpc>
              <a:spcBef>
                <a:spcPts val="0"/>
              </a:spcBef>
              <a:spcAft>
                <a:spcPts val="0"/>
              </a:spcAft>
              <a:buSzPts val="1400"/>
              <a:buNone/>
              <a:defRPr/>
            </a:lvl8pPr>
            <a:lvl9pPr lvl="8" rtl="0">
              <a:lnSpc>
                <a:spcPct val="100000"/>
              </a:lnSpc>
              <a:spcBef>
                <a:spcPts val="0"/>
              </a:spcBef>
              <a:spcAft>
                <a:spcPts val="0"/>
              </a:spcAft>
              <a:buSzPts val="1400"/>
              <a:buNone/>
              <a:defRPr/>
            </a:lvl9pPr>
          </a:lstStyle>
          <a:p>
            <a:endParaRPr/>
          </a:p>
        </p:txBody>
      </p:sp>
      <p:sp>
        <p:nvSpPr>
          <p:cNvPr id="144" name="Google Shape;144;p13"/>
          <p:cNvSpPr txBox="1">
            <a:spLocks noGrp="1"/>
          </p:cNvSpPr>
          <p:nvPr>
            <p:ph type="title" idx="6"/>
          </p:nvPr>
        </p:nvSpPr>
        <p:spPr>
          <a:xfrm>
            <a:off x="6229287" y="1713172"/>
            <a:ext cx="2199000" cy="5277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2400"/>
              <a:buNone/>
              <a:defRPr sz="2000"/>
            </a:lvl1pPr>
            <a:lvl2pPr lvl="1" rtl="0">
              <a:spcBef>
                <a:spcPts val="0"/>
              </a:spcBef>
              <a:spcAft>
                <a:spcPts val="0"/>
              </a:spcAft>
              <a:buSzPts val="2400"/>
              <a:buNone/>
              <a:defRPr sz="2400"/>
            </a:lvl2pPr>
            <a:lvl3pPr lvl="2" rtl="0">
              <a:spcBef>
                <a:spcPts val="0"/>
              </a:spcBef>
              <a:spcAft>
                <a:spcPts val="0"/>
              </a:spcAft>
              <a:buSzPts val="2400"/>
              <a:buNone/>
              <a:defRPr sz="2400"/>
            </a:lvl3pPr>
            <a:lvl4pPr lvl="3" rtl="0">
              <a:spcBef>
                <a:spcPts val="0"/>
              </a:spcBef>
              <a:spcAft>
                <a:spcPts val="0"/>
              </a:spcAft>
              <a:buSzPts val="2400"/>
              <a:buNone/>
              <a:defRPr sz="2400"/>
            </a:lvl4pPr>
            <a:lvl5pPr lvl="4" rtl="0">
              <a:spcBef>
                <a:spcPts val="0"/>
              </a:spcBef>
              <a:spcAft>
                <a:spcPts val="0"/>
              </a:spcAft>
              <a:buSzPts val="2400"/>
              <a:buNone/>
              <a:defRPr sz="2400"/>
            </a:lvl5pPr>
            <a:lvl6pPr lvl="5" rtl="0">
              <a:spcBef>
                <a:spcPts val="0"/>
              </a:spcBef>
              <a:spcAft>
                <a:spcPts val="0"/>
              </a:spcAft>
              <a:buSzPts val="2400"/>
              <a:buNone/>
              <a:defRPr sz="2400"/>
            </a:lvl6pPr>
            <a:lvl7pPr lvl="6" rtl="0">
              <a:spcBef>
                <a:spcPts val="0"/>
              </a:spcBef>
              <a:spcAft>
                <a:spcPts val="0"/>
              </a:spcAft>
              <a:buSzPts val="2400"/>
              <a:buNone/>
              <a:defRPr sz="2400"/>
            </a:lvl7pPr>
            <a:lvl8pPr lvl="7" rtl="0">
              <a:spcBef>
                <a:spcPts val="0"/>
              </a:spcBef>
              <a:spcAft>
                <a:spcPts val="0"/>
              </a:spcAft>
              <a:buSzPts val="2400"/>
              <a:buNone/>
              <a:defRPr sz="2400"/>
            </a:lvl8pPr>
            <a:lvl9pPr lvl="8" rtl="0">
              <a:spcBef>
                <a:spcPts val="0"/>
              </a:spcBef>
              <a:spcAft>
                <a:spcPts val="0"/>
              </a:spcAft>
              <a:buSzPts val="2400"/>
              <a:buNone/>
              <a:defRPr sz="2400"/>
            </a:lvl9pPr>
          </a:lstStyle>
          <a:p>
            <a:endParaRPr/>
          </a:p>
        </p:txBody>
      </p:sp>
      <p:sp>
        <p:nvSpPr>
          <p:cNvPr id="145" name="Google Shape;145;p13"/>
          <p:cNvSpPr txBox="1">
            <a:spLocks noGrp="1"/>
          </p:cNvSpPr>
          <p:nvPr>
            <p:ph type="title" idx="7" hasCustomPrompt="1"/>
          </p:nvPr>
        </p:nvSpPr>
        <p:spPr>
          <a:xfrm>
            <a:off x="6691137" y="1149600"/>
            <a:ext cx="1275300" cy="5934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3000"/>
              <a:buNone/>
              <a:defRPr sz="3000">
                <a:solidFill>
                  <a:srgbClr val="FFD966"/>
                </a:solidFill>
              </a:defRPr>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146" name="Google Shape;146;p13"/>
          <p:cNvSpPr txBox="1">
            <a:spLocks noGrp="1"/>
          </p:cNvSpPr>
          <p:nvPr>
            <p:ph type="subTitle" idx="8"/>
          </p:nvPr>
        </p:nvSpPr>
        <p:spPr>
          <a:xfrm>
            <a:off x="6229287" y="2329300"/>
            <a:ext cx="2199000" cy="4848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SzPts val="1400"/>
              <a:buNone/>
              <a:defRPr sz="1400">
                <a:solidFill>
                  <a:schemeClr val="dk1"/>
                </a:solidFill>
              </a:defRPr>
            </a:lvl1pPr>
            <a:lvl2pPr lvl="1" rtl="0">
              <a:lnSpc>
                <a:spcPct val="100000"/>
              </a:lnSpc>
              <a:spcBef>
                <a:spcPts val="0"/>
              </a:spcBef>
              <a:spcAft>
                <a:spcPts val="0"/>
              </a:spcAft>
              <a:buSzPts val="1400"/>
              <a:buNone/>
              <a:defRPr/>
            </a:lvl2pPr>
            <a:lvl3pPr lvl="2" rtl="0">
              <a:lnSpc>
                <a:spcPct val="100000"/>
              </a:lnSpc>
              <a:spcBef>
                <a:spcPts val="0"/>
              </a:spcBef>
              <a:spcAft>
                <a:spcPts val="0"/>
              </a:spcAft>
              <a:buSzPts val="1400"/>
              <a:buNone/>
              <a:defRPr/>
            </a:lvl3pPr>
            <a:lvl4pPr lvl="3" rtl="0">
              <a:lnSpc>
                <a:spcPct val="100000"/>
              </a:lnSpc>
              <a:spcBef>
                <a:spcPts val="0"/>
              </a:spcBef>
              <a:spcAft>
                <a:spcPts val="0"/>
              </a:spcAft>
              <a:buSzPts val="1400"/>
              <a:buNone/>
              <a:defRPr/>
            </a:lvl4pPr>
            <a:lvl5pPr lvl="4" rtl="0">
              <a:lnSpc>
                <a:spcPct val="100000"/>
              </a:lnSpc>
              <a:spcBef>
                <a:spcPts val="0"/>
              </a:spcBef>
              <a:spcAft>
                <a:spcPts val="0"/>
              </a:spcAft>
              <a:buSzPts val="1400"/>
              <a:buNone/>
              <a:defRPr/>
            </a:lvl5pPr>
            <a:lvl6pPr lvl="5" rtl="0">
              <a:lnSpc>
                <a:spcPct val="100000"/>
              </a:lnSpc>
              <a:spcBef>
                <a:spcPts val="0"/>
              </a:spcBef>
              <a:spcAft>
                <a:spcPts val="0"/>
              </a:spcAft>
              <a:buSzPts val="1400"/>
              <a:buNone/>
              <a:defRPr/>
            </a:lvl6pPr>
            <a:lvl7pPr lvl="6" rtl="0">
              <a:lnSpc>
                <a:spcPct val="100000"/>
              </a:lnSpc>
              <a:spcBef>
                <a:spcPts val="0"/>
              </a:spcBef>
              <a:spcAft>
                <a:spcPts val="0"/>
              </a:spcAft>
              <a:buSzPts val="1400"/>
              <a:buNone/>
              <a:defRPr/>
            </a:lvl7pPr>
            <a:lvl8pPr lvl="7" rtl="0">
              <a:lnSpc>
                <a:spcPct val="100000"/>
              </a:lnSpc>
              <a:spcBef>
                <a:spcPts val="0"/>
              </a:spcBef>
              <a:spcAft>
                <a:spcPts val="0"/>
              </a:spcAft>
              <a:buSzPts val="1400"/>
              <a:buNone/>
              <a:defRPr/>
            </a:lvl8pPr>
            <a:lvl9pPr lvl="8" rtl="0">
              <a:lnSpc>
                <a:spcPct val="100000"/>
              </a:lnSpc>
              <a:spcBef>
                <a:spcPts val="0"/>
              </a:spcBef>
              <a:spcAft>
                <a:spcPts val="0"/>
              </a:spcAft>
              <a:buSzPts val="1400"/>
              <a:buNone/>
              <a:defRPr/>
            </a:lvl9pPr>
          </a:lstStyle>
          <a:p>
            <a:endParaRPr/>
          </a:p>
        </p:txBody>
      </p:sp>
      <p:sp>
        <p:nvSpPr>
          <p:cNvPr id="147" name="Google Shape;147;p13"/>
          <p:cNvSpPr txBox="1">
            <a:spLocks noGrp="1"/>
          </p:cNvSpPr>
          <p:nvPr>
            <p:ph type="title" idx="9"/>
          </p:nvPr>
        </p:nvSpPr>
        <p:spPr>
          <a:xfrm>
            <a:off x="720000" y="3502572"/>
            <a:ext cx="2199000" cy="5277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2400"/>
              <a:buNone/>
              <a:defRPr sz="2000"/>
            </a:lvl1pPr>
            <a:lvl2pPr lvl="1" rtl="0">
              <a:spcBef>
                <a:spcPts val="0"/>
              </a:spcBef>
              <a:spcAft>
                <a:spcPts val="0"/>
              </a:spcAft>
              <a:buSzPts val="2400"/>
              <a:buNone/>
              <a:defRPr sz="2400"/>
            </a:lvl2pPr>
            <a:lvl3pPr lvl="2" rtl="0">
              <a:spcBef>
                <a:spcPts val="0"/>
              </a:spcBef>
              <a:spcAft>
                <a:spcPts val="0"/>
              </a:spcAft>
              <a:buSzPts val="2400"/>
              <a:buNone/>
              <a:defRPr sz="2400"/>
            </a:lvl3pPr>
            <a:lvl4pPr lvl="3" rtl="0">
              <a:spcBef>
                <a:spcPts val="0"/>
              </a:spcBef>
              <a:spcAft>
                <a:spcPts val="0"/>
              </a:spcAft>
              <a:buSzPts val="2400"/>
              <a:buNone/>
              <a:defRPr sz="2400"/>
            </a:lvl4pPr>
            <a:lvl5pPr lvl="4" rtl="0">
              <a:spcBef>
                <a:spcPts val="0"/>
              </a:spcBef>
              <a:spcAft>
                <a:spcPts val="0"/>
              </a:spcAft>
              <a:buSzPts val="2400"/>
              <a:buNone/>
              <a:defRPr sz="2400"/>
            </a:lvl5pPr>
            <a:lvl6pPr lvl="5" rtl="0">
              <a:spcBef>
                <a:spcPts val="0"/>
              </a:spcBef>
              <a:spcAft>
                <a:spcPts val="0"/>
              </a:spcAft>
              <a:buSzPts val="2400"/>
              <a:buNone/>
              <a:defRPr sz="2400"/>
            </a:lvl6pPr>
            <a:lvl7pPr lvl="6" rtl="0">
              <a:spcBef>
                <a:spcPts val="0"/>
              </a:spcBef>
              <a:spcAft>
                <a:spcPts val="0"/>
              </a:spcAft>
              <a:buSzPts val="2400"/>
              <a:buNone/>
              <a:defRPr sz="2400"/>
            </a:lvl7pPr>
            <a:lvl8pPr lvl="7" rtl="0">
              <a:spcBef>
                <a:spcPts val="0"/>
              </a:spcBef>
              <a:spcAft>
                <a:spcPts val="0"/>
              </a:spcAft>
              <a:buSzPts val="2400"/>
              <a:buNone/>
              <a:defRPr sz="2400"/>
            </a:lvl8pPr>
            <a:lvl9pPr lvl="8" rtl="0">
              <a:spcBef>
                <a:spcPts val="0"/>
              </a:spcBef>
              <a:spcAft>
                <a:spcPts val="0"/>
              </a:spcAft>
              <a:buSzPts val="2400"/>
              <a:buNone/>
              <a:defRPr sz="2400"/>
            </a:lvl9pPr>
          </a:lstStyle>
          <a:p>
            <a:endParaRPr/>
          </a:p>
        </p:txBody>
      </p:sp>
      <p:sp>
        <p:nvSpPr>
          <p:cNvPr id="148" name="Google Shape;148;p13"/>
          <p:cNvSpPr txBox="1">
            <a:spLocks noGrp="1"/>
          </p:cNvSpPr>
          <p:nvPr>
            <p:ph type="title" idx="13" hasCustomPrompt="1"/>
          </p:nvPr>
        </p:nvSpPr>
        <p:spPr>
          <a:xfrm>
            <a:off x="1181850" y="2939000"/>
            <a:ext cx="1275300" cy="5934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3000"/>
              <a:buNone/>
              <a:defRPr sz="3000">
                <a:solidFill>
                  <a:srgbClr val="FFD966"/>
                </a:solidFill>
              </a:defRPr>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149" name="Google Shape;149;p13"/>
          <p:cNvSpPr txBox="1">
            <a:spLocks noGrp="1"/>
          </p:cNvSpPr>
          <p:nvPr>
            <p:ph type="subTitle" idx="14"/>
          </p:nvPr>
        </p:nvSpPr>
        <p:spPr>
          <a:xfrm>
            <a:off x="720000" y="4118700"/>
            <a:ext cx="2199000" cy="4848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SzPts val="1400"/>
              <a:buNone/>
              <a:defRPr sz="1400">
                <a:solidFill>
                  <a:schemeClr val="dk1"/>
                </a:solidFill>
              </a:defRPr>
            </a:lvl1pPr>
            <a:lvl2pPr lvl="1" rtl="0">
              <a:lnSpc>
                <a:spcPct val="100000"/>
              </a:lnSpc>
              <a:spcBef>
                <a:spcPts val="0"/>
              </a:spcBef>
              <a:spcAft>
                <a:spcPts val="0"/>
              </a:spcAft>
              <a:buSzPts val="1400"/>
              <a:buNone/>
              <a:defRPr/>
            </a:lvl2pPr>
            <a:lvl3pPr lvl="2" rtl="0">
              <a:lnSpc>
                <a:spcPct val="100000"/>
              </a:lnSpc>
              <a:spcBef>
                <a:spcPts val="0"/>
              </a:spcBef>
              <a:spcAft>
                <a:spcPts val="0"/>
              </a:spcAft>
              <a:buSzPts val="1400"/>
              <a:buNone/>
              <a:defRPr/>
            </a:lvl3pPr>
            <a:lvl4pPr lvl="3" rtl="0">
              <a:lnSpc>
                <a:spcPct val="100000"/>
              </a:lnSpc>
              <a:spcBef>
                <a:spcPts val="0"/>
              </a:spcBef>
              <a:spcAft>
                <a:spcPts val="0"/>
              </a:spcAft>
              <a:buSzPts val="1400"/>
              <a:buNone/>
              <a:defRPr/>
            </a:lvl4pPr>
            <a:lvl5pPr lvl="4" rtl="0">
              <a:lnSpc>
                <a:spcPct val="100000"/>
              </a:lnSpc>
              <a:spcBef>
                <a:spcPts val="0"/>
              </a:spcBef>
              <a:spcAft>
                <a:spcPts val="0"/>
              </a:spcAft>
              <a:buSzPts val="1400"/>
              <a:buNone/>
              <a:defRPr/>
            </a:lvl5pPr>
            <a:lvl6pPr lvl="5" rtl="0">
              <a:lnSpc>
                <a:spcPct val="100000"/>
              </a:lnSpc>
              <a:spcBef>
                <a:spcPts val="0"/>
              </a:spcBef>
              <a:spcAft>
                <a:spcPts val="0"/>
              </a:spcAft>
              <a:buSzPts val="1400"/>
              <a:buNone/>
              <a:defRPr/>
            </a:lvl6pPr>
            <a:lvl7pPr lvl="6" rtl="0">
              <a:lnSpc>
                <a:spcPct val="100000"/>
              </a:lnSpc>
              <a:spcBef>
                <a:spcPts val="0"/>
              </a:spcBef>
              <a:spcAft>
                <a:spcPts val="0"/>
              </a:spcAft>
              <a:buSzPts val="1400"/>
              <a:buNone/>
              <a:defRPr/>
            </a:lvl7pPr>
            <a:lvl8pPr lvl="7" rtl="0">
              <a:lnSpc>
                <a:spcPct val="100000"/>
              </a:lnSpc>
              <a:spcBef>
                <a:spcPts val="0"/>
              </a:spcBef>
              <a:spcAft>
                <a:spcPts val="0"/>
              </a:spcAft>
              <a:buSzPts val="1400"/>
              <a:buNone/>
              <a:defRPr/>
            </a:lvl8pPr>
            <a:lvl9pPr lvl="8" rtl="0">
              <a:lnSpc>
                <a:spcPct val="100000"/>
              </a:lnSpc>
              <a:spcBef>
                <a:spcPts val="0"/>
              </a:spcBef>
              <a:spcAft>
                <a:spcPts val="0"/>
              </a:spcAft>
              <a:buSzPts val="1400"/>
              <a:buNone/>
              <a:defRPr/>
            </a:lvl9pPr>
          </a:lstStyle>
          <a:p>
            <a:endParaRPr/>
          </a:p>
        </p:txBody>
      </p:sp>
      <p:sp>
        <p:nvSpPr>
          <p:cNvPr id="150" name="Google Shape;150;p13"/>
          <p:cNvSpPr txBox="1">
            <a:spLocks noGrp="1"/>
          </p:cNvSpPr>
          <p:nvPr>
            <p:ph type="title" idx="15"/>
          </p:nvPr>
        </p:nvSpPr>
        <p:spPr>
          <a:xfrm>
            <a:off x="3474631" y="3502572"/>
            <a:ext cx="2199000" cy="5277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2400"/>
              <a:buNone/>
              <a:defRPr sz="2000"/>
            </a:lvl1pPr>
            <a:lvl2pPr lvl="1" rtl="0">
              <a:spcBef>
                <a:spcPts val="0"/>
              </a:spcBef>
              <a:spcAft>
                <a:spcPts val="0"/>
              </a:spcAft>
              <a:buSzPts val="2400"/>
              <a:buNone/>
              <a:defRPr sz="2400"/>
            </a:lvl2pPr>
            <a:lvl3pPr lvl="2" rtl="0">
              <a:spcBef>
                <a:spcPts val="0"/>
              </a:spcBef>
              <a:spcAft>
                <a:spcPts val="0"/>
              </a:spcAft>
              <a:buSzPts val="2400"/>
              <a:buNone/>
              <a:defRPr sz="2400"/>
            </a:lvl3pPr>
            <a:lvl4pPr lvl="3" rtl="0">
              <a:spcBef>
                <a:spcPts val="0"/>
              </a:spcBef>
              <a:spcAft>
                <a:spcPts val="0"/>
              </a:spcAft>
              <a:buSzPts val="2400"/>
              <a:buNone/>
              <a:defRPr sz="2400"/>
            </a:lvl4pPr>
            <a:lvl5pPr lvl="4" rtl="0">
              <a:spcBef>
                <a:spcPts val="0"/>
              </a:spcBef>
              <a:spcAft>
                <a:spcPts val="0"/>
              </a:spcAft>
              <a:buSzPts val="2400"/>
              <a:buNone/>
              <a:defRPr sz="2400"/>
            </a:lvl5pPr>
            <a:lvl6pPr lvl="5" rtl="0">
              <a:spcBef>
                <a:spcPts val="0"/>
              </a:spcBef>
              <a:spcAft>
                <a:spcPts val="0"/>
              </a:spcAft>
              <a:buSzPts val="2400"/>
              <a:buNone/>
              <a:defRPr sz="2400"/>
            </a:lvl6pPr>
            <a:lvl7pPr lvl="6" rtl="0">
              <a:spcBef>
                <a:spcPts val="0"/>
              </a:spcBef>
              <a:spcAft>
                <a:spcPts val="0"/>
              </a:spcAft>
              <a:buSzPts val="2400"/>
              <a:buNone/>
              <a:defRPr sz="2400"/>
            </a:lvl7pPr>
            <a:lvl8pPr lvl="7" rtl="0">
              <a:spcBef>
                <a:spcPts val="0"/>
              </a:spcBef>
              <a:spcAft>
                <a:spcPts val="0"/>
              </a:spcAft>
              <a:buSzPts val="2400"/>
              <a:buNone/>
              <a:defRPr sz="2400"/>
            </a:lvl8pPr>
            <a:lvl9pPr lvl="8" rtl="0">
              <a:spcBef>
                <a:spcPts val="0"/>
              </a:spcBef>
              <a:spcAft>
                <a:spcPts val="0"/>
              </a:spcAft>
              <a:buSzPts val="2400"/>
              <a:buNone/>
              <a:defRPr sz="2400"/>
            </a:lvl9pPr>
          </a:lstStyle>
          <a:p>
            <a:endParaRPr/>
          </a:p>
        </p:txBody>
      </p:sp>
      <p:sp>
        <p:nvSpPr>
          <p:cNvPr id="151" name="Google Shape;151;p13"/>
          <p:cNvSpPr txBox="1">
            <a:spLocks noGrp="1"/>
          </p:cNvSpPr>
          <p:nvPr>
            <p:ph type="title" idx="16" hasCustomPrompt="1"/>
          </p:nvPr>
        </p:nvSpPr>
        <p:spPr>
          <a:xfrm>
            <a:off x="3936481" y="2939000"/>
            <a:ext cx="1275300" cy="5934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3000"/>
              <a:buNone/>
              <a:defRPr sz="3000">
                <a:solidFill>
                  <a:srgbClr val="FFD966"/>
                </a:solidFill>
              </a:defRPr>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152" name="Google Shape;152;p13"/>
          <p:cNvSpPr txBox="1">
            <a:spLocks noGrp="1"/>
          </p:cNvSpPr>
          <p:nvPr>
            <p:ph type="subTitle" idx="17"/>
          </p:nvPr>
        </p:nvSpPr>
        <p:spPr>
          <a:xfrm>
            <a:off x="3474631" y="4118700"/>
            <a:ext cx="2199000" cy="4848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SzPts val="1400"/>
              <a:buNone/>
              <a:defRPr sz="1400">
                <a:solidFill>
                  <a:schemeClr val="dk1"/>
                </a:solidFill>
              </a:defRPr>
            </a:lvl1pPr>
            <a:lvl2pPr lvl="1" rtl="0">
              <a:lnSpc>
                <a:spcPct val="100000"/>
              </a:lnSpc>
              <a:spcBef>
                <a:spcPts val="0"/>
              </a:spcBef>
              <a:spcAft>
                <a:spcPts val="0"/>
              </a:spcAft>
              <a:buSzPts val="1400"/>
              <a:buNone/>
              <a:defRPr/>
            </a:lvl2pPr>
            <a:lvl3pPr lvl="2" rtl="0">
              <a:lnSpc>
                <a:spcPct val="100000"/>
              </a:lnSpc>
              <a:spcBef>
                <a:spcPts val="0"/>
              </a:spcBef>
              <a:spcAft>
                <a:spcPts val="0"/>
              </a:spcAft>
              <a:buSzPts val="1400"/>
              <a:buNone/>
              <a:defRPr/>
            </a:lvl3pPr>
            <a:lvl4pPr lvl="3" rtl="0">
              <a:lnSpc>
                <a:spcPct val="100000"/>
              </a:lnSpc>
              <a:spcBef>
                <a:spcPts val="0"/>
              </a:spcBef>
              <a:spcAft>
                <a:spcPts val="0"/>
              </a:spcAft>
              <a:buSzPts val="1400"/>
              <a:buNone/>
              <a:defRPr/>
            </a:lvl4pPr>
            <a:lvl5pPr lvl="4" rtl="0">
              <a:lnSpc>
                <a:spcPct val="100000"/>
              </a:lnSpc>
              <a:spcBef>
                <a:spcPts val="0"/>
              </a:spcBef>
              <a:spcAft>
                <a:spcPts val="0"/>
              </a:spcAft>
              <a:buSzPts val="1400"/>
              <a:buNone/>
              <a:defRPr/>
            </a:lvl5pPr>
            <a:lvl6pPr lvl="5" rtl="0">
              <a:lnSpc>
                <a:spcPct val="100000"/>
              </a:lnSpc>
              <a:spcBef>
                <a:spcPts val="0"/>
              </a:spcBef>
              <a:spcAft>
                <a:spcPts val="0"/>
              </a:spcAft>
              <a:buSzPts val="1400"/>
              <a:buNone/>
              <a:defRPr/>
            </a:lvl6pPr>
            <a:lvl7pPr lvl="6" rtl="0">
              <a:lnSpc>
                <a:spcPct val="100000"/>
              </a:lnSpc>
              <a:spcBef>
                <a:spcPts val="0"/>
              </a:spcBef>
              <a:spcAft>
                <a:spcPts val="0"/>
              </a:spcAft>
              <a:buSzPts val="1400"/>
              <a:buNone/>
              <a:defRPr/>
            </a:lvl7pPr>
            <a:lvl8pPr lvl="7" rtl="0">
              <a:lnSpc>
                <a:spcPct val="100000"/>
              </a:lnSpc>
              <a:spcBef>
                <a:spcPts val="0"/>
              </a:spcBef>
              <a:spcAft>
                <a:spcPts val="0"/>
              </a:spcAft>
              <a:buSzPts val="1400"/>
              <a:buNone/>
              <a:defRPr/>
            </a:lvl8pPr>
            <a:lvl9pPr lvl="8" rtl="0">
              <a:lnSpc>
                <a:spcPct val="100000"/>
              </a:lnSpc>
              <a:spcBef>
                <a:spcPts val="0"/>
              </a:spcBef>
              <a:spcAft>
                <a:spcPts val="0"/>
              </a:spcAft>
              <a:buSzPts val="1400"/>
              <a:buNone/>
              <a:defRPr/>
            </a:lvl9pPr>
          </a:lstStyle>
          <a:p>
            <a:endParaRPr/>
          </a:p>
        </p:txBody>
      </p:sp>
      <p:sp>
        <p:nvSpPr>
          <p:cNvPr id="153" name="Google Shape;153;p13"/>
          <p:cNvSpPr txBox="1">
            <a:spLocks noGrp="1"/>
          </p:cNvSpPr>
          <p:nvPr>
            <p:ph type="title" idx="18"/>
          </p:nvPr>
        </p:nvSpPr>
        <p:spPr>
          <a:xfrm>
            <a:off x="6229287" y="3502572"/>
            <a:ext cx="2199000" cy="5277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2400"/>
              <a:buNone/>
              <a:defRPr sz="2000"/>
            </a:lvl1pPr>
            <a:lvl2pPr lvl="1" rtl="0">
              <a:spcBef>
                <a:spcPts val="0"/>
              </a:spcBef>
              <a:spcAft>
                <a:spcPts val="0"/>
              </a:spcAft>
              <a:buSzPts val="2400"/>
              <a:buNone/>
              <a:defRPr sz="2400"/>
            </a:lvl2pPr>
            <a:lvl3pPr lvl="2" rtl="0">
              <a:spcBef>
                <a:spcPts val="0"/>
              </a:spcBef>
              <a:spcAft>
                <a:spcPts val="0"/>
              </a:spcAft>
              <a:buSzPts val="2400"/>
              <a:buNone/>
              <a:defRPr sz="2400"/>
            </a:lvl3pPr>
            <a:lvl4pPr lvl="3" rtl="0">
              <a:spcBef>
                <a:spcPts val="0"/>
              </a:spcBef>
              <a:spcAft>
                <a:spcPts val="0"/>
              </a:spcAft>
              <a:buSzPts val="2400"/>
              <a:buNone/>
              <a:defRPr sz="2400"/>
            </a:lvl4pPr>
            <a:lvl5pPr lvl="4" rtl="0">
              <a:spcBef>
                <a:spcPts val="0"/>
              </a:spcBef>
              <a:spcAft>
                <a:spcPts val="0"/>
              </a:spcAft>
              <a:buSzPts val="2400"/>
              <a:buNone/>
              <a:defRPr sz="2400"/>
            </a:lvl5pPr>
            <a:lvl6pPr lvl="5" rtl="0">
              <a:spcBef>
                <a:spcPts val="0"/>
              </a:spcBef>
              <a:spcAft>
                <a:spcPts val="0"/>
              </a:spcAft>
              <a:buSzPts val="2400"/>
              <a:buNone/>
              <a:defRPr sz="2400"/>
            </a:lvl6pPr>
            <a:lvl7pPr lvl="6" rtl="0">
              <a:spcBef>
                <a:spcPts val="0"/>
              </a:spcBef>
              <a:spcAft>
                <a:spcPts val="0"/>
              </a:spcAft>
              <a:buSzPts val="2400"/>
              <a:buNone/>
              <a:defRPr sz="2400"/>
            </a:lvl7pPr>
            <a:lvl8pPr lvl="7" rtl="0">
              <a:spcBef>
                <a:spcPts val="0"/>
              </a:spcBef>
              <a:spcAft>
                <a:spcPts val="0"/>
              </a:spcAft>
              <a:buSzPts val="2400"/>
              <a:buNone/>
              <a:defRPr sz="2400"/>
            </a:lvl8pPr>
            <a:lvl9pPr lvl="8" rtl="0">
              <a:spcBef>
                <a:spcPts val="0"/>
              </a:spcBef>
              <a:spcAft>
                <a:spcPts val="0"/>
              </a:spcAft>
              <a:buSzPts val="2400"/>
              <a:buNone/>
              <a:defRPr sz="2400"/>
            </a:lvl9pPr>
          </a:lstStyle>
          <a:p>
            <a:endParaRPr/>
          </a:p>
        </p:txBody>
      </p:sp>
      <p:sp>
        <p:nvSpPr>
          <p:cNvPr id="154" name="Google Shape;154;p13"/>
          <p:cNvSpPr txBox="1">
            <a:spLocks noGrp="1"/>
          </p:cNvSpPr>
          <p:nvPr>
            <p:ph type="title" idx="19" hasCustomPrompt="1"/>
          </p:nvPr>
        </p:nvSpPr>
        <p:spPr>
          <a:xfrm>
            <a:off x="6691137" y="2939000"/>
            <a:ext cx="1275300" cy="5934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3000"/>
              <a:buNone/>
              <a:defRPr sz="3000">
                <a:solidFill>
                  <a:srgbClr val="FFD966"/>
                </a:solidFill>
              </a:defRPr>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155" name="Google Shape;155;p13"/>
          <p:cNvSpPr txBox="1">
            <a:spLocks noGrp="1"/>
          </p:cNvSpPr>
          <p:nvPr>
            <p:ph type="subTitle" idx="20"/>
          </p:nvPr>
        </p:nvSpPr>
        <p:spPr>
          <a:xfrm>
            <a:off x="6229287" y="4118700"/>
            <a:ext cx="2199000" cy="4848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SzPts val="1400"/>
              <a:buNone/>
              <a:defRPr sz="1400">
                <a:solidFill>
                  <a:schemeClr val="dk1"/>
                </a:solidFill>
              </a:defRPr>
            </a:lvl1pPr>
            <a:lvl2pPr lvl="1" rtl="0">
              <a:lnSpc>
                <a:spcPct val="100000"/>
              </a:lnSpc>
              <a:spcBef>
                <a:spcPts val="0"/>
              </a:spcBef>
              <a:spcAft>
                <a:spcPts val="0"/>
              </a:spcAft>
              <a:buSzPts val="1400"/>
              <a:buNone/>
              <a:defRPr/>
            </a:lvl2pPr>
            <a:lvl3pPr lvl="2" rtl="0">
              <a:lnSpc>
                <a:spcPct val="100000"/>
              </a:lnSpc>
              <a:spcBef>
                <a:spcPts val="0"/>
              </a:spcBef>
              <a:spcAft>
                <a:spcPts val="0"/>
              </a:spcAft>
              <a:buSzPts val="1400"/>
              <a:buNone/>
              <a:defRPr/>
            </a:lvl3pPr>
            <a:lvl4pPr lvl="3" rtl="0">
              <a:lnSpc>
                <a:spcPct val="100000"/>
              </a:lnSpc>
              <a:spcBef>
                <a:spcPts val="0"/>
              </a:spcBef>
              <a:spcAft>
                <a:spcPts val="0"/>
              </a:spcAft>
              <a:buSzPts val="1400"/>
              <a:buNone/>
              <a:defRPr/>
            </a:lvl4pPr>
            <a:lvl5pPr lvl="4" rtl="0">
              <a:lnSpc>
                <a:spcPct val="100000"/>
              </a:lnSpc>
              <a:spcBef>
                <a:spcPts val="0"/>
              </a:spcBef>
              <a:spcAft>
                <a:spcPts val="0"/>
              </a:spcAft>
              <a:buSzPts val="1400"/>
              <a:buNone/>
              <a:defRPr/>
            </a:lvl5pPr>
            <a:lvl6pPr lvl="5" rtl="0">
              <a:lnSpc>
                <a:spcPct val="100000"/>
              </a:lnSpc>
              <a:spcBef>
                <a:spcPts val="0"/>
              </a:spcBef>
              <a:spcAft>
                <a:spcPts val="0"/>
              </a:spcAft>
              <a:buSzPts val="1400"/>
              <a:buNone/>
              <a:defRPr/>
            </a:lvl6pPr>
            <a:lvl7pPr lvl="6" rtl="0">
              <a:lnSpc>
                <a:spcPct val="100000"/>
              </a:lnSpc>
              <a:spcBef>
                <a:spcPts val="0"/>
              </a:spcBef>
              <a:spcAft>
                <a:spcPts val="0"/>
              </a:spcAft>
              <a:buSzPts val="1400"/>
              <a:buNone/>
              <a:defRPr/>
            </a:lvl7pPr>
            <a:lvl8pPr lvl="7" rtl="0">
              <a:lnSpc>
                <a:spcPct val="100000"/>
              </a:lnSpc>
              <a:spcBef>
                <a:spcPts val="0"/>
              </a:spcBef>
              <a:spcAft>
                <a:spcPts val="0"/>
              </a:spcAft>
              <a:buSzPts val="1400"/>
              <a:buNone/>
              <a:defRPr/>
            </a:lvl8pPr>
            <a:lvl9pPr lvl="8" rtl="0">
              <a:lnSpc>
                <a:spcPct val="100000"/>
              </a:lnSpc>
              <a:spcBef>
                <a:spcPts val="0"/>
              </a:spcBef>
              <a:spcAft>
                <a:spcPts val="0"/>
              </a:spcAft>
              <a:buSzPts val="1400"/>
              <a:buNone/>
              <a:defRPr/>
            </a:lvl9pPr>
          </a:lstStyle>
          <a:p>
            <a:endParaRPr/>
          </a:p>
        </p:txBody>
      </p:sp>
      <p:sp>
        <p:nvSpPr>
          <p:cNvPr id="156" name="Google Shape;156;p13"/>
          <p:cNvSpPr txBox="1">
            <a:spLocks noGrp="1"/>
          </p:cNvSpPr>
          <p:nvPr>
            <p:ph type="title" idx="21"/>
          </p:nvPr>
        </p:nvSpPr>
        <p:spPr>
          <a:xfrm>
            <a:off x="720000" y="532925"/>
            <a:ext cx="7704000" cy="4407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3500"/>
              <a:buNone/>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a:endParaRPr/>
          </a:p>
        </p:txBody>
      </p:sp>
      <p:grpSp>
        <p:nvGrpSpPr>
          <p:cNvPr id="157" name="Google Shape;157;p13"/>
          <p:cNvGrpSpPr/>
          <p:nvPr/>
        </p:nvGrpSpPr>
        <p:grpSpPr>
          <a:xfrm>
            <a:off x="447175" y="264250"/>
            <a:ext cx="8203800" cy="4135500"/>
            <a:chOff x="447175" y="264250"/>
            <a:chExt cx="8203800" cy="4135500"/>
          </a:xfrm>
        </p:grpSpPr>
        <p:sp>
          <p:nvSpPr>
            <p:cNvPr id="158" name="Google Shape;158;p13"/>
            <p:cNvSpPr/>
            <p:nvPr/>
          </p:nvSpPr>
          <p:spPr>
            <a:xfrm>
              <a:off x="8200475" y="507808"/>
              <a:ext cx="206400" cy="2586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 name="Google Shape;159;p13"/>
            <p:cNvSpPr/>
            <p:nvPr/>
          </p:nvSpPr>
          <p:spPr>
            <a:xfrm>
              <a:off x="1861400" y="264250"/>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 name="Google Shape;160;p13"/>
            <p:cNvSpPr/>
            <p:nvPr/>
          </p:nvSpPr>
          <p:spPr>
            <a:xfrm>
              <a:off x="447175" y="2624345"/>
              <a:ext cx="206400" cy="2586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 name="Google Shape;161;p13"/>
            <p:cNvSpPr/>
            <p:nvPr/>
          </p:nvSpPr>
          <p:spPr>
            <a:xfrm>
              <a:off x="710700" y="3628038"/>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 name="Google Shape;162;p13"/>
            <p:cNvSpPr/>
            <p:nvPr/>
          </p:nvSpPr>
          <p:spPr>
            <a:xfrm>
              <a:off x="8541775" y="4262950"/>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 name="Google Shape;163;p13"/>
            <p:cNvSpPr/>
            <p:nvPr/>
          </p:nvSpPr>
          <p:spPr>
            <a:xfrm>
              <a:off x="8526700" y="1464250"/>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Quote">
  <p:cSld name="BLANK_1_1">
    <p:spTree>
      <p:nvGrpSpPr>
        <p:cNvPr id="1" name="Shape 164"/>
        <p:cNvGrpSpPr/>
        <p:nvPr/>
      </p:nvGrpSpPr>
      <p:grpSpPr>
        <a:xfrm>
          <a:off x="0" y="0"/>
          <a:ext cx="0" cy="0"/>
          <a:chOff x="0" y="0"/>
          <a:chExt cx="0" cy="0"/>
        </a:xfrm>
      </p:grpSpPr>
      <p:pic>
        <p:nvPicPr>
          <p:cNvPr id="165" name="Google Shape;165;p14"/>
          <p:cNvPicPr preferRelativeResize="0"/>
          <p:nvPr/>
        </p:nvPicPr>
        <p:blipFill>
          <a:blip r:embed="rId2">
            <a:alphaModFix/>
          </a:blip>
          <a:stretch>
            <a:fillRect/>
          </a:stretch>
        </p:blipFill>
        <p:spPr>
          <a:xfrm>
            <a:off x="-74138" y="-41699"/>
            <a:ext cx="9292277" cy="5226899"/>
          </a:xfrm>
          <a:prstGeom prst="rect">
            <a:avLst/>
          </a:prstGeom>
          <a:noFill/>
          <a:ln>
            <a:noFill/>
          </a:ln>
        </p:spPr>
      </p:pic>
      <p:sp>
        <p:nvSpPr>
          <p:cNvPr id="166" name="Google Shape;166;p14"/>
          <p:cNvSpPr txBox="1">
            <a:spLocks noGrp="1"/>
          </p:cNvSpPr>
          <p:nvPr>
            <p:ph type="title"/>
          </p:nvPr>
        </p:nvSpPr>
        <p:spPr>
          <a:xfrm>
            <a:off x="715100" y="3436600"/>
            <a:ext cx="5523600" cy="531900"/>
          </a:xfrm>
          <a:prstGeom prst="rect">
            <a:avLst/>
          </a:prstGeom>
        </p:spPr>
        <p:txBody>
          <a:bodyPr spcFirstLastPara="1" wrap="square" lIns="91425" tIns="91425" rIns="91425" bIns="91425" anchor="ctr" anchorCtr="0">
            <a:noAutofit/>
          </a:bodyPr>
          <a:lstStyle>
            <a:lvl1pPr lvl="0" rtl="0">
              <a:spcBef>
                <a:spcPts val="0"/>
              </a:spcBef>
              <a:spcAft>
                <a:spcPts val="0"/>
              </a:spcAft>
              <a:buSzPts val="3000"/>
              <a:buNone/>
              <a:defRPr sz="2100"/>
            </a:lvl1pPr>
            <a:lvl2pPr lvl="1" algn="ctr" rtl="0">
              <a:spcBef>
                <a:spcPts val="0"/>
              </a:spcBef>
              <a:spcAft>
                <a:spcPts val="0"/>
              </a:spcAft>
              <a:buSzPts val="3000"/>
              <a:buNone/>
              <a:defRPr sz="3000"/>
            </a:lvl2pPr>
            <a:lvl3pPr lvl="2" algn="ctr" rtl="0">
              <a:spcBef>
                <a:spcPts val="0"/>
              </a:spcBef>
              <a:spcAft>
                <a:spcPts val="0"/>
              </a:spcAft>
              <a:buSzPts val="3000"/>
              <a:buNone/>
              <a:defRPr sz="3000"/>
            </a:lvl3pPr>
            <a:lvl4pPr lvl="3" algn="ctr" rtl="0">
              <a:spcBef>
                <a:spcPts val="0"/>
              </a:spcBef>
              <a:spcAft>
                <a:spcPts val="0"/>
              </a:spcAft>
              <a:buSzPts val="3000"/>
              <a:buNone/>
              <a:defRPr sz="3000"/>
            </a:lvl4pPr>
            <a:lvl5pPr lvl="4" algn="ctr" rtl="0">
              <a:spcBef>
                <a:spcPts val="0"/>
              </a:spcBef>
              <a:spcAft>
                <a:spcPts val="0"/>
              </a:spcAft>
              <a:buSzPts val="3000"/>
              <a:buNone/>
              <a:defRPr sz="3000"/>
            </a:lvl5pPr>
            <a:lvl6pPr lvl="5" algn="ctr" rtl="0">
              <a:spcBef>
                <a:spcPts val="0"/>
              </a:spcBef>
              <a:spcAft>
                <a:spcPts val="0"/>
              </a:spcAft>
              <a:buSzPts val="3000"/>
              <a:buNone/>
              <a:defRPr sz="3000"/>
            </a:lvl6pPr>
            <a:lvl7pPr lvl="6" algn="ctr" rtl="0">
              <a:spcBef>
                <a:spcPts val="0"/>
              </a:spcBef>
              <a:spcAft>
                <a:spcPts val="0"/>
              </a:spcAft>
              <a:buSzPts val="3000"/>
              <a:buNone/>
              <a:defRPr sz="3000"/>
            </a:lvl7pPr>
            <a:lvl8pPr lvl="7" algn="ctr" rtl="0">
              <a:spcBef>
                <a:spcPts val="0"/>
              </a:spcBef>
              <a:spcAft>
                <a:spcPts val="0"/>
              </a:spcAft>
              <a:buSzPts val="3000"/>
              <a:buNone/>
              <a:defRPr sz="3000"/>
            </a:lvl8pPr>
            <a:lvl9pPr lvl="8" algn="ctr" rtl="0">
              <a:spcBef>
                <a:spcPts val="0"/>
              </a:spcBef>
              <a:spcAft>
                <a:spcPts val="0"/>
              </a:spcAft>
              <a:buSzPts val="3000"/>
              <a:buNone/>
              <a:defRPr sz="3000"/>
            </a:lvl9pPr>
          </a:lstStyle>
          <a:p>
            <a:endParaRPr/>
          </a:p>
        </p:txBody>
      </p:sp>
      <p:sp>
        <p:nvSpPr>
          <p:cNvPr id="167" name="Google Shape;167;p14"/>
          <p:cNvSpPr txBox="1">
            <a:spLocks noGrp="1"/>
          </p:cNvSpPr>
          <p:nvPr>
            <p:ph type="subTitle" idx="1"/>
          </p:nvPr>
        </p:nvSpPr>
        <p:spPr>
          <a:xfrm>
            <a:off x="715100" y="1115850"/>
            <a:ext cx="5523600" cy="2286300"/>
          </a:xfrm>
          <a:prstGeom prst="rect">
            <a:avLst/>
          </a:prstGeom>
        </p:spPr>
        <p:txBody>
          <a:bodyPr spcFirstLastPara="1" wrap="square" lIns="91425" tIns="91425" rIns="91425" bIns="91425" anchor="ctr" anchorCtr="0">
            <a:noAutofit/>
          </a:bodyPr>
          <a:lstStyle>
            <a:lvl1pPr lvl="0" rtl="0">
              <a:lnSpc>
                <a:spcPct val="100000"/>
              </a:lnSpc>
              <a:spcBef>
                <a:spcPts val="0"/>
              </a:spcBef>
              <a:spcAft>
                <a:spcPts val="0"/>
              </a:spcAft>
              <a:buSzPts val="2500"/>
              <a:buNone/>
              <a:defRPr sz="3100"/>
            </a:lvl1pPr>
            <a:lvl2pPr lvl="1" algn="ctr" rtl="0">
              <a:lnSpc>
                <a:spcPct val="100000"/>
              </a:lnSpc>
              <a:spcBef>
                <a:spcPts val="0"/>
              </a:spcBef>
              <a:spcAft>
                <a:spcPts val="0"/>
              </a:spcAft>
              <a:buSzPts val="2500"/>
              <a:buNone/>
              <a:defRPr sz="2500"/>
            </a:lvl2pPr>
            <a:lvl3pPr lvl="2" algn="ctr" rtl="0">
              <a:lnSpc>
                <a:spcPct val="100000"/>
              </a:lnSpc>
              <a:spcBef>
                <a:spcPts val="0"/>
              </a:spcBef>
              <a:spcAft>
                <a:spcPts val="0"/>
              </a:spcAft>
              <a:buSzPts val="2500"/>
              <a:buNone/>
              <a:defRPr sz="2500"/>
            </a:lvl3pPr>
            <a:lvl4pPr lvl="3" algn="ctr" rtl="0">
              <a:lnSpc>
                <a:spcPct val="100000"/>
              </a:lnSpc>
              <a:spcBef>
                <a:spcPts val="0"/>
              </a:spcBef>
              <a:spcAft>
                <a:spcPts val="0"/>
              </a:spcAft>
              <a:buSzPts val="2500"/>
              <a:buNone/>
              <a:defRPr sz="2500"/>
            </a:lvl4pPr>
            <a:lvl5pPr lvl="4" algn="ctr" rtl="0">
              <a:lnSpc>
                <a:spcPct val="100000"/>
              </a:lnSpc>
              <a:spcBef>
                <a:spcPts val="0"/>
              </a:spcBef>
              <a:spcAft>
                <a:spcPts val="0"/>
              </a:spcAft>
              <a:buSzPts val="2500"/>
              <a:buNone/>
              <a:defRPr sz="2500"/>
            </a:lvl5pPr>
            <a:lvl6pPr lvl="5" algn="ctr" rtl="0">
              <a:lnSpc>
                <a:spcPct val="100000"/>
              </a:lnSpc>
              <a:spcBef>
                <a:spcPts val="0"/>
              </a:spcBef>
              <a:spcAft>
                <a:spcPts val="0"/>
              </a:spcAft>
              <a:buSzPts val="2500"/>
              <a:buNone/>
              <a:defRPr sz="2500"/>
            </a:lvl6pPr>
            <a:lvl7pPr lvl="6" algn="ctr" rtl="0">
              <a:lnSpc>
                <a:spcPct val="100000"/>
              </a:lnSpc>
              <a:spcBef>
                <a:spcPts val="0"/>
              </a:spcBef>
              <a:spcAft>
                <a:spcPts val="0"/>
              </a:spcAft>
              <a:buSzPts val="2500"/>
              <a:buNone/>
              <a:defRPr sz="2500"/>
            </a:lvl7pPr>
            <a:lvl8pPr lvl="7" algn="ctr" rtl="0">
              <a:lnSpc>
                <a:spcPct val="100000"/>
              </a:lnSpc>
              <a:spcBef>
                <a:spcPts val="0"/>
              </a:spcBef>
              <a:spcAft>
                <a:spcPts val="0"/>
              </a:spcAft>
              <a:buSzPts val="2500"/>
              <a:buNone/>
              <a:defRPr sz="2500"/>
            </a:lvl8pPr>
            <a:lvl9pPr lvl="8" algn="ctr" rtl="0">
              <a:lnSpc>
                <a:spcPct val="100000"/>
              </a:lnSpc>
              <a:spcBef>
                <a:spcPts val="0"/>
              </a:spcBef>
              <a:spcAft>
                <a:spcPts val="0"/>
              </a:spcAft>
              <a:buSzPts val="2500"/>
              <a:buNone/>
              <a:defRPr sz="2500"/>
            </a:lvl9pPr>
          </a:lstStyle>
          <a:p>
            <a:endParaRPr/>
          </a:p>
        </p:txBody>
      </p:sp>
      <p:grpSp>
        <p:nvGrpSpPr>
          <p:cNvPr id="168" name="Google Shape;168;p14"/>
          <p:cNvGrpSpPr/>
          <p:nvPr/>
        </p:nvGrpSpPr>
        <p:grpSpPr>
          <a:xfrm>
            <a:off x="264725" y="407792"/>
            <a:ext cx="8186725" cy="4027533"/>
            <a:chOff x="264725" y="407792"/>
            <a:chExt cx="8186725" cy="4027533"/>
          </a:xfrm>
        </p:grpSpPr>
        <p:sp>
          <p:nvSpPr>
            <p:cNvPr id="169" name="Google Shape;169;p14"/>
            <p:cNvSpPr/>
            <p:nvPr/>
          </p:nvSpPr>
          <p:spPr>
            <a:xfrm>
              <a:off x="2247600" y="4298525"/>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 name="Google Shape;170;p14"/>
            <p:cNvSpPr/>
            <p:nvPr/>
          </p:nvSpPr>
          <p:spPr>
            <a:xfrm>
              <a:off x="8209050" y="802950"/>
              <a:ext cx="242400" cy="3036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 name="Google Shape;171;p14"/>
            <p:cNvSpPr/>
            <p:nvPr/>
          </p:nvSpPr>
          <p:spPr>
            <a:xfrm>
              <a:off x="3992875" y="407792"/>
              <a:ext cx="203100" cy="2544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 name="Google Shape;172;p14"/>
            <p:cNvSpPr/>
            <p:nvPr/>
          </p:nvSpPr>
          <p:spPr>
            <a:xfrm>
              <a:off x="8099850" y="2904875"/>
              <a:ext cx="109200" cy="136800"/>
            </a:xfrm>
            <a:prstGeom prst="star4">
              <a:avLst>
                <a:gd name="adj" fmla="val 12011"/>
              </a:avLst>
            </a:prstGeom>
            <a:solidFill>
              <a:schemeClr val="dk1"/>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 name="Google Shape;173;p14"/>
            <p:cNvSpPr/>
            <p:nvPr/>
          </p:nvSpPr>
          <p:spPr>
            <a:xfrm>
              <a:off x="1316550" y="802950"/>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 name="Google Shape;174;p14"/>
            <p:cNvSpPr/>
            <p:nvPr/>
          </p:nvSpPr>
          <p:spPr>
            <a:xfrm>
              <a:off x="264725" y="3402150"/>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 name="Google Shape;175;p14"/>
            <p:cNvSpPr/>
            <p:nvPr/>
          </p:nvSpPr>
          <p:spPr>
            <a:xfrm>
              <a:off x="6132363" y="1526700"/>
              <a:ext cx="203100" cy="2544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 name="Google Shape;176;p14"/>
            <p:cNvSpPr/>
            <p:nvPr/>
          </p:nvSpPr>
          <p:spPr>
            <a:xfrm>
              <a:off x="4719600" y="3714100"/>
              <a:ext cx="203100" cy="254400"/>
            </a:xfrm>
            <a:prstGeom prst="star4">
              <a:avLst>
                <a:gd name="adj" fmla="val 12011"/>
              </a:avLst>
            </a:prstGeom>
            <a:solidFill>
              <a:schemeClr val="dk1"/>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 name="Google Shape;177;p14"/>
            <p:cNvSpPr/>
            <p:nvPr/>
          </p:nvSpPr>
          <p:spPr>
            <a:xfrm>
              <a:off x="7684650" y="3906250"/>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Section header 1">
  <p:cSld name="CUSTOM_2">
    <p:spTree>
      <p:nvGrpSpPr>
        <p:cNvPr id="1" name="Shape 178"/>
        <p:cNvGrpSpPr/>
        <p:nvPr/>
      </p:nvGrpSpPr>
      <p:grpSpPr>
        <a:xfrm>
          <a:off x="0" y="0"/>
          <a:ext cx="0" cy="0"/>
          <a:chOff x="0" y="0"/>
          <a:chExt cx="0" cy="0"/>
        </a:xfrm>
      </p:grpSpPr>
      <p:pic>
        <p:nvPicPr>
          <p:cNvPr id="179" name="Google Shape;179;p15"/>
          <p:cNvPicPr preferRelativeResize="0"/>
          <p:nvPr/>
        </p:nvPicPr>
        <p:blipFill>
          <a:blip r:embed="rId2">
            <a:alphaModFix/>
          </a:blip>
          <a:stretch>
            <a:fillRect/>
          </a:stretch>
        </p:blipFill>
        <p:spPr>
          <a:xfrm>
            <a:off x="-72025" y="-40512"/>
            <a:ext cx="9288049" cy="5224524"/>
          </a:xfrm>
          <a:prstGeom prst="rect">
            <a:avLst/>
          </a:prstGeom>
          <a:noFill/>
          <a:ln>
            <a:noFill/>
          </a:ln>
        </p:spPr>
      </p:pic>
      <p:sp>
        <p:nvSpPr>
          <p:cNvPr id="180" name="Google Shape;180;p15"/>
          <p:cNvSpPr txBox="1">
            <a:spLocks noGrp="1"/>
          </p:cNvSpPr>
          <p:nvPr>
            <p:ph type="title"/>
          </p:nvPr>
        </p:nvSpPr>
        <p:spPr>
          <a:xfrm>
            <a:off x="715100" y="2308900"/>
            <a:ext cx="4025700" cy="1159200"/>
          </a:xfrm>
          <a:prstGeom prst="rect">
            <a:avLst/>
          </a:prstGeom>
        </p:spPr>
        <p:txBody>
          <a:bodyPr spcFirstLastPara="1" wrap="square" lIns="91425" tIns="91425" rIns="91425" bIns="91425" anchor="ctr" anchorCtr="0">
            <a:noAutofit/>
          </a:bodyPr>
          <a:lstStyle>
            <a:lvl1pPr lvl="0" rtl="0">
              <a:spcBef>
                <a:spcPts val="0"/>
              </a:spcBef>
              <a:spcAft>
                <a:spcPts val="0"/>
              </a:spcAft>
              <a:buSzPts val="3600"/>
              <a:buNone/>
              <a:defRPr sz="4000"/>
            </a:lvl1pPr>
            <a:lvl2pPr lvl="1" rtl="0">
              <a:spcBef>
                <a:spcPts val="0"/>
              </a:spcBef>
              <a:spcAft>
                <a:spcPts val="0"/>
              </a:spcAft>
              <a:buSzPts val="3600"/>
              <a:buNone/>
              <a:defRPr sz="3600"/>
            </a:lvl2pPr>
            <a:lvl3pPr lvl="2" rtl="0">
              <a:spcBef>
                <a:spcPts val="0"/>
              </a:spcBef>
              <a:spcAft>
                <a:spcPts val="0"/>
              </a:spcAft>
              <a:buSzPts val="3600"/>
              <a:buNone/>
              <a:defRPr sz="3600"/>
            </a:lvl3pPr>
            <a:lvl4pPr lvl="3" rtl="0">
              <a:spcBef>
                <a:spcPts val="0"/>
              </a:spcBef>
              <a:spcAft>
                <a:spcPts val="0"/>
              </a:spcAft>
              <a:buSzPts val="3600"/>
              <a:buNone/>
              <a:defRPr sz="3600"/>
            </a:lvl4pPr>
            <a:lvl5pPr lvl="4" rtl="0">
              <a:spcBef>
                <a:spcPts val="0"/>
              </a:spcBef>
              <a:spcAft>
                <a:spcPts val="0"/>
              </a:spcAft>
              <a:buSzPts val="3600"/>
              <a:buNone/>
              <a:defRPr sz="3600"/>
            </a:lvl5pPr>
            <a:lvl6pPr lvl="5" rtl="0">
              <a:spcBef>
                <a:spcPts val="0"/>
              </a:spcBef>
              <a:spcAft>
                <a:spcPts val="0"/>
              </a:spcAft>
              <a:buSzPts val="3600"/>
              <a:buNone/>
              <a:defRPr sz="3600"/>
            </a:lvl6pPr>
            <a:lvl7pPr lvl="6" rtl="0">
              <a:spcBef>
                <a:spcPts val="0"/>
              </a:spcBef>
              <a:spcAft>
                <a:spcPts val="0"/>
              </a:spcAft>
              <a:buSzPts val="3600"/>
              <a:buNone/>
              <a:defRPr sz="3600"/>
            </a:lvl7pPr>
            <a:lvl8pPr lvl="7" rtl="0">
              <a:spcBef>
                <a:spcPts val="0"/>
              </a:spcBef>
              <a:spcAft>
                <a:spcPts val="0"/>
              </a:spcAft>
              <a:buSzPts val="3600"/>
              <a:buNone/>
              <a:defRPr sz="3600"/>
            </a:lvl8pPr>
            <a:lvl9pPr lvl="8" rtl="0">
              <a:spcBef>
                <a:spcPts val="0"/>
              </a:spcBef>
              <a:spcAft>
                <a:spcPts val="0"/>
              </a:spcAft>
              <a:buSzPts val="3600"/>
              <a:buNone/>
              <a:defRPr sz="3600"/>
            </a:lvl9pPr>
          </a:lstStyle>
          <a:p>
            <a:endParaRPr/>
          </a:p>
        </p:txBody>
      </p:sp>
      <p:sp>
        <p:nvSpPr>
          <p:cNvPr id="181" name="Google Shape;181;p15"/>
          <p:cNvSpPr txBox="1">
            <a:spLocks noGrp="1"/>
          </p:cNvSpPr>
          <p:nvPr>
            <p:ph type="title" idx="2" hasCustomPrompt="1"/>
          </p:nvPr>
        </p:nvSpPr>
        <p:spPr>
          <a:xfrm>
            <a:off x="715100" y="1221675"/>
            <a:ext cx="3419400" cy="941400"/>
          </a:xfrm>
          <a:prstGeom prst="rect">
            <a:avLst/>
          </a:prstGeom>
        </p:spPr>
        <p:txBody>
          <a:bodyPr spcFirstLastPara="1" wrap="square" lIns="91425" tIns="91425" rIns="91425" bIns="91425" anchor="ctr" anchorCtr="0">
            <a:noAutofit/>
          </a:bodyPr>
          <a:lstStyle>
            <a:lvl1pPr lvl="0" rtl="0">
              <a:spcBef>
                <a:spcPts val="0"/>
              </a:spcBef>
              <a:spcAft>
                <a:spcPts val="0"/>
              </a:spcAft>
              <a:buSzPts val="6000"/>
              <a:buNone/>
              <a:defRPr sz="8000">
                <a:solidFill>
                  <a:schemeClr val="accent1"/>
                </a:solidFill>
              </a:defRPr>
            </a:lvl1pPr>
            <a:lvl2pPr lvl="1" rtl="0">
              <a:spcBef>
                <a:spcPts val="0"/>
              </a:spcBef>
              <a:spcAft>
                <a:spcPts val="0"/>
              </a:spcAft>
              <a:buSzPts val="6000"/>
              <a:buNone/>
              <a:defRPr sz="6000"/>
            </a:lvl2pPr>
            <a:lvl3pPr lvl="2" rtl="0">
              <a:spcBef>
                <a:spcPts val="0"/>
              </a:spcBef>
              <a:spcAft>
                <a:spcPts val="0"/>
              </a:spcAft>
              <a:buSzPts val="6000"/>
              <a:buNone/>
              <a:defRPr sz="6000"/>
            </a:lvl3pPr>
            <a:lvl4pPr lvl="3" rtl="0">
              <a:spcBef>
                <a:spcPts val="0"/>
              </a:spcBef>
              <a:spcAft>
                <a:spcPts val="0"/>
              </a:spcAft>
              <a:buSzPts val="6000"/>
              <a:buNone/>
              <a:defRPr sz="6000"/>
            </a:lvl4pPr>
            <a:lvl5pPr lvl="4" rtl="0">
              <a:spcBef>
                <a:spcPts val="0"/>
              </a:spcBef>
              <a:spcAft>
                <a:spcPts val="0"/>
              </a:spcAft>
              <a:buSzPts val="6000"/>
              <a:buNone/>
              <a:defRPr sz="6000"/>
            </a:lvl5pPr>
            <a:lvl6pPr lvl="5" rtl="0">
              <a:spcBef>
                <a:spcPts val="0"/>
              </a:spcBef>
              <a:spcAft>
                <a:spcPts val="0"/>
              </a:spcAft>
              <a:buSzPts val="6000"/>
              <a:buNone/>
              <a:defRPr sz="6000"/>
            </a:lvl6pPr>
            <a:lvl7pPr lvl="6" rtl="0">
              <a:spcBef>
                <a:spcPts val="0"/>
              </a:spcBef>
              <a:spcAft>
                <a:spcPts val="0"/>
              </a:spcAft>
              <a:buSzPts val="6000"/>
              <a:buNone/>
              <a:defRPr sz="6000"/>
            </a:lvl7pPr>
            <a:lvl8pPr lvl="7" rtl="0">
              <a:spcBef>
                <a:spcPts val="0"/>
              </a:spcBef>
              <a:spcAft>
                <a:spcPts val="0"/>
              </a:spcAft>
              <a:buSzPts val="6000"/>
              <a:buNone/>
              <a:defRPr sz="6000"/>
            </a:lvl8pPr>
            <a:lvl9pPr lvl="8" rtl="0">
              <a:spcBef>
                <a:spcPts val="0"/>
              </a:spcBef>
              <a:spcAft>
                <a:spcPts val="0"/>
              </a:spcAft>
              <a:buSzPts val="6000"/>
              <a:buNone/>
              <a:defRPr sz="6000"/>
            </a:lvl9pPr>
          </a:lstStyle>
          <a:p>
            <a:r>
              <a:t>xx%</a:t>
            </a:r>
          </a:p>
        </p:txBody>
      </p:sp>
      <p:sp>
        <p:nvSpPr>
          <p:cNvPr id="182" name="Google Shape;182;p15"/>
          <p:cNvSpPr txBox="1">
            <a:spLocks noGrp="1"/>
          </p:cNvSpPr>
          <p:nvPr>
            <p:ph type="subTitle" idx="1"/>
          </p:nvPr>
        </p:nvSpPr>
        <p:spPr>
          <a:xfrm>
            <a:off x="715100" y="3649025"/>
            <a:ext cx="3513900" cy="467100"/>
          </a:xfrm>
          <a:prstGeom prst="rect">
            <a:avLst/>
          </a:prstGeom>
        </p:spPr>
        <p:txBody>
          <a:bodyPr spcFirstLastPara="1" wrap="square" lIns="91425" tIns="91425" rIns="91425" bIns="91425" anchor="ctr" anchorCtr="0">
            <a:noAutofit/>
          </a:bodyPr>
          <a:lstStyle>
            <a:lvl1pPr lvl="0" rtl="0">
              <a:lnSpc>
                <a:spcPct val="100000"/>
              </a:lnSpc>
              <a:spcBef>
                <a:spcPts val="0"/>
              </a:spcBef>
              <a:spcAft>
                <a:spcPts val="0"/>
              </a:spcAft>
              <a:buSzPts val="1400"/>
              <a:buNone/>
              <a:defRPr sz="1800">
                <a:solidFill>
                  <a:schemeClr val="dk1"/>
                </a:solidFill>
              </a:defRPr>
            </a:lvl1pPr>
            <a:lvl2pPr lvl="1" rtl="0">
              <a:lnSpc>
                <a:spcPct val="100000"/>
              </a:lnSpc>
              <a:spcBef>
                <a:spcPts val="0"/>
              </a:spcBef>
              <a:spcAft>
                <a:spcPts val="0"/>
              </a:spcAft>
              <a:buSzPts val="1400"/>
              <a:buNone/>
              <a:defRPr/>
            </a:lvl2pPr>
            <a:lvl3pPr lvl="2" rtl="0">
              <a:lnSpc>
                <a:spcPct val="100000"/>
              </a:lnSpc>
              <a:spcBef>
                <a:spcPts val="0"/>
              </a:spcBef>
              <a:spcAft>
                <a:spcPts val="0"/>
              </a:spcAft>
              <a:buSzPts val="1400"/>
              <a:buNone/>
              <a:defRPr/>
            </a:lvl3pPr>
            <a:lvl4pPr lvl="3" rtl="0">
              <a:lnSpc>
                <a:spcPct val="100000"/>
              </a:lnSpc>
              <a:spcBef>
                <a:spcPts val="0"/>
              </a:spcBef>
              <a:spcAft>
                <a:spcPts val="0"/>
              </a:spcAft>
              <a:buSzPts val="1400"/>
              <a:buNone/>
              <a:defRPr/>
            </a:lvl4pPr>
            <a:lvl5pPr lvl="4" rtl="0">
              <a:lnSpc>
                <a:spcPct val="100000"/>
              </a:lnSpc>
              <a:spcBef>
                <a:spcPts val="0"/>
              </a:spcBef>
              <a:spcAft>
                <a:spcPts val="0"/>
              </a:spcAft>
              <a:buSzPts val="1400"/>
              <a:buNone/>
              <a:defRPr/>
            </a:lvl5pPr>
            <a:lvl6pPr lvl="5" rtl="0">
              <a:lnSpc>
                <a:spcPct val="100000"/>
              </a:lnSpc>
              <a:spcBef>
                <a:spcPts val="0"/>
              </a:spcBef>
              <a:spcAft>
                <a:spcPts val="0"/>
              </a:spcAft>
              <a:buSzPts val="1400"/>
              <a:buNone/>
              <a:defRPr/>
            </a:lvl6pPr>
            <a:lvl7pPr lvl="6" rtl="0">
              <a:lnSpc>
                <a:spcPct val="100000"/>
              </a:lnSpc>
              <a:spcBef>
                <a:spcPts val="0"/>
              </a:spcBef>
              <a:spcAft>
                <a:spcPts val="0"/>
              </a:spcAft>
              <a:buSzPts val="1400"/>
              <a:buNone/>
              <a:defRPr/>
            </a:lvl7pPr>
            <a:lvl8pPr lvl="7" rtl="0">
              <a:lnSpc>
                <a:spcPct val="100000"/>
              </a:lnSpc>
              <a:spcBef>
                <a:spcPts val="0"/>
              </a:spcBef>
              <a:spcAft>
                <a:spcPts val="0"/>
              </a:spcAft>
              <a:buSzPts val="1400"/>
              <a:buNone/>
              <a:defRPr/>
            </a:lvl8pPr>
            <a:lvl9pPr lvl="8" rtl="0">
              <a:lnSpc>
                <a:spcPct val="100000"/>
              </a:lnSpc>
              <a:spcBef>
                <a:spcPts val="0"/>
              </a:spcBef>
              <a:spcAft>
                <a:spcPts val="0"/>
              </a:spcAft>
              <a:buSzPts val="1400"/>
              <a:buNone/>
              <a:defRPr/>
            </a:lvl9pPr>
          </a:lstStyle>
          <a:p>
            <a:endParaRPr/>
          </a:p>
        </p:txBody>
      </p:sp>
      <p:grpSp>
        <p:nvGrpSpPr>
          <p:cNvPr id="183" name="Google Shape;183;p15"/>
          <p:cNvGrpSpPr/>
          <p:nvPr/>
        </p:nvGrpSpPr>
        <p:grpSpPr>
          <a:xfrm>
            <a:off x="301125" y="261400"/>
            <a:ext cx="8421775" cy="4476408"/>
            <a:chOff x="301125" y="261400"/>
            <a:chExt cx="8421775" cy="4476408"/>
          </a:xfrm>
        </p:grpSpPr>
        <p:sp>
          <p:nvSpPr>
            <p:cNvPr id="184" name="Google Shape;184;p15"/>
            <p:cNvSpPr/>
            <p:nvPr/>
          </p:nvSpPr>
          <p:spPr>
            <a:xfrm>
              <a:off x="761500" y="606783"/>
              <a:ext cx="206400" cy="2586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 name="Google Shape;185;p15"/>
            <p:cNvSpPr/>
            <p:nvPr/>
          </p:nvSpPr>
          <p:spPr>
            <a:xfrm>
              <a:off x="301125" y="2963025"/>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 name="Google Shape;186;p15"/>
            <p:cNvSpPr/>
            <p:nvPr/>
          </p:nvSpPr>
          <p:spPr>
            <a:xfrm>
              <a:off x="2655250" y="4479208"/>
              <a:ext cx="206400" cy="2586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 name="Google Shape;187;p15"/>
            <p:cNvSpPr/>
            <p:nvPr/>
          </p:nvSpPr>
          <p:spPr>
            <a:xfrm>
              <a:off x="3026100" y="1303225"/>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 name="Google Shape;188;p15"/>
            <p:cNvSpPr/>
            <p:nvPr/>
          </p:nvSpPr>
          <p:spPr>
            <a:xfrm>
              <a:off x="8013075" y="398200"/>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 name="Google Shape;189;p15"/>
            <p:cNvSpPr/>
            <p:nvPr/>
          </p:nvSpPr>
          <p:spPr>
            <a:xfrm>
              <a:off x="8543200" y="1144755"/>
              <a:ext cx="179700" cy="2253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 name="Google Shape;190;p15"/>
            <p:cNvSpPr/>
            <p:nvPr/>
          </p:nvSpPr>
          <p:spPr>
            <a:xfrm>
              <a:off x="4486275" y="1605825"/>
              <a:ext cx="254400" cy="3189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 name="Google Shape;191;p15"/>
            <p:cNvSpPr/>
            <p:nvPr/>
          </p:nvSpPr>
          <p:spPr>
            <a:xfrm>
              <a:off x="4907825" y="261400"/>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 name="Google Shape;192;p15"/>
            <p:cNvSpPr/>
            <p:nvPr/>
          </p:nvSpPr>
          <p:spPr>
            <a:xfrm>
              <a:off x="5555525" y="4385725"/>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 name="Google Shape;193;p15"/>
            <p:cNvSpPr/>
            <p:nvPr/>
          </p:nvSpPr>
          <p:spPr>
            <a:xfrm>
              <a:off x="7946300" y="2826225"/>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gr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Title only 1">
  <p:cSld name="BLANK_1_1_1">
    <p:spTree>
      <p:nvGrpSpPr>
        <p:cNvPr id="1" name="Shape 194"/>
        <p:cNvGrpSpPr/>
        <p:nvPr/>
      </p:nvGrpSpPr>
      <p:grpSpPr>
        <a:xfrm>
          <a:off x="0" y="0"/>
          <a:ext cx="0" cy="0"/>
          <a:chOff x="0" y="0"/>
          <a:chExt cx="0" cy="0"/>
        </a:xfrm>
      </p:grpSpPr>
      <p:pic>
        <p:nvPicPr>
          <p:cNvPr id="195" name="Google Shape;195;p16"/>
          <p:cNvPicPr preferRelativeResize="0"/>
          <p:nvPr/>
        </p:nvPicPr>
        <p:blipFill>
          <a:blip r:embed="rId2">
            <a:alphaModFix/>
          </a:blip>
          <a:stretch>
            <a:fillRect/>
          </a:stretch>
        </p:blipFill>
        <p:spPr>
          <a:xfrm>
            <a:off x="-103076" y="-69763"/>
            <a:ext cx="9350152" cy="5283026"/>
          </a:xfrm>
          <a:prstGeom prst="rect">
            <a:avLst/>
          </a:prstGeom>
          <a:noFill/>
          <a:ln>
            <a:noFill/>
          </a:ln>
        </p:spPr>
      </p:pic>
      <p:sp>
        <p:nvSpPr>
          <p:cNvPr id="196" name="Google Shape;196;p16"/>
          <p:cNvSpPr txBox="1">
            <a:spLocks noGrp="1"/>
          </p:cNvSpPr>
          <p:nvPr>
            <p:ph type="title"/>
          </p:nvPr>
        </p:nvSpPr>
        <p:spPr>
          <a:xfrm>
            <a:off x="720000" y="532925"/>
            <a:ext cx="7704000" cy="4407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3500"/>
              <a:buNone/>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a:endParaRPr/>
          </a:p>
        </p:txBody>
      </p:sp>
      <p:grpSp>
        <p:nvGrpSpPr>
          <p:cNvPr id="197" name="Google Shape;197;p16"/>
          <p:cNvGrpSpPr/>
          <p:nvPr/>
        </p:nvGrpSpPr>
        <p:grpSpPr>
          <a:xfrm>
            <a:off x="443950" y="568708"/>
            <a:ext cx="8182425" cy="4026833"/>
            <a:chOff x="443950" y="568708"/>
            <a:chExt cx="8182425" cy="4026833"/>
          </a:xfrm>
        </p:grpSpPr>
        <p:sp>
          <p:nvSpPr>
            <p:cNvPr id="198" name="Google Shape;198;p16"/>
            <p:cNvSpPr/>
            <p:nvPr/>
          </p:nvSpPr>
          <p:spPr>
            <a:xfrm>
              <a:off x="8222500" y="568708"/>
              <a:ext cx="206400" cy="2586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 name="Google Shape;199;p16"/>
            <p:cNvSpPr/>
            <p:nvPr/>
          </p:nvSpPr>
          <p:spPr>
            <a:xfrm>
              <a:off x="8517175" y="2695575"/>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 name="Google Shape;200;p16"/>
            <p:cNvSpPr/>
            <p:nvPr/>
          </p:nvSpPr>
          <p:spPr>
            <a:xfrm>
              <a:off x="7885400" y="1666300"/>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 name="Google Shape;201;p16"/>
            <p:cNvSpPr/>
            <p:nvPr/>
          </p:nvSpPr>
          <p:spPr>
            <a:xfrm rot="10800000">
              <a:off x="8374300" y="4169258"/>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 name="Google Shape;202;p16"/>
            <p:cNvSpPr/>
            <p:nvPr/>
          </p:nvSpPr>
          <p:spPr>
            <a:xfrm rot="10800000">
              <a:off x="565225" y="4236533"/>
              <a:ext cx="206400" cy="2586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 name="Google Shape;203;p16"/>
            <p:cNvSpPr/>
            <p:nvPr/>
          </p:nvSpPr>
          <p:spPr>
            <a:xfrm rot="10800000">
              <a:off x="443950" y="2002866"/>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 name="Google Shape;204;p16"/>
            <p:cNvSpPr/>
            <p:nvPr/>
          </p:nvSpPr>
          <p:spPr>
            <a:xfrm rot="10800000">
              <a:off x="1015100" y="3211866"/>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 name="Google Shape;205;p16"/>
            <p:cNvSpPr/>
            <p:nvPr/>
          </p:nvSpPr>
          <p:spPr>
            <a:xfrm>
              <a:off x="975075" y="703653"/>
              <a:ext cx="152400" cy="190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 name="Google Shape;206;p16"/>
            <p:cNvSpPr/>
            <p:nvPr/>
          </p:nvSpPr>
          <p:spPr>
            <a:xfrm rot="10800000">
              <a:off x="5297875" y="4458741"/>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Title only 2">
  <p:cSld name="BLANK_1_1_1_3">
    <p:spTree>
      <p:nvGrpSpPr>
        <p:cNvPr id="1" name="Shape 207"/>
        <p:cNvGrpSpPr/>
        <p:nvPr/>
      </p:nvGrpSpPr>
      <p:grpSpPr>
        <a:xfrm>
          <a:off x="0" y="0"/>
          <a:ext cx="0" cy="0"/>
          <a:chOff x="0" y="0"/>
          <a:chExt cx="0" cy="0"/>
        </a:xfrm>
      </p:grpSpPr>
      <p:pic>
        <p:nvPicPr>
          <p:cNvPr id="208" name="Google Shape;208;p17"/>
          <p:cNvPicPr preferRelativeResize="0"/>
          <p:nvPr/>
        </p:nvPicPr>
        <p:blipFill>
          <a:blip r:embed="rId2">
            <a:alphaModFix/>
          </a:blip>
          <a:stretch>
            <a:fillRect/>
          </a:stretch>
        </p:blipFill>
        <p:spPr>
          <a:xfrm flipH="1">
            <a:off x="-90738" y="-69763"/>
            <a:ext cx="9325475" cy="5283026"/>
          </a:xfrm>
          <a:prstGeom prst="rect">
            <a:avLst/>
          </a:prstGeom>
          <a:noFill/>
          <a:ln>
            <a:noFill/>
          </a:ln>
        </p:spPr>
      </p:pic>
      <p:sp>
        <p:nvSpPr>
          <p:cNvPr id="209" name="Google Shape;209;p17"/>
          <p:cNvSpPr txBox="1">
            <a:spLocks noGrp="1"/>
          </p:cNvSpPr>
          <p:nvPr>
            <p:ph type="title"/>
          </p:nvPr>
        </p:nvSpPr>
        <p:spPr>
          <a:xfrm>
            <a:off x="720000" y="532925"/>
            <a:ext cx="7704000" cy="4407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3500"/>
              <a:buNone/>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a:endParaRPr/>
          </a:p>
        </p:txBody>
      </p:sp>
      <p:grpSp>
        <p:nvGrpSpPr>
          <p:cNvPr id="210" name="Google Shape;210;p17"/>
          <p:cNvGrpSpPr/>
          <p:nvPr/>
        </p:nvGrpSpPr>
        <p:grpSpPr>
          <a:xfrm>
            <a:off x="433300" y="880932"/>
            <a:ext cx="8357475" cy="3824543"/>
            <a:chOff x="433300" y="880932"/>
            <a:chExt cx="8357475" cy="3824543"/>
          </a:xfrm>
        </p:grpSpPr>
        <p:sp>
          <p:nvSpPr>
            <p:cNvPr id="211" name="Google Shape;211;p17"/>
            <p:cNvSpPr/>
            <p:nvPr/>
          </p:nvSpPr>
          <p:spPr>
            <a:xfrm>
              <a:off x="660500" y="880932"/>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 name="Google Shape;212;p17"/>
            <p:cNvSpPr/>
            <p:nvPr/>
          </p:nvSpPr>
          <p:spPr>
            <a:xfrm>
              <a:off x="1134300" y="1345825"/>
              <a:ext cx="237600" cy="2976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 name="Google Shape;213;p17"/>
            <p:cNvSpPr/>
            <p:nvPr/>
          </p:nvSpPr>
          <p:spPr>
            <a:xfrm>
              <a:off x="433300" y="3302400"/>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 name="Google Shape;214;p17"/>
            <p:cNvSpPr/>
            <p:nvPr/>
          </p:nvSpPr>
          <p:spPr>
            <a:xfrm>
              <a:off x="3538450" y="4568675"/>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 name="Google Shape;215;p17"/>
            <p:cNvSpPr/>
            <p:nvPr/>
          </p:nvSpPr>
          <p:spPr>
            <a:xfrm>
              <a:off x="8029050" y="1017725"/>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 name="Google Shape;216;p17"/>
            <p:cNvSpPr/>
            <p:nvPr/>
          </p:nvSpPr>
          <p:spPr>
            <a:xfrm>
              <a:off x="8607475" y="2410625"/>
              <a:ext cx="183300" cy="2295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 name="Google Shape;217;p17"/>
            <p:cNvSpPr/>
            <p:nvPr/>
          </p:nvSpPr>
          <p:spPr>
            <a:xfrm>
              <a:off x="8510500" y="4122875"/>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 name="Google Shape;218;p17"/>
            <p:cNvSpPr/>
            <p:nvPr/>
          </p:nvSpPr>
          <p:spPr>
            <a:xfrm>
              <a:off x="5841775" y="4226600"/>
              <a:ext cx="183300" cy="2295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Title only 3">
  <p:cSld name="BLANK_1_1_1_3_1">
    <p:spTree>
      <p:nvGrpSpPr>
        <p:cNvPr id="1" name="Shape 219"/>
        <p:cNvGrpSpPr/>
        <p:nvPr/>
      </p:nvGrpSpPr>
      <p:grpSpPr>
        <a:xfrm>
          <a:off x="0" y="0"/>
          <a:ext cx="0" cy="0"/>
          <a:chOff x="0" y="0"/>
          <a:chExt cx="0" cy="0"/>
        </a:xfrm>
      </p:grpSpPr>
      <p:pic>
        <p:nvPicPr>
          <p:cNvPr id="220" name="Google Shape;220;p18"/>
          <p:cNvPicPr preferRelativeResize="0"/>
          <p:nvPr/>
        </p:nvPicPr>
        <p:blipFill>
          <a:blip r:embed="rId2">
            <a:alphaModFix/>
          </a:blip>
          <a:stretch>
            <a:fillRect/>
          </a:stretch>
        </p:blipFill>
        <p:spPr>
          <a:xfrm>
            <a:off x="-60662" y="-34126"/>
            <a:ext cx="9265325" cy="5211751"/>
          </a:xfrm>
          <a:prstGeom prst="rect">
            <a:avLst/>
          </a:prstGeom>
          <a:noFill/>
          <a:ln>
            <a:noFill/>
          </a:ln>
        </p:spPr>
      </p:pic>
      <p:sp>
        <p:nvSpPr>
          <p:cNvPr id="221" name="Google Shape;221;p18"/>
          <p:cNvSpPr txBox="1">
            <a:spLocks noGrp="1"/>
          </p:cNvSpPr>
          <p:nvPr>
            <p:ph type="title"/>
          </p:nvPr>
        </p:nvSpPr>
        <p:spPr>
          <a:xfrm>
            <a:off x="720000" y="532925"/>
            <a:ext cx="7704000" cy="4407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3500"/>
              <a:buNone/>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a:endParaRPr/>
          </a:p>
        </p:txBody>
      </p:sp>
      <p:grpSp>
        <p:nvGrpSpPr>
          <p:cNvPr id="222" name="Google Shape;222;p18"/>
          <p:cNvGrpSpPr/>
          <p:nvPr/>
        </p:nvGrpSpPr>
        <p:grpSpPr>
          <a:xfrm>
            <a:off x="280900" y="880932"/>
            <a:ext cx="8524250" cy="4000843"/>
            <a:chOff x="280900" y="880932"/>
            <a:chExt cx="8524250" cy="4000843"/>
          </a:xfrm>
        </p:grpSpPr>
        <p:sp>
          <p:nvSpPr>
            <p:cNvPr id="223" name="Google Shape;223;p18"/>
            <p:cNvSpPr/>
            <p:nvPr/>
          </p:nvSpPr>
          <p:spPr>
            <a:xfrm flipH="1">
              <a:off x="8454375" y="880932"/>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 name="Google Shape;224;p18"/>
            <p:cNvSpPr/>
            <p:nvPr/>
          </p:nvSpPr>
          <p:spPr>
            <a:xfrm flipH="1">
              <a:off x="8695950" y="2942825"/>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 name="Google Shape;225;p18"/>
            <p:cNvSpPr/>
            <p:nvPr/>
          </p:nvSpPr>
          <p:spPr>
            <a:xfrm flipH="1">
              <a:off x="6402825" y="4652275"/>
              <a:ext cx="183300" cy="2295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 name="Google Shape;226;p18"/>
            <p:cNvSpPr/>
            <p:nvPr/>
          </p:nvSpPr>
          <p:spPr>
            <a:xfrm flipH="1">
              <a:off x="1085825" y="1017725"/>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 name="Google Shape;227;p18"/>
            <p:cNvSpPr/>
            <p:nvPr/>
          </p:nvSpPr>
          <p:spPr>
            <a:xfrm flipH="1">
              <a:off x="280900" y="2410625"/>
              <a:ext cx="183300" cy="2295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 name="Google Shape;228;p18"/>
            <p:cNvSpPr/>
            <p:nvPr/>
          </p:nvSpPr>
          <p:spPr>
            <a:xfrm flipH="1">
              <a:off x="451975" y="4122875"/>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 name="Google Shape;229;p18"/>
            <p:cNvSpPr/>
            <p:nvPr/>
          </p:nvSpPr>
          <p:spPr>
            <a:xfrm flipH="1">
              <a:off x="3268275" y="4698627"/>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Title and text ">
  <p:cSld name="CUSTOM_1">
    <p:spTree>
      <p:nvGrpSpPr>
        <p:cNvPr id="1" name="Shape 230"/>
        <p:cNvGrpSpPr/>
        <p:nvPr/>
      </p:nvGrpSpPr>
      <p:grpSpPr>
        <a:xfrm>
          <a:off x="0" y="0"/>
          <a:ext cx="0" cy="0"/>
          <a:chOff x="0" y="0"/>
          <a:chExt cx="0" cy="0"/>
        </a:xfrm>
      </p:grpSpPr>
      <p:pic>
        <p:nvPicPr>
          <p:cNvPr id="231" name="Google Shape;231;p19"/>
          <p:cNvPicPr preferRelativeResize="0"/>
          <p:nvPr/>
        </p:nvPicPr>
        <p:blipFill>
          <a:blip r:embed="rId2">
            <a:alphaModFix/>
          </a:blip>
          <a:stretch>
            <a:fillRect/>
          </a:stretch>
        </p:blipFill>
        <p:spPr>
          <a:xfrm>
            <a:off x="-74138" y="-41700"/>
            <a:ext cx="9292275" cy="5226900"/>
          </a:xfrm>
          <a:prstGeom prst="rect">
            <a:avLst/>
          </a:prstGeom>
          <a:noFill/>
          <a:ln>
            <a:noFill/>
          </a:ln>
        </p:spPr>
      </p:pic>
      <p:sp>
        <p:nvSpPr>
          <p:cNvPr id="232" name="Google Shape;232;p19"/>
          <p:cNvSpPr txBox="1">
            <a:spLocks noGrp="1"/>
          </p:cNvSpPr>
          <p:nvPr>
            <p:ph type="subTitle" idx="1"/>
          </p:nvPr>
        </p:nvSpPr>
        <p:spPr>
          <a:xfrm>
            <a:off x="4981575" y="3133675"/>
            <a:ext cx="3447300" cy="9810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SzPts val="1400"/>
              <a:buNone/>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233" name="Google Shape;233;p19"/>
          <p:cNvSpPr txBox="1">
            <a:spLocks noGrp="1"/>
          </p:cNvSpPr>
          <p:nvPr>
            <p:ph type="title"/>
          </p:nvPr>
        </p:nvSpPr>
        <p:spPr>
          <a:xfrm>
            <a:off x="4981575" y="944575"/>
            <a:ext cx="3447300" cy="21891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3500"/>
              <a:buNone/>
              <a:defRPr>
                <a:solidFill>
                  <a:schemeClr val="lt2"/>
                </a:solidFill>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a:endParaRPr/>
          </a:p>
        </p:txBody>
      </p:sp>
      <p:grpSp>
        <p:nvGrpSpPr>
          <p:cNvPr id="234" name="Google Shape;234;p19"/>
          <p:cNvGrpSpPr/>
          <p:nvPr/>
        </p:nvGrpSpPr>
        <p:grpSpPr>
          <a:xfrm>
            <a:off x="529725" y="329525"/>
            <a:ext cx="8045050" cy="4499775"/>
            <a:chOff x="529725" y="329525"/>
            <a:chExt cx="8045050" cy="4499775"/>
          </a:xfrm>
        </p:grpSpPr>
        <p:sp>
          <p:nvSpPr>
            <p:cNvPr id="235" name="Google Shape;235;p19"/>
            <p:cNvSpPr/>
            <p:nvPr/>
          </p:nvSpPr>
          <p:spPr>
            <a:xfrm>
              <a:off x="7933775" y="535000"/>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 name="Google Shape;236;p19"/>
            <p:cNvSpPr/>
            <p:nvPr/>
          </p:nvSpPr>
          <p:spPr>
            <a:xfrm>
              <a:off x="3105300" y="329525"/>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 name="Google Shape;237;p19"/>
            <p:cNvSpPr/>
            <p:nvPr/>
          </p:nvSpPr>
          <p:spPr>
            <a:xfrm>
              <a:off x="685300" y="759183"/>
              <a:ext cx="206400" cy="2586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 name="Google Shape;238;p19"/>
            <p:cNvSpPr/>
            <p:nvPr/>
          </p:nvSpPr>
          <p:spPr>
            <a:xfrm>
              <a:off x="529725" y="2963025"/>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 name="Google Shape;239;p19"/>
            <p:cNvSpPr/>
            <p:nvPr/>
          </p:nvSpPr>
          <p:spPr>
            <a:xfrm>
              <a:off x="5819850" y="4157050"/>
              <a:ext cx="206400" cy="2583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 name="Google Shape;240;p19"/>
            <p:cNvSpPr/>
            <p:nvPr/>
          </p:nvSpPr>
          <p:spPr>
            <a:xfrm>
              <a:off x="8465575" y="4415350"/>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 name="Google Shape;241;p19"/>
            <p:cNvSpPr/>
            <p:nvPr/>
          </p:nvSpPr>
          <p:spPr>
            <a:xfrm>
              <a:off x="2696150" y="4692500"/>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 name="Google Shape;242;p19"/>
            <p:cNvSpPr/>
            <p:nvPr/>
          </p:nvSpPr>
          <p:spPr>
            <a:xfrm>
              <a:off x="8276675" y="1010575"/>
              <a:ext cx="206400" cy="2586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 name="Google Shape;243;p19"/>
            <p:cNvSpPr/>
            <p:nvPr/>
          </p:nvSpPr>
          <p:spPr>
            <a:xfrm>
              <a:off x="4911600" y="1572950"/>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Title and text 1">
  <p:cSld name="CUSTOM_1_1">
    <p:spTree>
      <p:nvGrpSpPr>
        <p:cNvPr id="1" name="Shape 244"/>
        <p:cNvGrpSpPr/>
        <p:nvPr/>
      </p:nvGrpSpPr>
      <p:grpSpPr>
        <a:xfrm>
          <a:off x="0" y="0"/>
          <a:ext cx="0" cy="0"/>
          <a:chOff x="0" y="0"/>
          <a:chExt cx="0" cy="0"/>
        </a:xfrm>
      </p:grpSpPr>
      <p:pic>
        <p:nvPicPr>
          <p:cNvPr id="245" name="Google Shape;245;p20"/>
          <p:cNvPicPr preferRelativeResize="0"/>
          <p:nvPr/>
        </p:nvPicPr>
        <p:blipFill>
          <a:blip r:embed="rId2">
            <a:alphaModFix/>
          </a:blip>
          <a:stretch>
            <a:fillRect/>
          </a:stretch>
        </p:blipFill>
        <p:spPr>
          <a:xfrm>
            <a:off x="-64449" y="-36250"/>
            <a:ext cx="9272899" cy="5216000"/>
          </a:xfrm>
          <a:prstGeom prst="rect">
            <a:avLst/>
          </a:prstGeom>
          <a:noFill/>
          <a:ln>
            <a:noFill/>
          </a:ln>
        </p:spPr>
      </p:pic>
      <p:sp>
        <p:nvSpPr>
          <p:cNvPr id="246" name="Google Shape;246;p20"/>
          <p:cNvSpPr txBox="1">
            <a:spLocks noGrp="1"/>
          </p:cNvSpPr>
          <p:nvPr>
            <p:ph type="subTitle" idx="1"/>
          </p:nvPr>
        </p:nvSpPr>
        <p:spPr>
          <a:xfrm>
            <a:off x="791300" y="2744425"/>
            <a:ext cx="3447300" cy="8217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SzPts val="1400"/>
              <a:buNone/>
              <a:defRPr>
                <a:solidFill>
                  <a:schemeClr val="dk1"/>
                </a:solidFill>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247" name="Google Shape;247;p20"/>
          <p:cNvSpPr txBox="1">
            <a:spLocks noGrp="1"/>
          </p:cNvSpPr>
          <p:nvPr>
            <p:ph type="title"/>
          </p:nvPr>
        </p:nvSpPr>
        <p:spPr>
          <a:xfrm>
            <a:off x="791300" y="1577375"/>
            <a:ext cx="3447300" cy="11328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3500"/>
              <a:buNone/>
              <a:defRPr>
                <a:solidFill>
                  <a:schemeClr val="lt2"/>
                </a:solidFill>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a:endParaRPr/>
          </a:p>
        </p:txBody>
      </p:sp>
      <p:grpSp>
        <p:nvGrpSpPr>
          <p:cNvPr id="248" name="Google Shape;248;p20"/>
          <p:cNvGrpSpPr/>
          <p:nvPr/>
        </p:nvGrpSpPr>
        <p:grpSpPr>
          <a:xfrm>
            <a:off x="895225" y="568700"/>
            <a:ext cx="7905200" cy="3820300"/>
            <a:chOff x="895225" y="568700"/>
            <a:chExt cx="7905200" cy="3820300"/>
          </a:xfrm>
        </p:grpSpPr>
        <p:sp>
          <p:nvSpPr>
            <p:cNvPr id="249" name="Google Shape;249;p20"/>
            <p:cNvSpPr/>
            <p:nvPr/>
          </p:nvSpPr>
          <p:spPr>
            <a:xfrm>
              <a:off x="8691225" y="1955050"/>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50" name="Google Shape;250;p20"/>
            <p:cNvGrpSpPr/>
            <p:nvPr/>
          </p:nvGrpSpPr>
          <p:grpSpPr>
            <a:xfrm>
              <a:off x="895225" y="568700"/>
              <a:ext cx="7533675" cy="3820300"/>
              <a:chOff x="895225" y="568700"/>
              <a:chExt cx="7533675" cy="3820300"/>
            </a:xfrm>
          </p:grpSpPr>
          <p:sp>
            <p:nvSpPr>
              <p:cNvPr id="251" name="Google Shape;251;p20"/>
              <p:cNvSpPr/>
              <p:nvPr/>
            </p:nvSpPr>
            <p:spPr>
              <a:xfrm>
                <a:off x="8222500" y="568708"/>
                <a:ext cx="206400" cy="2586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 name="Google Shape;252;p20"/>
              <p:cNvSpPr/>
              <p:nvPr/>
            </p:nvSpPr>
            <p:spPr>
              <a:xfrm>
                <a:off x="895225" y="1082895"/>
                <a:ext cx="206400" cy="2586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 name="Google Shape;253;p20"/>
              <p:cNvSpPr/>
              <p:nvPr/>
            </p:nvSpPr>
            <p:spPr>
              <a:xfrm>
                <a:off x="1412975" y="827288"/>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 name="Google Shape;254;p20"/>
              <p:cNvSpPr/>
              <p:nvPr/>
            </p:nvSpPr>
            <p:spPr>
              <a:xfrm>
                <a:off x="7966300" y="3989350"/>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 name="Google Shape;255;p20"/>
              <p:cNvSpPr/>
              <p:nvPr/>
            </p:nvSpPr>
            <p:spPr>
              <a:xfrm>
                <a:off x="2544475" y="4252200"/>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 name="Google Shape;256;p20"/>
              <p:cNvSpPr/>
              <p:nvPr/>
            </p:nvSpPr>
            <p:spPr>
              <a:xfrm>
                <a:off x="4646900" y="4069800"/>
                <a:ext cx="206400" cy="2586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 name="Google Shape;257;p20"/>
              <p:cNvSpPr/>
              <p:nvPr/>
            </p:nvSpPr>
            <p:spPr>
              <a:xfrm>
                <a:off x="1065000" y="4020000"/>
                <a:ext cx="164100" cy="205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 name="Google Shape;258;p20"/>
              <p:cNvSpPr/>
              <p:nvPr/>
            </p:nvSpPr>
            <p:spPr>
              <a:xfrm>
                <a:off x="4944775" y="568700"/>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 name="Google Shape;259;p20"/>
              <p:cNvSpPr/>
              <p:nvPr/>
            </p:nvSpPr>
            <p:spPr>
              <a:xfrm>
                <a:off x="3508475" y="1082888"/>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Title and text 2">
  <p:cSld name="CUSTOM_1_1_1">
    <p:spTree>
      <p:nvGrpSpPr>
        <p:cNvPr id="1" name="Shape 260"/>
        <p:cNvGrpSpPr/>
        <p:nvPr/>
      </p:nvGrpSpPr>
      <p:grpSpPr>
        <a:xfrm>
          <a:off x="0" y="0"/>
          <a:ext cx="0" cy="0"/>
          <a:chOff x="0" y="0"/>
          <a:chExt cx="0" cy="0"/>
        </a:xfrm>
      </p:grpSpPr>
      <p:pic>
        <p:nvPicPr>
          <p:cNvPr id="261" name="Google Shape;261;p21"/>
          <p:cNvPicPr preferRelativeResize="0"/>
          <p:nvPr/>
        </p:nvPicPr>
        <p:blipFill>
          <a:blip r:embed="rId2">
            <a:alphaModFix/>
          </a:blip>
          <a:stretch>
            <a:fillRect/>
          </a:stretch>
        </p:blipFill>
        <p:spPr>
          <a:xfrm flipH="1">
            <a:off x="-93299" y="-71225"/>
            <a:ext cx="9330599" cy="5285950"/>
          </a:xfrm>
          <a:prstGeom prst="rect">
            <a:avLst/>
          </a:prstGeom>
          <a:noFill/>
          <a:ln>
            <a:noFill/>
          </a:ln>
        </p:spPr>
      </p:pic>
      <p:sp>
        <p:nvSpPr>
          <p:cNvPr id="262" name="Google Shape;262;p21"/>
          <p:cNvSpPr txBox="1">
            <a:spLocks noGrp="1"/>
          </p:cNvSpPr>
          <p:nvPr>
            <p:ph type="subTitle" idx="1"/>
          </p:nvPr>
        </p:nvSpPr>
        <p:spPr>
          <a:xfrm>
            <a:off x="2078250" y="1030350"/>
            <a:ext cx="4987500" cy="11016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SzPts val="1400"/>
              <a:buNone/>
              <a:defRPr>
                <a:solidFill>
                  <a:schemeClr val="dk1"/>
                </a:solidFill>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263" name="Google Shape;263;p21"/>
          <p:cNvSpPr txBox="1">
            <a:spLocks noGrp="1"/>
          </p:cNvSpPr>
          <p:nvPr>
            <p:ph type="title"/>
          </p:nvPr>
        </p:nvSpPr>
        <p:spPr>
          <a:xfrm>
            <a:off x="720000" y="532925"/>
            <a:ext cx="7704000" cy="4407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3500"/>
              <a:buNone/>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a:endParaRPr/>
          </a:p>
        </p:txBody>
      </p:sp>
      <p:grpSp>
        <p:nvGrpSpPr>
          <p:cNvPr id="264" name="Google Shape;264;p21"/>
          <p:cNvGrpSpPr/>
          <p:nvPr/>
        </p:nvGrpSpPr>
        <p:grpSpPr>
          <a:xfrm>
            <a:off x="661225" y="880913"/>
            <a:ext cx="7822275" cy="4047087"/>
            <a:chOff x="661225" y="880913"/>
            <a:chExt cx="7822275" cy="4047087"/>
          </a:xfrm>
        </p:grpSpPr>
        <p:sp>
          <p:nvSpPr>
            <p:cNvPr id="265" name="Google Shape;265;p21"/>
            <p:cNvSpPr/>
            <p:nvPr/>
          </p:nvSpPr>
          <p:spPr>
            <a:xfrm>
              <a:off x="661225" y="1576470"/>
              <a:ext cx="206400" cy="2586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 name="Google Shape;266;p21"/>
            <p:cNvSpPr/>
            <p:nvPr/>
          </p:nvSpPr>
          <p:spPr>
            <a:xfrm>
              <a:off x="1461725" y="880913"/>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 name="Google Shape;267;p21"/>
            <p:cNvSpPr/>
            <p:nvPr/>
          </p:nvSpPr>
          <p:spPr>
            <a:xfrm>
              <a:off x="867625" y="4286825"/>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 name="Google Shape;268;p21"/>
            <p:cNvSpPr/>
            <p:nvPr/>
          </p:nvSpPr>
          <p:spPr>
            <a:xfrm>
              <a:off x="7961225" y="1017713"/>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 name="Google Shape;269;p21"/>
            <p:cNvSpPr/>
            <p:nvPr/>
          </p:nvSpPr>
          <p:spPr>
            <a:xfrm>
              <a:off x="8222500" y="1884720"/>
              <a:ext cx="206400" cy="2586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 name="Google Shape;270;p21"/>
            <p:cNvSpPr/>
            <p:nvPr/>
          </p:nvSpPr>
          <p:spPr>
            <a:xfrm>
              <a:off x="8374300" y="3460338"/>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 name="Google Shape;271;p21"/>
            <p:cNvSpPr/>
            <p:nvPr/>
          </p:nvSpPr>
          <p:spPr>
            <a:xfrm>
              <a:off x="3305275" y="4722499"/>
              <a:ext cx="164100" cy="2055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 name="Google Shape;272;p21"/>
            <p:cNvSpPr/>
            <p:nvPr/>
          </p:nvSpPr>
          <p:spPr>
            <a:xfrm>
              <a:off x="7550625" y="4608500"/>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Title and text 3">
  <p:cSld name="CUSTOM_1_1_1_1">
    <p:spTree>
      <p:nvGrpSpPr>
        <p:cNvPr id="1" name="Shape 273"/>
        <p:cNvGrpSpPr/>
        <p:nvPr/>
      </p:nvGrpSpPr>
      <p:grpSpPr>
        <a:xfrm>
          <a:off x="0" y="0"/>
          <a:ext cx="0" cy="0"/>
          <a:chOff x="0" y="0"/>
          <a:chExt cx="0" cy="0"/>
        </a:xfrm>
      </p:grpSpPr>
      <p:pic>
        <p:nvPicPr>
          <p:cNvPr id="274" name="Google Shape;274;p22"/>
          <p:cNvPicPr preferRelativeResize="0"/>
          <p:nvPr/>
        </p:nvPicPr>
        <p:blipFill>
          <a:blip r:embed="rId2">
            <a:alphaModFix/>
          </a:blip>
          <a:stretch>
            <a:fillRect/>
          </a:stretch>
        </p:blipFill>
        <p:spPr>
          <a:xfrm>
            <a:off x="-65813" y="-46250"/>
            <a:ext cx="9275626" cy="5236000"/>
          </a:xfrm>
          <a:prstGeom prst="rect">
            <a:avLst/>
          </a:prstGeom>
          <a:noFill/>
          <a:ln>
            <a:noFill/>
          </a:ln>
        </p:spPr>
      </p:pic>
      <p:sp>
        <p:nvSpPr>
          <p:cNvPr id="275" name="Google Shape;275;p22"/>
          <p:cNvSpPr txBox="1">
            <a:spLocks noGrp="1"/>
          </p:cNvSpPr>
          <p:nvPr>
            <p:ph type="body" idx="1"/>
          </p:nvPr>
        </p:nvSpPr>
        <p:spPr>
          <a:xfrm>
            <a:off x="720000" y="1321700"/>
            <a:ext cx="7704000" cy="3286800"/>
          </a:xfrm>
          <a:prstGeom prst="rect">
            <a:avLst/>
          </a:prstGeom>
        </p:spPr>
        <p:txBody>
          <a:bodyPr spcFirstLastPara="1" wrap="square" lIns="91425" tIns="91425" rIns="91425" bIns="91425" anchor="t" anchorCtr="0">
            <a:noAutofit/>
          </a:bodyPr>
          <a:lstStyle>
            <a:lvl1pPr marL="457200" lvl="0" indent="-304800" rtl="0">
              <a:lnSpc>
                <a:spcPct val="100000"/>
              </a:lnSpc>
              <a:spcBef>
                <a:spcPts val="0"/>
              </a:spcBef>
              <a:spcAft>
                <a:spcPts val="0"/>
              </a:spcAft>
              <a:buClr>
                <a:schemeClr val="accent1"/>
              </a:buClr>
              <a:buSzPts val="1200"/>
              <a:buChar char="●"/>
              <a:defRPr/>
            </a:lvl1pPr>
            <a:lvl2pPr marL="914400" lvl="1" indent="-317500" rtl="0">
              <a:lnSpc>
                <a:spcPct val="115000"/>
              </a:lnSpc>
              <a:spcBef>
                <a:spcPts val="0"/>
              </a:spcBef>
              <a:spcAft>
                <a:spcPts val="0"/>
              </a:spcAft>
              <a:buClr>
                <a:schemeClr val="dk1"/>
              </a:buClr>
              <a:buSzPts val="1400"/>
              <a:buChar char="○"/>
              <a:defRPr/>
            </a:lvl2pPr>
            <a:lvl3pPr marL="1371600" lvl="2" indent="-317500" rtl="0">
              <a:lnSpc>
                <a:spcPct val="115000"/>
              </a:lnSpc>
              <a:spcBef>
                <a:spcPts val="0"/>
              </a:spcBef>
              <a:spcAft>
                <a:spcPts val="0"/>
              </a:spcAft>
              <a:buClr>
                <a:schemeClr val="dk1"/>
              </a:buClr>
              <a:buSzPts val="1400"/>
              <a:buChar char="■"/>
              <a:defRPr/>
            </a:lvl3pPr>
            <a:lvl4pPr marL="1828800" lvl="3" indent="-317500" rtl="0">
              <a:lnSpc>
                <a:spcPct val="115000"/>
              </a:lnSpc>
              <a:spcBef>
                <a:spcPts val="0"/>
              </a:spcBef>
              <a:spcAft>
                <a:spcPts val="0"/>
              </a:spcAft>
              <a:buClr>
                <a:schemeClr val="dk1"/>
              </a:buClr>
              <a:buSzPts val="1400"/>
              <a:buChar char="●"/>
              <a:defRPr/>
            </a:lvl4pPr>
            <a:lvl5pPr marL="2286000" lvl="4" indent="-317500" rtl="0">
              <a:lnSpc>
                <a:spcPct val="115000"/>
              </a:lnSpc>
              <a:spcBef>
                <a:spcPts val="0"/>
              </a:spcBef>
              <a:spcAft>
                <a:spcPts val="0"/>
              </a:spcAft>
              <a:buClr>
                <a:schemeClr val="dk1"/>
              </a:buClr>
              <a:buSzPts val="1400"/>
              <a:buChar char="○"/>
              <a:defRPr/>
            </a:lvl5pPr>
            <a:lvl6pPr marL="2743200" lvl="5" indent="-317500" rtl="0">
              <a:lnSpc>
                <a:spcPct val="115000"/>
              </a:lnSpc>
              <a:spcBef>
                <a:spcPts val="0"/>
              </a:spcBef>
              <a:spcAft>
                <a:spcPts val="0"/>
              </a:spcAft>
              <a:buClr>
                <a:schemeClr val="dk1"/>
              </a:buClr>
              <a:buSzPts val="1400"/>
              <a:buChar char="■"/>
              <a:defRPr/>
            </a:lvl6pPr>
            <a:lvl7pPr marL="3200400" lvl="6" indent="-317500" rtl="0">
              <a:lnSpc>
                <a:spcPct val="115000"/>
              </a:lnSpc>
              <a:spcBef>
                <a:spcPts val="0"/>
              </a:spcBef>
              <a:spcAft>
                <a:spcPts val="0"/>
              </a:spcAft>
              <a:buClr>
                <a:schemeClr val="dk1"/>
              </a:buClr>
              <a:buSzPts val="1400"/>
              <a:buChar char="●"/>
              <a:defRPr/>
            </a:lvl7pPr>
            <a:lvl8pPr marL="3657600" lvl="7" indent="-317500" rtl="0">
              <a:lnSpc>
                <a:spcPct val="115000"/>
              </a:lnSpc>
              <a:spcBef>
                <a:spcPts val="0"/>
              </a:spcBef>
              <a:spcAft>
                <a:spcPts val="0"/>
              </a:spcAft>
              <a:buClr>
                <a:schemeClr val="dk1"/>
              </a:buClr>
              <a:buSzPts val="1400"/>
              <a:buChar char="○"/>
              <a:defRPr/>
            </a:lvl8pPr>
            <a:lvl9pPr marL="4114800" lvl="8" indent="-317500" rtl="0">
              <a:lnSpc>
                <a:spcPct val="115000"/>
              </a:lnSpc>
              <a:spcBef>
                <a:spcPts val="0"/>
              </a:spcBef>
              <a:spcAft>
                <a:spcPts val="0"/>
              </a:spcAft>
              <a:buClr>
                <a:schemeClr val="dk1"/>
              </a:buClr>
              <a:buSzPts val="1400"/>
              <a:buChar char="■"/>
              <a:defRPr/>
            </a:lvl9pPr>
          </a:lstStyle>
          <a:p>
            <a:endParaRPr/>
          </a:p>
        </p:txBody>
      </p:sp>
      <p:sp>
        <p:nvSpPr>
          <p:cNvPr id="276" name="Google Shape;276;p22"/>
          <p:cNvSpPr txBox="1">
            <a:spLocks noGrp="1"/>
          </p:cNvSpPr>
          <p:nvPr>
            <p:ph type="title"/>
          </p:nvPr>
        </p:nvSpPr>
        <p:spPr>
          <a:xfrm>
            <a:off x="720000" y="532925"/>
            <a:ext cx="7704000" cy="4407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3500"/>
              <a:buNone/>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a:endParaRPr/>
          </a:p>
        </p:txBody>
      </p:sp>
      <p:grpSp>
        <p:nvGrpSpPr>
          <p:cNvPr id="277" name="Google Shape;277;p22"/>
          <p:cNvGrpSpPr/>
          <p:nvPr/>
        </p:nvGrpSpPr>
        <p:grpSpPr>
          <a:xfrm>
            <a:off x="326275" y="844800"/>
            <a:ext cx="8359700" cy="3899800"/>
            <a:chOff x="326275" y="844800"/>
            <a:chExt cx="8359700" cy="3899800"/>
          </a:xfrm>
        </p:grpSpPr>
        <p:sp>
          <p:nvSpPr>
            <p:cNvPr id="278" name="Google Shape;278;p22"/>
            <p:cNvSpPr/>
            <p:nvPr/>
          </p:nvSpPr>
          <p:spPr>
            <a:xfrm>
              <a:off x="1241775" y="4607800"/>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 name="Google Shape;279;p22"/>
            <p:cNvSpPr/>
            <p:nvPr/>
          </p:nvSpPr>
          <p:spPr>
            <a:xfrm>
              <a:off x="326275" y="2238383"/>
              <a:ext cx="203100" cy="2547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 name="Google Shape;280;p22"/>
            <p:cNvSpPr/>
            <p:nvPr/>
          </p:nvSpPr>
          <p:spPr>
            <a:xfrm>
              <a:off x="8373675" y="1239975"/>
              <a:ext cx="203100" cy="2544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 name="Google Shape;281;p22"/>
            <p:cNvSpPr/>
            <p:nvPr/>
          </p:nvSpPr>
          <p:spPr>
            <a:xfrm>
              <a:off x="5075000" y="3024950"/>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 name="Google Shape;282;p22"/>
            <p:cNvSpPr/>
            <p:nvPr/>
          </p:nvSpPr>
          <p:spPr>
            <a:xfrm>
              <a:off x="8576775" y="4310850"/>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 name="Google Shape;283;p22"/>
            <p:cNvSpPr/>
            <p:nvPr/>
          </p:nvSpPr>
          <p:spPr>
            <a:xfrm>
              <a:off x="759725" y="844800"/>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 name="Google Shape;284;p22"/>
            <p:cNvSpPr/>
            <p:nvPr/>
          </p:nvSpPr>
          <p:spPr>
            <a:xfrm>
              <a:off x="2676050" y="3806325"/>
              <a:ext cx="268200" cy="3360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 name="Google Shape;285;p22"/>
            <p:cNvSpPr/>
            <p:nvPr/>
          </p:nvSpPr>
          <p:spPr>
            <a:xfrm>
              <a:off x="7717975" y="1933575"/>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 name="Google Shape;286;p22"/>
            <p:cNvSpPr/>
            <p:nvPr/>
          </p:nvSpPr>
          <p:spPr>
            <a:xfrm>
              <a:off x="4669800" y="4447050"/>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Title and three columns">
  <p:cSld name="BLANK_1_1_1_2">
    <p:spTree>
      <p:nvGrpSpPr>
        <p:cNvPr id="1" name="Shape 287"/>
        <p:cNvGrpSpPr/>
        <p:nvPr/>
      </p:nvGrpSpPr>
      <p:grpSpPr>
        <a:xfrm>
          <a:off x="0" y="0"/>
          <a:ext cx="0" cy="0"/>
          <a:chOff x="0" y="0"/>
          <a:chExt cx="0" cy="0"/>
        </a:xfrm>
      </p:grpSpPr>
      <p:pic>
        <p:nvPicPr>
          <p:cNvPr id="288" name="Google Shape;288;p23"/>
          <p:cNvPicPr preferRelativeResize="0"/>
          <p:nvPr/>
        </p:nvPicPr>
        <p:blipFill rotWithShape="1">
          <a:blip r:embed="rId2">
            <a:alphaModFix/>
          </a:blip>
          <a:srcRect l="7607" r="12901" b="18526"/>
          <a:stretch/>
        </p:blipFill>
        <p:spPr>
          <a:xfrm>
            <a:off x="-60600" y="-34200"/>
            <a:ext cx="9265200" cy="5211900"/>
          </a:xfrm>
          <a:prstGeom prst="rect">
            <a:avLst/>
          </a:prstGeom>
          <a:noFill/>
          <a:ln>
            <a:noFill/>
          </a:ln>
        </p:spPr>
      </p:pic>
      <p:sp>
        <p:nvSpPr>
          <p:cNvPr id="289" name="Google Shape;289;p23"/>
          <p:cNvSpPr txBox="1">
            <a:spLocks noGrp="1"/>
          </p:cNvSpPr>
          <p:nvPr>
            <p:ph type="title"/>
          </p:nvPr>
        </p:nvSpPr>
        <p:spPr>
          <a:xfrm>
            <a:off x="872400" y="2720638"/>
            <a:ext cx="2336400" cy="5277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2500"/>
              <a:buNone/>
              <a:defRPr sz="2500"/>
            </a:lvl1pPr>
            <a:lvl2pPr lvl="1" algn="ctr" rtl="0">
              <a:spcBef>
                <a:spcPts val="0"/>
              </a:spcBef>
              <a:spcAft>
                <a:spcPts val="0"/>
              </a:spcAft>
              <a:buSzPts val="2500"/>
              <a:buNone/>
              <a:defRPr sz="2500"/>
            </a:lvl2pPr>
            <a:lvl3pPr lvl="2" algn="ctr" rtl="0">
              <a:spcBef>
                <a:spcPts val="0"/>
              </a:spcBef>
              <a:spcAft>
                <a:spcPts val="0"/>
              </a:spcAft>
              <a:buSzPts val="2500"/>
              <a:buNone/>
              <a:defRPr sz="2500"/>
            </a:lvl3pPr>
            <a:lvl4pPr lvl="3" algn="ctr" rtl="0">
              <a:spcBef>
                <a:spcPts val="0"/>
              </a:spcBef>
              <a:spcAft>
                <a:spcPts val="0"/>
              </a:spcAft>
              <a:buSzPts val="2500"/>
              <a:buNone/>
              <a:defRPr sz="2500"/>
            </a:lvl4pPr>
            <a:lvl5pPr lvl="4" algn="ctr" rtl="0">
              <a:spcBef>
                <a:spcPts val="0"/>
              </a:spcBef>
              <a:spcAft>
                <a:spcPts val="0"/>
              </a:spcAft>
              <a:buSzPts val="2500"/>
              <a:buNone/>
              <a:defRPr sz="2500"/>
            </a:lvl5pPr>
            <a:lvl6pPr lvl="5" algn="ctr" rtl="0">
              <a:spcBef>
                <a:spcPts val="0"/>
              </a:spcBef>
              <a:spcAft>
                <a:spcPts val="0"/>
              </a:spcAft>
              <a:buSzPts val="2500"/>
              <a:buNone/>
              <a:defRPr sz="2500"/>
            </a:lvl6pPr>
            <a:lvl7pPr lvl="6" algn="ctr" rtl="0">
              <a:spcBef>
                <a:spcPts val="0"/>
              </a:spcBef>
              <a:spcAft>
                <a:spcPts val="0"/>
              </a:spcAft>
              <a:buSzPts val="2500"/>
              <a:buNone/>
              <a:defRPr sz="2500"/>
            </a:lvl7pPr>
            <a:lvl8pPr lvl="7" algn="ctr" rtl="0">
              <a:spcBef>
                <a:spcPts val="0"/>
              </a:spcBef>
              <a:spcAft>
                <a:spcPts val="0"/>
              </a:spcAft>
              <a:buSzPts val="2500"/>
              <a:buNone/>
              <a:defRPr sz="2500"/>
            </a:lvl8pPr>
            <a:lvl9pPr lvl="8" algn="ctr" rtl="0">
              <a:spcBef>
                <a:spcPts val="0"/>
              </a:spcBef>
              <a:spcAft>
                <a:spcPts val="0"/>
              </a:spcAft>
              <a:buSzPts val="2500"/>
              <a:buNone/>
              <a:defRPr sz="2500"/>
            </a:lvl9pPr>
          </a:lstStyle>
          <a:p>
            <a:endParaRPr/>
          </a:p>
        </p:txBody>
      </p:sp>
      <p:sp>
        <p:nvSpPr>
          <p:cNvPr id="290" name="Google Shape;290;p23"/>
          <p:cNvSpPr txBox="1">
            <a:spLocks noGrp="1"/>
          </p:cNvSpPr>
          <p:nvPr>
            <p:ph type="subTitle" idx="1"/>
          </p:nvPr>
        </p:nvSpPr>
        <p:spPr>
          <a:xfrm>
            <a:off x="872400" y="3230975"/>
            <a:ext cx="2336400" cy="7461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291" name="Google Shape;291;p23"/>
          <p:cNvSpPr txBox="1">
            <a:spLocks noGrp="1"/>
          </p:cNvSpPr>
          <p:nvPr>
            <p:ph type="title" idx="2"/>
          </p:nvPr>
        </p:nvSpPr>
        <p:spPr>
          <a:xfrm>
            <a:off x="3403800" y="2720638"/>
            <a:ext cx="2336400" cy="5277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2500"/>
              <a:buNone/>
              <a:defRPr sz="2500"/>
            </a:lvl1pPr>
            <a:lvl2pPr lvl="1" algn="ctr" rtl="0">
              <a:spcBef>
                <a:spcPts val="0"/>
              </a:spcBef>
              <a:spcAft>
                <a:spcPts val="0"/>
              </a:spcAft>
              <a:buSzPts val="2500"/>
              <a:buNone/>
              <a:defRPr sz="2500"/>
            </a:lvl2pPr>
            <a:lvl3pPr lvl="2" algn="ctr" rtl="0">
              <a:spcBef>
                <a:spcPts val="0"/>
              </a:spcBef>
              <a:spcAft>
                <a:spcPts val="0"/>
              </a:spcAft>
              <a:buSzPts val="2500"/>
              <a:buNone/>
              <a:defRPr sz="2500"/>
            </a:lvl3pPr>
            <a:lvl4pPr lvl="3" algn="ctr" rtl="0">
              <a:spcBef>
                <a:spcPts val="0"/>
              </a:spcBef>
              <a:spcAft>
                <a:spcPts val="0"/>
              </a:spcAft>
              <a:buSzPts val="2500"/>
              <a:buNone/>
              <a:defRPr sz="2500"/>
            </a:lvl4pPr>
            <a:lvl5pPr lvl="4" algn="ctr" rtl="0">
              <a:spcBef>
                <a:spcPts val="0"/>
              </a:spcBef>
              <a:spcAft>
                <a:spcPts val="0"/>
              </a:spcAft>
              <a:buSzPts val="2500"/>
              <a:buNone/>
              <a:defRPr sz="2500"/>
            </a:lvl5pPr>
            <a:lvl6pPr lvl="5" algn="ctr" rtl="0">
              <a:spcBef>
                <a:spcPts val="0"/>
              </a:spcBef>
              <a:spcAft>
                <a:spcPts val="0"/>
              </a:spcAft>
              <a:buSzPts val="2500"/>
              <a:buNone/>
              <a:defRPr sz="2500"/>
            </a:lvl6pPr>
            <a:lvl7pPr lvl="6" algn="ctr" rtl="0">
              <a:spcBef>
                <a:spcPts val="0"/>
              </a:spcBef>
              <a:spcAft>
                <a:spcPts val="0"/>
              </a:spcAft>
              <a:buSzPts val="2500"/>
              <a:buNone/>
              <a:defRPr sz="2500"/>
            </a:lvl7pPr>
            <a:lvl8pPr lvl="7" algn="ctr" rtl="0">
              <a:spcBef>
                <a:spcPts val="0"/>
              </a:spcBef>
              <a:spcAft>
                <a:spcPts val="0"/>
              </a:spcAft>
              <a:buSzPts val="2500"/>
              <a:buNone/>
              <a:defRPr sz="2500"/>
            </a:lvl8pPr>
            <a:lvl9pPr lvl="8" algn="ctr" rtl="0">
              <a:spcBef>
                <a:spcPts val="0"/>
              </a:spcBef>
              <a:spcAft>
                <a:spcPts val="0"/>
              </a:spcAft>
              <a:buSzPts val="2500"/>
              <a:buNone/>
              <a:defRPr sz="2500"/>
            </a:lvl9pPr>
          </a:lstStyle>
          <a:p>
            <a:endParaRPr/>
          </a:p>
        </p:txBody>
      </p:sp>
      <p:sp>
        <p:nvSpPr>
          <p:cNvPr id="292" name="Google Shape;292;p23"/>
          <p:cNvSpPr txBox="1">
            <a:spLocks noGrp="1"/>
          </p:cNvSpPr>
          <p:nvPr>
            <p:ph type="subTitle" idx="3"/>
          </p:nvPr>
        </p:nvSpPr>
        <p:spPr>
          <a:xfrm>
            <a:off x="3403800" y="3230982"/>
            <a:ext cx="2336400" cy="7461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293" name="Google Shape;293;p23"/>
          <p:cNvSpPr txBox="1">
            <a:spLocks noGrp="1"/>
          </p:cNvSpPr>
          <p:nvPr>
            <p:ph type="title" idx="4"/>
          </p:nvPr>
        </p:nvSpPr>
        <p:spPr>
          <a:xfrm>
            <a:off x="5935200" y="2720638"/>
            <a:ext cx="2336400" cy="5277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2500"/>
              <a:buNone/>
              <a:defRPr sz="2500"/>
            </a:lvl1pPr>
            <a:lvl2pPr lvl="1" algn="ctr" rtl="0">
              <a:spcBef>
                <a:spcPts val="0"/>
              </a:spcBef>
              <a:spcAft>
                <a:spcPts val="0"/>
              </a:spcAft>
              <a:buSzPts val="2500"/>
              <a:buNone/>
              <a:defRPr sz="2500"/>
            </a:lvl2pPr>
            <a:lvl3pPr lvl="2" algn="ctr" rtl="0">
              <a:spcBef>
                <a:spcPts val="0"/>
              </a:spcBef>
              <a:spcAft>
                <a:spcPts val="0"/>
              </a:spcAft>
              <a:buSzPts val="2500"/>
              <a:buNone/>
              <a:defRPr sz="2500"/>
            </a:lvl3pPr>
            <a:lvl4pPr lvl="3" algn="ctr" rtl="0">
              <a:spcBef>
                <a:spcPts val="0"/>
              </a:spcBef>
              <a:spcAft>
                <a:spcPts val="0"/>
              </a:spcAft>
              <a:buSzPts val="2500"/>
              <a:buNone/>
              <a:defRPr sz="2500"/>
            </a:lvl4pPr>
            <a:lvl5pPr lvl="4" algn="ctr" rtl="0">
              <a:spcBef>
                <a:spcPts val="0"/>
              </a:spcBef>
              <a:spcAft>
                <a:spcPts val="0"/>
              </a:spcAft>
              <a:buSzPts val="2500"/>
              <a:buNone/>
              <a:defRPr sz="2500"/>
            </a:lvl5pPr>
            <a:lvl6pPr lvl="5" algn="ctr" rtl="0">
              <a:spcBef>
                <a:spcPts val="0"/>
              </a:spcBef>
              <a:spcAft>
                <a:spcPts val="0"/>
              </a:spcAft>
              <a:buSzPts val="2500"/>
              <a:buNone/>
              <a:defRPr sz="2500"/>
            </a:lvl6pPr>
            <a:lvl7pPr lvl="6" algn="ctr" rtl="0">
              <a:spcBef>
                <a:spcPts val="0"/>
              </a:spcBef>
              <a:spcAft>
                <a:spcPts val="0"/>
              </a:spcAft>
              <a:buSzPts val="2500"/>
              <a:buNone/>
              <a:defRPr sz="2500"/>
            </a:lvl7pPr>
            <a:lvl8pPr lvl="7" algn="ctr" rtl="0">
              <a:spcBef>
                <a:spcPts val="0"/>
              </a:spcBef>
              <a:spcAft>
                <a:spcPts val="0"/>
              </a:spcAft>
              <a:buSzPts val="2500"/>
              <a:buNone/>
              <a:defRPr sz="2500"/>
            </a:lvl8pPr>
            <a:lvl9pPr lvl="8" algn="ctr" rtl="0">
              <a:spcBef>
                <a:spcPts val="0"/>
              </a:spcBef>
              <a:spcAft>
                <a:spcPts val="0"/>
              </a:spcAft>
              <a:buSzPts val="2500"/>
              <a:buNone/>
              <a:defRPr sz="2500"/>
            </a:lvl9pPr>
          </a:lstStyle>
          <a:p>
            <a:endParaRPr/>
          </a:p>
        </p:txBody>
      </p:sp>
      <p:sp>
        <p:nvSpPr>
          <p:cNvPr id="294" name="Google Shape;294;p23"/>
          <p:cNvSpPr txBox="1">
            <a:spLocks noGrp="1"/>
          </p:cNvSpPr>
          <p:nvPr>
            <p:ph type="subTitle" idx="5"/>
          </p:nvPr>
        </p:nvSpPr>
        <p:spPr>
          <a:xfrm>
            <a:off x="5935200" y="3230982"/>
            <a:ext cx="2336400" cy="7461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295" name="Google Shape;295;p23"/>
          <p:cNvSpPr txBox="1">
            <a:spLocks noGrp="1"/>
          </p:cNvSpPr>
          <p:nvPr>
            <p:ph type="title" idx="6"/>
          </p:nvPr>
        </p:nvSpPr>
        <p:spPr>
          <a:xfrm>
            <a:off x="720000" y="532925"/>
            <a:ext cx="7704000" cy="4407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3500"/>
              <a:buNone/>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a:endParaRPr/>
          </a:p>
        </p:txBody>
      </p:sp>
      <p:grpSp>
        <p:nvGrpSpPr>
          <p:cNvPr id="296" name="Google Shape;296;p23"/>
          <p:cNvGrpSpPr/>
          <p:nvPr/>
        </p:nvGrpSpPr>
        <p:grpSpPr>
          <a:xfrm>
            <a:off x="370975" y="479233"/>
            <a:ext cx="8280000" cy="4197655"/>
            <a:chOff x="370975" y="479233"/>
            <a:chExt cx="8280000" cy="4197655"/>
          </a:xfrm>
        </p:grpSpPr>
        <p:sp>
          <p:nvSpPr>
            <p:cNvPr id="297" name="Google Shape;297;p23"/>
            <p:cNvSpPr/>
            <p:nvPr/>
          </p:nvSpPr>
          <p:spPr>
            <a:xfrm>
              <a:off x="8297125" y="479233"/>
              <a:ext cx="206400" cy="2586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 name="Google Shape;298;p23"/>
            <p:cNvSpPr/>
            <p:nvPr/>
          </p:nvSpPr>
          <p:spPr>
            <a:xfrm>
              <a:off x="8541775" y="4262950"/>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 name="Google Shape;299;p23"/>
            <p:cNvSpPr/>
            <p:nvPr/>
          </p:nvSpPr>
          <p:spPr>
            <a:xfrm>
              <a:off x="8162400" y="2595700"/>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 name="Google Shape;300;p23"/>
            <p:cNvSpPr/>
            <p:nvPr/>
          </p:nvSpPr>
          <p:spPr>
            <a:xfrm>
              <a:off x="370975" y="2852945"/>
              <a:ext cx="206400" cy="2586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 name="Google Shape;301;p23"/>
            <p:cNvSpPr/>
            <p:nvPr/>
          </p:nvSpPr>
          <p:spPr>
            <a:xfrm>
              <a:off x="558300" y="3856638"/>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 name="Google Shape;302;p23"/>
            <p:cNvSpPr/>
            <p:nvPr/>
          </p:nvSpPr>
          <p:spPr>
            <a:xfrm>
              <a:off x="3149100" y="4540088"/>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 name="Google Shape;303;p23"/>
            <p:cNvSpPr/>
            <p:nvPr/>
          </p:nvSpPr>
          <p:spPr>
            <a:xfrm>
              <a:off x="872400" y="1520138"/>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 name="Google Shape;304;p23"/>
            <p:cNvSpPr/>
            <p:nvPr/>
          </p:nvSpPr>
          <p:spPr>
            <a:xfrm>
              <a:off x="5667375" y="4219575"/>
              <a:ext cx="279300" cy="3021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Title and four columns">
  <p:cSld name="BLANK_1_1_1_1">
    <p:spTree>
      <p:nvGrpSpPr>
        <p:cNvPr id="1" name="Shape 305"/>
        <p:cNvGrpSpPr/>
        <p:nvPr/>
      </p:nvGrpSpPr>
      <p:grpSpPr>
        <a:xfrm>
          <a:off x="0" y="0"/>
          <a:ext cx="0" cy="0"/>
          <a:chOff x="0" y="0"/>
          <a:chExt cx="0" cy="0"/>
        </a:xfrm>
      </p:grpSpPr>
      <p:pic>
        <p:nvPicPr>
          <p:cNvPr id="306" name="Google Shape;306;p24"/>
          <p:cNvPicPr preferRelativeResize="0"/>
          <p:nvPr/>
        </p:nvPicPr>
        <p:blipFill>
          <a:blip r:embed="rId2">
            <a:alphaModFix/>
          </a:blip>
          <a:stretch>
            <a:fillRect/>
          </a:stretch>
        </p:blipFill>
        <p:spPr>
          <a:xfrm>
            <a:off x="-129162" y="-107662"/>
            <a:ext cx="9402324" cy="5358824"/>
          </a:xfrm>
          <a:prstGeom prst="rect">
            <a:avLst/>
          </a:prstGeom>
          <a:noFill/>
          <a:ln>
            <a:noFill/>
          </a:ln>
        </p:spPr>
      </p:pic>
      <p:sp>
        <p:nvSpPr>
          <p:cNvPr id="307" name="Google Shape;307;p24"/>
          <p:cNvSpPr txBox="1">
            <a:spLocks noGrp="1"/>
          </p:cNvSpPr>
          <p:nvPr>
            <p:ph type="title"/>
          </p:nvPr>
        </p:nvSpPr>
        <p:spPr>
          <a:xfrm>
            <a:off x="1959913" y="1420275"/>
            <a:ext cx="2477100" cy="527700"/>
          </a:xfrm>
          <a:prstGeom prst="rect">
            <a:avLst/>
          </a:prstGeom>
        </p:spPr>
        <p:txBody>
          <a:bodyPr spcFirstLastPara="1" wrap="square" lIns="91425" tIns="91425" rIns="91425" bIns="91425" anchor="ctr" anchorCtr="0">
            <a:noAutofit/>
          </a:bodyPr>
          <a:lstStyle>
            <a:lvl1pPr lvl="0" rtl="0">
              <a:spcBef>
                <a:spcPts val="0"/>
              </a:spcBef>
              <a:spcAft>
                <a:spcPts val="0"/>
              </a:spcAft>
              <a:buSzPts val="2500"/>
              <a:buNone/>
              <a:defRPr sz="2500"/>
            </a:lvl1pPr>
            <a:lvl2pPr lvl="1" algn="ctr" rtl="0">
              <a:spcBef>
                <a:spcPts val="0"/>
              </a:spcBef>
              <a:spcAft>
                <a:spcPts val="0"/>
              </a:spcAft>
              <a:buSzPts val="2500"/>
              <a:buNone/>
              <a:defRPr sz="2500"/>
            </a:lvl2pPr>
            <a:lvl3pPr lvl="2" algn="ctr" rtl="0">
              <a:spcBef>
                <a:spcPts val="0"/>
              </a:spcBef>
              <a:spcAft>
                <a:spcPts val="0"/>
              </a:spcAft>
              <a:buSzPts val="2500"/>
              <a:buNone/>
              <a:defRPr sz="2500"/>
            </a:lvl3pPr>
            <a:lvl4pPr lvl="3" algn="ctr" rtl="0">
              <a:spcBef>
                <a:spcPts val="0"/>
              </a:spcBef>
              <a:spcAft>
                <a:spcPts val="0"/>
              </a:spcAft>
              <a:buSzPts val="2500"/>
              <a:buNone/>
              <a:defRPr sz="2500"/>
            </a:lvl4pPr>
            <a:lvl5pPr lvl="4" algn="ctr" rtl="0">
              <a:spcBef>
                <a:spcPts val="0"/>
              </a:spcBef>
              <a:spcAft>
                <a:spcPts val="0"/>
              </a:spcAft>
              <a:buSzPts val="2500"/>
              <a:buNone/>
              <a:defRPr sz="2500"/>
            </a:lvl5pPr>
            <a:lvl6pPr lvl="5" algn="ctr" rtl="0">
              <a:spcBef>
                <a:spcPts val="0"/>
              </a:spcBef>
              <a:spcAft>
                <a:spcPts val="0"/>
              </a:spcAft>
              <a:buSzPts val="2500"/>
              <a:buNone/>
              <a:defRPr sz="2500"/>
            </a:lvl6pPr>
            <a:lvl7pPr lvl="6" algn="ctr" rtl="0">
              <a:spcBef>
                <a:spcPts val="0"/>
              </a:spcBef>
              <a:spcAft>
                <a:spcPts val="0"/>
              </a:spcAft>
              <a:buSzPts val="2500"/>
              <a:buNone/>
              <a:defRPr sz="2500"/>
            </a:lvl7pPr>
            <a:lvl8pPr lvl="7" algn="ctr" rtl="0">
              <a:spcBef>
                <a:spcPts val="0"/>
              </a:spcBef>
              <a:spcAft>
                <a:spcPts val="0"/>
              </a:spcAft>
              <a:buSzPts val="2500"/>
              <a:buNone/>
              <a:defRPr sz="2500"/>
            </a:lvl8pPr>
            <a:lvl9pPr lvl="8" algn="ctr" rtl="0">
              <a:spcBef>
                <a:spcPts val="0"/>
              </a:spcBef>
              <a:spcAft>
                <a:spcPts val="0"/>
              </a:spcAft>
              <a:buSzPts val="2500"/>
              <a:buNone/>
              <a:defRPr sz="2500"/>
            </a:lvl9pPr>
          </a:lstStyle>
          <a:p>
            <a:endParaRPr/>
          </a:p>
        </p:txBody>
      </p:sp>
      <p:sp>
        <p:nvSpPr>
          <p:cNvPr id="308" name="Google Shape;308;p24"/>
          <p:cNvSpPr txBox="1">
            <a:spLocks noGrp="1"/>
          </p:cNvSpPr>
          <p:nvPr>
            <p:ph type="subTitle" idx="1"/>
          </p:nvPr>
        </p:nvSpPr>
        <p:spPr>
          <a:xfrm>
            <a:off x="1959913" y="1912385"/>
            <a:ext cx="2477100" cy="716400"/>
          </a:xfrm>
          <a:prstGeom prst="rect">
            <a:avLst/>
          </a:prstGeom>
        </p:spPr>
        <p:txBody>
          <a:bodyPr spcFirstLastPara="1" wrap="square" lIns="91425" tIns="91425" rIns="91425" bIns="91425" anchor="ctr" anchorCtr="0">
            <a:noAutofit/>
          </a:bodyPr>
          <a:lstStyle>
            <a:lvl1pPr lvl="0" rtl="0">
              <a:lnSpc>
                <a:spcPct val="100000"/>
              </a:lnSpc>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309" name="Google Shape;309;p24"/>
          <p:cNvSpPr txBox="1">
            <a:spLocks noGrp="1"/>
          </p:cNvSpPr>
          <p:nvPr>
            <p:ph type="title" idx="2"/>
          </p:nvPr>
        </p:nvSpPr>
        <p:spPr>
          <a:xfrm>
            <a:off x="4706965" y="1420275"/>
            <a:ext cx="2477100" cy="527700"/>
          </a:xfrm>
          <a:prstGeom prst="rect">
            <a:avLst/>
          </a:prstGeom>
        </p:spPr>
        <p:txBody>
          <a:bodyPr spcFirstLastPara="1" wrap="square" lIns="91425" tIns="91425" rIns="91425" bIns="91425" anchor="ctr" anchorCtr="0">
            <a:noAutofit/>
          </a:bodyPr>
          <a:lstStyle>
            <a:lvl1pPr lvl="0" algn="r" rtl="0">
              <a:spcBef>
                <a:spcPts val="0"/>
              </a:spcBef>
              <a:spcAft>
                <a:spcPts val="0"/>
              </a:spcAft>
              <a:buSzPts val="2500"/>
              <a:buNone/>
              <a:defRPr sz="2500"/>
            </a:lvl1pPr>
            <a:lvl2pPr lvl="1" algn="ctr" rtl="0">
              <a:spcBef>
                <a:spcPts val="0"/>
              </a:spcBef>
              <a:spcAft>
                <a:spcPts val="0"/>
              </a:spcAft>
              <a:buSzPts val="2500"/>
              <a:buNone/>
              <a:defRPr sz="2500"/>
            </a:lvl2pPr>
            <a:lvl3pPr lvl="2" algn="ctr" rtl="0">
              <a:spcBef>
                <a:spcPts val="0"/>
              </a:spcBef>
              <a:spcAft>
                <a:spcPts val="0"/>
              </a:spcAft>
              <a:buSzPts val="2500"/>
              <a:buNone/>
              <a:defRPr sz="2500"/>
            </a:lvl3pPr>
            <a:lvl4pPr lvl="3" algn="ctr" rtl="0">
              <a:spcBef>
                <a:spcPts val="0"/>
              </a:spcBef>
              <a:spcAft>
                <a:spcPts val="0"/>
              </a:spcAft>
              <a:buSzPts val="2500"/>
              <a:buNone/>
              <a:defRPr sz="2500"/>
            </a:lvl4pPr>
            <a:lvl5pPr lvl="4" algn="ctr" rtl="0">
              <a:spcBef>
                <a:spcPts val="0"/>
              </a:spcBef>
              <a:spcAft>
                <a:spcPts val="0"/>
              </a:spcAft>
              <a:buSzPts val="2500"/>
              <a:buNone/>
              <a:defRPr sz="2500"/>
            </a:lvl5pPr>
            <a:lvl6pPr lvl="5" algn="ctr" rtl="0">
              <a:spcBef>
                <a:spcPts val="0"/>
              </a:spcBef>
              <a:spcAft>
                <a:spcPts val="0"/>
              </a:spcAft>
              <a:buSzPts val="2500"/>
              <a:buNone/>
              <a:defRPr sz="2500"/>
            </a:lvl6pPr>
            <a:lvl7pPr lvl="6" algn="ctr" rtl="0">
              <a:spcBef>
                <a:spcPts val="0"/>
              </a:spcBef>
              <a:spcAft>
                <a:spcPts val="0"/>
              </a:spcAft>
              <a:buSzPts val="2500"/>
              <a:buNone/>
              <a:defRPr sz="2500"/>
            </a:lvl7pPr>
            <a:lvl8pPr lvl="7" algn="ctr" rtl="0">
              <a:spcBef>
                <a:spcPts val="0"/>
              </a:spcBef>
              <a:spcAft>
                <a:spcPts val="0"/>
              </a:spcAft>
              <a:buSzPts val="2500"/>
              <a:buNone/>
              <a:defRPr sz="2500"/>
            </a:lvl8pPr>
            <a:lvl9pPr lvl="8" algn="ctr" rtl="0">
              <a:spcBef>
                <a:spcPts val="0"/>
              </a:spcBef>
              <a:spcAft>
                <a:spcPts val="0"/>
              </a:spcAft>
              <a:buSzPts val="2500"/>
              <a:buNone/>
              <a:defRPr sz="2500"/>
            </a:lvl9pPr>
          </a:lstStyle>
          <a:p>
            <a:endParaRPr/>
          </a:p>
        </p:txBody>
      </p:sp>
      <p:sp>
        <p:nvSpPr>
          <p:cNvPr id="310" name="Google Shape;310;p24"/>
          <p:cNvSpPr txBox="1">
            <a:spLocks noGrp="1"/>
          </p:cNvSpPr>
          <p:nvPr>
            <p:ph type="subTitle" idx="3"/>
          </p:nvPr>
        </p:nvSpPr>
        <p:spPr>
          <a:xfrm>
            <a:off x="4706965" y="1912385"/>
            <a:ext cx="2477100" cy="716400"/>
          </a:xfrm>
          <a:prstGeom prst="rect">
            <a:avLst/>
          </a:prstGeom>
        </p:spPr>
        <p:txBody>
          <a:bodyPr spcFirstLastPara="1" wrap="square" lIns="91425" tIns="91425" rIns="91425" bIns="91425" anchor="ctr" anchorCtr="0">
            <a:noAutofit/>
          </a:bodyPr>
          <a:lstStyle>
            <a:lvl1pPr lvl="0" algn="r" rtl="0">
              <a:lnSpc>
                <a:spcPct val="100000"/>
              </a:lnSpc>
              <a:spcBef>
                <a:spcPts val="0"/>
              </a:spcBef>
              <a:spcAft>
                <a:spcPts val="0"/>
              </a:spcAft>
              <a:buSzPts val="1400"/>
              <a:buNone/>
              <a:defRPr sz="1400">
                <a:solidFill>
                  <a:schemeClr val="dk1"/>
                </a:solidFill>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311" name="Google Shape;311;p24"/>
          <p:cNvSpPr txBox="1">
            <a:spLocks noGrp="1"/>
          </p:cNvSpPr>
          <p:nvPr>
            <p:ph type="title" idx="4"/>
          </p:nvPr>
        </p:nvSpPr>
        <p:spPr>
          <a:xfrm>
            <a:off x="1959913" y="2963850"/>
            <a:ext cx="2477100" cy="527700"/>
          </a:xfrm>
          <a:prstGeom prst="rect">
            <a:avLst/>
          </a:prstGeom>
        </p:spPr>
        <p:txBody>
          <a:bodyPr spcFirstLastPara="1" wrap="square" lIns="91425" tIns="91425" rIns="91425" bIns="91425" anchor="ctr" anchorCtr="0">
            <a:noAutofit/>
          </a:bodyPr>
          <a:lstStyle>
            <a:lvl1pPr lvl="0" rtl="0">
              <a:spcBef>
                <a:spcPts val="0"/>
              </a:spcBef>
              <a:spcAft>
                <a:spcPts val="0"/>
              </a:spcAft>
              <a:buSzPts val="2500"/>
              <a:buNone/>
              <a:defRPr sz="2500"/>
            </a:lvl1pPr>
            <a:lvl2pPr lvl="1" algn="ctr" rtl="0">
              <a:spcBef>
                <a:spcPts val="0"/>
              </a:spcBef>
              <a:spcAft>
                <a:spcPts val="0"/>
              </a:spcAft>
              <a:buSzPts val="2500"/>
              <a:buNone/>
              <a:defRPr sz="2500"/>
            </a:lvl2pPr>
            <a:lvl3pPr lvl="2" algn="ctr" rtl="0">
              <a:spcBef>
                <a:spcPts val="0"/>
              </a:spcBef>
              <a:spcAft>
                <a:spcPts val="0"/>
              </a:spcAft>
              <a:buSzPts val="2500"/>
              <a:buNone/>
              <a:defRPr sz="2500"/>
            </a:lvl3pPr>
            <a:lvl4pPr lvl="3" algn="ctr" rtl="0">
              <a:spcBef>
                <a:spcPts val="0"/>
              </a:spcBef>
              <a:spcAft>
                <a:spcPts val="0"/>
              </a:spcAft>
              <a:buSzPts val="2500"/>
              <a:buNone/>
              <a:defRPr sz="2500"/>
            </a:lvl4pPr>
            <a:lvl5pPr lvl="4" algn="ctr" rtl="0">
              <a:spcBef>
                <a:spcPts val="0"/>
              </a:spcBef>
              <a:spcAft>
                <a:spcPts val="0"/>
              </a:spcAft>
              <a:buSzPts val="2500"/>
              <a:buNone/>
              <a:defRPr sz="2500"/>
            </a:lvl5pPr>
            <a:lvl6pPr lvl="5" algn="ctr" rtl="0">
              <a:spcBef>
                <a:spcPts val="0"/>
              </a:spcBef>
              <a:spcAft>
                <a:spcPts val="0"/>
              </a:spcAft>
              <a:buSzPts val="2500"/>
              <a:buNone/>
              <a:defRPr sz="2500"/>
            </a:lvl6pPr>
            <a:lvl7pPr lvl="6" algn="ctr" rtl="0">
              <a:spcBef>
                <a:spcPts val="0"/>
              </a:spcBef>
              <a:spcAft>
                <a:spcPts val="0"/>
              </a:spcAft>
              <a:buSzPts val="2500"/>
              <a:buNone/>
              <a:defRPr sz="2500"/>
            </a:lvl7pPr>
            <a:lvl8pPr lvl="7" algn="ctr" rtl="0">
              <a:spcBef>
                <a:spcPts val="0"/>
              </a:spcBef>
              <a:spcAft>
                <a:spcPts val="0"/>
              </a:spcAft>
              <a:buSzPts val="2500"/>
              <a:buNone/>
              <a:defRPr sz="2500"/>
            </a:lvl8pPr>
            <a:lvl9pPr lvl="8" algn="ctr" rtl="0">
              <a:spcBef>
                <a:spcPts val="0"/>
              </a:spcBef>
              <a:spcAft>
                <a:spcPts val="0"/>
              </a:spcAft>
              <a:buSzPts val="2500"/>
              <a:buNone/>
              <a:defRPr sz="2500"/>
            </a:lvl9pPr>
          </a:lstStyle>
          <a:p>
            <a:endParaRPr/>
          </a:p>
        </p:txBody>
      </p:sp>
      <p:sp>
        <p:nvSpPr>
          <p:cNvPr id="312" name="Google Shape;312;p24"/>
          <p:cNvSpPr txBox="1">
            <a:spLocks noGrp="1"/>
          </p:cNvSpPr>
          <p:nvPr>
            <p:ph type="subTitle" idx="5"/>
          </p:nvPr>
        </p:nvSpPr>
        <p:spPr>
          <a:xfrm>
            <a:off x="1959913" y="3454986"/>
            <a:ext cx="2477100" cy="716400"/>
          </a:xfrm>
          <a:prstGeom prst="rect">
            <a:avLst/>
          </a:prstGeom>
        </p:spPr>
        <p:txBody>
          <a:bodyPr spcFirstLastPara="1" wrap="square" lIns="91425" tIns="91425" rIns="91425" bIns="91425" anchor="ctr" anchorCtr="0">
            <a:noAutofit/>
          </a:bodyPr>
          <a:lstStyle>
            <a:lvl1pPr lvl="0" rtl="0">
              <a:lnSpc>
                <a:spcPct val="100000"/>
              </a:lnSpc>
              <a:spcBef>
                <a:spcPts val="0"/>
              </a:spcBef>
              <a:spcAft>
                <a:spcPts val="0"/>
              </a:spcAft>
              <a:buSzPts val="1400"/>
              <a:buNone/>
              <a:defRPr sz="1400">
                <a:solidFill>
                  <a:schemeClr val="dk1"/>
                </a:solidFill>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313" name="Google Shape;313;p24"/>
          <p:cNvSpPr txBox="1">
            <a:spLocks noGrp="1"/>
          </p:cNvSpPr>
          <p:nvPr>
            <p:ph type="title" idx="6"/>
          </p:nvPr>
        </p:nvSpPr>
        <p:spPr>
          <a:xfrm>
            <a:off x="4706965" y="2963850"/>
            <a:ext cx="2477100" cy="527700"/>
          </a:xfrm>
          <a:prstGeom prst="rect">
            <a:avLst/>
          </a:prstGeom>
        </p:spPr>
        <p:txBody>
          <a:bodyPr spcFirstLastPara="1" wrap="square" lIns="91425" tIns="91425" rIns="91425" bIns="91425" anchor="ctr" anchorCtr="0">
            <a:noAutofit/>
          </a:bodyPr>
          <a:lstStyle>
            <a:lvl1pPr lvl="0" algn="r" rtl="0">
              <a:spcBef>
                <a:spcPts val="0"/>
              </a:spcBef>
              <a:spcAft>
                <a:spcPts val="0"/>
              </a:spcAft>
              <a:buSzPts val="2500"/>
              <a:buNone/>
              <a:defRPr sz="2500"/>
            </a:lvl1pPr>
            <a:lvl2pPr lvl="1" algn="ctr" rtl="0">
              <a:spcBef>
                <a:spcPts val="0"/>
              </a:spcBef>
              <a:spcAft>
                <a:spcPts val="0"/>
              </a:spcAft>
              <a:buSzPts val="2500"/>
              <a:buNone/>
              <a:defRPr sz="2500"/>
            </a:lvl2pPr>
            <a:lvl3pPr lvl="2" algn="ctr" rtl="0">
              <a:spcBef>
                <a:spcPts val="0"/>
              </a:spcBef>
              <a:spcAft>
                <a:spcPts val="0"/>
              </a:spcAft>
              <a:buSzPts val="2500"/>
              <a:buNone/>
              <a:defRPr sz="2500"/>
            </a:lvl3pPr>
            <a:lvl4pPr lvl="3" algn="ctr" rtl="0">
              <a:spcBef>
                <a:spcPts val="0"/>
              </a:spcBef>
              <a:spcAft>
                <a:spcPts val="0"/>
              </a:spcAft>
              <a:buSzPts val="2500"/>
              <a:buNone/>
              <a:defRPr sz="2500"/>
            </a:lvl4pPr>
            <a:lvl5pPr lvl="4" algn="ctr" rtl="0">
              <a:spcBef>
                <a:spcPts val="0"/>
              </a:spcBef>
              <a:spcAft>
                <a:spcPts val="0"/>
              </a:spcAft>
              <a:buSzPts val="2500"/>
              <a:buNone/>
              <a:defRPr sz="2500"/>
            </a:lvl5pPr>
            <a:lvl6pPr lvl="5" algn="ctr" rtl="0">
              <a:spcBef>
                <a:spcPts val="0"/>
              </a:spcBef>
              <a:spcAft>
                <a:spcPts val="0"/>
              </a:spcAft>
              <a:buSzPts val="2500"/>
              <a:buNone/>
              <a:defRPr sz="2500"/>
            </a:lvl6pPr>
            <a:lvl7pPr lvl="6" algn="ctr" rtl="0">
              <a:spcBef>
                <a:spcPts val="0"/>
              </a:spcBef>
              <a:spcAft>
                <a:spcPts val="0"/>
              </a:spcAft>
              <a:buSzPts val="2500"/>
              <a:buNone/>
              <a:defRPr sz="2500"/>
            </a:lvl7pPr>
            <a:lvl8pPr lvl="7" algn="ctr" rtl="0">
              <a:spcBef>
                <a:spcPts val="0"/>
              </a:spcBef>
              <a:spcAft>
                <a:spcPts val="0"/>
              </a:spcAft>
              <a:buSzPts val="2500"/>
              <a:buNone/>
              <a:defRPr sz="2500"/>
            </a:lvl8pPr>
            <a:lvl9pPr lvl="8" algn="ctr" rtl="0">
              <a:spcBef>
                <a:spcPts val="0"/>
              </a:spcBef>
              <a:spcAft>
                <a:spcPts val="0"/>
              </a:spcAft>
              <a:buSzPts val="2500"/>
              <a:buNone/>
              <a:defRPr sz="2500"/>
            </a:lvl9pPr>
          </a:lstStyle>
          <a:p>
            <a:endParaRPr/>
          </a:p>
        </p:txBody>
      </p:sp>
      <p:sp>
        <p:nvSpPr>
          <p:cNvPr id="314" name="Google Shape;314;p24"/>
          <p:cNvSpPr txBox="1">
            <a:spLocks noGrp="1"/>
          </p:cNvSpPr>
          <p:nvPr>
            <p:ph type="subTitle" idx="7"/>
          </p:nvPr>
        </p:nvSpPr>
        <p:spPr>
          <a:xfrm>
            <a:off x="4706965" y="3454986"/>
            <a:ext cx="2477100" cy="716400"/>
          </a:xfrm>
          <a:prstGeom prst="rect">
            <a:avLst/>
          </a:prstGeom>
        </p:spPr>
        <p:txBody>
          <a:bodyPr spcFirstLastPara="1" wrap="square" lIns="91425" tIns="91425" rIns="91425" bIns="91425" anchor="ctr" anchorCtr="0">
            <a:noAutofit/>
          </a:bodyPr>
          <a:lstStyle>
            <a:lvl1pPr lvl="0" algn="r" rtl="0">
              <a:lnSpc>
                <a:spcPct val="100000"/>
              </a:lnSpc>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315" name="Google Shape;315;p24"/>
          <p:cNvSpPr txBox="1">
            <a:spLocks noGrp="1"/>
          </p:cNvSpPr>
          <p:nvPr>
            <p:ph type="title" idx="8"/>
          </p:nvPr>
        </p:nvSpPr>
        <p:spPr>
          <a:xfrm>
            <a:off x="720000" y="532925"/>
            <a:ext cx="7704000" cy="4407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3500"/>
              <a:buNone/>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a:endParaRPr/>
          </a:p>
        </p:txBody>
      </p:sp>
      <p:grpSp>
        <p:nvGrpSpPr>
          <p:cNvPr id="316" name="Google Shape;316;p24"/>
          <p:cNvGrpSpPr/>
          <p:nvPr/>
        </p:nvGrpSpPr>
        <p:grpSpPr>
          <a:xfrm>
            <a:off x="501150" y="398200"/>
            <a:ext cx="8221750" cy="4453350"/>
            <a:chOff x="501150" y="398200"/>
            <a:chExt cx="8221750" cy="4453350"/>
          </a:xfrm>
        </p:grpSpPr>
        <p:sp>
          <p:nvSpPr>
            <p:cNvPr id="317" name="Google Shape;317;p24"/>
            <p:cNvSpPr/>
            <p:nvPr/>
          </p:nvSpPr>
          <p:spPr>
            <a:xfrm>
              <a:off x="761500" y="606783"/>
              <a:ext cx="206400" cy="2586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 name="Google Shape;318;p24"/>
            <p:cNvSpPr/>
            <p:nvPr/>
          </p:nvSpPr>
          <p:spPr>
            <a:xfrm>
              <a:off x="501150" y="2979450"/>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 name="Google Shape;319;p24"/>
            <p:cNvSpPr/>
            <p:nvPr/>
          </p:nvSpPr>
          <p:spPr>
            <a:xfrm>
              <a:off x="2047375" y="4403758"/>
              <a:ext cx="206400" cy="2586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 name="Google Shape;320;p24"/>
            <p:cNvSpPr/>
            <p:nvPr/>
          </p:nvSpPr>
          <p:spPr>
            <a:xfrm>
              <a:off x="8578450" y="3116250"/>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 name="Google Shape;321;p24"/>
            <p:cNvSpPr/>
            <p:nvPr/>
          </p:nvSpPr>
          <p:spPr>
            <a:xfrm>
              <a:off x="8013075" y="398200"/>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 name="Google Shape;322;p24"/>
            <p:cNvSpPr/>
            <p:nvPr/>
          </p:nvSpPr>
          <p:spPr>
            <a:xfrm>
              <a:off x="8543200" y="1144755"/>
              <a:ext cx="179700" cy="2253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 name="Google Shape;323;p24"/>
            <p:cNvSpPr/>
            <p:nvPr/>
          </p:nvSpPr>
          <p:spPr>
            <a:xfrm>
              <a:off x="4984125" y="4714750"/>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Title and four columns 1">
  <p:cSld name="BLANK_1_1_1_1_2">
    <p:spTree>
      <p:nvGrpSpPr>
        <p:cNvPr id="1" name="Shape 324"/>
        <p:cNvGrpSpPr/>
        <p:nvPr/>
      </p:nvGrpSpPr>
      <p:grpSpPr>
        <a:xfrm>
          <a:off x="0" y="0"/>
          <a:ext cx="0" cy="0"/>
          <a:chOff x="0" y="0"/>
          <a:chExt cx="0" cy="0"/>
        </a:xfrm>
      </p:grpSpPr>
      <p:pic>
        <p:nvPicPr>
          <p:cNvPr id="325" name="Google Shape;325;p25"/>
          <p:cNvPicPr preferRelativeResize="0"/>
          <p:nvPr/>
        </p:nvPicPr>
        <p:blipFill>
          <a:blip r:embed="rId2">
            <a:alphaModFix/>
          </a:blip>
          <a:stretch>
            <a:fillRect/>
          </a:stretch>
        </p:blipFill>
        <p:spPr>
          <a:xfrm>
            <a:off x="-53076" y="-39062"/>
            <a:ext cx="9250151" cy="5221625"/>
          </a:xfrm>
          <a:prstGeom prst="rect">
            <a:avLst/>
          </a:prstGeom>
          <a:noFill/>
          <a:ln>
            <a:noFill/>
          </a:ln>
        </p:spPr>
      </p:pic>
      <p:sp>
        <p:nvSpPr>
          <p:cNvPr id="326" name="Google Shape;326;p25"/>
          <p:cNvSpPr txBox="1">
            <a:spLocks noGrp="1"/>
          </p:cNvSpPr>
          <p:nvPr>
            <p:ph type="title"/>
          </p:nvPr>
        </p:nvSpPr>
        <p:spPr>
          <a:xfrm>
            <a:off x="719988" y="1420275"/>
            <a:ext cx="2307300" cy="5277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2500"/>
              <a:buNone/>
              <a:defRPr sz="2500"/>
            </a:lvl1pPr>
            <a:lvl2pPr lvl="1" algn="ctr" rtl="0">
              <a:spcBef>
                <a:spcPts val="0"/>
              </a:spcBef>
              <a:spcAft>
                <a:spcPts val="0"/>
              </a:spcAft>
              <a:buSzPts val="2500"/>
              <a:buNone/>
              <a:defRPr sz="2500"/>
            </a:lvl2pPr>
            <a:lvl3pPr lvl="2" algn="ctr" rtl="0">
              <a:spcBef>
                <a:spcPts val="0"/>
              </a:spcBef>
              <a:spcAft>
                <a:spcPts val="0"/>
              </a:spcAft>
              <a:buSzPts val="2500"/>
              <a:buNone/>
              <a:defRPr sz="2500"/>
            </a:lvl3pPr>
            <a:lvl4pPr lvl="3" algn="ctr" rtl="0">
              <a:spcBef>
                <a:spcPts val="0"/>
              </a:spcBef>
              <a:spcAft>
                <a:spcPts val="0"/>
              </a:spcAft>
              <a:buSzPts val="2500"/>
              <a:buNone/>
              <a:defRPr sz="2500"/>
            </a:lvl4pPr>
            <a:lvl5pPr lvl="4" algn="ctr" rtl="0">
              <a:spcBef>
                <a:spcPts val="0"/>
              </a:spcBef>
              <a:spcAft>
                <a:spcPts val="0"/>
              </a:spcAft>
              <a:buSzPts val="2500"/>
              <a:buNone/>
              <a:defRPr sz="2500"/>
            </a:lvl5pPr>
            <a:lvl6pPr lvl="5" algn="ctr" rtl="0">
              <a:spcBef>
                <a:spcPts val="0"/>
              </a:spcBef>
              <a:spcAft>
                <a:spcPts val="0"/>
              </a:spcAft>
              <a:buSzPts val="2500"/>
              <a:buNone/>
              <a:defRPr sz="2500"/>
            </a:lvl6pPr>
            <a:lvl7pPr lvl="6" algn="ctr" rtl="0">
              <a:spcBef>
                <a:spcPts val="0"/>
              </a:spcBef>
              <a:spcAft>
                <a:spcPts val="0"/>
              </a:spcAft>
              <a:buSzPts val="2500"/>
              <a:buNone/>
              <a:defRPr sz="2500"/>
            </a:lvl7pPr>
            <a:lvl8pPr lvl="7" algn="ctr" rtl="0">
              <a:spcBef>
                <a:spcPts val="0"/>
              </a:spcBef>
              <a:spcAft>
                <a:spcPts val="0"/>
              </a:spcAft>
              <a:buSzPts val="2500"/>
              <a:buNone/>
              <a:defRPr sz="2500"/>
            </a:lvl8pPr>
            <a:lvl9pPr lvl="8" algn="ctr" rtl="0">
              <a:spcBef>
                <a:spcPts val="0"/>
              </a:spcBef>
              <a:spcAft>
                <a:spcPts val="0"/>
              </a:spcAft>
              <a:buSzPts val="2500"/>
              <a:buNone/>
              <a:defRPr sz="2500"/>
            </a:lvl9pPr>
          </a:lstStyle>
          <a:p>
            <a:endParaRPr/>
          </a:p>
        </p:txBody>
      </p:sp>
      <p:sp>
        <p:nvSpPr>
          <p:cNvPr id="327" name="Google Shape;327;p25"/>
          <p:cNvSpPr txBox="1">
            <a:spLocks noGrp="1"/>
          </p:cNvSpPr>
          <p:nvPr>
            <p:ph type="subTitle" idx="1"/>
          </p:nvPr>
        </p:nvSpPr>
        <p:spPr>
          <a:xfrm>
            <a:off x="719988" y="2006800"/>
            <a:ext cx="2307300" cy="7164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SzPts val="1400"/>
              <a:buNone/>
              <a:defRPr sz="1400">
                <a:solidFill>
                  <a:schemeClr val="dk1"/>
                </a:solidFill>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328" name="Google Shape;328;p25"/>
          <p:cNvSpPr txBox="1">
            <a:spLocks noGrp="1"/>
          </p:cNvSpPr>
          <p:nvPr>
            <p:ph type="title" idx="2"/>
          </p:nvPr>
        </p:nvSpPr>
        <p:spPr>
          <a:xfrm>
            <a:off x="6116700" y="1420275"/>
            <a:ext cx="2307300" cy="5277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2500"/>
              <a:buNone/>
              <a:defRPr sz="2500"/>
            </a:lvl1pPr>
            <a:lvl2pPr lvl="1" algn="ctr" rtl="0">
              <a:spcBef>
                <a:spcPts val="0"/>
              </a:spcBef>
              <a:spcAft>
                <a:spcPts val="0"/>
              </a:spcAft>
              <a:buSzPts val="2500"/>
              <a:buNone/>
              <a:defRPr sz="2500"/>
            </a:lvl2pPr>
            <a:lvl3pPr lvl="2" algn="ctr" rtl="0">
              <a:spcBef>
                <a:spcPts val="0"/>
              </a:spcBef>
              <a:spcAft>
                <a:spcPts val="0"/>
              </a:spcAft>
              <a:buSzPts val="2500"/>
              <a:buNone/>
              <a:defRPr sz="2500"/>
            </a:lvl3pPr>
            <a:lvl4pPr lvl="3" algn="ctr" rtl="0">
              <a:spcBef>
                <a:spcPts val="0"/>
              </a:spcBef>
              <a:spcAft>
                <a:spcPts val="0"/>
              </a:spcAft>
              <a:buSzPts val="2500"/>
              <a:buNone/>
              <a:defRPr sz="2500"/>
            </a:lvl4pPr>
            <a:lvl5pPr lvl="4" algn="ctr" rtl="0">
              <a:spcBef>
                <a:spcPts val="0"/>
              </a:spcBef>
              <a:spcAft>
                <a:spcPts val="0"/>
              </a:spcAft>
              <a:buSzPts val="2500"/>
              <a:buNone/>
              <a:defRPr sz="2500"/>
            </a:lvl5pPr>
            <a:lvl6pPr lvl="5" algn="ctr" rtl="0">
              <a:spcBef>
                <a:spcPts val="0"/>
              </a:spcBef>
              <a:spcAft>
                <a:spcPts val="0"/>
              </a:spcAft>
              <a:buSzPts val="2500"/>
              <a:buNone/>
              <a:defRPr sz="2500"/>
            </a:lvl6pPr>
            <a:lvl7pPr lvl="6" algn="ctr" rtl="0">
              <a:spcBef>
                <a:spcPts val="0"/>
              </a:spcBef>
              <a:spcAft>
                <a:spcPts val="0"/>
              </a:spcAft>
              <a:buSzPts val="2500"/>
              <a:buNone/>
              <a:defRPr sz="2500"/>
            </a:lvl7pPr>
            <a:lvl8pPr lvl="7" algn="ctr" rtl="0">
              <a:spcBef>
                <a:spcPts val="0"/>
              </a:spcBef>
              <a:spcAft>
                <a:spcPts val="0"/>
              </a:spcAft>
              <a:buSzPts val="2500"/>
              <a:buNone/>
              <a:defRPr sz="2500"/>
            </a:lvl8pPr>
            <a:lvl9pPr lvl="8" algn="ctr" rtl="0">
              <a:spcBef>
                <a:spcPts val="0"/>
              </a:spcBef>
              <a:spcAft>
                <a:spcPts val="0"/>
              </a:spcAft>
              <a:buSzPts val="2500"/>
              <a:buNone/>
              <a:defRPr sz="2500"/>
            </a:lvl9pPr>
          </a:lstStyle>
          <a:p>
            <a:endParaRPr/>
          </a:p>
        </p:txBody>
      </p:sp>
      <p:sp>
        <p:nvSpPr>
          <p:cNvPr id="329" name="Google Shape;329;p25"/>
          <p:cNvSpPr txBox="1">
            <a:spLocks noGrp="1"/>
          </p:cNvSpPr>
          <p:nvPr>
            <p:ph type="subTitle" idx="3"/>
          </p:nvPr>
        </p:nvSpPr>
        <p:spPr>
          <a:xfrm>
            <a:off x="6116700" y="2006800"/>
            <a:ext cx="2307300" cy="7164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SzPts val="1400"/>
              <a:buNone/>
              <a:defRPr sz="1400">
                <a:solidFill>
                  <a:schemeClr val="dk1"/>
                </a:solidFill>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330" name="Google Shape;330;p25"/>
          <p:cNvSpPr txBox="1">
            <a:spLocks noGrp="1"/>
          </p:cNvSpPr>
          <p:nvPr>
            <p:ph type="title" idx="4"/>
          </p:nvPr>
        </p:nvSpPr>
        <p:spPr>
          <a:xfrm>
            <a:off x="719988" y="3040049"/>
            <a:ext cx="2307300" cy="5277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2500"/>
              <a:buNone/>
              <a:defRPr sz="2500"/>
            </a:lvl1pPr>
            <a:lvl2pPr lvl="1" algn="ctr" rtl="0">
              <a:spcBef>
                <a:spcPts val="0"/>
              </a:spcBef>
              <a:spcAft>
                <a:spcPts val="0"/>
              </a:spcAft>
              <a:buSzPts val="2500"/>
              <a:buNone/>
              <a:defRPr sz="2500"/>
            </a:lvl2pPr>
            <a:lvl3pPr lvl="2" algn="ctr" rtl="0">
              <a:spcBef>
                <a:spcPts val="0"/>
              </a:spcBef>
              <a:spcAft>
                <a:spcPts val="0"/>
              </a:spcAft>
              <a:buSzPts val="2500"/>
              <a:buNone/>
              <a:defRPr sz="2500"/>
            </a:lvl3pPr>
            <a:lvl4pPr lvl="3" algn="ctr" rtl="0">
              <a:spcBef>
                <a:spcPts val="0"/>
              </a:spcBef>
              <a:spcAft>
                <a:spcPts val="0"/>
              </a:spcAft>
              <a:buSzPts val="2500"/>
              <a:buNone/>
              <a:defRPr sz="2500"/>
            </a:lvl4pPr>
            <a:lvl5pPr lvl="4" algn="ctr" rtl="0">
              <a:spcBef>
                <a:spcPts val="0"/>
              </a:spcBef>
              <a:spcAft>
                <a:spcPts val="0"/>
              </a:spcAft>
              <a:buSzPts val="2500"/>
              <a:buNone/>
              <a:defRPr sz="2500"/>
            </a:lvl5pPr>
            <a:lvl6pPr lvl="5" algn="ctr" rtl="0">
              <a:spcBef>
                <a:spcPts val="0"/>
              </a:spcBef>
              <a:spcAft>
                <a:spcPts val="0"/>
              </a:spcAft>
              <a:buSzPts val="2500"/>
              <a:buNone/>
              <a:defRPr sz="2500"/>
            </a:lvl6pPr>
            <a:lvl7pPr lvl="6" algn="ctr" rtl="0">
              <a:spcBef>
                <a:spcPts val="0"/>
              </a:spcBef>
              <a:spcAft>
                <a:spcPts val="0"/>
              </a:spcAft>
              <a:buSzPts val="2500"/>
              <a:buNone/>
              <a:defRPr sz="2500"/>
            </a:lvl7pPr>
            <a:lvl8pPr lvl="7" algn="ctr" rtl="0">
              <a:spcBef>
                <a:spcPts val="0"/>
              </a:spcBef>
              <a:spcAft>
                <a:spcPts val="0"/>
              </a:spcAft>
              <a:buSzPts val="2500"/>
              <a:buNone/>
              <a:defRPr sz="2500"/>
            </a:lvl8pPr>
            <a:lvl9pPr lvl="8" algn="ctr" rtl="0">
              <a:spcBef>
                <a:spcPts val="0"/>
              </a:spcBef>
              <a:spcAft>
                <a:spcPts val="0"/>
              </a:spcAft>
              <a:buSzPts val="2500"/>
              <a:buNone/>
              <a:defRPr sz="2500"/>
            </a:lvl9pPr>
          </a:lstStyle>
          <a:p>
            <a:endParaRPr/>
          </a:p>
        </p:txBody>
      </p:sp>
      <p:sp>
        <p:nvSpPr>
          <p:cNvPr id="331" name="Google Shape;331;p25"/>
          <p:cNvSpPr txBox="1">
            <a:spLocks noGrp="1"/>
          </p:cNvSpPr>
          <p:nvPr>
            <p:ph type="subTitle" idx="5"/>
          </p:nvPr>
        </p:nvSpPr>
        <p:spPr>
          <a:xfrm>
            <a:off x="719988" y="3625600"/>
            <a:ext cx="2307300" cy="7164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SzPts val="1400"/>
              <a:buNone/>
              <a:defRPr sz="1400">
                <a:solidFill>
                  <a:schemeClr val="dk1"/>
                </a:solidFill>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332" name="Google Shape;332;p25"/>
          <p:cNvSpPr txBox="1">
            <a:spLocks noGrp="1"/>
          </p:cNvSpPr>
          <p:nvPr>
            <p:ph type="title" idx="6"/>
          </p:nvPr>
        </p:nvSpPr>
        <p:spPr>
          <a:xfrm>
            <a:off x="6116700" y="3040049"/>
            <a:ext cx="2307300" cy="5277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2500"/>
              <a:buNone/>
              <a:defRPr sz="2500"/>
            </a:lvl1pPr>
            <a:lvl2pPr lvl="1" algn="ctr" rtl="0">
              <a:spcBef>
                <a:spcPts val="0"/>
              </a:spcBef>
              <a:spcAft>
                <a:spcPts val="0"/>
              </a:spcAft>
              <a:buSzPts val="2500"/>
              <a:buNone/>
              <a:defRPr sz="2500"/>
            </a:lvl2pPr>
            <a:lvl3pPr lvl="2" algn="ctr" rtl="0">
              <a:spcBef>
                <a:spcPts val="0"/>
              </a:spcBef>
              <a:spcAft>
                <a:spcPts val="0"/>
              </a:spcAft>
              <a:buSzPts val="2500"/>
              <a:buNone/>
              <a:defRPr sz="2500"/>
            </a:lvl3pPr>
            <a:lvl4pPr lvl="3" algn="ctr" rtl="0">
              <a:spcBef>
                <a:spcPts val="0"/>
              </a:spcBef>
              <a:spcAft>
                <a:spcPts val="0"/>
              </a:spcAft>
              <a:buSzPts val="2500"/>
              <a:buNone/>
              <a:defRPr sz="2500"/>
            </a:lvl4pPr>
            <a:lvl5pPr lvl="4" algn="ctr" rtl="0">
              <a:spcBef>
                <a:spcPts val="0"/>
              </a:spcBef>
              <a:spcAft>
                <a:spcPts val="0"/>
              </a:spcAft>
              <a:buSzPts val="2500"/>
              <a:buNone/>
              <a:defRPr sz="2500"/>
            </a:lvl5pPr>
            <a:lvl6pPr lvl="5" algn="ctr" rtl="0">
              <a:spcBef>
                <a:spcPts val="0"/>
              </a:spcBef>
              <a:spcAft>
                <a:spcPts val="0"/>
              </a:spcAft>
              <a:buSzPts val="2500"/>
              <a:buNone/>
              <a:defRPr sz="2500"/>
            </a:lvl6pPr>
            <a:lvl7pPr lvl="6" algn="ctr" rtl="0">
              <a:spcBef>
                <a:spcPts val="0"/>
              </a:spcBef>
              <a:spcAft>
                <a:spcPts val="0"/>
              </a:spcAft>
              <a:buSzPts val="2500"/>
              <a:buNone/>
              <a:defRPr sz="2500"/>
            </a:lvl7pPr>
            <a:lvl8pPr lvl="7" algn="ctr" rtl="0">
              <a:spcBef>
                <a:spcPts val="0"/>
              </a:spcBef>
              <a:spcAft>
                <a:spcPts val="0"/>
              </a:spcAft>
              <a:buSzPts val="2500"/>
              <a:buNone/>
              <a:defRPr sz="2500"/>
            </a:lvl8pPr>
            <a:lvl9pPr lvl="8" algn="ctr" rtl="0">
              <a:spcBef>
                <a:spcPts val="0"/>
              </a:spcBef>
              <a:spcAft>
                <a:spcPts val="0"/>
              </a:spcAft>
              <a:buSzPts val="2500"/>
              <a:buNone/>
              <a:defRPr sz="2500"/>
            </a:lvl9pPr>
          </a:lstStyle>
          <a:p>
            <a:endParaRPr/>
          </a:p>
        </p:txBody>
      </p:sp>
      <p:sp>
        <p:nvSpPr>
          <p:cNvPr id="333" name="Google Shape;333;p25"/>
          <p:cNvSpPr txBox="1">
            <a:spLocks noGrp="1"/>
          </p:cNvSpPr>
          <p:nvPr>
            <p:ph type="subTitle" idx="7"/>
          </p:nvPr>
        </p:nvSpPr>
        <p:spPr>
          <a:xfrm>
            <a:off x="6116700" y="3625600"/>
            <a:ext cx="2307300" cy="7164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334" name="Google Shape;334;p25"/>
          <p:cNvSpPr txBox="1">
            <a:spLocks noGrp="1"/>
          </p:cNvSpPr>
          <p:nvPr>
            <p:ph type="title" idx="8"/>
          </p:nvPr>
        </p:nvSpPr>
        <p:spPr>
          <a:xfrm>
            <a:off x="720000" y="532925"/>
            <a:ext cx="7704000" cy="4407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3500"/>
              <a:buNone/>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a:endParaRPr/>
          </a:p>
        </p:txBody>
      </p:sp>
      <p:grpSp>
        <p:nvGrpSpPr>
          <p:cNvPr id="335" name="Google Shape;335;p25"/>
          <p:cNvGrpSpPr/>
          <p:nvPr/>
        </p:nvGrpSpPr>
        <p:grpSpPr>
          <a:xfrm>
            <a:off x="447175" y="340450"/>
            <a:ext cx="8203800" cy="4456175"/>
            <a:chOff x="447175" y="340450"/>
            <a:chExt cx="8203800" cy="4456175"/>
          </a:xfrm>
        </p:grpSpPr>
        <p:sp>
          <p:nvSpPr>
            <p:cNvPr id="336" name="Google Shape;336;p25"/>
            <p:cNvSpPr/>
            <p:nvPr/>
          </p:nvSpPr>
          <p:spPr>
            <a:xfrm>
              <a:off x="8200475" y="507808"/>
              <a:ext cx="206400" cy="2586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 name="Google Shape;337;p25"/>
            <p:cNvSpPr/>
            <p:nvPr/>
          </p:nvSpPr>
          <p:spPr>
            <a:xfrm>
              <a:off x="1632800" y="340450"/>
              <a:ext cx="206400" cy="2586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 name="Google Shape;338;p25"/>
            <p:cNvSpPr/>
            <p:nvPr/>
          </p:nvSpPr>
          <p:spPr>
            <a:xfrm>
              <a:off x="447175" y="2624345"/>
              <a:ext cx="206400" cy="2586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 name="Google Shape;339;p25"/>
            <p:cNvSpPr/>
            <p:nvPr/>
          </p:nvSpPr>
          <p:spPr>
            <a:xfrm>
              <a:off x="1177425" y="629588"/>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 name="Google Shape;340;p25"/>
            <p:cNvSpPr/>
            <p:nvPr/>
          </p:nvSpPr>
          <p:spPr>
            <a:xfrm>
              <a:off x="8541775" y="4262950"/>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 name="Google Shape;341;p25"/>
            <p:cNvSpPr/>
            <p:nvPr/>
          </p:nvSpPr>
          <p:spPr>
            <a:xfrm>
              <a:off x="8526700" y="1464250"/>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 name="Google Shape;342;p25"/>
            <p:cNvSpPr/>
            <p:nvPr/>
          </p:nvSpPr>
          <p:spPr>
            <a:xfrm>
              <a:off x="2198125" y="4659825"/>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Title and six columns">
  <p:cSld name="BLANK_1_1_1_1_1">
    <p:spTree>
      <p:nvGrpSpPr>
        <p:cNvPr id="1" name="Shape 343"/>
        <p:cNvGrpSpPr/>
        <p:nvPr/>
      </p:nvGrpSpPr>
      <p:grpSpPr>
        <a:xfrm>
          <a:off x="0" y="0"/>
          <a:ext cx="0" cy="0"/>
          <a:chOff x="0" y="0"/>
          <a:chExt cx="0" cy="0"/>
        </a:xfrm>
      </p:grpSpPr>
      <p:pic>
        <p:nvPicPr>
          <p:cNvPr id="344" name="Google Shape;344;p26"/>
          <p:cNvPicPr preferRelativeResize="0"/>
          <p:nvPr/>
        </p:nvPicPr>
        <p:blipFill rotWithShape="1">
          <a:blip r:embed="rId2">
            <a:alphaModFix/>
          </a:blip>
          <a:srcRect l="7607" r="12901" b="18526"/>
          <a:stretch/>
        </p:blipFill>
        <p:spPr>
          <a:xfrm flipH="1">
            <a:off x="-47100" y="-26550"/>
            <a:ext cx="9238200" cy="5196600"/>
          </a:xfrm>
          <a:prstGeom prst="rect">
            <a:avLst/>
          </a:prstGeom>
          <a:noFill/>
          <a:ln>
            <a:noFill/>
          </a:ln>
        </p:spPr>
      </p:pic>
      <p:sp>
        <p:nvSpPr>
          <p:cNvPr id="345" name="Google Shape;345;p26"/>
          <p:cNvSpPr txBox="1">
            <a:spLocks noGrp="1"/>
          </p:cNvSpPr>
          <p:nvPr>
            <p:ph type="title"/>
          </p:nvPr>
        </p:nvSpPr>
        <p:spPr>
          <a:xfrm>
            <a:off x="1121688" y="1882875"/>
            <a:ext cx="1894200" cy="4782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2500"/>
              <a:buNone/>
              <a:defRPr sz="2500"/>
            </a:lvl1pPr>
            <a:lvl2pPr lvl="1" algn="ctr" rtl="0">
              <a:spcBef>
                <a:spcPts val="0"/>
              </a:spcBef>
              <a:spcAft>
                <a:spcPts val="0"/>
              </a:spcAft>
              <a:buSzPts val="2500"/>
              <a:buNone/>
              <a:defRPr sz="2500"/>
            </a:lvl2pPr>
            <a:lvl3pPr lvl="2" algn="ctr" rtl="0">
              <a:spcBef>
                <a:spcPts val="0"/>
              </a:spcBef>
              <a:spcAft>
                <a:spcPts val="0"/>
              </a:spcAft>
              <a:buSzPts val="2500"/>
              <a:buNone/>
              <a:defRPr sz="2500"/>
            </a:lvl3pPr>
            <a:lvl4pPr lvl="3" algn="ctr" rtl="0">
              <a:spcBef>
                <a:spcPts val="0"/>
              </a:spcBef>
              <a:spcAft>
                <a:spcPts val="0"/>
              </a:spcAft>
              <a:buSzPts val="2500"/>
              <a:buNone/>
              <a:defRPr sz="2500"/>
            </a:lvl4pPr>
            <a:lvl5pPr lvl="4" algn="ctr" rtl="0">
              <a:spcBef>
                <a:spcPts val="0"/>
              </a:spcBef>
              <a:spcAft>
                <a:spcPts val="0"/>
              </a:spcAft>
              <a:buSzPts val="2500"/>
              <a:buNone/>
              <a:defRPr sz="2500"/>
            </a:lvl5pPr>
            <a:lvl6pPr lvl="5" algn="ctr" rtl="0">
              <a:spcBef>
                <a:spcPts val="0"/>
              </a:spcBef>
              <a:spcAft>
                <a:spcPts val="0"/>
              </a:spcAft>
              <a:buSzPts val="2500"/>
              <a:buNone/>
              <a:defRPr sz="2500"/>
            </a:lvl6pPr>
            <a:lvl7pPr lvl="6" algn="ctr" rtl="0">
              <a:spcBef>
                <a:spcPts val="0"/>
              </a:spcBef>
              <a:spcAft>
                <a:spcPts val="0"/>
              </a:spcAft>
              <a:buSzPts val="2500"/>
              <a:buNone/>
              <a:defRPr sz="2500"/>
            </a:lvl7pPr>
            <a:lvl8pPr lvl="7" algn="ctr" rtl="0">
              <a:spcBef>
                <a:spcPts val="0"/>
              </a:spcBef>
              <a:spcAft>
                <a:spcPts val="0"/>
              </a:spcAft>
              <a:buSzPts val="2500"/>
              <a:buNone/>
              <a:defRPr sz="2500"/>
            </a:lvl8pPr>
            <a:lvl9pPr lvl="8" algn="ctr" rtl="0">
              <a:spcBef>
                <a:spcPts val="0"/>
              </a:spcBef>
              <a:spcAft>
                <a:spcPts val="0"/>
              </a:spcAft>
              <a:buSzPts val="2500"/>
              <a:buNone/>
              <a:defRPr sz="2500"/>
            </a:lvl9pPr>
          </a:lstStyle>
          <a:p>
            <a:endParaRPr/>
          </a:p>
        </p:txBody>
      </p:sp>
      <p:sp>
        <p:nvSpPr>
          <p:cNvPr id="346" name="Google Shape;346;p26"/>
          <p:cNvSpPr txBox="1">
            <a:spLocks noGrp="1"/>
          </p:cNvSpPr>
          <p:nvPr>
            <p:ph type="subTitle" idx="1"/>
          </p:nvPr>
        </p:nvSpPr>
        <p:spPr>
          <a:xfrm>
            <a:off x="1121688" y="2338240"/>
            <a:ext cx="1894200" cy="4395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347" name="Google Shape;347;p26"/>
          <p:cNvSpPr txBox="1">
            <a:spLocks noGrp="1"/>
          </p:cNvSpPr>
          <p:nvPr>
            <p:ph type="title" idx="2"/>
          </p:nvPr>
        </p:nvSpPr>
        <p:spPr>
          <a:xfrm>
            <a:off x="3624888" y="1882875"/>
            <a:ext cx="1894200" cy="4782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2500"/>
              <a:buNone/>
              <a:defRPr sz="2500"/>
            </a:lvl1pPr>
            <a:lvl2pPr lvl="1" algn="ctr" rtl="0">
              <a:spcBef>
                <a:spcPts val="0"/>
              </a:spcBef>
              <a:spcAft>
                <a:spcPts val="0"/>
              </a:spcAft>
              <a:buSzPts val="2500"/>
              <a:buNone/>
              <a:defRPr sz="2500"/>
            </a:lvl2pPr>
            <a:lvl3pPr lvl="2" algn="ctr" rtl="0">
              <a:spcBef>
                <a:spcPts val="0"/>
              </a:spcBef>
              <a:spcAft>
                <a:spcPts val="0"/>
              </a:spcAft>
              <a:buSzPts val="2500"/>
              <a:buNone/>
              <a:defRPr sz="2500"/>
            </a:lvl3pPr>
            <a:lvl4pPr lvl="3" algn="ctr" rtl="0">
              <a:spcBef>
                <a:spcPts val="0"/>
              </a:spcBef>
              <a:spcAft>
                <a:spcPts val="0"/>
              </a:spcAft>
              <a:buSzPts val="2500"/>
              <a:buNone/>
              <a:defRPr sz="2500"/>
            </a:lvl4pPr>
            <a:lvl5pPr lvl="4" algn="ctr" rtl="0">
              <a:spcBef>
                <a:spcPts val="0"/>
              </a:spcBef>
              <a:spcAft>
                <a:spcPts val="0"/>
              </a:spcAft>
              <a:buSzPts val="2500"/>
              <a:buNone/>
              <a:defRPr sz="2500"/>
            </a:lvl5pPr>
            <a:lvl6pPr lvl="5" algn="ctr" rtl="0">
              <a:spcBef>
                <a:spcPts val="0"/>
              </a:spcBef>
              <a:spcAft>
                <a:spcPts val="0"/>
              </a:spcAft>
              <a:buSzPts val="2500"/>
              <a:buNone/>
              <a:defRPr sz="2500"/>
            </a:lvl6pPr>
            <a:lvl7pPr lvl="6" algn="ctr" rtl="0">
              <a:spcBef>
                <a:spcPts val="0"/>
              </a:spcBef>
              <a:spcAft>
                <a:spcPts val="0"/>
              </a:spcAft>
              <a:buSzPts val="2500"/>
              <a:buNone/>
              <a:defRPr sz="2500"/>
            </a:lvl7pPr>
            <a:lvl8pPr lvl="7" algn="ctr" rtl="0">
              <a:spcBef>
                <a:spcPts val="0"/>
              </a:spcBef>
              <a:spcAft>
                <a:spcPts val="0"/>
              </a:spcAft>
              <a:buSzPts val="2500"/>
              <a:buNone/>
              <a:defRPr sz="2500"/>
            </a:lvl8pPr>
            <a:lvl9pPr lvl="8" algn="ctr" rtl="0">
              <a:spcBef>
                <a:spcPts val="0"/>
              </a:spcBef>
              <a:spcAft>
                <a:spcPts val="0"/>
              </a:spcAft>
              <a:buSzPts val="2500"/>
              <a:buNone/>
              <a:defRPr sz="2500"/>
            </a:lvl9pPr>
          </a:lstStyle>
          <a:p>
            <a:endParaRPr/>
          </a:p>
        </p:txBody>
      </p:sp>
      <p:sp>
        <p:nvSpPr>
          <p:cNvPr id="348" name="Google Shape;348;p26"/>
          <p:cNvSpPr txBox="1">
            <a:spLocks noGrp="1"/>
          </p:cNvSpPr>
          <p:nvPr>
            <p:ph type="subTitle" idx="3"/>
          </p:nvPr>
        </p:nvSpPr>
        <p:spPr>
          <a:xfrm>
            <a:off x="3624888" y="2338240"/>
            <a:ext cx="1894200" cy="4395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349" name="Google Shape;349;p26"/>
          <p:cNvSpPr txBox="1">
            <a:spLocks noGrp="1"/>
          </p:cNvSpPr>
          <p:nvPr>
            <p:ph type="title" idx="4"/>
          </p:nvPr>
        </p:nvSpPr>
        <p:spPr>
          <a:xfrm>
            <a:off x="1121688" y="3759764"/>
            <a:ext cx="1894200" cy="4782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2500"/>
              <a:buNone/>
              <a:defRPr sz="2500"/>
            </a:lvl1pPr>
            <a:lvl2pPr lvl="1" algn="ctr" rtl="0">
              <a:spcBef>
                <a:spcPts val="0"/>
              </a:spcBef>
              <a:spcAft>
                <a:spcPts val="0"/>
              </a:spcAft>
              <a:buSzPts val="2500"/>
              <a:buNone/>
              <a:defRPr sz="2500"/>
            </a:lvl2pPr>
            <a:lvl3pPr lvl="2" algn="ctr" rtl="0">
              <a:spcBef>
                <a:spcPts val="0"/>
              </a:spcBef>
              <a:spcAft>
                <a:spcPts val="0"/>
              </a:spcAft>
              <a:buSzPts val="2500"/>
              <a:buNone/>
              <a:defRPr sz="2500"/>
            </a:lvl3pPr>
            <a:lvl4pPr lvl="3" algn="ctr" rtl="0">
              <a:spcBef>
                <a:spcPts val="0"/>
              </a:spcBef>
              <a:spcAft>
                <a:spcPts val="0"/>
              </a:spcAft>
              <a:buSzPts val="2500"/>
              <a:buNone/>
              <a:defRPr sz="2500"/>
            </a:lvl4pPr>
            <a:lvl5pPr lvl="4" algn="ctr" rtl="0">
              <a:spcBef>
                <a:spcPts val="0"/>
              </a:spcBef>
              <a:spcAft>
                <a:spcPts val="0"/>
              </a:spcAft>
              <a:buSzPts val="2500"/>
              <a:buNone/>
              <a:defRPr sz="2500"/>
            </a:lvl5pPr>
            <a:lvl6pPr lvl="5" algn="ctr" rtl="0">
              <a:spcBef>
                <a:spcPts val="0"/>
              </a:spcBef>
              <a:spcAft>
                <a:spcPts val="0"/>
              </a:spcAft>
              <a:buSzPts val="2500"/>
              <a:buNone/>
              <a:defRPr sz="2500"/>
            </a:lvl6pPr>
            <a:lvl7pPr lvl="6" algn="ctr" rtl="0">
              <a:spcBef>
                <a:spcPts val="0"/>
              </a:spcBef>
              <a:spcAft>
                <a:spcPts val="0"/>
              </a:spcAft>
              <a:buSzPts val="2500"/>
              <a:buNone/>
              <a:defRPr sz="2500"/>
            </a:lvl7pPr>
            <a:lvl8pPr lvl="7" algn="ctr" rtl="0">
              <a:spcBef>
                <a:spcPts val="0"/>
              </a:spcBef>
              <a:spcAft>
                <a:spcPts val="0"/>
              </a:spcAft>
              <a:buSzPts val="2500"/>
              <a:buNone/>
              <a:defRPr sz="2500"/>
            </a:lvl8pPr>
            <a:lvl9pPr lvl="8" algn="ctr" rtl="0">
              <a:spcBef>
                <a:spcPts val="0"/>
              </a:spcBef>
              <a:spcAft>
                <a:spcPts val="0"/>
              </a:spcAft>
              <a:buSzPts val="2500"/>
              <a:buNone/>
              <a:defRPr sz="2500"/>
            </a:lvl9pPr>
          </a:lstStyle>
          <a:p>
            <a:endParaRPr/>
          </a:p>
        </p:txBody>
      </p:sp>
      <p:sp>
        <p:nvSpPr>
          <p:cNvPr id="350" name="Google Shape;350;p26"/>
          <p:cNvSpPr txBox="1">
            <a:spLocks noGrp="1"/>
          </p:cNvSpPr>
          <p:nvPr>
            <p:ph type="subTitle" idx="5"/>
          </p:nvPr>
        </p:nvSpPr>
        <p:spPr>
          <a:xfrm>
            <a:off x="1121688" y="4215129"/>
            <a:ext cx="1894200" cy="4395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351" name="Google Shape;351;p26"/>
          <p:cNvSpPr txBox="1">
            <a:spLocks noGrp="1"/>
          </p:cNvSpPr>
          <p:nvPr>
            <p:ph type="title" idx="6"/>
          </p:nvPr>
        </p:nvSpPr>
        <p:spPr>
          <a:xfrm>
            <a:off x="3624888" y="3759764"/>
            <a:ext cx="1894200" cy="4782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2500"/>
              <a:buNone/>
              <a:defRPr sz="2500"/>
            </a:lvl1pPr>
            <a:lvl2pPr lvl="1" algn="ctr" rtl="0">
              <a:spcBef>
                <a:spcPts val="0"/>
              </a:spcBef>
              <a:spcAft>
                <a:spcPts val="0"/>
              </a:spcAft>
              <a:buSzPts val="2500"/>
              <a:buNone/>
              <a:defRPr sz="2500"/>
            </a:lvl2pPr>
            <a:lvl3pPr lvl="2" algn="ctr" rtl="0">
              <a:spcBef>
                <a:spcPts val="0"/>
              </a:spcBef>
              <a:spcAft>
                <a:spcPts val="0"/>
              </a:spcAft>
              <a:buSzPts val="2500"/>
              <a:buNone/>
              <a:defRPr sz="2500"/>
            </a:lvl3pPr>
            <a:lvl4pPr lvl="3" algn="ctr" rtl="0">
              <a:spcBef>
                <a:spcPts val="0"/>
              </a:spcBef>
              <a:spcAft>
                <a:spcPts val="0"/>
              </a:spcAft>
              <a:buSzPts val="2500"/>
              <a:buNone/>
              <a:defRPr sz="2500"/>
            </a:lvl4pPr>
            <a:lvl5pPr lvl="4" algn="ctr" rtl="0">
              <a:spcBef>
                <a:spcPts val="0"/>
              </a:spcBef>
              <a:spcAft>
                <a:spcPts val="0"/>
              </a:spcAft>
              <a:buSzPts val="2500"/>
              <a:buNone/>
              <a:defRPr sz="2500"/>
            </a:lvl5pPr>
            <a:lvl6pPr lvl="5" algn="ctr" rtl="0">
              <a:spcBef>
                <a:spcPts val="0"/>
              </a:spcBef>
              <a:spcAft>
                <a:spcPts val="0"/>
              </a:spcAft>
              <a:buSzPts val="2500"/>
              <a:buNone/>
              <a:defRPr sz="2500"/>
            </a:lvl6pPr>
            <a:lvl7pPr lvl="6" algn="ctr" rtl="0">
              <a:spcBef>
                <a:spcPts val="0"/>
              </a:spcBef>
              <a:spcAft>
                <a:spcPts val="0"/>
              </a:spcAft>
              <a:buSzPts val="2500"/>
              <a:buNone/>
              <a:defRPr sz="2500"/>
            </a:lvl7pPr>
            <a:lvl8pPr lvl="7" algn="ctr" rtl="0">
              <a:spcBef>
                <a:spcPts val="0"/>
              </a:spcBef>
              <a:spcAft>
                <a:spcPts val="0"/>
              </a:spcAft>
              <a:buSzPts val="2500"/>
              <a:buNone/>
              <a:defRPr sz="2500"/>
            </a:lvl8pPr>
            <a:lvl9pPr lvl="8" algn="ctr" rtl="0">
              <a:spcBef>
                <a:spcPts val="0"/>
              </a:spcBef>
              <a:spcAft>
                <a:spcPts val="0"/>
              </a:spcAft>
              <a:buSzPts val="2500"/>
              <a:buNone/>
              <a:defRPr sz="2500"/>
            </a:lvl9pPr>
          </a:lstStyle>
          <a:p>
            <a:endParaRPr/>
          </a:p>
        </p:txBody>
      </p:sp>
      <p:sp>
        <p:nvSpPr>
          <p:cNvPr id="352" name="Google Shape;352;p26"/>
          <p:cNvSpPr txBox="1">
            <a:spLocks noGrp="1"/>
          </p:cNvSpPr>
          <p:nvPr>
            <p:ph type="subTitle" idx="7"/>
          </p:nvPr>
        </p:nvSpPr>
        <p:spPr>
          <a:xfrm>
            <a:off x="3624888" y="4215129"/>
            <a:ext cx="1894200" cy="4395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353" name="Google Shape;353;p26"/>
          <p:cNvSpPr txBox="1">
            <a:spLocks noGrp="1"/>
          </p:cNvSpPr>
          <p:nvPr>
            <p:ph type="title" idx="8"/>
          </p:nvPr>
        </p:nvSpPr>
        <p:spPr>
          <a:xfrm>
            <a:off x="6128063" y="1882875"/>
            <a:ext cx="1894200" cy="4782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2500"/>
              <a:buNone/>
              <a:defRPr sz="2500"/>
            </a:lvl1pPr>
            <a:lvl2pPr lvl="1" algn="ctr" rtl="0">
              <a:spcBef>
                <a:spcPts val="0"/>
              </a:spcBef>
              <a:spcAft>
                <a:spcPts val="0"/>
              </a:spcAft>
              <a:buSzPts val="2500"/>
              <a:buNone/>
              <a:defRPr sz="2500"/>
            </a:lvl2pPr>
            <a:lvl3pPr lvl="2" algn="ctr" rtl="0">
              <a:spcBef>
                <a:spcPts val="0"/>
              </a:spcBef>
              <a:spcAft>
                <a:spcPts val="0"/>
              </a:spcAft>
              <a:buSzPts val="2500"/>
              <a:buNone/>
              <a:defRPr sz="2500"/>
            </a:lvl3pPr>
            <a:lvl4pPr lvl="3" algn="ctr" rtl="0">
              <a:spcBef>
                <a:spcPts val="0"/>
              </a:spcBef>
              <a:spcAft>
                <a:spcPts val="0"/>
              </a:spcAft>
              <a:buSzPts val="2500"/>
              <a:buNone/>
              <a:defRPr sz="2500"/>
            </a:lvl4pPr>
            <a:lvl5pPr lvl="4" algn="ctr" rtl="0">
              <a:spcBef>
                <a:spcPts val="0"/>
              </a:spcBef>
              <a:spcAft>
                <a:spcPts val="0"/>
              </a:spcAft>
              <a:buSzPts val="2500"/>
              <a:buNone/>
              <a:defRPr sz="2500"/>
            </a:lvl5pPr>
            <a:lvl6pPr lvl="5" algn="ctr" rtl="0">
              <a:spcBef>
                <a:spcPts val="0"/>
              </a:spcBef>
              <a:spcAft>
                <a:spcPts val="0"/>
              </a:spcAft>
              <a:buSzPts val="2500"/>
              <a:buNone/>
              <a:defRPr sz="2500"/>
            </a:lvl6pPr>
            <a:lvl7pPr lvl="6" algn="ctr" rtl="0">
              <a:spcBef>
                <a:spcPts val="0"/>
              </a:spcBef>
              <a:spcAft>
                <a:spcPts val="0"/>
              </a:spcAft>
              <a:buSzPts val="2500"/>
              <a:buNone/>
              <a:defRPr sz="2500"/>
            </a:lvl7pPr>
            <a:lvl8pPr lvl="7" algn="ctr" rtl="0">
              <a:spcBef>
                <a:spcPts val="0"/>
              </a:spcBef>
              <a:spcAft>
                <a:spcPts val="0"/>
              </a:spcAft>
              <a:buSzPts val="2500"/>
              <a:buNone/>
              <a:defRPr sz="2500"/>
            </a:lvl8pPr>
            <a:lvl9pPr lvl="8" algn="ctr" rtl="0">
              <a:spcBef>
                <a:spcPts val="0"/>
              </a:spcBef>
              <a:spcAft>
                <a:spcPts val="0"/>
              </a:spcAft>
              <a:buSzPts val="2500"/>
              <a:buNone/>
              <a:defRPr sz="2500"/>
            </a:lvl9pPr>
          </a:lstStyle>
          <a:p>
            <a:endParaRPr/>
          </a:p>
        </p:txBody>
      </p:sp>
      <p:sp>
        <p:nvSpPr>
          <p:cNvPr id="354" name="Google Shape;354;p26"/>
          <p:cNvSpPr txBox="1">
            <a:spLocks noGrp="1"/>
          </p:cNvSpPr>
          <p:nvPr>
            <p:ph type="subTitle" idx="9"/>
          </p:nvPr>
        </p:nvSpPr>
        <p:spPr>
          <a:xfrm>
            <a:off x="6128063" y="2338245"/>
            <a:ext cx="1894200" cy="4395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355" name="Google Shape;355;p26"/>
          <p:cNvSpPr txBox="1">
            <a:spLocks noGrp="1"/>
          </p:cNvSpPr>
          <p:nvPr>
            <p:ph type="title" idx="13"/>
          </p:nvPr>
        </p:nvSpPr>
        <p:spPr>
          <a:xfrm>
            <a:off x="6128063" y="3759754"/>
            <a:ext cx="1894200" cy="4782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2500"/>
              <a:buNone/>
              <a:defRPr sz="2500"/>
            </a:lvl1pPr>
            <a:lvl2pPr lvl="1" algn="ctr" rtl="0">
              <a:spcBef>
                <a:spcPts val="0"/>
              </a:spcBef>
              <a:spcAft>
                <a:spcPts val="0"/>
              </a:spcAft>
              <a:buSzPts val="2500"/>
              <a:buNone/>
              <a:defRPr sz="2500"/>
            </a:lvl2pPr>
            <a:lvl3pPr lvl="2" algn="ctr" rtl="0">
              <a:spcBef>
                <a:spcPts val="0"/>
              </a:spcBef>
              <a:spcAft>
                <a:spcPts val="0"/>
              </a:spcAft>
              <a:buSzPts val="2500"/>
              <a:buNone/>
              <a:defRPr sz="2500"/>
            </a:lvl3pPr>
            <a:lvl4pPr lvl="3" algn="ctr" rtl="0">
              <a:spcBef>
                <a:spcPts val="0"/>
              </a:spcBef>
              <a:spcAft>
                <a:spcPts val="0"/>
              </a:spcAft>
              <a:buSzPts val="2500"/>
              <a:buNone/>
              <a:defRPr sz="2500"/>
            </a:lvl4pPr>
            <a:lvl5pPr lvl="4" algn="ctr" rtl="0">
              <a:spcBef>
                <a:spcPts val="0"/>
              </a:spcBef>
              <a:spcAft>
                <a:spcPts val="0"/>
              </a:spcAft>
              <a:buSzPts val="2500"/>
              <a:buNone/>
              <a:defRPr sz="2500"/>
            </a:lvl5pPr>
            <a:lvl6pPr lvl="5" algn="ctr" rtl="0">
              <a:spcBef>
                <a:spcPts val="0"/>
              </a:spcBef>
              <a:spcAft>
                <a:spcPts val="0"/>
              </a:spcAft>
              <a:buSzPts val="2500"/>
              <a:buNone/>
              <a:defRPr sz="2500"/>
            </a:lvl6pPr>
            <a:lvl7pPr lvl="6" algn="ctr" rtl="0">
              <a:spcBef>
                <a:spcPts val="0"/>
              </a:spcBef>
              <a:spcAft>
                <a:spcPts val="0"/>
              </a:spcAft>
              <a:buSzPts val="2500"/>
              <a:buNone/>
              <a:defRPr sz="2500"/>
            </a:lvl7pPr>
            <a:lvl8pPr lvl="7" algn="ctr" rtl="0">
              <a:spcBef>
                <a:spcPts val="0"/>
              </a:spcBef>
              <a:spcAft>
                <a:spcPts val="0"/>
              </a:spcAft>
              <a:buSzPts val="2500"/>
              <a:buNone/>
              <a:defRPr sz="2500"/>
            </a:lvl8pPr>
            <a:lvl9pPr lvl="8" algn="ctr" rtl="0">
              <a:spcBef>
                <a:spcPts val="0"/>
              </a:spcBef>
              <a:spcAft>
                <a:spcPts val="0"/>
              </a:spcAft>
              <a:buSzPts val="2500"/>
              <a:buNone/>
              <a:defRPr sz="2500"/>
            </a:lvl9pPr>
          </a:lstStyle>
          <a:p>
            <a:endParaRPr/>
          </a:p>
        </p:txBody>
      </p:sp>
      <p:sp>
        <p:nvSpPr>
          <p:cNvPr id="356" name="Google Shape;356;p26"/>
          <p:cNvSpPr txBox="1">
            <a:spLocks noGrp="1"/>
          </p:cNvSpPr>
          <p:nvPr>
            <p:ph type="subTitle" idx="14"/>
          </p:nvPr>
        </p:nvSpPr>
        <p:spPr>
          <a:xfrm>
            <a:off x="6128063" y="4215125"/>
            <a:ext cx="1894200" cy="4395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357" name="Google Shape;357;p26"/>
          <p:cNvSpPr txBox="1">
            <a:spLocks noGrp="1"/>
          </p:cNvSpPr>
          <p:nvPr>
            <p:ph type="title" idx="15"/>
          </p:nvPr>
        </p:nvSpPr>
        <p:spPr>
          <a:xfrm>
            <a:off x="720000" y="532925"/>
            <a:ext cx="7704000" cy="4407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3500"/>
              <a:buNone/>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Title and six columns 1">
  <p:cSld name="BLANK_1_1_1_1_1_2">
    <p:spTree>
      <p:nvGrpSpPr>
        <p:cNvPr id="1" name="Shape 358"/>
        <p:cNvGrpSpPr/>
        <p:nvPr/>
      </p:nvGrpSpPr>
      <p:grpSpPr>
        <a:xfrm>
          <a:off x="0" y="0"/>
          <a:ext cx="0" cy="0"/>
          <a:chOff x="0" y="0"/>
          <a:chExt cx="0" cy="0"/>
        </a:xfrm>
      </p:grpSpPr>
      <p:pic>
        <p:nvPicPr>
          <p:cNvPr id="359" name="Google Shape;359;p27"/>
          <p:cNvPicPr preferRelativeResize="0"/>
          <p:nvPr/>
        </p:nvPicPr>
        <p:blipFill>
          <a:blip r:embed="rId2">
            <a:alphaModFix/>
          </a:blip>
          <a:stretch>
            <a:fillRect/>
          </a:stretch>
        </p:blipFill>
        <p:spPr>
          <a:xfrm>
            <a:off x="-67401" y="-37913"/>
            <a:ext cx="9278802" cy="5219326"/>
          </a:xfrm>
          <a:prstGeom prst="rect">
            <a:avLst/>
          </a:prstGeom>
          <a:noFill/>
          <a:ln>
            <a:noFill/>
          </a:ln>
        </p:spPr>
      </p:pic>
      <p:sp>
        <p:nvSpPr>
          <p:cNvPr id="360" name="Google Shape;360;p27"/>
          <p:cNvSpPr txBox="1">
            <a:spLocks noGrp="1"/>
          </p:cNvSpPr>
          <p:nvPr>
            <p:ph type="title"/>
          </p:nvPr>
        </p:nvSpPr>
        <p:spPr>
          <a:xfrm>
            <a:off x="3960440" y="1392726"/>
            <a:ext cx="2007900" cy="4782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2500"/>
              <a:buNone/>
              <a:defRPr sz="2500"/>
            </a:lvl1pPr>
            <a:lvl2pPr lvl="1" algn="ctr" rtl="0">
              <a:spcBef>
                <a:spcPts val="0"/>
              </a:spcBef>
              <a:spcAft>
                <a:spcPts val="0"/>
              </a:spcAft>
              <a:buSzPts val="2500"/>
              <a:buNone/>
              <a:defRPr sz="2500"/>
            </a:lvl2pPr>
            <a:lvl3pPr lvl="2" algn="ctr" rtl="0">
              <a:spcBef>
                <a:spcPts val="0"/>
              </a:spcBef>
              <a:spcAft>
                <a:spcPts val="0"/>
              </a:spcAft>
              <a:buSzPts val="2500"/>
              <a:buNone/>
              <a:defRPr sz="2500"/>
            </a:lvl3pPr>
            <a:lvl4pPr lvl="3" algn="ctr" rtl="0">
              <a:spcBef>
                <a:spcPts val="0"/>
              </a:spcBef>
              <a:spcAft>
                <a:spcPts val="0"/>
              </a:spcAft>
              <a:buSzPts val="2500"/>
              <a:buNone/>
              <a:defRPr sz="2500"/>
            </a:lvl4pPr>
            <a:lvl5pPr lvl="4" algn="ctr" rtl="0">
              <a:spcBef>
                <a:spcPts val="0"/>
              </a:spcBef>
              <a:spcAft>
                <a:spcPts val="0"/>
              </a:spcAft>
              <a:buSzPts val="2500"/>
              <a:buNone/>
              <a:defRPr sz="2500"/>
            </a:lvl5pPr>
            <a:lvl6pPr lvl="5" algn="ctr" rtl="0">
              <a:spcBef>
                <a:spcPts val="0"/>
              </a:spcBef>
              <a:spcAft>
                <a:spcPts val="0"/>
              </a:spcAft>
              <a:buSzPts val="2500"/>
              <a:buNone/>
              <a:defRPr sz="2500"/>
            </a:lvl6pPr>
            <a:lvl7pPr lvl="6" algn="ctr" rtl="0">
              <a:spcBef>
                <a:spcPts val="0"/>
              </a:spcBef>
              <a:spcAft>
                <a:spcPts val="0"/>
              </a:spcAft>
              <a:buSzPts val="2500"/>
              <a:buNone/>
              <a:defRPr sz="2500"/>
            </a:lvl7pPr>
            <a:lvl8pPr lvl="7" algn="ctr" rtl="0">
              <a:spcBef>
                <a:spcPts val="0"/>
              </a:spcBef>
              <a:spcAft>
                <a:spcPts val="0"/>
              </a:spcAft>
              <a:buSzPts val="2500"/>
              <a:buNone/>
              <a:defRPr sz="2500"/>
            </a:lvl8pPr>
            <a:lvl9pPr lvl="8" algn="ctr" rtl="0">
              <a:spcBef>
                <a:spcPts val="0"/>
              </a:spcBef>
              <a:spcAft>
                <a:spcPts val="0"/>
              </a:spcAft>
              <a:buSzPts val="2500"/>
              <a:buNone/>
              <a:defRPr sz="2500"/>
            </a:lvl9pPr>
          </a:lstStyle>
          <a:p>
            <a:endParaRPr/>
          </a:p>
        </p:txBody>
      </p:sp>
      <p:sp>
        <p:nvSpPr>
          <p:cNvPr id="361" name="Google Shape;361;p27"/>
          <p:cNvSpPr txBox="1">
            <a:spLocks noGrp="1"/>
          </p:cNvSpPr>
          <p:nvPr>
            <p:ph type="subTitle" idx="1"/>
          </p:nvPr>
        </p:nvSpPr>
        <p:spPr>
          <a:xfrm>
            <a:off x="3960440" y="1885164"/>
            <a:ext cx="2007900" cy="4395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SzPts val="1400"/>
              <a:buNone/>
              <a:defRPr sz="1400">
                <a:solidFill>
                  <a:schemeClr val="dk1"/>
                </a:solidFill>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362" name="Google Shape;362;p27"/>
          <p:cNvSpPr txBox="1">
            <a:spLocks noGrp="1"/>
          </p:cNvSpPr>
          <p:nvPr>
            <p:ph type="title" idx="2"/>
          </p:nvPr>
        </p:nvSpPr>
        <p:spPr>
          <a:xfrm>
            <a:off x="3960440" y="2499464"/>
            <a:ext cx="2007900" cy="4782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2500"/>
              <a:buNone/>
              <a:defRPr sz="2500"/>
            </a:lvl1pPr>
            <a:lvl2pPr lvl="1" algn="ctr" rtl="0">
              <a:spcBef>
                <a:spcPts val="0"/>
              </a:spcBef>
              <a:spcAft>
                <a:spcPts val="0"/>
              </a:spcAft>
              <a:buSzPts val="2500"/>
              <a:buNone/>
              <a:defRPr sz="2500"/>
            </a:lvl2pPr>
            <a:lvl3pPr lvl="2" algn="ctr" rtl="0">
              <a:spcBef>
                <a:spcPts val="0"/>
              </a:spcBef>
              <a:spcAft>
                <a:spcPts val="0"/>
              </a:spcAft>
              <a:buSzPts val="2500"/>
              <a:buNone/>
              <a:defRPr sz="2500"/>
            </a:lvl3pPr>
            <a:lvl4pPr lvl="3" algn="ctr" rtl="0">
              <a:spcBef>
                <a:spcPts val="0"/>
              </a:spcBef>
              <a:spcAft>
                <a:spcPts val="0"/>
              </a:spcAft>
              <a:buSzPts val="2500"/>
              <a:buNone/>
              <a:defRPr sz="2500"/>
            </a:lvl4pPr>
            <a:lvl5pPr lvl="4" algn="ctr" rtl="0">
              <a:spcBef>
                <a:spcPts val="0"/>
              </a:spcBef>
              <a:spcAft>
                <a:spcPts val="0"/>
              </a:spcAft>
              <a:buSzPts val="2500"/>
              <a:buNone/>
              <a:defRPr sz="2500"/>
            </a:lvl5pPr>
            <a:lvl6pPr lvl="5" algn="ctr" rtl="0">
              <a:spcBef>
                <a:spcPts val="0"/>
              </a:spcBef>
              <a:spcAft>
                <a:spcPts val="0"/>
              </a:spcAft>
              <a:buSzPts val="2500"/>
              <a:buNone/>
              <a:defRPr sz="2500"/>
            </a:lvl6pPr>
            <a:lvl7pPr lvl="6" algn="ctr" rtl="0">
              <a:spcBef>
                <a:spcPts val="0"/>
              </a:spcBef>
              <a:spcAft>
                <a:spcPts val="0"/>
              </a:spcAft>
              <a:buSzPts val="2500"/>
              <a:buNone/>
              <a:defRPr sz="2500"/>
            </a:lvl7pPr>
            <a:lvl8pPr lvl="7" algn="ctr" rtl="0">
              <a:spcBef>
                <a:spcPts val="0"/>
              </a:spcBef>
              <a:spcAft>
                <a:spcPts val="0"/>
              </a:spcAft>
              <a:buSzPts val="2500"/>
              <a:buNone/>
              <a:defRPr sz="2500"/>
            </a:lvl8pPr>
            <a:lvl9pPr lvl="8" algn="ctr" rtl="0">
              <a:spcBef>
                <a:spcPts val="0"/>
              </a:spcBef>
              <a:spcAft>
                <a:spcPts val="0"/>
              </a:spcAft>
              <a:buSzPts val="2500"/>
              <a:buNone/>
              <a:defRPr sz="2500"/>
            </a:lvl9pPr>
          </a:lstStyle>
          <a:p>
            <a:endParaRPr/>
          </a:p>
        </p:txBody>
      </p:sp>
      <p:sp>
        <p:nvSpPr>
          <p:cNvPr id="363" name="Google Shape;363;p27"/>
          <p:cNvSpPr txBox="1">
            <a:spLocks noGrp="1"/>
          </p:cNvSpPr>
          <p:nvPr>
            <p:ph type="subTitle" idx="3"/>
          </p:nvPr>
        </p:nvSpPr>
        <p:spPr>
          <a:xfrm>
            <a:off x="3960440" y="2991901"/>
            <a:ext cx="2007900" cy="4395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SzPts val="1400"/>
              <a:buNone/>
              <a:defRPr sz="1400">
                <a:solidFill>
                  <a:schemeClr val="dk1"/>
                </a:solidFill>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364" name="Google Shape;364;p27"/>
          <p:cNvSpPr txBox="1">
            <a:spLocks noGrp="1"/>
          </p:cNvSpPr>
          <p:nvPr>
            <p:ph type="title" idx="4"/>
          </p:nvPr>
        </p:nvSpPr>
        <p:spPr>
          <a:xfrm>
            <a:off x="3960440" y="3606211"/>
            <a:ext cx="2007900" cy="4782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2500"/>
              <a:buNone/>
              <a:defRPr sz="2500"/>
            </a:lvl1pPr>
            <a:lvl2pPr lvl="1" algn="ctr" rtl="0">
              <a:spcBef>
                <a:spcPts val="0"/>
              </a:spcBef>
              <a:spcAft>
                <a:spcPts val="0"/>
              </a:spcAft>
              <a:buSzPts val="2500"/>
              <a:buNone/>
              <a:defRPr sz="2500"/>
            </a:lvl2pPr>
            <a:lvl3pPr lvl="2" algn="ctr" rtl="0">
              <a:spcBef>
                <a:spcPts val="0"/>
              </a:spcBef>
              <a:spcAft>
                <a:spcPts val="0"/>
              </a:spcAft>
              <a:buSzPts val="2500"/>
              <a:buNone/>
              <a:defRPr sz="2500"/>
            </a:lvl3pPr>
            <a:lvl4pPr lvl="3" algn="ctr" rtl="0">
              <a:spcBef>
                <a:spcPts val="0"/>
              </a:spcBef>
              <a:spcAft>
                <a:spcPts val="0"/>
              </a:spcAft>
              <a:buSzPts val="2500"/>
              <a:buNone/>
              <a:defRPr sz="2500"/>
            </a:lvl4pPr>
            <a:lvl5pPr lvl="4" algn="ctr" rtl="0">
              <a:spcBef>
                <a:spcPts val="0"/>
              </a:spcBef>
              <a:spcAft>
                <a:spcPts val="0"/>
              </a:spcAft>
              <a:buSzPts val="2500"/>
              <a:buNone/>
              <a:defRPr sz="2500"/>
            </a:lvl5pPr>
            <a:lvl6pPr lvl="5" algn="ctr" rtl="0">
              <a:spcBef>
                <a:spcPts val="0"/>
              </a:spcBef>
              <a:spcAft>
                <a:spcPts val="0"/>
              </a:spcAft>
              <a:buSzPts val="2500"/>
              <a:buNone/>
              <a:defRPr sz="2500"/>
            </a:lvl6pPr>
            <a:lvl7pPr lvl="6" algn="ctr" rtl="0">
              <a:spcBef>
                <a:spcPts val="0"/>
              </a:spcBef>
              <a:spcAft>
                <a:spcPts val="0"/>
              </a:spcAft>
              <a:buSzPts val="2500"/>
              <a:buNone/>
              <a:defRPr sz="2500"/>
            </a:lvl7pPr>
            <a:lvl8pPr lvl="7" algn="ctr" rtl="0">
              <a:spcBef>
                <a:spcPts val="0"/>
              </a:spcBef>
              <a:spcAft>
                <a:spcPts val="0"/>
              </a:spcAft>
              <a:buSzPts val="2500"/>
              <a:buNone/>
              <a:defRPr sz="2500"/>
            </a:lvl8pPr>
            <a:lvl9pPr lvl="8" algn="ctr" rtl="0">
              <a:spcBef>
                <a:spcPts val="0"/>
              </a:spcBef>
              <a:spcAft>
                <a:spcPts val="0"/>
              </a:spcAft>
              <a:buSzPts val="2500"/>
              <a:buNone/>
              <a:defRPr sz="2500"/>
            </a:lvl9pPr>
          </a:lstStyle>
          <a:p>
            <a:endParaRPr/>
          </a:p>
        </p:txBody>
      </p:sp>
      <p:sp>
        <p:nvSpPr>
          <p:cNvPr id="365" name="Google Shape;365;p27"/>
          <p:cNvSpPr txBox="1">
            <a:spLocks noGrp="1"/>
          </p:cNvSpPr>
          <p:nvPr>
            <p:ph type="subTitle" idx="5"/>
          </p:nvPr>
        </p:nvSpPr>
        <p:spPr>
          <a:xfrm>
            <a:off x="3960440" y="4098649"/>
            <a:ext cx="2007900" cy="4395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SzPts val="1400"/>
              <a:buNone/>
              <a:defRPr sz="1400">
                <a:solidFill>
                  <a:schemeClr val="dk1"/>
                </a:solidFill>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366" name="Google Shape;366;p27"/>
          <p:cNvSpPr txBox="1">
            <a:spLocks noGrp="1"/>
          </p:cNvSpPr>
          <p:nvPr>
            <p:ph type="title" idx="6"/>
          </p:nvPr>
        </p:nvSpPr>
        <p:spPr>
          <a:xfrm>
            <a:off x="6387442" y="3606211"/>
            <a:ext cx="2007900" cy="4782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2500"/>
              <a:buNone/>
              <a:defRPr sz="2500"/>
            </a:lvl1pPr>
            <a:lvl2pPr lvl="1" algn="ctr" rtl="0">
              <a:spcBef>
                <a:spcPts val="0"/>
              </a:spcBef>
              <a:spcAft>
                <a:spcPts val="0"/>
              </a:spcAft>
              <a:buSzPts val="2500"/>
              <a:buNone/>
              <a:defRPr sz="2500"/>
            </a:lvl2pPr>
            <a:lvl3pPr lvl="2" algn="ctr" rtl="0">
              <a:spcBef>
                <a:spcPts val="0"/>
              </a:spcBef>
              <a:spcAft>
                <a:spcPts val="0"/>
              </a:spcAft>
              <a:buSzPts val="2500"/>
              <a:buNone/>
              <a:defRPr sz="2500"/>
            </a:lvl3pPr>
            <a:lvl4pPr lvl="3" algn="ctr" rtl="0">
              <a:spcBef>
                <a:spcPts val="0"/>
              </a:spcBef>
              <a:spcAft>
                <a:spcPts val="0"/>
              </a:spcAft>
              <a:buSzPts val="2500"/>
              <a:buNone/>
              <a:defRPr sz="2500"/>
            </a:lvl4pPr>
            <a:lvl5pPr lvl="4" algn="ctr" rtl="0">
              <a:spcBef>
                <a:spcPts val="0"/>
              </a:spcBef>
              <a:spcAft>
                <a:spcPts val="0"/>
              </a:spcAft>
              <a:buSzPts val="2500"/>
              <a:buNone/>
              <a:defRPr sz="2500"/>
            </a:lvl5pPr>
            <a:lvl6pPr lvl="5" algn="ctr" rtl="0">
              <a:spcBef>
                <a:spcPts val="0"/>
              </a:spcBef>
              <a:spcAft>
                <a:spcPts val="0"/>
              </a:spcAft>
              <a:buSzPts val="2500"/>
              <a:buNone/>
              <a:defRPr sz="2500"/>
            </a:lvl6pPr>
            <a:lvl7pPr lvl="6" algn="ctr" rtl="0">
              <a:spcBef>
                <a:spcPts val="0"/>
              </a:spcBef>
              <a:spcAft>
                <a:spcPts val="0"/>
              </a:spcAft>
              <a:buSzPts val="2500"/>
              <a:buNone/>
              <a:defRPr sz="2500"/>
            </a:lvl7pPr>
            <a:lvl8pPr lvl="7" algn="ctr" rtl="0">
              <a:spcBef>
                <a:spcPts val="0"/>
              </a:spcBef>
              <a:spcAft>
                <a:spcPts val="0"/>
              </a:spcAft>
              <a:buSzPts val="2500"/>
              <a:buNone/>
              <a:defRPr sz="2500"/>
            </a:lvl8pPr>
            <a:lvl9pPr lvl="8" algn="ctr" rtl="0">
              <a:spcBef>
                <a:spcPts val="0"/>
              </a:spcBef>
              <a:spcAft>
                <a:spcPts val="0"/>
              </a:spcAft>
              <a:buSzPts val="2500"/>
              <a:buNone/>
              <a:defRPr sz="2500"/>
            </a:lvl9pPr>
          </a:lstStyle>
          <a:p>
            <a:endParaRPr/>
          </a:p>
        </p:txBody>
      </p:sp>
      <p:sp>
        <p:nvSpPr>
          <p:cNvPr id="367" name="Google Shape;367;p27"/>
          <p:cNvSpPr txBox="1">
            <a:spLocks noGrp="1"/>
          </p:cNvSpPr>
          <p:nvPr>
            <p:ph type="subTitle" idx="7"/>
          </p:nvPr>
        </p:nvSpPr>
        <p:spPr>
          <a:xfrm>
            <a:off x="6387442" y="4098649"/>
            <a:ext cx="2007900" cy="4395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SzPts val="1400"/>
              <a:buNone/>
              <a:defRPr sz="1400">
                <a:solidFill>
                  <a:schemeClr val="dk1"/>
                </a:solidFill>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368" name="Google Shape;368;p27"/>
          <p:cNvSpPr txBox="1">
            <a:spLocks noGrp="1"/>
          </p:cNvSpPr>
          <p:nvPr>
            <p:ph type="title" idx="8"/>
          </p:nvPr>
        </p:nvSpPr>
        <p:spPr>
          <a:xfrm>
            <a:off x="6387453" y="1404226"/>
            <a:ext cx="2007900" cy="4782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2500"/>
              <a:buNone/>
              <a:defRPr sz="2500"/>
            </a:lvl1pPr>
            <a:lvl2pPr lvl="1" algn="ctr" rtl="0">
              <a:spcBef>
                <a:spcPts val="0"/>
              </a:spcBef>
              <a:spcAft>
                <a:spcPts val="0"/>
              </a:spcAft>
              <a:buSzPts val="2500"/>
              <a:buNone/>
              <a:defRPr sz="2500"/>
            </a:lvl2pPr>
            <a:lvl3pPr lvl="2" algn="ctr" rtl="0">
              <a:spcBef>
                <a:spcPts val="0"/>
              </a:spcBef>
              <a:spcAft>
                <a:spcPts val="0"/>
              </a:spcAft>
              <a:buSzPts val="2500"/>
              <a:buNone/>
              <a:defRPr sz="2500"/>
            </a:lvl3pPr>
            <a:lvl4pPr lvl="3" algn="ctr" rtl="0">
              <a:spcBef>
                <a:spcPts val="0"/>
              </a:spcBef>
              <a:spcAft>
                <a:spcPts val="0"/>
              </a:spcAft>
              <a:buSzPts val="2500"/>
              <a:buNone/>
              <a:defRPr sz="2500"/>
            </a:lvl4pPr>
            <a:lvl5pPr lvl="4" algn="ctr" rtl="0">
              <a:spcBef>
                <a:spcPts val="0"/>
              </a:spcBef>
              <a:spcAft>
                <a:spcPts val="0"/>
              </a:spcAft>
              <a:buSzPts val="2500"/>
              <a:buNone/>
              <a:defRPr sz="2500"/>
            </a:lvl5pPr>
            <a:lvl6pPr lvl="5" algn="ctr" rtl="0">
              <a:spcBef>
                <a:spcPts val="0"/>
              </a:spcBef>
              <a:spcAft>
                <a:spcPts val="0"/>
              </a:spcAft>
              <a:buSzPts val="2500"/>
              <a:buNone/>
              <a:defRPr sz="2500"/>
            </a:lvl6pPr>
            <a:lvl7pPr lvl="6" algn="ctr" rtl="0">
              <a:spcBef>
                <a:spcPts val="0"/>
              </a:spcBef>
              <a:spcAft>
                <a:spcPts val="0"/>
              </a:spcAft>
              <a:buSzPts val="2500"/>
              <a:buNone/>
              <a:defRPr sz="2500"/>
            </a:lvl7pPr>
            <a:lvl8pPr lvl="7" algn="ctr" rtl="0">
              <a:spcBef>
                <a:spcPts val="0"/>
              </a:spcBef>
              <a:spcAft>
                <a:spcPts val="0"/>
              </a:spcAft>
              <a:buSzPts val="2500"/>
              <a:buNone/>
              <a:defRPr sz="2500"/>
            </a:lvl8pPr>
            <a:lvl9pPr lvl="8" algn="ctr" rtl="0">
              <a:spcBef>
                <a:spcPts val="0"/>
              </a:spcBef>
              <a:spcAft>
                <a:spcPts val="0"/>
              </a:spcAft>
              <a:buSzPts val="2500"/>
              <a:buNone/>
              <a:defRPr sz="2500"/>
            </a:lvl9pPr>
          </a:lstStyle>
          <a:p>
            <a:endParaRPr/>
          </a:p>
        </p:txBody>
      </p:sp>
      <p:sp>
        <p:nvSpPr>
          <p:cNvPr id="369" name="Google Shape;369;p27"/>
          <p:cNvSpPr txBox="1">
            <a:spLocks noGrp="1"/>
          </p:cNvSpPr>
          <p:nvPr>
            <p:ph type="subTitle" idx="9"/>
          </p:nvPr>
        </p:nvSpPr>
        <p:spPr>
          <a:xfrm>
            <a:off x="6387453" y="1885164"/>
            <a:ext cx="2007900" cy="4395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SzPts val="1400"/>
              <a:buNone/>
              <a:defRPr sz="1400">
                <a:solidFill>
                  <a:schemeClr val="dk1"/>
                </a:solidFill>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370" name="Google Shape;370;p27"/>
          <p:cNvSpPr txBox="1">
            <a:spLocks noGrp="1"/>
          </p:cNvSpPr>
          <p:nvPr>
            <p:ph type="title" idx="13"/>
          </p:nvPr>
        </p:nvSpPr>
        <p:spPr>
          <a:xfrm>
            <a:off x="6387453" y="2499486"/>
            <a:ext cx="2007900" cy="4782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2500"/>
              <a:buNone/>
              <a:defRPr sz="2500"/>
            </a:lvl1pPr>
            <a:lvl2pPr lvl="1" algn="ctr" rtl="0">
              <a:spcBef>
                <a:spcPts val="0"/>
              </a:spcBef>
              <a:spcAft>
                <a:spcPts val="0"/>
              </a:spcAft>
              <a:buSzPts val="2500"/>
              <a:buNone/>
              <a:defRPr sz="2500"/>
            </a:lvl2pPr>
            <a:lvl3pPr lvl="2" algn="ctr" rtl="0">
              <a:spcBef>
                <a:spcPts val="0"/>
              </a:spcBef>
              <a:spcAft>
                <a:spcPts val="0"/>
              </a:spcAft>
              <a:buSzPts val="2500"/>
              <a:buNone/>
              <a:defRPr sz="2500"/>
            </a:lvl3pPr>
            <a:lvl4pPr lvl="3" algn="ctr" rtl="0">
              <a:spcBef>
                <a:spcPts val="0"/>
              </a:spcBef>
              <a:spcAft>
                <a:spcPts val="0"/>
              </a:spcAft>
              <a:buSzPts val="2500"/>
              <a:buNone/>
              <a:defRPr sz="2500"/>
            </a:lvl4pPr>
            <a:lvl5pPr lvl="4" algn="ctr" rtl="0">
              <a:spcBef>
                <a:spcPts val="0"/>
              </a:spcBef>
              <a:spcAft>
                <a:spcPts val="0"/>
              </a:spcAft>
              <a:buSzPts val="2500"/>
              <a:buNone/>
              <a:defRPr sz="2500"/>
            </a:lvl5pPr>
            <a:lvl6pPr lvl="5" algn="ctr" rtl="0">
              <a:spcBef>
                <a:spcPts val="0"/>
              </a:spcBef>
              <a:spcAft>
                <a:spcPts val="0"/>
              </a:spcAft>
              <a:buSzPts val="2500"/>
              <a:buNone/>
              <a:defRPr sz="2500"/>
            </a:lvl6pPr>
            <a:lvl7pPr lvl="6" algn="ctr" rtl="0">
              <a:spcBef>
                <a:spcPts val="0"/>
              </a:spcBef>
              <a:spcAft>
                <a:spcPts val="0"/>
              </a:spcAft>
              <a:buSzPts val="2500"/>
              <a:buNone/>
              <a:defRPr sz="2500"/>
            </a:lvl7pPr>
            <a:lvl8pPr lvl="7" algn="ctr" rtl="0">
              <a:spcBef>
                <a:spcPts val="0"/>
              </a:spcBef>
              <a:spcAft>
                <a:spcPts val="0"/>
              </a:spcAft>
              <a:buSzPts val="2500"/>
              <a:buNone/>
              <a:defRPr sz="2500"/>
            </a:lvl8pPr>
            <a:lvl9pPr lvl="8" algn="ctr" rtl="0">
              <a:spcBef>
                <a:spcPts val="0"/>
              </a:spcBef>
              <a:spcAft>
                <a:spcPts val="0"/>
              </a:spcAft>
              <a:buSzPts val="2500"/>
              <a:buNone/>
              <a:defRPr sz="2500"/>
            </a:lvl9pPr>
          </a:lstStyle>
          <a:p>
            <a:endParaRPr/>
          </a:p>
        </p:txBody>
      </p:sp>
      <p:sp>
        <p:nvSpPr>
          <p:cNvPr id="371" name="Google Shape;371;p27"/>
          <p:cNvSpPr txBox="1">
            <a:spLocks noGrp="1"/>
          </p:cNvSpPr>
          <p:nvPr>
            <p:ph type="subTitle" idx="14"/>
          </p:nvPr>
        </p:nvSpPr>
        <p:spPr>
          <a:xfrm>
            <a:off x="6387453" y="2991901"/>
            <a:ext cx="2007900" cy="4395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SzPts val="1400"/>
              <a:buNone/>
              <a:defRPr sz="1400">
                <a:solidFill>
                  <a:schemeClr val="dk1"/>
                </a:solidFill>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372" name="Google Shape;372;p27"/>
          <p:cNvSpPr txBox="1">
            <a:spLocks noGrp="1"/>
          </p:cNvSpPr>
          <p:nvPr>
            <p:ph type="title" idx="15"/>
          </p:nvPr>
        </p:nvSpPr>
        <p:spPr>
          <a:xfrm>
            <a:off x="720000" y="532925"/>
            <a:ext cx="7704000" cy="4407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3500"/>
              <a:buNone/>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a:endParaRPr/>
          </a:p>
        </p:txBody>
      </p:sp>
      <p:grpSp>
        <p:nvGrpSpPr>
          <p:cNvPr id="373" name="Google Shape;373;p27"/>
          <p:cNvGrpSpPr/>
          <p:nvPr/>
        </p:nvGrpSpPr>
        <p:grpSpPr>
          <a:xfrm>
            <a:off x="555250" y="403007"/>
            <a:ext cx="8306250" cy="4340393"/>
            <a:chOff x="555250" y="403007"/>
            <a:chExt cx="8306250" cy="4340393"/>
          </a:xfrm>
        </p:grpSpPr>
        <p:sp>
          <p:nvSpPr>
            <p:cNvPr id="374" name="Google Shape;374;p27"/>
            <p:cNvSpPr/>
            <p:nvPr/>
          </p:nvSpPr>
          <p:spPr>
            <a:xfrm>
              <a:off x="1662625" y="403007"/>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 name="Google Shape;375;p27"/>
            <p:cNvSpPr/>
            <p:nvPr/>
          </p:nvSpPr>
          <p:spPr>
            <a:xfrm>
              <a:off x="3182550" y="1913400"/>
              <a:ext cx="158400" cy="1986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 name="Google Shape;376;p27"/>
            <p:cNvSpPr/>
            <p:nvPr/>
          </p:nvSpPr>
          <p:spPr>
            <a:xfrm>
              <a:off x="555250" y="1012050"/>
              <a:ext cx="158400" cy="1983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 name="Google Shape;377;p27"/>
            <p:cNvSpPr/>
            <p:nvPr/>
          </p:nvSpPr>
          <p:spPr>
            <a:xfrm>
              <a:off x="749000" y="3606200"/>
              <a:ext cx="278100" cy="3483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 name="Google Shape;378;p27"/>
            <p:cNvSpPr/>
            <p:nvPr/>
          </p:nvSpPr>
          <p:spPr>
            <a:xfrm>
              <a:off x="7764100" y="692850"/>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 name="Google Shape;379;p27"/>
            <p:cNvSpPr/>
            <p:nvPr/>
          </p:nvSpPr>
          <p:spPr>
            <a:xfrm>
              <a:off x="8655100" y="2230232"/>
              <a:ext cx="206400" cy="2586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 name="Google Shape;380;p27"/>
            <p:cNvSpPr/>
            <p:nvPr/>
          </p:nvSpPr>
          <p:spPr>
            <a:xfrm>
              <a:off x="8545900" y="3880825"/>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 name="Google Shape;381;p27"/>
            <p:cNvSpPr/>
            <p:nvPr/>
          </p:nvSpPr>
          <p:spPr>
            <a:xfrm>
              <a:off x="2924725" y="4606600"/>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Numbers and text">
  <p:cSld name="BLANK_1_1_1_1_1_1">
    <p:spTree>
      <p:nvGrpSpPr>
        <p:cNvPr id="1" name="Shape 382"/>
        <p:cNvGrpSpPr/>
        <p:nvPr/>
      </p:nvGrpSpPr>
      <p:grpSpPr>
        <a:xfrm>
          <a:off x="0" y="0"/>
          <a:ext cx="0" cy="0"/>
          <a:chOff x="0" y="0"/>
          <a:chExt cx="0" cy="0"/>
        </a:xfrm>
      </p:grpSpPr>
      <p:pic>
        <p:nvPicPr>
          <p:cNvPr id="383" name="Google Shape;383;p28"/>
          <p:cNvPicPr preferRelativeResize="0"/>
          <p:nvPr/>
        </p:nvPicPr>
        <p:blipFill>
          <a:blip r:embed="rId2">
            <a:alphaModFix/>
          </a:blip>
          <a:stretch>
            <a:fillRect/>
          </a:stretch>
        </p:blipFill>
        <p:spPr>
          <a:xfrm>
            <a:off x="-89637" y="-62176"/>
            <a:ext cx="9323274" cy="5267851"/>
          </a:xfrm>
          <a:prstGeom prst="rect">
            <a:avLst/>
          </a:prstGeom>
          <a:noFill/>
          <a:ln>
            <a:noFill/>
          </a:ln>
        </p:spPr>
      </p:pic>
      <p:sp>
        <p:nvSpPr>
          <p:cNvPr id="384" name="Google Shape;384;p28"/>
          <p:cNvSpPr txBox="1">
            <a:spLocks noGrp="1"/>
          </p:cNvSpPr>
          <p:nvPr>
            <p:ph type="title" hasCustomPrompt="1"/>
          </p:nvPr>
        </p:nvSpPr>
        <p:spPr>
          <a:xfrm>
            <a:off x="1284000" y="540000"/>
            <a:ext cx="6576000" cy="8283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6200"/>
              <a:buNone/>
              <a:defRPr sz="6200"/>
            </a:lvl1pPr>
            <a:lvl2pPr lvl="1" algn="ctr" rtl="0">
              <a:spcBef>
                <a:spcPts val="0"/>
              </a:spcBef>
              <a:spcAft>
                <a:spcPts val="0"/>
              </a:spcAft>
              <a:buSzPts val="6200"/>
              <a:buNone/>
              <a:defRPr sz="6200"/>
            </a:lvl2pPr>
            <a:lvl3pPr lvl="2" algn="ctr" rtl="0">
              <a:spcBef>
                <a:spcPts val="0"/>
              </a:spcBef>
              <a:spcAft>
                <a:spcPts val="0"/>
              </a:spcAft>
              <a:buSzPts val="6200"/>
              <a:buNone/>
              <a:defRPr sz="6200"/>
            </a:lvl3pPr>
            <a:lvl4pPr lvl="3" algn="ctr" rtl="0">
              <a:spcBef>
                <a:spcPts val="0"/>
              </a:spcBef>
              <a:spcAft>
                <a:spcPts val="0"/>
              </a:spcAft>
              <a:buSzPts val="6200"/>
              <a:buNone/>
              <a:defRPr sz="6200"/>
            </a:lvl4pPr>
            <a:lvl5pPr lvl="4" algn="ctr" rtl="0">
              <a:spcBef>
                <a:spcPts val="0"/>
              </a:spcBef>
              <a:spcAft>
                <a:spcPts val="0"/>
              </a:spcAft>
              <a:buSzPts val="6200"/>
              <a:buNone/>
              <a:defRPr sz="6200"/>
            </a:lvl5pPr>
            <a:lvl6pPr lvl="5" algn="ctr" rtl="0">
              <a:spcBef>
                <a:spcPts val="0"/>
              </a:spcBef>
              <a:spcAft>
                <a:spcPts val="0"/>
              </a:spcAft>
              <a:buSzPts val="6200"/>
              <a:buNone/>
              <a:defRPr sz="6200"/>
            </a:lvl6pPr>
            <a:lvl7pPr lvl="6" algn="ctr" rtl="0">
              <a:spcBef>
                <a:spcPts val="0"/>
              </a:spcBef>
              <a:spcAft>
                <a:spcPts val="0"/>
              </a:spcAft>
              <a:buSzPts val="6200"/>
              <a:buNone/>
              <a:defRPr sz="6200"/>
            </a:lvl7pPr>
            <a:lvl8pPr lvl="7" algn="ctr" rtl="0">
              <a:spcBef>
                <a:spcPts val="0"/>
              </a:spcBef>
              <a:spcAft>
                <a:spcPts val="0"/>
              </a:spcAft>
              <a:buSzPts val="6200"/>
              <a:buNone/>
              <a:defRPr sz="6200"/>
            </a:lvl8pPr>
            <a:lvl9pPr lvl="8" algn="ctr" rtl="0">
              <a:spcBef>
                <a:spcPts val="0"/>
              </a:spcBef>
              <a:spcAft>
                <a:spcPts val="0"/>
              </a:spcAft>
              <a:buSzPts val="6200"/>
              <a:buNone/>
              <a:defRPr sz="6200"/>
            </a:lvl9pPr>
          </a:lstStyle>
          <a:p>
            <a:r>
              <a:t>xx%</a:t>
            </a:r>
          </a:p>
        </p:txBody>
      </p:sp>
      <p:sp>
        <p:nvSpPr>
          <p:cNvPr id="385" name="Google Shape;385;p28"/>
          <p:cNvSpPr txBox="1">
            <a:spLocks noGrp="1"/>
          </p:cNvSpPr>
          <p:nvPr>
            <p:ph type="subTitle" idx="1"/>
          </p:nvPr>
        </p:nvSpPr>
        <p:spPr>
          <a:xfrm>
            <a:off x="1284000" y="1322225"/>
            <a:ext cx="6576000" cy="3567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SzPts val="1400"/>
              <a:buNone/>
              <a:defRPr sz="1800">
                <a:solidFill>
                  <a:schemeClr val="lt2"/>
                </a:solidFill>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386" name="Google Shape;386;p28"/>
          <p:cNvSpPr txBox="1">
            <a:spLocks noGrp="1"/>
          </p:cNvSpPr>
          <p:nvPr>
            <p:ph type="title" idx="2" hasCustomPrompt="1"/>
          </p:nvPr>
        </p:nvSpPr>
        <p:spPr>
          <a:xfrm>
            <a:off x="1284000" y="1996138"/>
            <a:ext cx="6576000" cy="8283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6200"/>
              <a:buNone/>
              <a:defRPr sz="6200">
                <a:solidFill>
                  <a:schemeClr val="accent1"/>
                </a:solidFill>
              </a:defRPr>
            </a:lvl1pPr>
            <a:lvl2pPr lvl="1" algn="ctr" rtl="0">
              <a:spcBef>
                <a:spcPts val="0"/>
              </a:spcBef>
              <a:spcAft>
                <a:spcPts val="0"/>
              </a:spcAft>
              <a:buSzPts val="6200"/>
              <a:buNone/>
              <a:defRPr sz="6200"/>
            </a:lvl2pPr>
            <a:lvl3pPr lvl="2" algn="ctr" rtl="0">
              <a:spcBef>
                <a:spcPts val="0"/>
              </a:spcBef>
              <a:spcAft>
                <a:spcPts val="0"/>
              </a:spcAft>
              <a:buSzPts val="6200"/>
              <a:buNone/>
              <a:defRPr sz="6200"/>
            </a:lvl3pPr>
            <a:lvl4pPr lvl="3" algn="ctr" rtl="0">
              <a:spcBef>
                <a:spcPts val="0"/>
              </a:spcBef>
              <a:spcAft>
                <a:spcPts val="0"/>
              </a:spcAft>
              <a:buSzPts val="6200"/>
              <a:buNone/>
              <a:defRPr sz="6200"/>
            </a:lvl4pPr>
            <a:lvl5pPr lvl="4" algn="ctr" rtl="0">
              <a:spcBef>
                <a:spcPts val="0"/>
              </a:spcBef>
              <a:spcAft>
                <a:spcPts val="0"/>
              </a:spcAft>
              <a:buSzPts val="6200"/>
              <a:buNone/>
              <a:defRPr sz="6200"/>
            </a:lvl5pPr>
            <a:lvl6pPr lvl="5" algn="ctr" rtl="0">
              <a:spcBef>
                <a:spcPts val="0"/>
              </a:spcBef>
              <a:spcAft>
                <a:spcPts val="0"/>
              </a:spcAft>
              <a:buSzPts val="6200"/>
              <a:buNone/>
              <a:defRPr sz="6200"/>
            </a:lvl6pPr>
            <a:lvl7pPr lvl="6" algn="ctr" rtl="0">
              <a:spcBef>
                <a:spcPts val="0"/>
              </a:spcBef>
              <a:spcAft>
                <a:spcPts val="0"/>
              </a:spcAft>
              <a:buSzPts val="6200"/>
              <a:buNone/>
              <a:defRPr sz="6200"/>
            </a:lvl7pPr>
            <a:lvl8pPr lvl="7" algn="ctr" rtl="0">
              <a:spcBef>
                <a:spcPts val="0"/>
              </a:spcBef>
              <a:spcAft>
                <a:spcPts val="0"/>
              </a:spcAft>
              <a:buSzPts val="6200"/>
              <a:buNone/>
              <a:defRPr sz="6200"/>
            </a:lvl8pPr>
            <a:lvl9pPr lvl="8" algn="ctr" rtl="0">
              <a:spcBef>
                <a:spcPts val="0"/>
              </a:spcBef>
              <a:spcAft>
                <a:spcPts val="0"/>
              </a:spcAft>
              <a:buSzPts val="6200"/>
              <a:buNone/>
              <a:defRPr sz="6200"/>
            </a:lvl9pPr>
          </a:lstStyle>
          <a:p>
            <a:r>
              <a:t>xx%</a:t>
            </a:r>
          </a:p>
        </p:txBody>
      </p:sp>
      <p:sp>
        <p:nvSpPr>
          <p:cNvPr id="387" name="Google Shape;387;p28"/>
          <p:cNvSpPr txBox="1">
            <a:spLocks noGrp="1"/>
          </p:cNvSpPr>
          <p:nvPr>
            <p:ph type="subTitle" idx="3"/>
          </p:nvPr>
        </p:nvSpPr>
        <p:spPr>
          <a:xfrm>
            <a:off x="1284000" y="2778363"/>
            <a:ext cx="6576000" cy="3567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SzPts val="1400"/>
              <a:buNone/>
              <a:defRPr sz="1800">
                <a:solidFill>
                  <a:schemeClr val="lt2"/>
                </a:solidFill>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388" name="Google Shape;388;p28"/>
          <p:cNvSpPr txBox="1">
            <a:spLocks noGrp="1"/>
          </p:cNvSpPr>
          <p:nvPr>
            <p:ph type="title" idx="4" hasCustomPrompt="1"/>
          </p:nvPr>
        </p:nvSpPr>
        <p:spPr>
          <a:xfrm>
            <a:off x="1284000" y="3452288"/>
            <a:ext cx="6576000" cy="8283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6200"/>
              <a:buNone/>
              <a:defRPr sz="6200"/>
            </a:lvl1pPr>
            <a:lvl2pPr lvl="1" algn="ctr" rtl="0">
              <a:spcBef>
                <a:spcPts val="0"/>
              </a:spcBef>
              <a:spcAft>
                <a:spcPts val="0"/>
              </a:spcAft>
              <a:buSzPts val="6200"/>
              <a:buNone/>
              <a:defRPr sz="6200"/>
            </a:lvl2pPr>
            <a:lvl3pPr lvl="2" algn="ctr" rtl="0">
              <a:spcBef>
                <a:spcPts val="0"/>
              </a:spcBef>
              <a:spcAft>
                <a:spcPts val="0"/>
              </a:spcAft>
              <a:buSzPts val="6200"/>
              <a:buNone/>
              <a:defRPr sz="6200"/>
            </a:lvl3pPr>
            <a:lvl4pPr lvl="3" algn="ctr" rtl="0">
              <a:spcBef>
                <a:spcPts val="0"/>
              </a:spcBef>
              <a:spcAft>
                <a:spcPts val="0"/>
              </a:spcAft>
              <a:buSzPts val="6200"/>
              <a:buNone/>
              <a:defRPr sz="6200"/>
            </a:lvl4pPr>
            <a:lvl5pPr lvl="4" algn="ctr" rtl="0">
              <a:spcBef>
                <a:spcPts val="0"/>
              </a:spcBef>
              <a:spcAft>
                <a:spcPts val="0"/>
              </a:spcAft>
              <a:buSzPts val="6200"/>
              <a:buNone/>
              <a:defRPr sz="6200"/>
            </a:lvl5pPr>
            <a:lvl6pPr lvl="5" algn="ctr" rtl="0">
              <a:spcBef>
                <a:spcPts val="0"/>
              </a:spcBef>
              <a:spcAft>
                <a:spcPts val="0"/>
              </a:spcAft>
              <a:buSzPts val="6200"/>
              <a:buNone/>
              <a:defRPr sz="6200"/>
            </a:lvl6pPr>
            <a:lvl7pPr lvl="6" algn="ctr" rtl="0">
              <a:spcBef>
                <a:spcPts val="0"/>
              </a:spcBef>
              <a:spcAft>
                <a:spcPts val="0"/>
              </a:spcAft>
              <a:buSzPts val="6200"/>
              <a:buNone/>
              <a:defRPr sz="6200"/>
            </a:lvl7pPr>
            <a:lvl8pPr lvl="7" algn="ctr" rtl="0">
              <a:spcBef>
                <a:spcPts val="0"/>
              </a:spcBef>
              <a:spcAft>
                <a:spcPts val="0"/>
              </a:spcAft>
              <a:buSzPts val="6200"/>
              <a:buNone/>
              <a:defRPr sz="6200"/>
            </a:lvl8pPr>
            <a:lvl9pPr lvl="8" algn="ctr" rtl="0">
              <a:spcBef>
                <a:spcPts val="0"/>
              </a:spcBef>
              <a:spcAft>
                <a:spcPts val="0"/>
              </a:spcAft>
              <a:buSzPts val="6200"/>
              <a:buNone/>
              <a:defRPr sz="6200"/>
            </a:lvl9pPr>
          </a:lstStyle>
          <a:p>
            <a:r>
              <a:t>xx%</a:t>
            </a:r>
          </a:p>
        </p:txBody>
      </p:sp>
      <p:sp>
        <p:nvSpPr>
          <p:cNvPr id="389" name="Google Shape;389;p28"/>
          <p:cNvSpPr txBox="1">
            <a:spLocks noGrp="1"/>
          </p:cNvSpPr>
          <p:nvPr>
            <p:ph type="subTitle" idx="5"/>
          </p:nvPr>
        </p:nvSpPr>
        <p:spPr>
          <a:xfrm>
            <a:off x="1284000" y="4234513"/>
            <a:ext cx="6576000" cy="3567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SzPts val="1400"/>
              <a:buNone/>
              <a:defRPr sz="1800">
                <a:solidFill>
                  <a:schemeClr val="lt2"/>
                </a:solidFill>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grpSp>
        <p:nvGrpSpPr>
          <p:cNvPr id="390" name="Google Shape;390;p28"/>
          <p:cNvGrpSpPr/>
          <p:nvPr/>
        </p:nvGrpSpPr>
        <p:grpSpPr>
          <a:xfrm>
            <a:off x="752025" y="290850"/>
            <a:ext cx="7590950" cy="4618750"/>
            <a:chOff x="752025" y="290850"/>
            <a:chExt cx="7590950" cy="4618750"/>
          </a:xfrm>
        </p:grpSpPr>
        <p:sp>
          <p:nvSpPr>
            <p:cNvPr id="391" name="Google Shape;391;p28"/>
            <p:cNvSpPr/>
            <p:nvPr/>
          </p:nvSpPr>
          <p:spPr>
            <a:xfrm>
              <a:off x="1284000" y="2455600"/>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 name="Google Shape;392;p28"/>
            <p:cNvSpPr/>
            <p:nvPr/>
          </p:nvSpPr>
          <p:spPr>
            <a:xfrm>
              <a:off x="752025" y="3713883"/>
              <a:ext cx="203100" cy="2547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 name="Google Shape;393;p28"/>
            <p:cNvSpPr/>
            <p:nvPr/>
          </p:nvSpPr>
          <p:spPr>
            <a:xfrm>
              <a:off x="7351350" y="1113900"/>
              <a:ext cx="203100" cy="2544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 name="Google Shape;394;p28"/>
            <p:cNvSpPr/>
            <p:nvPr/>
          </p:nvSpPr>
          <p:spPr>
            <a:xfrm>
              <a:off x="8233775" y="2391525"/>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 name="Google Shape;395;p28"/>
            <p:cNvSpPr/>
            <p:nvPr/>
          </p:nvSpPr>
          <p:spPr>
            <a:xfrm>
              <a:off x="7554450" y="4396975"/>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 name="Google Shape;396;p28"/>
            <p:cNvSpPr/>
            <p:nvPr/>
          </p:nvSpPr>
          <p:spPr>
            <a:xfrm>
              <a:off x="759725" y="540000"/>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 name="Google Shape;397;p28"/>
            <p:cNvSpPr/>
            <p:nvPr/>
          </p:nvSpPr>
          <p:spPr>
            <a:xfrm>
              <a:off x="5100450" y="290850"/>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 name="Google Shape;398;p28"/>
            <p:cNvSpPr/>
            <p:nvPr/>
          </p:nvSpPr>
          <p:spPr>
            <a:xfrm>
              <a:off x="3850075" y="4772800"/>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matchingName="Background">
  <p:cSld name="BLANK_1_1_1_1_1_1_1">
    <p:spTree>
      <p:nvGrpSpPr>
        <p:cNvPr id="1" name="Shape 415"/>
        <p:cNvGrpSpPr/>
        <p:nvPr/>
      </p:nvGrpSpPr>
      <p:grpSpPr>
        <a:xfrm>
          <a:off x="0" y="0"/>
          <a:ext cx="0" cy="0"/>
          <a:chOff x="0" y="0"/>
          <a:chExt cx="0" cy="0"/>
        </a:xfrm>
      </p:grpSpPr>
      <p:pic>
        <p:nvPicPr>
          <p:cNvPr id="416" name="Google Shape;416;p30"/>
          <p:cNvPicPr preferRelativeResize="0"/>
          <p:nvPr/>
        </p:nvPicPr>
        <p:blipFill>
          <a:blip r:embed="rId2">
            <a:alphaModFix/>
          </a:blip>
          <a:stretch>
            <a:fillRect/>
          </a:stretch>
        </p:blipFill>
        <p:spPr>
          <a:xfrm>
            <a:off x="-89637" y="-62176"/>
            <a:ext cx="9323274" cy="5267851"/>
          </a:xfrm>
          <a:prstGeom prst="rect">
            <a:avLst/>
          </a:prstGeom>
          <a:noFill/>
          <a:ln>
            <a:noFill/>
          </a:ln>
        </p:spPr>
      </p:pic>
      <p:sp>
        <p:nvSpPr>
          <p:cNvPr id="417" name="Google Shape;417;p30"/>
          <p:cNvSpPr/>
          <p:nvPr/>
        </p:nvSpPr>
        <p:spPr>
          <a:xfrm>
            <a:off x="1284000" y="2455600"/>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 name="Google Shape;418;p30"/>
          <p:cNvSpPr/>
          <p:nvPr/>
        </p:nvSpPr>
        <p:spPr>
          <a:xfrm>
            <a:off x="752025" y="3713883"/>
            <a:ext cx="203100" cy="2547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 name="Google Shape;419;p30"/>
          <p:cNvSpPr/>
          <p:nvPr/>
        </p:nvSpPr>
        <p:spPr>
          <a:xfrm>
            <a:off x="7351350" y="1113900"/>
            <a:ext cx="203100" cy="2544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 name="Google Shape;420;p30"/>
          <p:cNvSpPr/>
          <p:nvPr/>
        </p:nvSpPr>
        <p:spPr>
          <a:xfrm>
            <a:off x="8233775" y="2391525"/>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 name="Google Shape;421;p30"/>
          <p:cNvSpPr/>
          <p:nvPr/>
        </p:nvSpPr>
        <p:spPr>
          <a:xfrm>
            <a:off x="7554450" y="4396975"/>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 name="Google Shape;422;p30"/>
          <p:cNvSpPr/>
          <p:nvPr/>
        </p:nvSpPr>
        <p:spPr>
          <a:xfrm>
            <a:off x="759725" y="540000"/>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 name="Google Shape;423;p30"/>
          <p:cNvSpPr/>
          <p:nvPr/>
        </p:nvSpPr>
        <p:spPr>
          <a:xfrm>
            <a:off x="4719450" y="290850"/>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 name="Google Shape;424;p30"/>
          <p:cNvSpPr/>
          <p:nvPr/>
        </p:nvSpPr>
        <p:spPr>
          <a:xfrm>
            <a:off x="3850075" y="4772800"/>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obj">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3/28/2026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967287790"/>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matchingName="Blank slide" type="blank">
  <p:cSld name="BLANK">
    <p:spTree>
      <p:nvGrpSpPr>
        <p:cNvPr id="1" name="Shape 428"/>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29"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s>
</file>

<file path=ppt/slideMasters/_rels/slideMaster2.xml.rels><?xml version="1.0" encoding="UTF-8" standalone="yes"?>
<Relationships xmlns="http://schemas.openxmlformats.org/package/2006/relationships"><Relationship Id="rId2" Type="http://schemas.openxmlformats.org/officeDocument/2006/relationships/theme" Target="../theme/theme2.xml"/><Relationship Id="rId1" Type="http://schemas.openxmlformats.org/officeDocument/2006/relationships/slideLayout" Target="../slideLayouts/slideLayout2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accent3"/>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a:effectLst>
            <a:outerShdw blurRad="71438" dist="47625" dir="3000000" algn="bl" rotWithShape="0">
              <a:srgbClr val="000000">
                <a:alpha val="21000"/>
              </a:srgbClr>
            </a:outerShdw>
          </a:effectLst>
        </p:spPr>
        <p:txBody>
          <a:bodyPr spcFirstLastPara="1" wrap="square" lIns="91425" tIns="91425" rIns="91425" bIns="91425" anchor="t" anchorCtr="0">
            <a:noAutofit/>
          </a:bodyPr>
          <a:lstStyle>
            <a:lvl1pPr lvl="0" rtl="0">
              <a:spcBef>
                <a:spcPts val="0"/>
              </a:spcBef>
              <a:spcAft>
                <a:spcPts val="0"/>
              </a:spcAft>
              <a:buClr>
                <a:schemeClr val="dk1"/>
              </a:buClr>
              <a:buSzPts val="3500"/>
              <a:buFont typeface="Righteous"/>
              <a:buNone/>
              <a:defRPr sz="3500">
                <a:solidFill>
                  <a:schemeClr val="dk1"/>
                </a:solidFill>
                <a:latin typeface="Righteous"/>
                <a:ea typeface="Righteous"/>
                <a:cs typeface="Righteous"/>
                <a:sym typeface="Righteous"/>
              </a:defRPr>
            </a:lvl1pPr>
            <a:lvl2pPr lvl="1" rtl="0">
              <a:spcBef>
                <a:spcPts val="0"/>
              </a:spcBef>
              <a:spcAft>
                <a:spcPts val="0"/>
              </a:spcAft>
              <a:buClr>
                <a:schemeClr val="dk1"/>
              </a:buClr>
              <a:buSzPts val="3500"/>
              <a:buFont typeface="Bebas Neue"/>
              <a:buNone/>
              <a:defRPr sz="3500">
                <a:solidFill>
                  <a:schemeClr val="dk1"/>
                </a:solidFill>
                <a:latin typeface="Bebas Neue"/>
                <a:ea typeface="Bebas Neue"/>
                <a:cs typeface="Bebas Neue"/>
                <a:sym typeface="Bebas Neue"/>
              </a:defRPr>
            </a:lvl2pPr>
            <a:lvl3pPr lvl="2" rtl="0">
              <a:spcBef>
                <a:spcPts val="0"/>
              </a:spcBef>
              <a:spcAft>
                <a:spcPts val="0"/>
              </a:spcAft>
              <a:buClr>
                <a:schemeClr val="dk1"/>
              </a:buClr>
              <a:buSzPts val="3500"/>
              <a:buFont typeface="Bebas Neue"/>
              <a:buNone/>
              <a:defRPr sz="3500">
                <a:solidFill>
                  <a:schemeClr val="dk1"/>
                </a:solidFill>
                <a:latin typeface="Bebas Neue"/>
                <a:ea typeface="Bebas Neue"/>
                <a:cs typeface="Bebas Neue"/>
                <a:sym typeface="Bebas Neue"/>
              </a:defRPr>
            </a:lvl3pPr>
            <a:lvl4pPr lvl="3" rtl="0">
              <a:spcBef>
                <a:spcPts val="0"/>
              </a:spcBef>
              <a:spcAft>
                <a:spcPts val="0"/>
              </a:spcAft>
              <a:buClr>
                <a:schemeClr val="dk1"/>
              </a:buClr>
              <a:buSzPts val="3500"/>
              <a:buFont typeface="Bebas Neue"/>
              <a:buNone/>
              <a:defRPr sz="3500">
                <a:solidFill>
                  <a:schemeClr val="dk1"/>
                </a:solidFill>
                <a:latin typeface="Bebas Neue"/>
                <a:ea typeface="Bebas Neue"/>
                <a:cs typeface="Bebas Neue"/>
                <a:sym typeface="Bebas Neue"/>
              </a:defRPr>
            </a:lvl4pPr>
            <a:lvl5pPr lvl="4" rtl="0">
              <a:spcBef>
                <a:spcPts val="0"/>
              </a:spcBef>
              <a:spcAft>
                <a:spcPts val="0"/>
              </a:spcAft>
              <a:buClr>
                <a:schemeClr val="dk1"/>
              </a:buClr>
              <a:buSzPts val="3500"/>
              <a:buFont typeface="Bebas Neue"/>
              <a:buNone/>
              <a:defRPr sz="3500">
                <a:solidFill>
                  <a:schemeClr val="dk1"/>
                </a:solidFill>
                <a:latin typeface="Bebas Neue"/>
                <a:ea typeface="Bebas Neue"/>
                <a:cs typeface="Bebas Neue"/>
                <a:sym typeface="Bebas Neue"/>
              </a:defRPr>
            </a:lvl5pPr>
            <a:lvl6pPr lvl="5" rtl="0">
              <a:spcBef>
                <a:spcPts val="0"/>
              </a:spcBef>
              <a:spcAft>
                <a:spcPts val="0"/>
              </a:spcAft>
              <a:buClr>
                <a:schemeClr val="dk1"/>
              </a:buClr>
              <a:buSzPts val="3500"/>
              <a:buFont typeface="Bebas Neue"/>
              <a:buNone/>
              <a:defRPr sz="3500">
                <a:solidFill>
                  <a:schemeClr val="dk1"/>
                </a:solidFill>
                <a:latin typeface="Bebas Neue"/>
                <a:ea typeface="Bebas Neue"/>
                <a:cs typeface="Bebas Neue"/>
                <a:sym typeface="Bebas Neue"/>
              </a:defRPr>
            </a:lvl6pPr>
            <a:lvl7pPr lvl="6" rtl="0">
              <a:spcBef>
                <a:spcPts val="0"/>
              </a:spcBef>
              <a:spcAft>
                <a:spcPts val="0"/>
              </a:spcAft>
              <a:buClr>
                <a:schemeClr val="dk1"/>
              </a:buClr>
              <a:buSzPts val="3500"/>
              <a:buFont typeface="Bebas Neue"/>
              <a:buNone/>
              <a:defRPr sz="3500">
                <a:solidFill>
                  <a:schemeClr val="dk1"/>
                </a:solidFill>
                <a:latin typeface="Bebas Neue"/>
                <a:ea typeface="Bebas Neue"/>
                <a:cs typeface="Bebas Neue"/>
                <a:sym typeface="Bebas Neue"/>
              </a:defRPr>
            </a:lvl7pPr>
            <a:lvl8pPr lvl="7" rtl="0">
              <a:spcBef>
                <a:spcPts val="0"/>
              </a:spcBef>
              <a:spcAft>
                <a:spcPts val="0"/>
              </a:spcAft>
              <a:buClr>
                <a:schemeClr val="dk1"/>
              </a:buClr>
              <a:buSzPts val="3500"/>
              <a:buFont typeface="Bebas Neue"/>
              <a:buNone/>
              <a:defRPr sz="3500">
                <a:solidFill>
                  <a:schemeClr val="dk1"/>
                </a:solidFill>
                <a:latin typeface="Bebas Neue"/>
                <a:ea typeface="Bebas Neue"/>
                <a:cs typeface="Bebas Neue"/>
                <a:sym typeface="Bebas Neue"/>
              </a:defRPr>
            </a:lvl8pPr>
            <a:lvl9pPr lvl="8" rtl="0">
              <a:spcBef>
                <a:spcPts val="0"/>
              </a:spcBef>
              <a:spcAft>
                <a:spcPts val="0"/>
              </a:spcAft>
              <a:buClr>
                <a:schemeClr val="dk1"/>
              </a:buClr>
              <a:buSzPts val="3500"/>
              <a:buFont typeface="Bebas Neue"/>
              <a:buNone/>
              <a:defRPr sz="3500">
                <a:solidFill>
                  <a:schemeClr val="dk1"/>
                </a:solidFill>
                <a:latin typeface="Bebas Neue"/>
                <a:ea typeface="Bebas Neue"/>
                <a:cs typeface="Bebas Neue"/>
                <a:sym typeface="Bebas Neue"/>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Autofit/>
          </a:bodyPr>
          <a:lstStyle>
            <a:lvl1pPr marL="457200" lvl="0" indent="-317500">
              <a:lnSpc>
                <a:spcPct val="115000"/>
              </a:lnSpc>
              <a:spcBef>
                <a:spcPts val="0"/>
              </a:spcBef>
              <a:spcAft>
                <a:spcPts val="0"/>
              </a:spcAft>
              <a:buClr>
                <a:schemeClr val="lt1"/>
              </a:buClr>
              <a:buSzPts val="1400"/>
              <a:buFont typeface="Comic Neue"/>
              <a:buChar char="●"/>
              <a:defRPr>
                <a:solidFill>
                  <a:schemeClr val="lt1"/>
                </a:solidFill>
                <a:latin typeface="Comic Neue"/>
                <a:ea typeface="Comic Neue"/>
                <a:cs typeface="Comic Neue"/>
                <a:sym typeface="Comic Neue"/>
              </a:defRPr>
            </a:lvl1pPr>
            <a:lvl2pPr marL="914400" lvl="1" indent="-317500">
              <a:lnSpc>
                <a:spcPct val="115000"/>
              </a:lnSpc>
              <a:spcBef>
                <a:spcPts val="1600"/>
              </a:spcBef>
              <a:spcAft>
                <a:spcPts val="0"/>
              </a:spcAft>
              <a:buClr>
                <a:schemeClr val="lt1"/>
              </a:buClr>
              <a:buSzPts val="1400"/>
              <a:buFont typeface="Comic Neue"/>
              <a:buChar char="○"/>
              <a:defRPr>
                <a:solidFill>
                  <a:schemeClr val="lt1"/>
                </a:solidFill>
                <a:latin typeface="Comic Neue"/>
                <a:ea typeface="Comic Neue"/>
                <a:cs typeface="Comic Neue"/>
                <a:sym typeface="Comic Neue"/>
              </a:defRPr>
            </a:lvl2pPr>
            <a:lvl3pPr marL="1371600" lvl="2" indent="-317500">
              <a:lnSpc>
                <a:spcPct val="115000"/>
              </a:lnSpc>
              <a:spcBef>
                <a:spcPts val="1600"/>
              </a:spcBef>
              <a:spcAft>
                <a:spcPts val="0"/>
              </a:spcAft>
              <a:buClr>
                <a:schemeClr val="lt1"/>
              </a:buClr>
              <a:buSzPts val="1400"/>
              <a:buFont typeface="Comic Neue"/>
              <a:buChar char="■"/>
              <a:defRPr>
                <a:solidFill>
                  <a:schemeClr val="lt1"/>
                </a:solidFill>
                <a:latin typeface="Comic Neue"/>
                <a:ea typeface="Comic Neue"/>
                <a:cs typeface="Comic Neue"/>
                <a:sym typeface="Comic Neue"/>
              </a:defRPr>
            </a:lvl3pPr>
            <a:lvl4pPr marL="1828800" lvl="3" indent="-317500">
              <a:lnSpc>
                <a:spcPct val="115000"/>
              </a:lnSpc>
              <a:spcBef>
                <a:spcPts val="1600"/>
              </a:spcBef>
              <a:spcAft>
                <a:spcPts val="0"/>
              </a:spcAft>
              <a:buClr>
                <a:schemeClr val="lt1"/>
              </a:buClr>
              <a:buSzPts val="1400"/>
              <a:buFont typeface="Comic Neue"/>
              <a:buChar char="●"/>
              <a:defRPr>
                <a:solidFill>
                  <a:schemeClr val="lt1"/>
                </a:solidFill>
                <a:latin typeface="Comic Neue"/>
                <a:ea typeface="Comic Neue"/>
                <a:cs typeface="Comic Neue"/>
                <a:sym typeface="Comic Neue"/>
              </a:defRPr>
            </a:lvl4pPr>
            <a:lvl5pPr marL="2286000" lvl="4" indent="-317500">
              <a:lnSpc>
                <a:spcPct val="115000"/>
              </a:lnSpc>
              <a:spcBef>
                <a:spcPts val="1600"/>
              </a:spcBef>
              <a:spcAft>
                <a:spcPts val="0"/>
              </a:spcAft>
              <a:buClr>
                <a:schemeClr val="lt1"/>
              </a:buClr>
              <a:buSzPts val="1400"/>
              <a:buFont typeface="Comic Neue"/>
              <a:buChar char="○"/>
              <a:defRPr>
                <a:solidFill>
                  <a:schemeClr val="lt1"/>
                </a:solidFill>
                <a:latin typeface="Comic Neue"/>
                <a:ea typeface="Comic Neue"/>
                <a:cs typeface="Comic Neue"/>
                <a:sym typeface="Comic Neue"/>
              </a:defRPr>
            </a:lvl5pPr>
            <a:lvl6pPr marL="2743200" lvl="5" indent="-317500">
              <a:lnSpc>
                <a:spcPct val="115000"/>
              </a:lnSpc>
              <a:spcBef>
                <a:spcPts val="1600"/>
              </a:spcBef>
              <a:spcAft>
                <a:spcPts val="0"/>
              </a:spcAft>
              <a:buClr>
                <a:schemeClr val="lt1"/>
              </a:buClr>
              <a:buSzPts val="1400"/>
              <a:buFont typeface="Comic Neue"/>
              <a:buChar char="■"/>
              <a:defRPr>
                <a:solidFill>
                  <a:schemeClr val="lt1"/>
                </a:solidFill>
                <a:latin typeface="Comic Neue"/>
                <a:ea typeface="Comic Neue"/>
                <a:cs typeface="Comic Neue"/>
                <a:sym typeface="Comic Neue"/>
              </a:defRPr>
            </a:lvl6pPr>
            <a:lvl7pPr marL="3200400" lvl="6" indent="-317500">
              <a:lnSpc>
                <a:spcPct val="115000"/>
              </a:lnSpc>
              <a:spcBef>
                <a:spcPts val="1600"/>
              </a:spcBef>
              <a:spcAft>
                <a:spcPts val="0"/>
              </a:spcAft>
              <a:buClr>
                <a:schemeClr val="lt1"/>
              </a:buClr>
              <a:buSzPts val="1400"/>
              <a:buFont typeface="Comic Neue"/>
              <a:buChar char="●"/>
              <a:defRPr>
                <a:solidFill>
                  <a:schemeClr val="lt1"/>
                </a:solidFill>
                <a:latin typeface="Comic Neue"/>
                <a:ea typeface="Comic Neue"/>
                <a:cs typeface="Comic Neue"/>
                <a:sym typeface="Comic Neue"/>
              </a:defRPr>
            </a:lvl7pPr>
            <a:lvl8pPr marL="3657600" lvl="7" indent="-317500">
              <a:lnSpc>
                <a:spcPct val="115000"/>
              </a:lnSpc>
              <a:spcBef>
                <a:spcPts val="1600"/>
              </a:spcBef>
              <a:spcAft>
                <a:spcPts val="0"/>
              </a:spcAft>
              <a:buClr>
                <a:schemeClr val="lt1"/>
              </a:buClr>
              <a:buSzPts val="1400"/>
              <a:buFont typeface="Comic Neue"/>
              <a:buChar char="○"/>
              <a:defRPr>
                <a:solidFill>
                  <a:schemeClr val="lt1"/>
                </a:solidFill>
                <a:latin typeface="Comic Neue"/>
                <a:ea typeface="Comic Neue"/>
                <a:cs typeface="Comic Neue"/>
                <a:sym typeface="Comic Neue"/>
              </a:defRPr>
            </a:lvl8pPr>
            <a:lvl9pPr marL="4114800" lvl="8" indent="-317500">
              <a:lnSpc>
                <a:spcPct val="115000"/>
              </a:lnSpc>
              <a:spcBef>
                <a:spcPts val="1600"/>
              </a:spcBef>
              <a:spcAft>
                <a:spcPts val="1600"/>
              </a:spcAft>
              <a:buClr>
                <a:schemeClr val="lt1"/>
              </a:buClr>
              <a:buSzPts val="1400"/>
              <a:buFont typeface="Comic Neue"/>
              <a:buChar char="■"/>
              <a:defRPr>
                <a:solidFill>
                  <a:schemeClr val="lt1"/>
                </a:solidFill>
                <a:latin typeface="Comic Neue"/>
                <a:ea typeface="Comic Neue"/>
                <a:cs typeface="Comic Neue"/>
                <a:sym typeface="Comic Neue"/>
              </a:defRPr>
            </a:lvl9pPr>
          </a:lstStyle>
          <a:p>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 id="2147483665" r:id="rId17"/>
    <p:sldLayoutId id="2147483666" r:id="rId18"/>
    <p:sldLayoutId id="2147483667" r:id="rId19"/>
    <p:sldLayoutId id="2147483668" r:id="rId20"/>
    <p:sldLayoutId id="2147483669" r:id="rId21"/>
    <p:sldLayoutId id="2147483670" r:id="rId22"/>
    <p:sldLayoutId id="2147483671" r:id="rId23"/>
    <p:sldLayoutId id="2147483672" r:id="rId24"/>
    <p:sldLayoutId id="2147483673" r:id="rId25"/>
    <p:sldLayoutId id="2147483674" r:id="rId26"/>
    <p:sldLayoutId id="2147483676" r:id="rId27"/>
    <p:sldLayoutId id="2147483681" r:id="rId28"/>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name="simple-light-2">
    <p:bg>
      <p:bgPr>
        <a:solidFill>
          <a:srgbClr val="0E2A47"/>
        </a:solidFill>
        <a:effectLst/>
      </p:bgPr>
    </p:bg>
    <p:spTree>
      <p:nvGrpSpPr>
        <p:cNvPr id="1" name="Shape 425"/>
        <p:cNvGrpSpPr/>
        <p:nvPr/>
      </p:nvGrpSpPr>
      <p:grpSpPr>
        <a:xfrm>
          <a:off x="0" y="0"/>
          <a:ext cx="0" cy="0"/>
          <a:chOff x="0" y="0"/>
          <a:chExt cx="0" cy="0"/>
        </a:xfrm>
      </p:grpSpPr>
      <p:sp>
        <p:nvSpPr>
          <p:cNvPr id="426" name="Google Shape;426;p31"/>
          <p:cNvSpPr txBox="1">
            <a:spLocks noGrp="1"/>
          </p:cNvSpPr>
          <p:nvPr>
            <p:ph type="title"/>
          </p:nvPr>
        </p:nvSpPr>
        <p:spPr>
          <a:xfrm>
            <a:off x="1068100" y="933450"/>
            <a:ext cx="7047300" cy="4824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1pPr>
            <a:lvl2pPr lvl="1"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2pPr>
            <a:lvl3pPr lvl="2"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3pPr>
            <a:lvl4pPr lvl="3"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4pPr>
            <a:lvl5pPr lvl="4"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5pPr>
            <a:lvl6pPr lvl="5"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6pPr>
            <a:lvl7pPr lvl="6"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7pPr>
            <a:lvl8pPr lvl="7"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8pPr>
            <a:lvl9pPr lvl="8"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9pPr>
          </a:lstStyle>
          <a:p>
            <a:endParaRPr/>
          </a:p>
        </p:txBody>
      </p:sp>
      <p:sp>
        <p:nvSpPr>
          <p:cNvPr id="427" name="Google Shape;427;p31"/>
          <p:cNvSpPr txBox="1">
            <a:spLocks noGrp="1"/>
          </p:cNvSpPr>
          <p:nvPr>
            <p:ph type="body" idx="1"/>
          </p:nvPr>
        </p:nvSpPr>
        <p:spPr>
          <a:xfrm>
            <a:off x="1068100" y="1695450"/>
            <a:ext cx="7047300" cy="2502000"/>
          </a:xfrm>
          <a:prstGeom prst="rect">
            <a:avLst/>
          </a:prstGeom>
          <a:noFill/>
          <a:ln>
            <a:noFill/>
          </a:ln>
        </p:spPr>
        <p:txBody>
          <a:bodyPr spcFirstLastPara="1" wrap="square" lIns="91425" tIns="91425" rIns="91425" bIns="91425" anchor="t" anchorCtr="0">
            <a:noAutofit/>
          </a:bodyPr>
          <a:lstStyle>
            <a:lvl1pPr marL="457200" lvl="0"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1pPr>
            <a:lvl2pPr marL="914400" lvl="1"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2pPr>
            <a:lvl3pPr marL="1371600" lvl="2"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3pPr>
            <a:lvl4pPr marL="1828800" lvl="3"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4pPr>
            <a:lvl5pPr marL="2286000" lvl="4"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5pPr>
            <a:lvl6pPr marL="2743200" lvl="5"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6pPr>
            <a:lvl7pPr marL="3200400" lvl="6"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7pPr>
            <a:lvl8pPr marL="3657600" lvl="7"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8pPr>
            <a:lvl9pPr marL="4114800" lvl="8"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9pPr>
          </a:lstStyle>
          <a:p>
            <a:endParaRPr/>
          </a:p>
        </p:txBody>
      </p:sp>
    </p:spTree>
  </p:cSld>
  <p:clrMap bg1="lt1" tx1="dk1" bg2="dk2" tx2="lt2" accent1="accent1" accent2="accent2" accent3="accent3" accent4="accent4" accent5="accent5" accent6="accent6" hlink="hlink" folHlink="folHlink"/>
  <p:sldLayoutIdLst>
    <p:sldLayoutId id="2147483677" r:id="rId1"/>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7.png"/></Relationships>
</file>

<file path=ppt/slides/_rels/slide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2.xml"/><Relationship Id="rId1" Type="http://schemas.openxmlformats.org/officeDocument/2006/relationships/slideLayout" Target="../slideLayouts/slideLayout2.xml"/><Relationship Id="rId5" Type="http://schemas.openxmlformats.org/officeDocument/2006/relationships/image" Target="../media/image9.png"/><Relationship Id="rId4" Type="http://schemas.openxmlformats.org/officeDocument/2006/relationships/image" Target="../media/image8.png"/></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4.xml"/></Relationships>
</file>

<file path=ppt/slides/_rels/slide4.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4.xml"/><Relationship Id="rId1" Type="http://schemas.openxmlformats.org/officeDocument/2006/relationships/slideLayout" Target="../slideLayouts/slideLayout13.xml"/></Relationships>
</file>

<file path=ppt/slides/_rels/slide5.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5.xml"/><Relationship Id="rId1" Type="http://schemas.openxmlformats.org/officeDocument/2006/relationships/slideLayout" Target="../slideLayouts/slideLayout12.xml"/></Relationships>
</file>

<file path=ppt/slides/_rels/slide6.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8.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6.xml"/><Relationship Id="rId1" Type="http://schemas.openxmlformats.org/officeDocument/2006/relationships/slideLayout" Target="../slideLayouts/slideLayout2.xml"/><Relationship Id="rId5" Type="http://schemas.openxmlformats.org/officeDocument/2006/relationships/image" Target="../media/image9.png"/><Relationship Id="rId4" Type="http://schemas.openxmlformats.org/officeDocument/2006/relationships/image" Target="../media/image8.png"/></Relationships>
</file>

<file path=ppt/slides/_rels/slide8.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7.xml"/><Relationship Id="rId1" Type="http://schemas.openxmlformats.org/officeDocument/2006/relationships/slideLayout" Target="../slideLayouts/slideLayout13.xml"/></Relationships>
</file>

<file path=ppt/slides/_rels/slide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8.xml"/><Relationship Id="rId1" Type="http://schemas.openxmlformats.org/officeDocument/2006/relationships/slideLayout" Target="../slideLayouts/slideLayout2.xml"/><Relationship Id="rId5" Type="http://schemas.openxmlformats.org/officeDocument/2006/relationships/image" Target="../media/image9.png"/><Relationship Id="rId4" Type="http://schemas.openxmlformats.org/officeDocument/2006/relationships/image" Target="../media/image8.png"/></Relationships>
</file>

<file path=ppt/slides/_rels/slide10.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9.xml"/><Relationship Id="rId1" Type="http://schemas.openxmlformats.org/officeDocument/2006/relationships/slideLayout" Target="../slideLayouts/slideLayout13.xml"/></Relationships>
</file>

<file path=ppt/slides/_rels/slide11.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0.xml"/><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5.xml"/></Relationships>
</file>

<file path=ppt/slides/_rels/slide1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2.xml"/><Relationship Id="rId1" Type="http://schemas.openxmlformats.org/officeDocument/2006/relationships/slideLayout" Target="../slideLayouts/slideLayout2.xml"/><Relationship Id="rId5" Type="http://schemas.openxmlformats.org/officeDocument/2006/relationships/image" Target="../media/image9.png"/><Relationship Id="rId4" Type="http://schemas.openxmlformats.org/officeDocument/2006/relationships/image" Target="../media/image8.png"/></Relationships>
</file>

<file path=ppt/slides/_rels/slide1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3.xml"/><Relationship Id="rId1" Type="http://schemas.openxmlformats.org/officeDocument/2006/relationships/slideLayout" Target="../slideLayouts/slideLayout23.xml"/><Relationship Id="rId4" Type="http://schemas.openxmlformats.org/officeDocument/2006/relationships/image" Target="../media/image20.png"/></Relationships>
</file>

<file path=ppt/slides/_rels/slide15.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4.xml"/><Relationship Id="rId1" Type="http://schemas.openxmlformats.org/officeDocument/2006/relationships/slideLayout" Target="../slideLayouts/slideLayout13.xml"/></Relationships>
</file>

<file path=ppt/slides/_rels/slide16.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5.xml"/><Relationship Id="rId1" Type="http://schemas.openxmlformats.org/officeDocument/2006/relationships/slideLayout" Target="../slideLayouts/slideLayout13.xml"/></Relationships>
</file>

<file path=ppt/slides/_rels/slide1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6.xml"/><Relationship Id="rId1" Type="http://schemas.openxmlformats.org/officeDocument/2006/relationships/slideLayout" Target="../slideLayouts/slideLayout2.xml"/><Relationship Id="rId5" Type="http://schemas.openxmlformats.org/officeDocument/2006/relationships/image" Target="../media/image9.png"/><Relationship Id="rId4" Type="http://schemas.openxmlformats.org/officeDocument/2006/relationships/image" Target="../media/image8.png"/></Relationships>
</file>

<file path=ppt/slides/_rels/slide18.xml.rels><?xml version="1.0" encoding="UTF-8" standalone="yes"?>
<Relationships xmlns="http://schemas.openxmlformats.org/package/2006/relationships"><Relationship Id="rId8" Type="http://schemas.openxmlformats.org/officeDocument/2006/relationships/slide" Target="slide37.xml"/><Relationship Id="rId13" Type="http://schemas.openxmlformats.org/officeDocument/2006/relationships/slide" Target="slide35.xml"/><Relationship Id="rId3" Type="http://schemas.openxmlformats.org/officeDocument/2006/relationships/hyperlink" Target="http://bit.ly/2Tynxth" TargetMode="External"/><Relationship Id="rId7" Type="http://schemas.openxmlformats.org/officeDocument/2006/relationships/slide" Target="slide26.xml"/><Relationship Id="rId12" Type="http://schemas.openxmlformats.org/officeDocument/2006/relationships/hyperlink" Target="https://storyset.com/?utm_source=slidesgo_template&amp;utm_medium=referral-link&amp;utm_campaign=slidesgo_contents_of_this_template&amp;utm_term=storyset&amp;utm_content=storyset" TargetMode="External"/><Relationship Id="rId2" Type="http://schemas.openxmlformats.org/officeDocument/2006/relationships/notesSlide" Target="../notesSlides/notesSlide17.xml"/><Relationship Id="rId1" Type="http://schemas.openxmlformats.org/officeDocument/2006/relationships/slideLayout" Target="../slideLayouts/slideLayout3.xml"/><Relationship Id="rId6" Type="http://schemas.openxmlformats.org/officeDocument/2006/relationships/slide" Target="slide36.xml"/><Relationship Id="rId11" Type="http://schemas.openxmlformats.org/officeDocument/2006/relationships/slide" Target="slide34.xml"/><Relationship Id="rId5" Type="http://schemas.openxmlformats.org/officeDocument/2006/relationships/hyperlink" Target="http://bit.ly/33VAFh3" TargetMode="External"/><Relationship Id="rId10" Type="http://schemas.openxmlformats.org/officeDocument/2006/relationships/slide" Target="slide33.xml"/><Relationship Id="rId4" Type="http://schemas.openxmlformats.org/officeDocument/2006/relationships/hyperlink" Target="http://bit.ly/30B07Gq" TargetMode="External"/><Relationship Id="rId9" Type="http://schemas.openxmlformats.org/officeDocument/2006/relationships/slide" Target="slide31.xml"/><Relationship Id="rId14" Type="http://schemas.openxmlformats.org/officeDocument/2006/relationships/slide" Target="slide8.xml"/></Relationships>
</file>

<file path=ppt/slides/_rels/slide19.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8.xml"/><Relationship Id="rId1" Type="http://schemas.openxmlformats.org/officeDocument/2006/relationships/slideLayout" Target="../slideLayouts/slideLayout11.xml"/></Relationships>
</file>

<file path=ppt/slides/_rels/slide20.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9.xml"/><Relationship Id="rId1" Type="http://schemas.openxmlformats.org/officeDocument/2006/relationships/slideLayout" Target="../slideLayouts/slideLayout8.xml"/><Relationship Id="rId6" Type="http://schemas.openxmlformats.org/officeDocument/2006/relationships/image" Target="../media/image25.png"/><Relationship Id="rId5" Type="http://schemas.openxmlformats.org/officeDocument/2006/relationships/image" Target="../media/image22.png"/><Relationship Id="rId4" Type="http://schemas.openxmlformats.org/officeDocument/2006/relationships/image" Target="../media/image24.png"/></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4.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4.xml"/></Relationships>
</file>

<file path=ppt/slides/_rels/slide25.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24.xml"/><Relationship Id="rId1" Type="http://schemas.openxmlformats.org/officeDocument/2006/relationships/slideLayout" Target="../slideLayouts/slideLayout25.xml"/><Relationship Id="rId4" Type="http://schemas.openxmlformats.org/officeDocument/2006/relationships/image" Target="../media/image26.png"/></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3" Type="http://schemas.openxmlformats.org/officeDocument/2006/relationships/image" Target="../media/image27.jpg"/><Relationship Id="rId2" Type="http://schemas.openxmlformats.org/officeDocument/2006/relationships/notesSlide" Target="../notesSlides/notesSlide26.xml"/><Relationship Id="rId1" Type="http://schemas.openxmlformats.org/officeDocument/2006/relationships/slideLayout" Target="../slideLayouts/slideLayout17.xml"/></Relationships>
</file>

<file path=ppt/slides/_rels/slide2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27.xml"/><Relationship Id="rId1" Type="http://schemas.openxmlformats.org/officeDocument/2006/relationships/slideLayout" Target="../slideLayouts/slideLayout18.xml"/><Relationship Id="rId5" Type="http://schemas.openxmlformats.org/officeDocument/2006/relationships/image" Target="../media/image29.png"/><Relationship Id="rId4" Type="http://schemas.openxmlformats.org/officeDocument/2006/relationships/image" Target="../media/image28.png"/></Relationships>
</file>

<file path=ppt/slides/_rels/slide29.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28.xml"/><Relationship Id="rId1" Type="http://schemas.openxmlformats.org/officeDocument/2006/relationships/slideLayout" Target="../slideLayouts/slideLayout9.xml"/><Relationship Id="rId4" Type="http://schemas.openxmlformats.org/officeDocument/2006/relationships/image" Target="../media/image22.png"/></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6.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9.xml"/></Relationships>
</file>

<file path=ppt/slides/_rels/slide32.xml.rels><?xml version="1.0" encoding="UTF-8" standalone="yes"?>
<Relationships xmlns="http://schemas.openxmlformats.org/package/2006/relationships"><Relationship Id="rId3" Type="http://schemas.openxmlformats.org/officeDocument/2006/relationships/hyperlink" Target="https://docs.google.com/spreadsheets/d/1NCE0FND-EMfs2cU8bcCFUUmggu5CorjwPf3dgUr99j8/copy#gid=1364826426" TargetMode="External"/><Relationship Id="rId2" Type="http://schemas.openxmlformats.org/officeDocument/2006/relationships/notesSlide" Target="../notesSlides/notesSlide31.xml"/><Relationship Id="rId1" Type="http://schemas.openxmlformats.org/officeDocument/2006/relationships/slideLayout" Target="../slideLayouts/slideLayout5.xml"/><Relationship Id="rId4" Type="http://schemas.openxmlformats.org/officeDocument/2006/relationships/image" Target="../media/image31.png"/></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4.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6.xml"/></Relationships>
</file>

<file path=ppt/slides/_rels/slide35.xml.rels><?xml version="1.0" encoding="UTF-8" standalone="yes"?>
<Relationships xmlns="http://schemas.openxmlformats.org/package/2006/relationships"><Relationship Id="rId8" Type="http://schemas.openxmlformats.org/officeDocument/2006/relationships/image" Target="../media/image36.png"/><Relationship Id="rId3" Type="http://schemas.openxmlformats.org/officeDocument/2006/relationships/image" Target="../media/image32.png"/><Relationship Id="rId7" Type="http://schemas.openxmlformats.org/officeDocument/2006/relationships/image" Target="../media/image35.png"/><Relationship Id="rId2" Type="http://schemas.openxmlformats.org/officeDocument/2006/relationships/notesSlide" Target="../notesSlides/notesSlide34.xml"/><Relationship Id="rId1" Type="http://schemas.openxmlformats.org/officeDocument/2006/relationships/slideLayout" Target="../slideLayouts/slideLayout14.xml"/><Relationship Id="rId6" Type="http://schemas.openxmlformats.org/officeDocument/2006/relationships/image" Target="../media/image34.png"/><Relationship Id="rId5" Type="http://schemas.openxmlformats.org/officeDocument/2006/relationships/image" Target="../media/image21.png"/><Relationship Id="rId4" Type="http://schemas.openxmlformats.org/officeDocument/2006/relationships/image" Target="../media/image33.png"/></Relationships>
</file>

<file path=ppt/slides/_rels/slide36.xml.rels><?xml version="1.0" encoding="UTF-8" standalone="yes"?>
<Relationships xmlns="http://schemas.openxmlformats.org/package/2006/relationships"><Relationship Id="rId8" Type="http://schemas.openxmlformats.org/officeDocument/2006/relationships/hyperlink" Target="https://www.freepik.com/free-photo/young-couple-watching-movie-cinema_4767399.htm/?utm_source=slidesgo_template&amp;utm_medium=referral-link&amp;utm_campaign=sg_resources&amp;utm_content=freepik" TargetMode="External"/><Relationship Id="rId3" Type="http://schemas.openxmlformats.org/officeDocument/2006/relationships/hyperlink" Target="https://www.freepik.com/free-vector/cartoon-movie-producing-horizontal-banners_17806732.htm/?utm_source=slidesgo_template&amp;utm_medium=referral-link&amp;utm_campaign=sg_resources&amp;utm_content=freepik" TargetMode="External"/><Relationship Id="rId7" Type="http://schemas.openxmlformats.org/officeDocument/2006/relationships/hyperlink" Target="https://www.freepik.com/free-photo/happy-family-sitting-cinema_4767402.htm/?utm_source=slidesgo_template&amp;utm_medium=referral-link&amp;utm_campaign=sg_resources&amp;utm_content=freepik" TargetMode="External"/><Relationship Id="rId2" Type="http://schemas.openxmlformats.org/officeDocument/2006/relationships/notesSlide" Target="../notesSlides/notesSlide35.xml"/><Relationship Id="rId1" Type="http://schemas.openxmlformats.org/officeDocument/2006/relationships/slideLayout" Target="../slideLayouts/slideLayout20.xml"/><Relationship Id="rId6" Type="http://schemas.openxmlformats.org/officeDocument/2006/relationships/hyperlink" Target="https://www.freepik.com/free-vector/remote-working-scenes-elements_12553853.htm/?utm_source=slidesgo_template&amp;utm_medium=referral-link&amp;utm_campaign=sg_resources&amp;utm_content=freepik" TargetMode="External"/><Relationship Id="rId5" Type="http://schemas.openxmlformats.org/officeDocument/2006/relationships/hyperlink" Target="https://www.freepik.com/free-vector/movie-banners-with-cinema-material_848040.htm/?utm_source=slidesgo_template&amp;utm_medium=referral-link&amp;utm_campaign=sg_resources&amp;utm_content=freepik" TargetMode="External"/><Relationship Id="rId10" Type="http://schemas.openxmlformats.org/officeDocument/2006/relationships/image" Target="../media/image22.png"/><Relationship Id="rId4" Type="http://schemas.openxmlformats.org/officeDocument/2006/relationships/hyperlink" Target="https://www.freepik.com/free-vector/cartoon-working-day-scene-illustration_13900048.htm/?utm_source=slidesgo_template&amp;utm_medium=referral-link&amp;utm_campaign=sg_resources&amp;utm_content=freepik" TargetMode="External"/><Relationship Id="rId9" Type="http://schemas.openxmlformats.org/officeDocument/2006/relationships/image" Target="../media/image26.png"/></Relationships>
</file>

<file path=ppt/slides/_rels/slide37.xml.rels><?xml version="1.0" encoding="UTF-8" standalone="yes"?>
<Relationships xmlns="http://schemas.openxmlformats.org/package/2006/relationships"><Relationship Id="rId8" Type="http://schemas.openxmlformats.org/officeDocument/2006/relationships/hyperlink" Target="https://www.freepik.com/free-photo/happy-family-sitting-cinema_4767424.htm/?utm_source=slidesgo_template&amp;utm_medium=referral-link&amp;utm_campaign=sg_resources&amp;utm_content=freepik" TargetMode="External"/><Relationship Id="rId3" Type="http://schemas.openxmlformats.org/officeDocument/2006/relationships/hyperlink" Target="https://www.freepik.com/free-vector/cartoon-film-director-collection_17806728.htmhttps:/docs.google.com/presentation/d/1iaE0P4t7Onie-WwEJmXE-vrGwch4w6qHf9xDkq3lX5c/edit#slide=id.gc842ee3463_0_39" TargetMode="External"/><Relationship Id="rId7" Type="http://schemas.openxmlformats.org/officeDocument/2006/relationships/hyperlink" Target="https://www.freepik.com/free-photo/boy-watching-movie-cinema_4768574.htm/?utm_source=slidesgo_template&amp;utm_medium=referral-link&amp;utm_campaign=sg_resources&amp;utm_content=freepik" TargetMode="External"/><Relationship Id="rId2" Type="http://schemas.openxmlformats.org/officeDocument/2006/relationships/notesSlide" Target="../notesSlides/notesSlide36.xml"/><Relationship Id="rId1" Type="http://schemas.openxmlformats.org/officeDocument/2006/relationships/slideLayout" Target="../slideLayouts/slideLayout20.xml"/><Relationship Id="rId6" Type="http://schemas.openxmlformats.org/officeDocument/2006/relationships/hyperlink" Target="https://www.freepik.com/free-vector/flat-world-graphics-day-illustration_12977984.htm/?utm_source=slidesgo_template&amp;utm_medium=referral-link&amp;utm_campaign=sg_resources&amp;utm_content=freepik" TargetMode="External"/><Relationship Id="rId5" Type="http://schemas.openxmlformats.org/officeDocument/2006/relationships/hyperlink" Target="https://www.freepik.com/premium-vector/cartoon-movie-producing-collection_17806729.htm/?utm_source=slidesgo_template&amp;utm_medium=referral-link&amp;utm_campaign=sg_resources&amp;utm_content=freepik" TargetMode="External"/><Relationship Id="rId10" Type="http://schemas.openxmlformats.org/officeDocument/2006/relationships/image" Target="../media/image11.png"/><Relationship Id="rId4" Type="http://schemas.openxmlformats.org/officeDocument/2006/relationships/hyperlink" Target="https://www.freepik.com/free-vector/cartoon-movie-producing-background_17806730.htm/?utm_source=slidesgo_template&amp;utm_medium=referral-link&amp;utm_campaign=sg_resources&amp;utm_content=freepik" TargetMode="External"/><Relationship Id="rId9" Type="http://schemas.openxmlformats.org/officeDocument/2006/relationships/image" Target="../media/image37.png"/></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9.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434"/>
        <p:cNvGrpSpPr/>
        <p:nvPr/>
      </p:nvGrpSpPr>
      <p:grpSpPr>
        <a:xfrm>
          <a:off x="0" y="0"/>
          <a:ext cx="0" cy="0"/>
          <a:chOff x="0" y="0"/>
          <a:chExt cx="0" cy="0"/>
        </a:xfrm>
      </p:grpSpPr>
      <p:pic>
        <p:nvPicPr>
          <p:cNvPr id="435" name="Google Shape;435;p34"/>
          <p:cNvPicPr preferRelativeResize="0"/>
          <p:nvPr/>
        </p:nvPicPr>
        <p:blipFill rotWithShape="1">
          <a:blip r:embed="rId3">
            <a:alphaModFix/>
          </a:blip>
          <a:srcRect l="25007" t="40373" r="22399" b="44658"/>
          <a:stretch/>
        </p:blipFill>
        <p:spPr>
          <a:xfrm>
            <a:off x="2135932" y="4238726"/>
            <a:ext cx="2558093" cy="409501"/>
          </a:xfrm>
          <a:prstGeom prst="rect">
            <a:avLst/>
          </a:prstGeom>
          <a:noFill/>
          <a:ln>
            <a:noFill/>
          </a:ln>
        </p:spPr>
      </p:pic>
      <p:pic>
        <p:nvPicPr>
          <p:cNvPr id="436" name="Google Shape;436;p34"/>
          <p:cNvPicPr preferRelativeResize="0"/>
          <p:nvPr/>
        </p:nvPicPr>
        <p:blipFill rotWithShape="1">
          <a:blip r:embed="rId3">
            <a:alphaModFix/>
          </a:blip>
          <a:srcRect l="25007" t="40373" r="22399" b="44658"/>
          <a:stretch/>
        </p:blipFill>
        <p:spPr>
          <a:xfrm>
            <a:off x="605925" y="4459675"/>
            <a:ext cx="1905000" cy="297651"/>
          </a:xfrm>
          <a:prstGeom prst="rect">
            <a:avLst/>
          </a:prstGeom>
          <a:noFill/>
          <a:ln>
            <a:noFill/>
          </a:ln>
        </p:spPr>
      </p:pic>
      <p:pic>
        <p:nvPicPr>
          <p:cNvPr id="437" name="Google Shape;437;p34"/>
          <p:cNvPicPr preferRelativeResize="0"/>
          <p:nvPr/>
        </p:nvPicPr>
        <p:blipFill>
          <a:blip r:embed="rId4">
            <a:alphaModFix/>
          </a:blip>
          <a:stretch>
            <a:fillRect/>
          </a:stretch>
        </p:blipFill>
        <p:spPr>
          <a:xfrm>
            <a:off x="791312" y="553575"/>
            <a:ext cx="3692300" cy="4036355"/>
          </a:xfrm>
          <a:prstGeom prst="rect">
            <a:avLst/>
          </a:prstGeom>
          <a:noFill/>
          <a:ln>
            <a:noFill/>
          </a:ln>
        </p:spPr>
      </p:pic>
      <p:sp>
        <p:nvSpPr>
          <p:cNvPr id="438" name="Google Shape;438;p34"/>
          <p:cNvSpPr txBox="1">
            <a:spLocks noGrp="1"/>
          </p:cNvSpPr>
          <p:nvPr>
            <p:ph type="ctrTitle"/>
          </p:nvPr>
        </p:nvSpPr>
        <p:spPr>
          <a:xfrm>
            <a:off x="4702600" y="671800"/>
            <a:ext cx="3802500" cy="3358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dirty="0" smtClean="0"/>
              <a:t>Auditions Analysis System</a:t>
            </a:r>
            <a:endParaRPr sz="3600" dirty="0"/>
          </a:p>
        </p:txBody>
      </p:sp>
      <p:sp>
        <p:nvSpPr>
          <p:cNvPr id="439" name="Google Shape;439;p34"/>
          <p:cNvSpPr txBox="1">
            <a:spLocks noGrp="1"/>
          </p:cNvSpPr>
          <p:nvPr>
            <p:ph type="subTitle" idx="1"/>
          </p:nvPr>
        </p:nvSpPr>
        <p:spPr>
          <a:xfrm>
            <a:off x="4989203" y="3471199"/>
            <a:ext cx="3370051" cy="828975"/>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dirty="0" smtClean="0"/>
              <a:t>Mehraeel Philip, Fatema Milad, Sama Gehad, Marwan Ahmed, Mo’men Mohie &amp; Jana Ahmed</a:t>
            </a:r>
            <a:endParaRPr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491"/>
        <p:cNvGrpSpPr/>
        <p:nvPr/>
      </p:nvGrpSpPr>
      <p:grpSpPr>
        <a:xfrm>
          <a:off x="0" y="0"/>
          <a:ext cx="0" cy="0"/>
          <a:chOff x="0" y="0"/>
          <a:chExt cx="0" cy="0"/>
        </a:xfrm>
      </p:grpSpPr>
      <p:pic>
        <p:nvPicPr>
          <p:cNvPr id="492" name="Google Shape;492;p39"/>
          <p:cNvPicPr preferRelativeResize="0"/>
          <p:nvPr/>
        </p:nvPicPr>
        <p:blipFill rotWithShape="1">
          <a:blip r:embed="rId3">
            <a:alphaModFix/>
          </a:blip>
          <a:srcRect l="25007" t="40373" r="22399" b="44658"/>
          <a:stretch/>
        </p:blipFill>
        <p:spPr>
          <a:xfrm>
            <a:off x="921500" y="4238338"/>
            <a:ext cx="1699450" cy="297751"/>
          </a:xfrm>
          <a:prstGeom prst="rect">
            <a:avLst/>
          </a:prstGeom>
          <a:noFill/>
          <a:ln>
            <a:noFill/>
          </a:ln>
        </p:spPr>
      </p:pic>
      <p:pic>
        <p:nvPicPr>
          <p:cNvPr id="493" name="Google Shape;493;p39"/>
          <p:cNvPicPr preferRelativeResize="0"/>
          <p:nvPr/>
        </p:nvPicPr>
        <p:blipFill rotWithShape="1">
          <a:blip r:embed="rId3">
            <a:alphaModFix/>
          </a:blip>
          <a:srcRect l="25007" t="40373" r="22399" b="44658"/>
          <a:stretch/>
        </p:blipFill>
        <p:spPr>
          <a:xfrm>
            <a:off x="6402877" y="4126588"/>
            <a:ext cx="2683123" cy="409501"/>
          </a:xfrm>
          <a:prstGeom prst="rect">
            <a:avLst/>
          </a:prstGeom>
          <a:noFill/>
          <a:ln>
            <a:noFill/>
          </a:ln>
        </p:spPr>
      </p:pic>
      <p:sp>
        <p:nvSpPr>
          <p:cNvPr id="495" name="Google Shape;495;p39"/>
          <p:cNvSpPr txBox="1">
            <a:spLocks noGrp="1"/>
          </p:cNvSpPr>
          <p:nvPr>
            <p:ph type="title"/>
          </p:nvPr>
        </p:nvSpPr>
        <p:spPr>
          <a:xfrm>
            <a:off x="2741125" y="1964175"/>
            <a:ext cx="3661800" cy="1277100"/>
          </a:xfrm>
          <a:prstGeom prst="rect">
            <a:avLst/>
          </a:prstGeom>
        </p:spPr>
        <p:txBody>
          <a:bodyPr spcFirstLastPara="1" wrap="square" lIns="91425" tIns="91425" rIns="91425" bIns="91425" anchor="ctr" anchorCtr="0">
            <a:noAutofit/>
          </a:bodyPr>
          <a:lstStyle/>
          <a:p>
            <a:r>
              <a:rPr lang="en-US" dirty="0"/>
              <a:t>Architecture Recap</a:t>
            </a:r>
          </a:p>
        </p:txBody>
      </p:sp>
      <p:sp>
        <p:nvSpPr>
          <p:cNvPr id="496" name="Google Shape;496;p39"/>
          <p:cNvSpPr txBox="1">
            <a:spLocks noGrp="1"/>
          </p:cNvSpPr>
          <p:nvPr>
            <p:ph type="title" idx="2"/>
          </p:nvPr>
        </p:nvSpPr>
        <p:spPr>
          <a:xfrm>
            <a:off x="2862275" y="935550"/>
            <a:ext cx="3419400" cy="9414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01</a:t>
            </a:r>
            <a:endParaRPr/>
          </a:p>
        </p:txBody>
      </p:sp>
      <p:sp>
        <p:nvSpPr>
          <p:cNvPr id="497" name="Google Shape;497;p39"/>
          <p:cNvSpPr/>
          <p:nvPr/>
        </p:nvSpPr>
        <p:spPr>
          <a:xfrm>
            <a:off x="8111050" y="1964175"/>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498" name="Google Shape;498;p39"/>
          <p:cNvPicPr preferRelativeResize="0"/>
          <p:nvPr/>
        </p:nvPicPr>
        <p:blipFill>
          <a:blip r:embed="rId4">
            <a:alphaModFix/>
          </a:blip>
          <a:stretch>
            <a:fillRect/>
          </a:stretch>
        </p:blipFill>
        <p:spPr>
          <a:xfrm>
            <a:off x="6519800" y="821431"/>
            <a:ext cx="1905050" cy="3500639"/>
          </a:xfrm>
          <a:prstGeom prst="rect">
            <a:avLst/>
          </a:prstGeom>
          <a:noFill/>
          <a:ln>
            <a:noFill/>
          </a:ln>
        </p:spPr>
      </p:pic>
      <p:pic>
        <p:nvPicPr>
          <p:cNvPr id="499" name="Google Shape;499;p39"/>
          <p:cNvPicPr preferRelativeResize="0"/>
          <p:nvPr/>
        </p:nvPicPr>
        <p:blipFill>
          <a:blip r:embed="rId5">
            <a:alphaModFix/>
          </a:blip>
          <a:stretch>
            <a:fillRect/>
          </a:stretch>
        </p:blipFill>
        <p:spPr>
          <a:xfrm>
            <a:off x="1085425" y="866775"/>
            <a:ext cx="1699450" cy="3500651"/>
          </a:xfrm>
          <a:prstGeom prst="rect">
            <a:avLst/>
          </a:prstGeom>
          <a:noFill/>
          <a:ln>
            <a:noFill/>
          </a:ln>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719"/>
        <p:cNvGrpSpPr/>
        <p:nvPr/>
      </p:nvGrpSpPr>
      <p:grpSpPr>
        <a:xfrm>
          <a:off x="0" y="0"/>
          <a:ext cx="0" cy="0"/>
          <a:chOff x="0" y="0"/>
          <a:chExt cx="0" cy="0"/>
        </a:xfrm>
      </p:grpSpPr>
      <p:sp>
        <p:nvSpPr>
          <p:cNvPr id="720" name="Google Shape;720;p55"/>
          <p:cNvSpPr txBox="1">
            <a:spLocks noGrp="1"/>
          </p:cNvSpPr>
          <p:nvPr>
            <p:ph type="title"/>
          </p:nvPr>
        </p:nvSpPr>
        <p:spPr>
          <a:xfrm>
            <a:off x="720000" y="532925"/>
            <a:ext cx="7704000" cy="440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dirty="0" smtClean="0"/>
              <a:t>COMPONENT DIAGRAM</a:t>
            </a:r>
            <a:endParaRPr dirty="0"/>
          </a:p>
        </p:txBody>
      </p:sp>
      <p:sp>
        <p:nvSpPr>
          <p:cNvPr id="721" name="Google Shape;721;p55"/>
          <p:cNvSpPr/>
          <p:nvPr/>
        </p:nvSpPr>
        <p:spPr>
          <a:xfrm>
            <a:off x="1432575" y="2483025"/>
            <a:ext cx="1003500" cy="1003500"/>
          </a:xfrm>
          <a:prstGeom prst="ellipse">
            <a:avLst/>
          </a:prstGeom>
          <a:solidFill>
            <a:schemeClr val="lt2"/>
          </a:solidFill>
          <a:ln>
            <a:noFill/>
          </a:ln>
          <a:effectLst>
            <a:outerShdw blurRad="71438" dist="47625" dir="3000000" algn="bl" rotWithShape="0">
              <a:srgbClr val="000000">
                <a:alpha val="22000"/>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2" name="Google Shape;722;p55"/>
          <p:cNvSpPr/>
          <p:nvPr/>
        </p:nvSpPr>
        <p:spPr>
          <a:xfrm>
            <a:off x="3241825" y="2483025"/>
            <a:ext cx="1003500" cy="1003500"/>
          </a:xfrm>
          <a:prstGeom prst="ellipse">
            <a:avLst/>
          </a:prstGeom>
          <a:solidFill>
            <a:schemeClr val="lt2"/>
          </a:solidFill>
          <a:ln>
            <a:noFill/>
          </a:ln>
          <a:effectLst>
            <a:outerShdw blurRad="71438" dist="47625" dir="3000000" algn="bl" rotWithShape="0">
              <a:srgbClr val="000000">
                <a:alpha val="22000"/>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3" name="Google Shape;723;p55"/>
          <p:cNvSpPr/>
          <p:nvPr/>
        </p:nvSpPr>
        <p:spPr>
          <a:xfrm>
            <a:off x="4974873" y="2483025"/>
            <a:ext cx="1003500" cy="1003500"/>
          </a:xfrm>
          <a:prstGeom prst="ellipse">
            <a:avLst/>
          </a:prstGeom>
          <a:solidFill>
            <a:schemeClr val="lt2"/>
          </a:solidFill>
          <a:ln>
            <a:noFill/>
          </a:ln>
          <a:effectLst>
            <a:outerShdw blurRad="71438" dist="47625" dir="3000000" algn="bl" rotWithShape="0">
              <a:srgbClr val="000000">
                <a:alpha val="22000"/>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 name="Google Shape;724;p55"/>
          <p:cNvSpPr/>
          <p:nvPr/>
        </p:nvSpPr>
        <p:spPr>
          <a:xfrm>
            <a:off x="6707925" y="2483025"/>
            <a:ext cx="1003500" cy="1003500"/>
          </a:xfrm>
          <a:prstGeom prst="ellipse">
            <a:avLst/>
          </a:prstGeom>
          <a:solidFill>
            <a:schemeClr val="lt2"/>
          </a:solidFill>
          <a:ln>
            <a:noFill/>
          </a:ln>
          <a:effectLst>
            <a:outerShdw blurRad="71438" dist="47625" dir="3000000" algn="bl" rotWithShape="0">
              <a:srgbClr val="000000">
                <a:alpha val="22000"/>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725" name="Google Shape;725;p55"/>
          <p:cNvCxnSpPr>
            <a:stCxn id="721" idx="6"/>
            <a:endCxn id="722" idx="2"/>
          </p:cNvCxnSpPr>
          <p:nvPr/>
        </p:nvCxnSpPr>
        <p:spPr>
          <a:xfrm>
            <a:off x="2436075" y="2984775"/>
            <a:ext cx="805800" cy="0"/>
          </a:xfrm>
          <a:prstGeom prst="straightConnector1">
            <a:avLst/>
          </a:prstGeom>
          <a:noFill/>
          <a:ln w="19050" cap="flat" cmpd="sng">
            <a:solidFill>
              <a:schemeClr val="lt2"/>
            </a:solidFill>
            <a:prstDash val="solid"/>
            <a:round/>
            <a:headEnd type="none" w="med" len="med"/>
            <a:tailEnd type="none" w="med" len="med"/>
          </a:ln>
        </p:spPr>
      </p:cxnSp>
      <p:cxnSp>
        <p:nvCxnSpPr>
          <p:cNvPr id="726" name="Google Shape;726;p55"/>
          <p:cNvCxnSpPr>
            <a:stCxn id="722" idx="6"/>
            <a:endCxn id="723" idx="2"/>
          </p:cNvCxnSpPr>
          <p:nvPr/>
        </p:nvCxnSpPr>
        <p:spPr>
          <a:xfrm>
            <a:off x="4245325" y="2984775"/>
            <a:ext cx="729600" cy="0"/>
          </a:xfrm>
          <a:prstGeom prst="straightConnector1">
            <a:avLst/>
          </a:prstGeom>
          <a:noFill/>
          <a:ln w="19050" cap="flat" cmpd="sng">
            <a:solidFill>
              <a:schemeClr val="lt2"/>
            </a:solidFill>
            <a:prstDash val="solid"/>
            <a:round/>
            <a:headEnd type="none" w="med" len="med"/>
            <a:tailEnd type="none" w="med" len="med"/>
          </a:ln>
        </p:spPr>
      </p:cxnSp>
      <p:cxnSp>
        <p:nvCxnSpPr>
          <p:cNvPr id="727" name="Google Shape;727;p55"/>
          <p:cNvCxnSpPr>
            <a:stCxn id="723" idx="6"/>
            <a:endCxn id="724" idx="2"/>
          </p:cNvCxnSpPr>
          <p:nvPr/>
        </p:nvCxnSpPr>
        <p:spPr>
          <a:xfrm>
            <a:off x="5978373" y="2984775"/>
            <a:ext cx="729600" cy="0"/>
          </a:xfrm>
          <a:prstGeom prst="straightConnector1">
            <a:avLst/>
          </a:prstGeom>
          <a:noFill/>
          <a:ln w="19050" cap="flat" cmpd="sng">
            <a:solidFill>
              <a:schemeClr val="lt2"/>
            </a:solidFill>
            <a:prstDash val="solid"/>
            <a:round/>
            <a:headEnd type="none" w="med" len="med"/>
            <a:tailEnd type="none" w="med" len="med"/>
          </a:ln>
        </p:spPr>
      </p:cxnSp>
      <p:sp>
        <p:nvSpPr>
          <p:cNvPr id="728" name="Google Shape;728;p55"/>
          <p:cNvSpPr txBox="1"/>
          <p:nvPr/>
        </p:nvSpPr>
        <p:spPr>
          <a:xfrm>
            <a:off x="640725" y="1406900"/>
            <a:ext cx="2587200" cy="400200"/>
          </a:xfrm>
          <a:prstGeom prst="rect">
            <a:avLst/>
          </a:prstGeom>
          <a:noFill/>
          <a:ln>
            <a:noFill/>
          </a:ln>
          <a:effectLst>
            <a:outerShdw blurRad="71438" dist="47625" dir="2940000" algn="bl" rotWithShape="0">
              <a:srgbClr val="000000">
                <a:alpha val="21000"/>
              </a:srgbClr>
            </a:outerShdw>
          </a:effectLst>
        </p:spPr>
        <p:txBody>
          <a:bodyPr spcFirstLastPara="1" wrap="square" lIns="91425" tIns="91425" rIns="91425" bIns="91425" anchor="ctr" anchorCtr="0">
            <a:noAutofit/>
          </a:bodyPr>
          <a:lstStyle/>
          <a:p>
            <a:pPr marL="0" lvl="0" indent="0" algn="ctr" rtl="0">
              <a:spcBef>
                <a:spcPts val="0"/>
              </a:spcBef>
              <a:spcAft>
                <a:spcPts val="0"/>
              </a:spcAft>
              <a:buNone/>
            </a:pPr>
            <a:r>
              <a:rPr lang="en" sz="2500" dirty="0" smtClean="0">
                <a:solidFill>
                  <a:schemeClr val="lt2"/>
                </a:solidFill>
                <a:latin typeface="Righteous"/>
                <a:ea typeface="Righteous"/>
                <a:cs typeface="Righteous"/>
                <a:sym typeface="Righteous"/>
              </a:rPr>
              <a:t>Director</a:t>
            </a:r>
            <a:endParaRPr sz="2500" dirty="0">
              <a:solidFill>
                <a:schemeClr val="lt2"/>
              </a:solidFill>
              <a:latin typeface="Righteous"/>
              <a:ea typeface="Righteous"/>
              <a:cs typeface="Righteous"/>
              <a:sym typeface="Righteous"/>
            </a:endParaRPr>
          </a:p>
        </p:txBody>
      </p:sp>
      <p:sp>
        <p:nvSpPr>
          <p:cNvPr id="729" name="Google Shape;729;p55"/>
          <p:cNvSpPr txBox="1"/>
          <p:nvPr/>
        </p:nvSpPr>
        <p:spPr>
          <a:xfrm>
            <a:off x="1117425" y="1854113"/>
            <a:ext cx="1613700" cy="4422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US" dirty="0" smtClean="0">
                <a:solidFill>
                  <a:schemeClr val="dk1"/>
                </a:solidFill>
                <a:latin typeface="Comic Neue"/>
                <a:ea typeface="Comic Neue"/>
                <a:cs typeface="Comic Neue"/>
                <a:sym typeface="Comic Neue"/>
              </a:rPr>
              <a:t>S</a:t>
            </a:r>
            <a:r>
              <a:rPr lang="en" dirty="0" smtClean="0">
                <a:solidFill>
                  <a:schemeClr val="dk1"/>
                </a:solidFill>
                <a:latin typeface="Comic Neue"/>
                <a:ea typeface="Comic Neue"/>
                <a:cs typeface="Comic Neue"/>
                <a:sym typeface="Comic Neue"/>
              </a:rPr>
              <a:t>pecifications form</a:t>
            </a:r>
            <a:endParaRPr dirty="0">
              <a:solidFill>
                <a:schemeClr val="lt2"/>
              </a:solidFill>
              <a:latin typeface="Comic Neue"/>
              <a:ea typeface="Comic Neue"/>
              <a:cs typeface="Comic Neue"/>
              <a:sym typeface="Comic Neue"/>
            </a:endParaRPr>
          </a:p>
        </p:txBody>
      </p:sp>
      <p:sp>
        <p:nvSpPr>
          <p:cNvPr id="730" name="Google Shape;730;p55"/>
          <p:cNvSpPr txBox="1"/>
          <p:nvPr/>
        </p:nvSpPr>
        <p:spPr>
          <a:xfrm>
            <a:off x="2449973" y="3577275"/>
            <a:ext cx="2587200" cy="400200"/>
          </a:xfrm>
          <a:prstGeom prst="rect">
            <a:avLst/>
          </a:prstGeom>
          <a:noFill/>
          <a:ln>
            <a:noFill/>
          </a:ln>
          <a:effectLst>
            <a:outerShdw blurRad="71438" dist="47625" dir="2940000" algn="bl" rotWithShape="0">
              <a:srgbClr val="000000">
                <a:alpha val="21000"/>
              </a:srgbClr>
            </a:outerShdw>
          </a:effectLst>
        </p:spPr>
        <p:txBody>
          <a:bodyPr spcFirstLastPara="1" wrap="square" lIns="91425" tIns="91425" rIns="91425" bIns="91425" anchor="ctr" anchorCtr="0">
            <a:noAutofit/>
          </a:bodyPr>
          <a:lstStyle/>
          <a:p>
            <a:pPr marL="0" lvl="0" indent="0" algn="ctr" rtl="0">
              <a:spcBef>
                <a:spcPts val="0"/>
              </a:spcBef>
              <a:spcAft>
                <a:spcPts val="0"/>
              </a:spcAft>
              <a:buNone/>
            </a:pPr>
            <a:r>
              <a:rPr lang="en" sz="2500" dirty="0" smtClean="0">
                <a:solidFill>
                  <a:schemeClr val="lt2"/>
                </a:solidFill>
                <a:latin typeface="Righteous"/>
                <a:ea typeface="Righteous"/>
                <a:cs typeface="Righteous"/>
                <a:sym typeface="Righteous"/>
              </a:rPr>
              <a:t>Auditions</a:t>
            </a:r>
            <a:endParaRPr sz="2500" dirty="0">
              <a:solidFill>
                <a:schemeClr val="lt2"/>
              </a:solidFill>
              <a:latin typeface="Righteous"/>
              <a:ea typeface="Righteous"/>
              <a:cs typeface="Righteous"/>
              <a:sym typeface="Righteous"/>
            </a:endParaRPr>
          </a:p>
        </p:txBody>
      </p:sp>
      <p:sp>
        <p:nvSpPr>
          <p:cNvPr id="731" name="Google Shape;731;p55"/>
          <p:cNvSpPr txBox="1"/>
          <p:nvPr/>
        </p:nvSpPr>
        <p:spPr>
          <a:xfrm>
            <a:off x="2936723" y="4016550"/>
            <a:ext cx="1613700" cy="4422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US" dirty="0" smtClean="0">
                <a:solidFill>
                  <a:schemeClr val="dk1"/>
                </a:solidFill>
                <a:latin typeface="Comic Neue"/>
                <a:ea typeface="Comic Neue"/>
                <a:cs typeface="Comic Neue"/>
                <a:sym typeface="Comic Neue"/>
              </a:rPr>
              <a:t>U</a:t>
            </a:r>
            <a:r>
              <a:rPr lang="en" dirty="0" smtClean="0">
                <a:solidFill>
                  <a:schemeClr val="dk1"/>
                </a:solidFill>
                <a:latin typeface="Comic Neue"/>
                <a:ea typeface="Comic Neue"/>
                <a:cs typeface="Comic Neue"/>
                <a:sym typeface="Comic Neue"/>
              </a:rPr>
              <a:t>ploading or live recording</a:t>
            </a:r>
            <a:endParaRPr dirty="0">
              <a:solidFill>
                <a:schemeClr val="dk1"/>
              </a:solidFill>
              <a:latin typeface="Comic Neue"/>
              <a:ea typeface="Comic Neue"/>
              <a:cs typeface="Comic Neue"/>
              <a:sym typeface="Comic Neue"/>
            </a:endParaRPr>
          </a:p>
        </p:txBody>
      </p:sp>
      <p:sp>
        <p:nvSpPr>
          <p:cNvPr id="732" name="Google Shape;732;p55"/>
          <p:cNvSpPr txBox="1"/>
          <p:nvPr/>
        </p:nvSpPr>
        <p:spPr>
          <a:xfrm>
            <a:off x="5916074" y="3577275"/>
            <a:ext cx="2587200" cy="400200"/>
          </a:xfrm>
          <a:prstGeom prst="rect">
            <a:avLst/>
          </a:prstGeom>
          <a:noFill/>
          <a:ln>
            <a:noFill/>
          </a:ln>
          <a:effectLst>
            <a:outerShdw blurRad="71438" dist="47625" dir="2940000" algn="bl" rotWithShape="0">
              <a:srgbClr val="000000">
                <a:alpha val="21000"/>
              </a:srgbClr>
            </a:outerShdw>
          </a:effectLst>
        </p:spPr>
        <p:txBody>
          <a:bodyPr spcFirstLastPara="1" wrap="square" lIns="91425" tIns="91425" rIns="91425" bIns="91425" anchor="ctr" anchorCtr="0">
            <a:noAutofit/>
          </a:bodyPr>
          <a:lstStyle/>
          <a:p>
            <a:pPr marL="0" lvl="0" indent="0" algn="ctr" rtl="0">
              <a:spcBef>
                <a:spcPts val="0"/>
              </a:spcBef>
              <a:spcAft>
                <a:spcPts val="0"/>
              </a:spcAft>
              <a:buNone/>
            </a:pPr>
            <a:r>
              <a:rPr lang="en" sz="2500" dirty="0" smtClean="0">
                <a:solidFill>
                  <a:schemeClr val="lt2"/>
                </a:solidFill>
                <a:latin typeface="Righteous"/>
                <a:ea typeface="Righteous"/>
                <a:cs typeface="Righteous"/>
                <a:sym typeface="Righteous"/>
              </a:rPr>
              <a:t>Reports</a:t>
            </a:r>
            <a:endParaRPr sz="2500" dirty="0">
              <a:solidFill>
                <a:schemeClr val="lt2"/>
              </a:solidFill>
              <a:latin typeface="Righteous"/>
              <a:ea typeface="Righteous"/>
              <a:cs typeface="Righteous"/>
              <a:sym typeface="Righteous"/>
            </a:endParaRPr>
          </a:p>
        </p:txBody>
      </p:sp>
      <p:sp>
        <p:nvSpPr>
          <p:cNvPr id="733" name="Google Shape;733;p55"/>
          <p:cNvSpPr txBox="1"/>
          <p:nvPr/>
        </p:nvSpPr>
        <p:spPr>
          <a:xfrm>
            <a:off x="6443088" y="3999207"/>
            <a:ext cx="1613700" cy="64765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dirty="0" smtClean="0">
                <a:solidFill>
                  <a:schemeClr val="dk1"/>
                </a:solidFill>
                <a:latin typeface="Comic Neue"/>
                <a:ea typeface="Comic Neue"/>
                <a:cs typeface="Comic Neue"/>
                <a:sym typeface="Comic Neue"/>
              </a:rPr>
              <a:t>PDF reports with scoring and evaluation metrics</a:t>
            </a:r>
            <a:endParaRPr dirty="0">
              <a:solidFill>
                <a:schemeClr val="dk1"/>
              </a:solidFill>
              <a:latin typeface="Comic Neue"/>
              <a:ea typeface="Comic Neue"/>
              <a:cs typeface="Comic Neue"/>
              <a:sym typeface="Comic Neue"/>
            </a:endParaRPr>
          </a:p>
        </p:txBody>
      </p:sp>
      <p:sp>
        <p:nvSpPr>
          <p:cNvPr id="734" name="Google Shape;734;p55"/>
          <p:cNvSpPr/>
          <p:nvPr/>
        </p:nvSpPr>
        <p:spPr>
          <a:xfrm>
            <a:off x="3526357" y="2715577"/>
            <a:ext cx="434437" cy="538397"/>
          </a:xfrm>
          <a:custGeom>
            <a:avLst/>
            <a:gdLst/>
            <a:ahLst/>
            <a:cxnLst/>
            <a:rect l="l" t="t" r="r" b="b"/>
            <a:pathLst>
              <a:path w="11212" h="13895" extrusionOk="0">
                <a:moveTo>
                  <a:pt x="6168" y="6523"/>
                </a:moveTo>
                <a:lnTo>
                  <a:pt x="6168" y="7687"/>
                </a:lnTo>
                <a:lnTo>
                  <a:pt x="3063" y="7687"/>
                </a:lnTo>
                <a:lnTo>
                  <a:pt x="3063" y="6523"/>
                </a:lnTo>
                <a:close/>
                <a:moveTo>
                  <a:pt x="2631" y="1"/>
                </a:moveTo>
                <a:cubicBezTo>
                  <a:pt x="2499" y="1"/>
                  <a:pt x="2364" y="11"/>
                  <a:pt x="2228" y="33"/>
                </a:cubicBezTo>
                <a:cubicBezTo>
                  <a:pt x="1159" y="203"/>
                  <a:pt x="307" y="1084"/>
                  <a:pt x="148" y="2154"/>
                </a:cubicBezTo>
                <a:cubicBezTo>
                  <a:pt x="1" y="3143"/>
                  <a:pt x="419" y="4046"/>
                  <a:pt x="1126" y="4584"/>
                </a:cubicBezTo>
                <a:lnTo>
                  <a:pt x="1124" y="4584"/>
                </a:lnTo>
                <a:lnTo>
                  <a:pt x="1124" y="10015"/>
                </a:lnTo>
                <a:lnTo>
                  <a:pt x="3092" y="10015"/>
                </a:lnTo>
                <a:lnTo>
                  <a:pt x="1064" y="13894"/>
                </a:lnTo>
                <a:lnTo>
                  <a:pt x="2193" y="13894"/>
                </a:lnTo>
                <a:lnTo>
                  <a:pt x="4229" y="9964"/>
                </a:lnTo>
                <a:lnTo>
                  <a:pt x="4229" y="13894"/>
                </a:lnTo>
                <a:lnTo>
                  <a:pt x="5393" y="13894"/>
                </a:lnTo>
                <a:lnTo>
                  <a:pt x="5393" y="9964"/>
                </a:lnTo>
                <a:lnTo>
                  <a:pt x="7152" y="13894"/>
                </a:lnTo>
                <a:lnTo>
                  <a:pt x="8403" y="13894"/>
                </a:lnTo>
                <a:lnTo>
                  <a:pt x="6356" y="10015"/>
                </a:lnTo>
                <a:lnTo>
                  <a:pt x="8496" y="10015"/>
                </a:lnTo>
                <a:lnTo>
                  <a:pt x="8496" y="8962"/>
                </a:lnTo>
                <a:lnTo>
                  <a:pt x="11211" y="10028"/>
                </a:lnTo>
                <a:lnTo>
                  <a:pt x="11211" y="4829"/>
                </a:lnTo>
                <a:lnTo>
                  <a:pt x="8496" y="5894"/>
                </a:lnTo>
                <a:lnTo>
                  <a:pt x="8496" y="4583"/>
                </a:lnTo>
                <a:lnTo>
                  <a:pt x="8494" y="4583"/>
                </a:lnTo>
                <a:cubicBezTo>
                  <a:pt x="9198" y="4046"/>
                  <a:pt x="9618" y="3141"/>
                  <a:pt x="9472" y="2152"/>
                </a:cubicBezTo>
                <a:cubicBezTo>
                  <a:pt x="9313" y="1082"/>
                  <a:pt x="8459" y="200"/>
                  <a:pt x="7391" y="33"/>
                </a:cubicBezTo>
                <a:cubicBezTo>
                  <a:pt x="7255" y="11"/>
                  <a:pt x="7120" y="1"/>
                  <a:pt x="6988" y="1"/>
                </a:cubicBezTo>
                <a:cubicBezTo>
                  <a:pt x="6057" y="1"/>
                  <a:pt x="5244" y="516"/>
                  <a:pt x="4810" y="1279"/>
                </a:cubicBezTo>
                <a:cubicBezTo>
                  <a:pt x="4376" y="516"/>
                  <a:pt x="3563" y="1"/>
                  <a:pt x="263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35" name="Google Shape;735;p55"/>
          <p:cNvGrpSpPr/>
          <p:nvPr/>
        </p:nvGrpSpPr>
        <p:grpSpPr>
          <a:xfrm>
            <a:off x="6992445" y="2703239"/>
            <a:ext cx="434461" cy="563072"/>
            <a:chOff x="4806050" y="2679700"/>
            <a:chExt cx="269500" cy="349300"/>
          </a:xfrm>
        </p:grpSpPr>
        <p:sp>
          <p:nvSpPr>
            <p:cNvPr id="736" name="Google Shape;736;p55"/>
            <p:cNvSpPr/>
            <p:nvPr/>
          </p:nvSpPr>
          <p:spPr>
            <a:xfrm>
              <a:off x="4806050" y="2679700"/>
              <a:ext cx="269500" cy="145600"/>
            </a:xfrm>
            <a:custGeom>
              <a:avLst/>
              <a:gdLst/>
              <a:ahLst/>
              <a:cxnLst/>
              <a:rect l="l" t="t" r="r" b="b"/>
              <a:pathLst>
                <a:path w="10780" h="5824" extrusionOk="0">
                  <a:moveTo>
                    <a:pt x="6661" y="2541"/>
                  </a:moveTo>
                  <a:cubicBezTo>
                    <a:pt x="6903" y="2541"/>
                    <a:pt x="7136" y="2730"/>
                    <a:pt x="7136" y="3015"/>
                  </a:cubicBezTo>
                  <a:cubicBezTo>
                    <a:pt x="7136" y="3275"/>
                    <a:pt x="6925" y="3487"/>
                    <a:pt x="6664" y="3487"/>
                  </a:cubicBezTo>
                  <a:cubicBezTo>
                    <a:pt x="6244" y="3487"/>
                    <a:pt x="6032" y="2978"/>
                    <a:pt x="6330" y="2681"/>
                  </a:cubicBezTo>
                  <a:cubicBezTo>
                    <a:pt x="6427" y="2584"/>
                    <a:pt x="6545" y="2541"/>
                    <a:pt x="6661" y="2541"/>
                  </a:cubicBezTo>
                  <a:close/>
                  <a:moveTo>
                    <a:pt x="2883" y="3171"/>
                  </a:moveTo>
                  <a:cubicBezTo>
                    <a:pt x="3126" y="3171"/>
                    <a:pt x="3359" y="3359"/>
                    <a:pt x="3359" y="3644"/>
                  </a:cubicBezTo>
                  <a:cubicBezTo>
                    <a:pt x="3359" y="3905"/>
                    <a:pt x="3148" y="4116"/>
                    <a:pt x="2886" y="4116"/>
                  </a:cubicBezTo>
                  <a:cubicBezTo>
                    <a:pt x="2465" y="4116"/>
                    <a:pt x="2256" y="3607"/>
                    <a:pt x="2552" y="3310"/>
                  </a:cubicBezTo>
                  <a:cubicBezTo>
                    <a:pt x="2648" y="3214"/>
                    <a:pt x="2767" y="3171"/>
                    <a:pt x="2883" y="3171"/>
                  </a:cubicBezTo>
                  <a:close/>
                  <a:moveTo>
                    <a:pt x="5087" y="4116"/>
                  </a:moveTo>
                  <a:cubicBezTo>
                    <a:pt x="5330" y="4116"/>
                    <a:pt x="5563" y="4304"/>
                    <a:pt x="5563" y="4589"/>
                  </a:cubicBezTo>
                  <a:cubicBezTo>
                    <a:pt x="5563" y="4849"/>
                    <a:pt x="5351" y="5060"/>
                    <a:pt x="5090" y="5060"/>
                  </a:cubicBezTo>
                  <a:cubicBezTo>
                    <a:pt x="4669" y="5060"/>
                    <a:pt x="4459" y="4552"/>
                    <a:pt x="4756" y="4255"/>
                  </a:cubicBezTo>
                  <a:cubicBezTo>
                    <a:pt x="4852" y="4159"/>
                    <a:pt x="4970" y="4116"/>
                    <a:pt x="5087" y="4116"/>
                  </a:cubicBezTo>
                  <a:close/>
                  <a:moveTo>
                    <a:pt x="4410" y="0"/>
                  </a:moveTo>
                  <a:cubicBezTo>
                    <a:pt x="3532" y="0"/>
                    <a:pt x="2675" y="491"/>
                    <a:pt x="2272" y="1369"/>
                  </a:cubicBezTo>
                  <a:cubicBezTo>
                    <a:pt x="928" y="1559"/>
                    <a:pt x="74" y="2903"/>
                    <a:pt x="472" y="4200"/>
                  </a:cubicBezTo>
                  <a:cubicBezTo>
                    <a:pt x="111" y="4660"/>
                    <a:pt x="0" y="5267"/>
                    <a:pt x="174" y="5824"/>
                  </a:cubicBezTo>
                  <a:lnTo>
                    <a:pt x="10114" y="5824"/>
                  </a:lnTo>
                  <a:cubicBezTo>
                    <a:pt x="10779" y="4654"/>
                    <a:pt x="10252" y="3166"/>
                    <a:pt x="8997" y="2678"/>
                  </a:cubicBezTo>
                  <a:cubicBezTo>
                    <a:pt x="8948" y="1456"/>
                    <a:pt x="7935" y="561"/>
                    <a:pt x="6796" y="561"/>
                  </a:cubicBezTo>
                  <a:cubicBezTo>
                    <a:pt x="6554" y="561"/>
                    <a:pt x="6307" y="601"/>
                    <a:pt x="6063" y="687"/>
                  </a:cubicBezTo>
                  <a:cubicBezTo>
                    <a:pt x="6004" y="626"/>
                    <a:pt x="5940" y="570"/>
                    <a:pt x="5873" y="516"/>
                  </a:cubicBezTo>
                  <a:cubicBezTo>
                    <a:pt x="5435" y="166"/>
                    <a:pt x="4919" y="0"/>
                    <a:pt x="441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7" name="Google Shape;737;p55"/>
            <p:cNvSpPr/>
            <p:nvPr/>
          </p:nvSpPr>
          <p:spPr>
            <a:xfrm>
              <a:off x="4825375" y="2854375"/>
              <a:ext cx="72300" cy="174625"/>
            </a:xfrm>
            <a:custGeom>
              <a:avLst/>
              <a:gdLst/>
              <a:ahLst/>
              <a:cxnLst/>
              <a:rect l="l" t="t" r="r" b="b"/>
              <a:pathLst>
                <a:path w="2892" h="6985" extrusionOk="0">
                  <a:moveTo>
                    <a:pt x="1" y="1"/>
                  </a:moveTo>
                  <a:lnTo>
                    <a:pt x="925" y="6985"/>
                  </a:lnTo>
                  <a:lnTo>
                    <a:pt x="2891" y="6985"/>
                  </a:lnTo>
                  <a:lnTo>
                    <a:pt x="233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8" name="Google Shape;738;p55"/>
            <p:cNvSpPr/>
            <p:nvPr/>
          </p:nvSpPr>
          <p:spPr>
            <a:xfrm>
              <a:off x="4976575" y="2854375"/>
              <a:ext cx="72500" cy="174625"/>
            </a:xfrm>
            <a:custGeom>
              <a:avLst/>
              <a:gdLst/>
              <a:ahLst/>
              <a:cxnLst/>
              <a:rect l="l" t="t" r="r" b="b"/>
              <a:pathLst>
                <a:path w="2900" h="6985" extrusionOk="0">
                  <a:moveTo>
                    <a:pt x="561" y="1"/>
                  </a:moveTo>
                  <a:lnTo>
                    <a:pt x="1" y="6985"/>
                  </a:lnTo>
                  <a:lnTo>
                    <a:pt x="1978" y="6985"/>
                  </a:lnTo>
                  <a:lnTo>
                    <a:pt x="290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9" name="Google Shape;739;p55"/>
            <p:cNvSpPr/>
            <p:nvPr/>
          </p:nvSpPr>
          <p:spPr>
            <a:xfrm>
              <a:off x="4908450" y="2854375"/>
              <a:ext cx="57325" cy="174625"/>
            </a:xfrm>
            <a:custGeom>
              <a:avLst/>
              <a:gdLst/>
              <a:ahLst/>
              <a:cxnLst/>
              <a:rect l="l" t="t" r="r" b="b"/>
              <a:pathLst>
                <a:path w="2293" h="6985" extrusionOk="0">
                  <a:moveTo>
                    <a:pt x="0" y="1"/>
                  </a:moveTo>
                  <a:lnTo>
                    <a:pt x="561" y="6985"/>
                  </a:lnTo>
                  <a:lnTo>
                    <a:pt x="1731" y="6985"/>
                  </a:lnTo>
                  <a:lnTo>
                    <a:pt x="229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40" name="Google Shape;740;p55"/>
          <p:cNvSpPr/>
          <p:nvPr/>
        </p:nvSpPr>
        <p:spPr>
          <a:xfrm>
            <a:off x="5228201" y="2784676"/>
            <a:ext cx="496842" cy="400206"/>
          </a:xfrm>
          <a:custGeom>
            <a:avLst/>
            <a:gdLst/>
            <a:ahLst/>
            <a:cxnLst/>
            <a:rect l="l" t="t" r="r" b="b"/>
            <a:pathLst>
              <a:path w="13969" h="11252" extrusionOk="0">
                <a:moveTo>
                  <a:pt x="3105" y="1939"/>
                </a:moveTo>
                <a:lnTo>
                  <a:pt x="3105" y="3103"/>
                </a:lnTo>
                <a:lnTo>
                  <a:pt x="1941" y="3105"/>
                </a:lnTo>
                <a:lnTo>
                  <a:pt x="1941" y="1939"/>
                </a:lnTo>
                <a:close/>
                <a:moveTo>
                  <a:pt x="11641" y="1939"/>
                </a:moveTo>
                <a:lnTo>
                  <a:pt x="11641" y="3103"/>
                </a:lnTo>
                <a:lnTo>
                  <a:pt x="10477" y="3105"/>
                </a:lnTo>
                <a:lnTo>
                  <a:pt x="10477" y="1939"/>
                </a:lnTo>
                <a:close/>
                <a:moveTo>
                  <a:pt x="3105" y="4269"/>
                </a:moveTo>
                <a:lnTo>
                  <a:pt x="3105" y="5433"/>
                </a:lnTo>
                <a:lnTo>
                  <a:pt x="1943" y="5433"/>
                </a:lnTo>
                <a:lnTo>
                  <a:pt x="1943" y="4269"/>
                </a:lnTo>
                <a:close/>
                <a:moveTo>
                  <a:pt x="11641" y="4269"/>
                </a:moveTo>
                <a:lnTo>
                  <a:pt x="11641" y="5433"/>
                </a:lnTo>
                <a:lnTo>
                  <a:pt x="10477" y="5433"/>
                </a:lnTo>
                <a:lnTo>
                  <a:pt x="10477" y="4269"/>
                </a:lnTo>
                <a:close/>
                <a:moveTo>
                  <a:pt x="3105" y="6208"/>
                </a:moveTo>
                <a:lnTo>
                  <a:pt x="3105" y="7372"/>
                </a:lnTo>
                <a:lnTo>
                  <a:pt x="1943" y="7372"/>
                </a:lnTo>
                <a:lnTo>
                  <a:pt x="1943" y="6208"/>
                </a:lnTo>
                <a:close/>
                <a:moveTo>
                  <a:pt x="11641" y="6208"/>
                </a:moveTo>
                <a:lnTo>
                  <a:pt x="11641" y="7372"/>
                </a:lnTo>
                <a:lnTo>
                  <a:pt x="10477" y="7372"/>
                </a:lnTo>
                <a:lnTo>
                  <a:pt x="10477" y="6208"/>
                </a:lnTo>
                <a:close/>
                <a:moveTo>
                  <a:pt x="6210" y="3414"/>
                </a:moveTo>
                <a:lnTo>
                  <a:pt x="9765" y="5631"/>
                </a:lnTo>
                <a:lnTo>
                  <a:pt x="6210" y="7847"/>
                </a:lnTo>
                <a:lnTo>
                  <a:pt x="6210" y="6786"/>
                </a:lnTo>
                <a:lnTo>
                  <a:pt x="4269" y="7894"/>
                </a:lnTo>
                <a:lnTo>
                  <a:pt x="4269" y="3461"/>
                </a:lnTo>
                <a:lnTo>
                  <a:pt x="6210" y="4568"/>
                </a:lnTo>
                <a:lnTo>
                  <a:pt x="6210" y="3414"/>
                </a:lnTo>
                <a:close/>
                <a:moveTo>
                  <a:pt x="3105" y="8148"/>
                </a:moveTo>
                <a:lnTo>
                  <a:pt x="3105" y="9312"/>
                </a:lnTo>
                <a:lnTo>
                  <a:pt x="1943" y="9312"/>
                </a:lnTo>
                <a:lnTo>
                  <a:pt x="1943" y="8148"/>
                </a:lnTo>
                <a:close/>
                <a:moveTo>
                  <a:pt x="11641" y="8148"/>
                </a:moveTo>
                <a:lnTo>
                  <a:pt x="11641" y="9312"/>
                </a:lnTo>
                <a:lnTo>
                  <a:pt x="10477" y="9312"/>
                </a:lnTo>
                <a:lnTo>
                  <a:pt x="10477" y="8148"/>
                </a:lnTo>
                <a:close/>
                <a:moveTo>
                  <a:pt x="1" y="1"/>
                </a:moveTo>
                <a:lnTo>
                  <a:pt x="1" y="11251"/>
                </a:lnTo>
                <a:lnTo>
                  <a:pt x="13968" y="11251"/>
                </a:lnTo>
                <a:lnTo>
                  <a:pt x="13968"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41" name="Google Shape;741;p55"/>
          <p:cNvGrpSpPr/>
          <p:nvPr/>
        </p:nvGrpSpPr>
        <p:grpSpPr>
          <a:xfrm>
            <a:off x="1717105" y="2768695"/>
            <a:ext cx="434439" cy="432165"/>
            <a:chOff x="-50503000" y="3921175"/>
            <a:chExt cx="300900" cy="299325"/>
          </a:xfrm>
        </p:grpSpPr>
        <p:sp>
          <p:nvSpPr>
            <p:cNvPr id="742" name="Google Shape;742;p55"/>
            <p:cNvSpPr/>
            <p:nvPr/>
          </p:nvSpPr>
          <p:spPr>
            <a:xfrm>
              <a:off x="-50432900" y="3921175"/>
              <a:ext cx="177250" cy="53575"/>
            </a:xfrm>
            <a:custGeom>
              <a:avLst/>
              <a:gdLst/>
              <a:ahLst/>
              <a:cxnLst/>
              <a:rect l="l" t="t" r="r" b="b"/>
              <a:pathLst>
                <a:path w="7090" h="2143" extrusionOk="0">
                  <a:moveTo>
                    <a:pt x="1" y="0"/>
                  </a:moveTo>
                  <a:lnTo>
                    <a:pt x="1" y="2143"/>
                  </a:lnTo>
                  <a:lnTo>
                    <a:pt x="7089" y="2143"/>
                  </a:lnTo>
                  <a:lnTo>
                    <a:pt x="7089"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3" name="Google Shape;743;p55"/>
            <p:cNvSpPr/>
            <p:nvPr/>
          </p:nvSpPr>
          <p:spPr>
            <a:xfrm>
              <a:off x="-50503000" y="3921175"/>
              <a:ext cx="52800" cy="53575"/>
            </a:xfrm>
            <a:custGeom>
              <a:avLst/>
              <a:gdLst/>
              <a:ahLst/>
              <a:cxnLst/>
              <a:rect l="l" t="t" r="r" b="b"/>
              <a:pathLst>
                <a:path w="2112" h="2143" extrusionOk="0">
                  <a:moveTo>
                    <a:pt x="1797" y="0"/>
                  </a:moveTo>
                  <a:cubicBezTo>
                    <a:pt x="1734" y="0"/>
                    <a:pt x="1671" y="0"/>
                    <a:pt x="1639" y="63"/>
                  </a:cubicBezTo>
                  <a:lnTo>
                    <a:pt x="221" y="756"/>
                  </a:lnTo>
                  <a:cubicBezTo>
                    <a:pt x="95" y="851"/>
                    <a:pt x="1" y="945"/>
                    <a:pt x="1" y="1071"/>
                  </a:cubicBezTo>
                  <a:cubicBezTo>
                    <a:pt x="1" y="1197"/>
                    <a:pt x="95" y="1323"/>
                    <a:pt x="221" y="1386"/>
                  </a:cubicBezTo>
                  <a:lnTo>
                    <a:pt x="1639" y="2111"/>
                  </a:lnTo>
                  <a:cubicBezTo>
                    <a:pt x="1671" y="2143"/>
                    <a:pt x="1765" y="2143"/>
                    <a:pt x="1797" y="2143"/>
                  </a:cubicBezTo>
                  <a:lnTo>
                    <a:pt x="2112" y="2143"/>
                  </a:lnTo>
                  <a:lnTo>
                    <a:pt x="2112"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 name="Google Shape;744;p55"/>
            <p:cNvSpPr/>
            <p:nvPr/>
          </p:nvSpPr>
          <p:spPr>
            <a:xfrm>
              <a:off x="-50237550" y="3921175"/>
              <a:ext cx="35450" cy="53575"/>
            </a:xfrm>
            <a:custGeom>
              <a:avLst/>
              <a:gdLst/>
              <a:ahLst/>
              <a:cxnLst/>
              <a:rect l="l" t="t" r="r" b="b"/>
              <a:pathLst>
                <a:path w="1418" h="2143" extrusionOk="0">
                  <a:moveTo>
                    <a:pt x="0" y="0"/>
                  </a:moveTo>
                  <a:lnTo>
                    <a:pt x="0" y="2143"/>
                  </a:lnTo>
                  <a:lnTo>
                    <a:pt x="347" y="2143"/>
                  </a:lnTo>
                  <a:cubicBezTo>
                    <a:pt x="945" y="2143"/>
                    <a:pt x="1418" y="1670"/>
                    <a:pt x="1418" y="1071"/>
                  </a:cubicBezTo>
                  <a:cubicBezTo>
                    <a:pt x="1418" y="473"/>
                    <a:pt x="945" y="0"/>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 name="Google Shape;745;p55"/>
            <p:cNvSpPr/>
            <p:nvPr/>
          </p:nvSpPr>
          <p:spPr>
            <a:xfrm>
              <a:off x="-50414775" y="4045625"/>
              <a:ext cx="159125" cy="122875"/>
            </a:xfrm>
            <a:custGeom>
              <a:avLst/>
              <a:gdLst/>
              <a:ahLst/>
              <a:cxnLst/>
              <a:rect l="l" t="t" r="r" b="b"/>
              <a:pathLst>
                <a:path w="6365" h="4915" extrusionOk="0">
                  <a:moveTo>
                    <a:pt x="0" y="0"/>
                  </a:moveTo>
                  <a:lnTo>
                    <a:pt x="0" y="4915"/>
                  </a:lnTo>
                  <a:lnTo>
                    <a:pt x="6364" y="4915"/>
                  </a:lnTo>
                  <a:lnTo>
                    <a:pt x="636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6" name="Google Shape;746;p55"/>
            <p:cNvSpPr/>
            <p:nvPr/>
          </p:nvSpPr>
          <p:spPr>
            <a:xfrm>
              <a:off x="-50503000" y="3992050"/>
              <a:ext cx="300900" cy="228450"/>
            </a:xfrm>
            <a:custGeom>
              <a:avLst/>
              <a:gdLst/>
              <a:ahLst/>
              <a:cxnLst/>
              <a:rect l="l" t="t" r="r" b="b"/>
              <a:pathLst>
                <a:path w="12036" h="9138" extrusionOk="0">
                  <a:moveTo>
                    <a:pt x="1797" y="1387"/>
                  </a:moveTo>
                  <a:cubicBezTo>
                    <a:pt x="1986" y="1387"/>
                    <a:pt x="2143" y="1544"/>
                    <a:pt x="2143" y="1733"/>
                  </a:cubicBezTo>
                  <a:lnTo>
                    <a:pt x="2143" y="3151"/>
                  </a:lnTo>
                  <a:cubicBezTo>
                    <a:pt x="2143" y="3372"/>
                    <a:pt x="1986" y="3529"/>
                    <a:pt x="1797" y="3529"/>
                  </a:cubicBezTo>
                  <a:cubicBezTo>
                    <a:pt x="1608" y="3529"/>
                    <a:pt x="1450" y="3372"/>
                    <a:pt x="1450" y="3151"/>
                  </a:cubicBezTo>
                  <a:lnTo>
                    <a:pt x="1450" y="1733"/>
                  </a:lnTo>
                  <a:cubicBezTo>
                    <a:pt x="1450" y="1544"/>
                    <a:pt x="1608" y="1387"/>
                    <a:pt x="1797" y="1387"/>
                  </a:cubicBezTo>
                  <a:close/>
                  <a:moveTo>
                    <a:pt x="1797" y="4222"/>
                  </a:moveTo>
                  <a:cubicBezTo>
                    <a:pt x="1986" y="4222"/>
                    <a:pt x="2143" y="4380"/>
                    <a:pt x="2143" y="4569"/>
                  </a:cubicBezTo>
                  <a:cubicBezTo>
                    <a:pt x="2143" y="4789"/>
                    <a:pt x="1986" y="4947"/>
                    <a:pt x="1797" y="4947"/>
                  </a:cubicBezTo>
                  <a:cubicBezTo>
                    <a:pt x="1576" y="4947"/>
                    <a:pt x="1419" y="4789"/>
                    <a:pt x="1419" y="4569"/>
                  </a:cubicBezTo>
                  <a:cubicBezTo>
                    <a:pt x="1419" y="4380"/>
                    <a:pt x="1576" y="4222"/>
                    <a:pt x="1797" y="4222"/>
                  </a:cubicBezTo>
                  <a:close/>
                  <a:moveTo>
                    <a:pt x="1797" y="5609"/>
                  </a:moveTo>
                  <a:cubicBezTo>
                    <a:pt x="1986" y="5609"/>
                    <a:pt x="2143" y="5766"/>
                    <a:pt x="2143" y="5955"/>
                  </a:cubicBezTo>
                  <a:lnTo>
                    <a:pt x="2143" y="7373"/>
                  </a:lnTo>
                  <a:cubicBezTo>
                    <a:pt x="2143" y="7562"/>
                    <a:pt x="1986" y="7719"/>
                    <a:pt x="1797" y="7719"/>
                  </a:cubicBezTo>
                  <a:cubicBezTo>
                    <a:pt x="1608" y="7719"/>
                    <a:pt x="1450" y="7562"/>
                    <a:pt x="1450" y="7373"/>
                  </a:cubicBezTo>
                  <a:lnTo>
                    <a:pt x="1450" y="5955"/>
                  </a:lnTo>
                  <a:cubicBezTo>
                    <a:pt x="1450" y="5766"/>
                    <a:pt x="1608" y="5609"/>
                    <a:pt x="1797" y="5609"/>
                  </a:cubicBezTo>
                  <a:close/>
                  <a:moveTo>
                    <a:pt x="10272" y="1387"/>
                  </a:moveTo>
                  <a:cubicBezTo>
                    <a:pt x="10461" y="1387"/>
                    <a:pt x="10618" y="1544"/>
                    <a:pt x="10618" y="1733"/>
                  </a:cubicBezTo>
                  <a:lnTo>
                    <a:pt x="10618" y="7373"/>
                  </a:lnTo>
                  <a:cubicBezTo>
                    <a:pt x="10618" y="7562"/>
                    <a:pt x="10461" y="7719"/>
                    <a:pt x="10272" y="7719"/>
                  </a:cubicBezTo>
                  <a:lnTo>
                    <a:pt x="3183" y="7719"/>
                  </a:lnTo>
                  <a:cubicBezTo>
                    <a:pt x="2962" y="7719"/>
                    <a:pt x="2805" y="7562"/>
                    <a:pt x="2805" y="7373"/>
                  </a:cubicBezTo>
                  <a:lnTo>
                    <a:pt x="2805" y="1733"/>
                  </a:lnTo>
                  <a:cubicBezTo>
                    <a:pt x="2805" y="1544"/>
                    <a:pt x="2962" y="1387"/>
                    <a:pt x="3183" y="1387"/>
                  </a:cubicBezTo>
                  <a:close/>
                  <a:moveTo>
                    <a:pt x="1072" y="1"/>
                  </a:moveTo>
                  <a:cubicBezTo>
                    <a:pt x="474" y="1"/>
                    <a:pt x="1" y="473"/>
                    <a:pt x="1" y="1072"/>
                  </a:cubicBezTo>
                  <a:lnTo>
                    <a:pt x="1" y="8097"/>
                  </a:lnTo>
                  <a:cubicBezTo>
                    <a:pt x="1" y="8664"/>
                    <a:pt x="474" y="9137"/>
                    <a:pt x="1072" y="9137"/>
                  </a:cubicBezTo>
                  <a:lnTo>
                    <a:pt x="10965" y="9137"/>
                  </a:lnTo>
                  <a:cubicBezTo>
                    <a:pt x="11563" y="9137"/>
                    <a:pt x="12036" y="8664"/>
                    <a:pt x="12036" y="8097"/>
                  </a:cubicBezTo>
                  <a:lnTo>
                    <a:pt x="12036" y="1072"/>
                  </a:lnTo>
                  <a:cubicBezTo>
                    <a:pt x="12036" y="473"/>
                    <a:pt x="11563" y="1"/>
                    <a:pt x="109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47" name="Google Shape;747;p55"/>
          <p:cNvSpPr txBox="1"/>
          <p:nvPr/>
        </p:nvSpPr>
        <p:spPr>
          <a:xfrm>
            <a:off x="3960800" y="1406900"/>
            <a:ext cx="2934600" cy="400200"/>
          </a:xfrm>
          <a:prstGeom prst="rect">
            <a:avLst/>
          </a:prstGeom>
          <a:noFill/>
          <a:ln>
            <a:noFill/>
          </a:ln>
          <a:effectLst>
            <a:outerShdw blurRad="71438" dist="47625" dir="2940000" algn="bl" rotWithShape="0">
              <a:srgbClr val="000000">
                <a:alpha val="21000"/>
              </a:srgbClr>
            </a:outerShdw>
          </a:effectLst>
        </p:spPr>
        <p:txBody>
          <a:bodyPr spcFirstLastPara="1" wrap="square" lIns="91425" tIns="91425" rIns="91425" bIns="91425" anchor="ctr" anchorCtr="0">
            <a:noAutofit/>
          </a:bodyPr>
          <a:lstStyle/>
          <a:p>
            <a:pPr marL="0" lvl="0" indent="0" algn="ctr" rtl="0">
              <a:spcBef>
                <a:spcPts val="0"/>
              </a:spcBef>
              <a:spcAft>
                <a:spcPts val="0"/>
              </a:spcAft>
              <a:buNone/>
            </a:pPr>
            <a:r>
              <a:rPr lang="en" sz="2500" dirty="0" smtClean="0">
                <a:solidFill>
                  <a:schemeClr val="lt2"/>
                </a:solidFill>
                <a:latin typeface="Righteous"/>
                <a:ea typeface="Righteous"/>
                <a:cs typeface="Righteous"/>
                <a:sym typeface="Righteous"/>
              </a:rPr>
              <a:t>Models</a:t>
            </a:r>
            <a:endParaRPr sz="2500" dirty="0">
              <a:solidFill>
                <a:schemeClr val="lt2"/>
              </a:solidFill>
              <a:latin typeface="Righteous"/>
              <a:ea typeface="Righteous"/>
              <a:cs typeface="Righteous"/>
              <a:sym typeface="Righteous"/>
            </a:endParaRPr>
          </a:p>
        </p:txBody>
      </p:sp>
      <p:sp>
        <p:nvSpPr>
          <p:cNvPr id="748" name="Google Shape;748;p55"/>
          <p:cNvSpPr txBox="1"/>
          <p:nvPr/>
        </p:nvSpPr>
        <p:spPr>
          <a:xfrm>
            <a:off x="4621250" y="1854113"/>
            <a:ext cx="1613700" cy="4422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US" dirty="0" smtClean="0">
                <a:solidFill>
                  <a:schemeClr val="dk1"/>
                </a:solidFill>
                <a:latin typeface="Comic Neue"/>
                <a:ea typeface="Comic Neue"/>
                <a:cs typeface="Comic Neue"/>
                <a:sym typeface="Comic Neue"/>
              </a:rPr>
              <a:t>D</a:t>
            </a:r>
            <a:r>
              <a:rPr lang="en" dirty="0" smtClean="0">
                <a:solidFill>
                  <a:schemeClr val="dk1"/>
                </a:solidFill>
                <a:latin typeface="Comic Neue"/>
                <a:ea typeface="Comic Neue"/>
                <a:cs typeface="Comic Neue"/>
                <a:sym typeface="Comic Neue"/>
              </a:rPr>
              <a:t>ata processing and classification</a:t>
            </a:r>
            <a:endParaRPr dirty="0">
              <a:solidFill>
                <a:schemeClr val="dk1"/>
              </a:solidFill>
              <a:latin typeface="Comic Neue"/>
              <a:ea typeface="Comic Neue"/>
              <a:cs typeface="Comic Neue"/>
              <a:sym typeface="Comic Neue"/>
            </a:endParaRPr>
          </a:p>
        </p:txBody>
      </p:sp>
      <p:sp>
        <p:nvSpPr>
          <p:cNvPr id="2" name="Chevron 1"/>
          <p:cNvSpPr/>
          <p:nvPr/>
        </p:nvSpPr>
        <p:spPr>
          <a:xfrm>
            <a:off x="2731125" y="2871024"/>
            <a:ext cx="164014" cy="254539"/>
          </a:xfrm>
          <a:prstGeom prst="chevron">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solidFill>
                <a:schemeClr val="tx1"/>
              </a:solidFill>
            </a:endParaRPr>
          </a:p>
        </p:txBody>
      </p:sp>
      <p:sp>
        <p:nvSpPr>
          <p:cNvPr id="32" name="Chevron 31"/>
          <p:cNvSpPr/>
          <p:nvPr/>
        </p:nvSpPr>
        <p:spPr>
          <a:xfrm>
            <a:off x="4520161" y="2846047"/>
            <a:ext cx="164014" cy="254539"/>
          </a:xfrm>
          <a:prstGeom prst="chevron">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solidFill>
                <a:schemeClr val="tx1"/>
              </a:solidFill>
            </a:endParaRPr>
          </a:p>
        </p:txBody>
      </p:sp>
      <p:sp>
        <p:nvSpPr>
          <p:cNvPr id="33" name="Chevron 32"/>
          <p:cNvSpPr/>
          <p:nvPr/>
        </p:nvSpPr>
        <p:spPr>
          <a:xfrm>
            <a:off x="6298718" y="2843660"/>
            <a:ext cx="164014" cy="254539"/>
          </a:xfrm>
          <a:prstGeom prst="chevron">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solidFill>
                <a:schemeClr val="tx1"/>
              </a:solidFill>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658"/>
        <p:cNvGrpSpPr/>
        <p:nvPr/>
      </p:nvGrpSpPr>
      <p:grpSpPr>
        <a:xfrm>
          <a:off x="0" y="0"/>
          <a:ext cx="0" cy="0"/>
          <a:chOff x="0" y="0"/>
          <a:chExt cx="0" cy="0"/>
        </a:xfrm>
      </p:grpSpPr>
      <p:pic>
        <p:nvPicPr>
          <p:cNvPr id="659" name="Google Shape;659;p48"/>
          <p:cNvPicPr preferRelativeResize="0"/>
          <p:nvPr/>
        </p:nvPicPr>
        <p:blipFill>
          <a:blip r:embed="rId3">
            <a:alphaModFix/>
          </a:blip>
          <a:stretch>
            <a:fillRect/>
          </a:stretch>
        </p:blipFill>
        <p:spPr>
          <a:xfrm>
            <a:off x="4316838" y="932584"/>
            <a:ext cx="4138513" cy="3278333"/>
          </a:xfrm>
          <a:prstGeom prst="rect">
            <a:avLst/>
          </a:prstGeom>
          <a:noFill/>
          <a:ln>
            <a:noFill/>
          </a:ln>
        </p:spPr>
      </p:pic>
      <p:sp>
        <p:nvSpPr>
          <p:cNvPr id="660" name="Google Shape;660;p48"/>
          <p:cNvSpPr txBox="1">
            <a:spLocks noGrp="1"/>
          </p:cNvSpPr>
          <p:nvPr>
            <p:ph type="title"/>
          </p:nvPr>
        </p:nvSpPr>
        <p:spPr>
          <a:xfrm>
            <a:off x="715100" y="2308900"/>
            <a:ext cx="4025700" cy="1159200"/>
          </a:xfrm>
          <a:prstGeom prst="rect">
            <a:avLst/>
          </a:prstGeom>
        </p:spPr>
        <p:txBody>
          <a:bodyPr spcFirstLastPara="1" wrap="square" lIns="91425" tIns="91425" rIns="91425" bIns="91425" anchor="ctr" anchorCtr="0">
            <a:noAutofit/>
          </a:bodyPr>
          <a:lstStyle/>
          <a:p>
            <a:r>
              <a:rPr lang="en-US" dirty="0"/>
              <a:t>Implementation Overview</a:t>
            </a:r>
          </a:p>
        </p:txBody>
      </p:sp>
      <p:sp>
        <p:nvSpPr>
          <p:cNvPr id="662" name="Google Shape;662;p48"/>
          <p:cNvSpPr txBox="1">
            <a:spLocks noGrp="1"/>
          </p:cNvSpPr>
          <p:nvPr>
            <p:ph type="title" idx="2"/>
          </p:nvPr>
        </p:nvSpPr>
        <p:spPr>
          <a:xfrm>
            <a:off x="715100" y="1221675"/>
            <a:ext cx="3419400" cy="9414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02</a:t>
            </a:r>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651"/>
        <p:cNvGrpSpPr/>
        <p:nvPr/>
      </p:nvGrpSpPr>
      <p:grpSpPr>
        <a:xfrm>
          <a:off x="0" y="0"/>
          <a:ext cx="0" cy="0"/>
          <a:chOff x="0" y="0"/>
          <a:chExt cx="0" cy="0"/>
        </a:xfrm>
      </p:grpSpPr>
      <p:sp>
        <p:nvSpPr>
          <p:cNvPr id="652" name="Google Shape;652;p47"/>
          <p:cNvSpPr txBox="1">
            <a:spLocks noGrp="1"/>
          </p:cNvSpPr>
          <p:nvPr>
            <p:ph type="subTitle" idx="1"/>
          </p:nvPr>
        </p:nvSpPr>
        <p:spPr>
          <a:xfrm>
            <a:off x="715100" y="1115850"/>
            <a:ext cx="5523600" cy="22863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2000" dirty="0" smtClean="0"/>
              <a:t>The project code is organized to specify each functionality in a clear way to ease debugging and developing (OOP). Refinements in branches including ui, reliability and feedback was carried out to improve performance generally executing the functional requirements best approach possible. Design was enhanced based on advices given by doctors and experienced directors.</a:t>
            </a:r>
            <a:endParaRPr sz="2000" dirty="0"/>
          </a:p>
        </p:txBody>
      </p:sp>
      <p:sp>
        <p:nvSpPr>
          <p:cNvPr id="653" name="Google Shape;653;p47"/>
          <p:cNvSpPr txBox="1">
            <a:spLocks noGrp="1"/>
          </p:cNvSpPr>
          <p:nvPr>
            <p:ph type="title"/>
          </p:nvPr>
        </p:nvSpPr>
        <p:spPr>
          <a:xfrm>
            <a:off x="715100" y="3436600"/>
            <a:ext cx="5523600" cy="5319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2400" dirty="0" smtClean="0"/>
              <a:t>Overview</a:t>
            </a:r>
            <a:endParaRPr sz="2400" dirty="0"/>
          </a:p>
        </p:txBody>
      </p:sp>
      <p:pic>
        <p:nvPicPr>
          <p:cNvPr id="654" name="Google Shape;654;p47"/>
          <p:cNvPicPr preferRelativeResize="0"/>
          <p:nvPr/>
        </p:nvPicPr>
        <p:blipFill>
          <a:blip r:embed="rId3">
            <a:alphaModFix/>
          </a:blip>
          <a:stretch>
            <a:fillRect/>
          </a:stretch>
        </p:blipFill>
        <p:spPr>
          <a:xfrm rot="2700003">
            <a:off x="5639504" y="867374"/>
            <a:ext cx="1634159" cy="3505270"/>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pPr algn="ctr"/>
            <a:r>
              <a:rPr sz="2100" dirty="0">
                <a:solidFill>
                  <a:schemeClr val="tx1"/>
                </a:solidFill>
              </a:rPr>
              <a:t>Implementation Overview – System Workflow</a:t>
            </a:r>
          </a:p>
        </p:txBody>
      </p:sp>
      <p:graphicFrame>
        <p:nvGraphicFramePr>
          <p:cNvPr id="5" name="Content Placeholder 2">
            <a:extLst>
              <a:ext uri="{FF2B5EF4-FFF2-40B4-BE49-F238E27FC236}">
                <a16:creationId xmlns:a16="http://schemas.microsoft.com/office/drawing/2014/main" id="{3F93F52B-4BDF-19C6-AA4B-91B81822CCD5}"/>
              </a:ext>
            </a:extLst>
          </p:cNvPr>
          <p:cNvGraphicFramePr>
            <a:graphicFrameLocks noGrp="1"/>
          </p:cNvGraphicFramePr>
          <p:nvPr>
            <p:ph idx="1"/>
            <p:extLst>
              <p:ext uri="{D42A27DB-BD31-4B8C-83A1-F6EECF244321}">
                <p14:modId xmlns:p14="http://schemas.microsoft.com/office/powerpoint/2010/main" val="2271795063"/>
              </p:ext>
            </p:extLst>
          </p:nvPr>
        </p:nvGraphicFramePr>
        <p:xfrm>
          <a:off x="1080407" y="1098551"/>
          <a:ext cx="6983186" cy="375647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94167644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491"/>
        <p:cNvGrpSpPr/>
        <p:nvPr/>
      </p:nvGrpSpPr>
      <p:grpSpPr>
        <a:xfrm>
          <a:off x="0" y="0"/>
          <a:ext cx="0" cy="0"/>
          <a:chOff x="0" y="0"/>
          <a:chExt cx="0" cy="0"/>
        </a:xfrm>
      </p:grpSpPr>
      <p:pic>
        <p:nvPicPr>
          <p:cNvPr id="492" name="Google Shape;492;p39"/>
          <p:cNvPicPr preferRelativeResize="0"/>
          <p:nvPr/>
        </p:nvPicPr>
        <p:blipFill rotWithShape="1">
          <a:blip r:embed="rId3">
            <a:alphaModFix/>
          </a:blip>
          <a:srcRect l="25007" t="40373" r="22399" b="44658"/>
          <a:stretch/>
        </p:blipFill>
        <p:spPr>
          <a:xfrm>
            <a:off x="921500" y="4238338"/>
            <a:ext cx="1699450" cy="297751"/>
          </a:xfrm>
          <a:prstGeom prst="rect">
            <a:avLst/>
          </a:prstGeom>
          <a:noFill/>
          <a:ln>
            <a:noFill/>
          </a:ln>
        </p:spPr>
      </p:pic>
      <p:pic>
        <p:nvPicPr>
          <p:cNvPr id="493" name="Google Shape;493;p39"/>
          <p:cNvPicPr preferRelativeResize="0"/>
          <p:nvPr/>
        </p:nvPicPr>
        <p:blipFill rotWithShape="1">
          <a:blip r:embed="rId3">
            <a:alphaModFix/>
          </a:blip>
          <a:srcRect l="25007" t="40373" r="22399" b="44658"/>
          <a:stretch/>
        </p:blipFill>
        <p:spPr>
          <a:xfrm>
            <a:off x="6402877" y="4126588"/>
            <a:ext cx="2683123" cy="409501"/>
          </a:xfrm>
          <a:prstGeom prst="rect">
            <a:avLst/>
          </a:prstGeom>
          <a:noFill/>
          <a:ln>
            <a:noFill/>
          </a:ln>
        </p:spPr>
      </p:pic>
      <p:sp>
        <p:nvSpPr>
          <p:cNvPr id="495" name="Google Shape;495;p39"/>
          <p:cNvSpPr txBox="1">
            <a:spLocks noGrp="1"/>
          </p:cNvSpPr>
          <p:nvPr>
            <p:ph type="title"/>
          </p:nvPr>
        </p:nvSpPr>
        <p:spPr>
          <a:xfrm>
            <a:off x="2741125" y="1964175"/>
            <a:ext cx="3661800" cy="1938388"/>
          </a:xfrm>
          <a:prstGeom prst="rect">
            <a:avLst/>
          </a:prstGeom>
        </p:spPr>
        <p:txBody>
          <a:bodyPr spcFirstLastPara="1" wrap="square" lIns="91425" tIns="91425" rIns="91425" bIns="91425" anchor="ctr" anchorCtr="0">
            <a:noAutofit/>
          </a:bodyPr>
          <a:lstStyle/>
          <a:p>
            <a:r>
              <a:rPr lang="en-US" dirty="0"/>
              <a:t>Functional Coverage Mapping</a:t>
            </a:r>
          </a:p>
        </p:txBody>
      </p:sp>
      <p:sp>
        <p:nvSpPr>
          <p:cNvPr id="496" name="Google Shape;496;p39"/>
          <p:cNvSpPr txBox="1">
            <a:spLocks noGrp="1"/>
          </p:cNvSpPr>
          <p:nvPr>
            <p:ph type="title" idx="2"/>
          </p:nvPr>
        </p:nvSpPr>
        <p:spPr>
          <a:xfrm>
            <a:off x="2862275" y="935550"/>
            <a:ext cx="3419400" cy="9414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dirty="0" smtClean="0"/>
              <a:t>03</a:t>
            </a:r>
            <a:endParaRPr dirty="0"/>
          </a:p>
        </p:txBody>
      </p:sp>
      <p:sp>
        <p:nvSpPr>
          <p:cNvPr id="497" name="Google Shape;497;p39"/>
          <p:cNvSpPr/>
          <p:nvPr/>
        </p:nvSpPr>
        <p:spPr>
          <a:xfrm>
            <a:off x="8111050" y="1964175"/>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498" name="Google Shape;498;p39"/>
          <p:cNvPicPr preferRelativeResize="0"/>
          <p:nvPr/>
        </p:nvPicPr>
        <p:blipFill>
          <a:blip r:embed="rId4">
            <a:alphaModFix/>
          </a:blip>
          <a:stretch>
            <a:fillRect/>
          </a:stretch>
        </p:blipFill>
        <p:spPr>
          <a:xfrm>
            <a:off x="6519800" y="821431"/>
            <a:ext cx="1905050" cy="3500639"/>
          </a:xfrm>
          <a:prstGeom prst="rect">
            <a:avLst/>
          </a:prstGeom>
          <a:noFill/>
          <a:ln>
            <a:noFill/>
          </a:ln>
        </p:spPr>
      </p:pic>
      <p:pic>
        <p:nvPicPr>
          <p:cNvPr id="499" name="Google Shape;499;p39"/>
          <p:cNvPicPr preferRelativeResize="0"/>
          <p:nvPr/>
        </p:nvPicPr>
        <p:blipFill>
          <a:blip r:embed="rId5">
            <a:alphaModFix/>
          </a:blip>
          <a:stretch>
            <a:fillRect/>
          </a:stretch>
        </p:blipFill>
        <p:spPr>
          <a:xfrm>
            <a:off x="1085425" y="866775"/>
            <a:ext cx="1699450" cy="3500651"/>
          </a:xfrm>
          <a:prstGeom prst="rect">
            <a:avLst/>
          </a:prstGeom>
          <a:noFill/>
          <a:ln>
            <a:noFill/>
          </a:ln>
        </p:spPr>
      </p:pic>
    </p:spTree>
    <p:extLst>
      <p:ext uri="{BB962C8B-B14F-4D97-AF65-F5344CB8AC3E}">
        <p14:creationId xmlns:p14="http://schemas.microsoft.com/office/powerpoint/2010/main" val="404089728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658"/>
        <p:cNvGrpSpPr/>
        <p:nvPr/>
      </p:nvGrpSpPr>
      <p:grpSpPr>
        <a:xfrm>
          <a:off x="0" y="0"/>
          <a:ext cx="0" cy="0"/>
          <a:chOff x="0" y="0"/>
          <a:chExt cx="0" cy="0"/>
        </a:xfrm>
      </p:grpSpPr>
      <p:pic>
        <p:nvPicPr>
          <p:cNvPr id="659" name="Google Shape;659;p48"/>
          <p:cNvPicPr preferRelativeResize="0"/>
          <p:nvPr/>
        </p:nvPicPr>
        <p:blipFill>
          <a:blip r:embed="rId3">
            <a:alphaModFix/>
          </a:blip>
          <a:stretch>
            <a:fillRect/>
          </a:stretch>
        </p:blipFill>
        <p:spPr>
          <a:xfrm>
            <a:off x="4316838" y="932584"/>
            <a:ext cx="4138513" cy="3278333"/>
          </a:xfrm>
          <a:prstGeom prst="rect">
            <a:avLst/>
          </a:prstGeom>
          <a:noFill/>
          <a:ln>
            <a:noFill/>
          </a:ln>
        </p:spPr>
      </p:pic>
      <p:sp>
        <p:nvSpPr>
          <p:cNvPr id="660" name="Google Shape;660;p48"/>
          <p:cNvSpPr txBox="1">
            <a:spLocks noGrp="1"/>
          </p:cNvSpPr>
          <p:nvPr>
            <p:ph type="title"/>
          </p:nvPr>
        </p:nvSpPr>
        <p:spPr>
          <a:xfrm>
            <a:off x="715100" y="2308900"/>
            <a:ext cx="4025700" cy="1159200"/>
          </a:xfrm>
          <a:prstGeom prst="rect">
            <a:avLst/>
          </a:prstGeom>
        </p:spPr>
        <p:txBody>
          <a:bodyPr spcFirstLastPara="1" wrap="square" lIns="91425" tIns="91425" rIns="91425" bIns="91425" anchor="ctr" anchorCtr="0">
            <a:noAutofit/>
          </a:bodyPr>
          <a:lstStyle/>
          <a:p>
            <a:r>
              <a:rPr lang="en-US" dirty="0"/>
              <a:t>Code </a:t>
            </a:r>
            <a:r>
              <a:rPr lang="en-US" dirty="0" smtClean="0"/>
              <a:t>Structure &amp;</a:t>
            </a:r>
            <a:r>
              <a:rPr lang="en-US" dirty="0"/>
              <a:t> </a:t>
            </a:r>
            <a:r>
              <a:rPr lang="en-US" dirty="0" smtClean="0"/>
              <a:t>Core </a:t>
            </a:r>
            <a:r>
              <a:rPr lang="en-US" dirty="0"/>
              <a:t>Modules</a:t>
            </a:r>
            <a:endParaRPr lang="en-US" dirty="0"/>
          </a:p>
        </p:txBody>
      </p:sp>
      <p:sp>
        <p:nvSpPr>
          <p:cNvPr id="662" name="Google Shape;662;p48"/>
          <p:cNvSpPr txBox="1">
            <a:spLocks noGrp="1"/>
          </p:cNvSpPr>
          <p:nvPr>
            <p:ph type="title" idx="2"/>
          </p:nvPr>
        </p:nvSpPr>
        <p:spPr>
          <a:xfrm>
            <a:off x="715100" y="1221675"/>
            <a:ext cx="3419400" cy="9414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dirty="0" smtClean="0"/>
              <a:t>04</a:t>
            </a:r>
            <a:endParaRPr dirty="0"/>
          </a:p>
        </p:txBody>
      </p:sp>
    </p:spTree>
    <p:extLst>
      <p:ext uri="{BB962C8B-B14F-4D97-AF65-F5344CB8AC3E}">
        <p14:creationId xmlns:p14="http://schemas.microsoft.com/office/powerpoint/2010/main" val="150132061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491"/>
        <p:cNvGrpSpPr/>
        <p:nvPr/>
      </p:nvGrpSpPr>
      <p:grpSpPr>
        <a:xfrm>
          <a:off x="0" y="0"/>
          <a:ext cx="0" cy="0"/>
          <a:chOff x="0" y="0"/>
          <a:chExt cx="0" cy="0"/>
        </a:xfrm>
      </p:grpSpPr>
      <p:pic>
        <p:nvPicPr>
          <p:cNvPr id="492" name="Google Shape;492;p39"/>
          <p:cNvPicPr preferRelativeResize="0"/>
          <p:nvPr/>
        </p:nvPicPr>
        <p:blipFill rotWithShape="1">
          <a:blip r:embed="rId3">
            <a:alphaModFix/>
          </a:blip>
          <a:srcRect l="25007" t="40373" r="22399" b="44658"/>
          <a:stretch/>
        </p:blipFill>
        <p:spPr>
          <a:xfrm>
            <a:off x="921500" y="4238338"/>
            <a:ext cx="1699450" cy="297751"/>
          </a:xfrm>
          <a:prstGeom prst="rect">
            <a:avLst/>
          </a:prstGeom>
          <a:noFill/>
          <a:ln>
            <a:noFill/>
          </a:ln>
        </p:spPr>
      </p:pic>
      <p:pic>
        <p:nvPicPr>
          <p:cNvPr id="493" name="Google Shape;493;p39"/>
          <p:cNvPicPr preferRelativeResize="0"/>
          <p:nvPr/>
        </p:nvPicPr>
        <p:blipFill rotWithShape="1">
          <a:blip r:embed="rId3">
            <a:alphaModFix/>
          </a:blip>
          <a:srcRect l="25007" t="40373" r="22399" b="44658"/>
          <a:stretch/>
        </p:blipFill>
        <p:spPr>
          <a:xfrm>
            <a:off x="6402877" y="4126588"/>
            <a:ext cx="2683123" cy="409501"/>
          </a:xfrm>
          <a:prstGeom prst="rect">
            <a:avLst/>
          </a:prstGeom>
          <a:noFill/>
          <a:ln>
            <a:noFill/>
          </a:ln>
        </p:spPr>
      </p:pic>
      <p:sp>
        <p:nvSpPr>
          <p:cNvPr id="495" name="Google Shape;495;p39"/>
          <p:cNvSpPr txBox="1">
            <a:spLocks noGrp="1"/>
          </p:cNvSpPr>
          <p:nvPr>
            <p:ph type="title"/>
          </p:nvPr>
        </p:nvSpPr>
        <p:spPr>
          <a:xfrm>
            <a:off x="2532743" y="1964175"/>
            <a:ext cx="3870182" cy="1938388"/>
          </a:xfrm>
          <a:prstGeom prst="rect">
            <a:avLst/>
          </a:prstGeom>
        </p:spPr>
        <p:txBody>
          <a:bodyPr spcFirstLastPara="1" wrap="square" lIns="91425" tIns="91425" rIns="91425" bIns="91425" anchor="ctr" anchorCtr="0">
            <a:noAutofit/>
          </a:bodyPr>
          <a:lstStyle/>
          <a:p>
            <a:r>
              <a:rPr lang="en-US" dirty="0"/>
              <a:t>Architecture vs Implementation Alignment</a:t>
            </a:r>
          </a:p>
        </p:txBody>
      </p:sp>
      <p:sp>
        <p:nvSpPr>
          <p:cNvPr id="496" name="Google Shape;496;p39"/>
          <p:cNvSpPr txBox="1">
            <a:spLocks noGrp="1"/>
          </p:cNvSpPr>
          <p:nvPr>
            <p:ph type="title" idx="2"/>
          </p:nvPr>
        </p:nvSpPr>
        <p:spPr>
          <a:xfrm>
            <a:off x="2862275" y="935550"/>
            <a:ext cx="3419400" cy="9414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dirty="0" smtClean="0"/>
              <a:t>05</a:t>
            </a:r>
            <a:endParaRPr dirty="0"/>
          </a:p>
        </p:txBody>
      </p:sp>
      <p:sp>
        <p:nvSpPr>
          <p:cNvPr id="497" name="Google Shape;497;p39"/>
          <p:cNvSpPr/>
          <p:nvPr/>
        </p:nvSpPr>
        <p:spPr>
          <a:xfrm>
            <a:off x="8111050" y="1964175"/>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498" name="Google Shape;498;p39"/>
          <p:cNvPicPr preferRelativeResize="0"/>
          <p:nvPr/>
        </p:nvPicPr>
        <p:blipFill>
          <a:blip r:embed="rId4">
            <a:alphaModFix/>
          </a:blip>
          <a:stretch>
            <a:fillRect/>
          </a:stretch>
        </p:blipFill>
        <p:spPr>
          <a:xfrm>
            <a:off x="6519800" y="821431"/>
            <a:ext cx="1905050" cy="3500639"/>
          </a:xfrm>
          <a:prstGeom prst="rect">
            <a:avLst/>
          </a:prstGeom>
          <a:noFill/>
          <a:ln>
            <a:noFill/>
          </a:ln>
        </p:spPr>
      </p:pic>
      <p:pic>
        <p:nvPicPr>
          <p:cNvPr id="499" name="Google Shape;499;p39"/>
          <p:cNvPicPr preferRelativeResize="0"/>
          <p:nvPr/>
        </p:nvPicPr>
        <p:blipFill>
          <a:blip r:embed="rId5">
            <a:alphaModFix/>
          </a:blip>
          <a:stretch>
            <a:fillRect/>
          </a:stretch>
        </p:blipFill>
        <p:spPr>
          <a:xfrm>
            <a:off x="1085425" y="866775"/>
            <a:ext cx="1699450" cy="3500651"/>
          </a:xfrm>
          <a:prstGeom prst="rect">
            <a:avLst/>
          </a:prstGeom>
          <a:noFill/>
          <a:ln>
            <a:noFill/>
          </a:ln>
        </p:spPr>
      </p:pic>
    </p:spTree>
    <p:extLst>
      <p:ext uri="{BB962C8B-B14F-4D97-AF65-F5344CB8AC3E}">
        <p14:creationId xmlns:p14="http://schemas.microsoft.com/office/powerpoint/2010/main" val="190891965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658"/>
        <p:cNvGrpSpPr/>
        <p:nvPr/>
      </p:nvGrpSpPr>
      <p:grpSpPr>
        <a:xfrm>
          <a:off x="0" y="0"/>
          <a:ext cx="0" cy="0"/>
          <a:chOff x="0" y="0"/>
          <a:chExt cx="0" cy="0"/>
        </a:xfrm>
      </p:grpSpPr>
      <p:pic>
        <p:nvPicPr>
          <p:cNvPr id="659" name="Google Shape;659;p48"/>
          <p:cNvPicPr preferRelativeResize="0"/>
          <p:nvPr/>
        </p:nvPicPr>
        <p:blipFill>
          <a:blip r:embed="rId3">
            <a:alphaModFix/>
          </a:blip>
          <a:stretch>
            <a:fillRect/>
          </a:stretch>
        </p:blipFill>
        <p:spPr>
          <a:xfrm>
            <a:off x="4316838" y="932584"/>
            <a:ext cx="4138513" cy="3278333"/>
          </a:xfrm>
          <a:prstGeom prst="rect">
            <a:avLst/>
          </a:prstGeom>
          <a:noFill/>
          <a:ln>
            <a:noFill/>
          </a:ln>
        </p:spPr>
      </p:pic>
      <p:sp>
        <p:nvSpPr>
          <p:cNvPr id="660" name="Google Shape;660;p48"/>
          <p:cNvSpPr txBox="1">
            <a:spLocks noGrp="1"/>
          </p:cNvSpPr>
          <p:nvPr>
            <p:ph type="title"/>
          </p:nvPr>
        </p:nvSpPr>
        <p:spPr>
          <a:xfrm>
            <a:off x="598986" y="2163075"/>
            <a:ext cx="4466500" cy="1902017"/>
          </a:xfrm>
          <a:prstGeom prst="rect">
            <a:avLst/>
          </a:prstGeom>
        </p:spPr>
        <p:txBody>
          <a:bodyPr spcFirstLastPara="1" wrap="square" lIns="91425" tIns="91425" rIns="91425" bIns="91425" anchor="ctr" anchorCtr="0">
            <a:noAutofit/>
          </a:bodyPr>
          <a:lstStyle/>
          <a:p>
            <a:r>
              <a:rPr lang="en-US" dirty="0"/>
              <a:t>Design </a:t>
            </a:r>
            <a:r>
              <a:rPr lang="en-US" dirty="0" smtClean="0"/>
              <a:t>Rationale &amp; </a:t>
            </a:r>
            <a:r>
              <a:rPr lang="en-US" dirty="0"/>
              <a:t>Technical Background</a:t>
            </a:r>
          </a:p>
        </p:txBody>
      </p:sp>
      <p:sp>
        <p:nvSpPr>
          <p:cNvPr id="662" name="Google Shape;662;p48"/>
          <p:cNvSpPr txBox="1">
            <a:spLocks noGrp="1"/>
          </p:cNvSpPr>
          <p:nvPr>
            <p:ph type="title" idx="2"/>
          </p:nvPr>
        </p:nvSpPr>
        <p:spPr>
          <a:xfrm>
            <a:off x="715100" y="1221675"/>
            <a:ext cx="3419400" cy="9414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dirty="0" smtClean="0"/>
              <a:t>06</a:t>
            </a:r>
            <a:endParaRPr dirty="0"/>
          </a:p>
        </p:txBody>
      </p:sp>
    </p:spTree>
    <p:extLst>
      <p:ext uri="{BB962C8B-B14F-4D97-AF65-F5344CB8AC3E}">
        <p14:creationId xmlns:p14="http://schemas.microsoft.com/office/powerpoint/2010/main" val="192669006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473"/>
        <p:cNvGrpSpPr/>
        <p:nvPr/>
      </p:nvGrpSpPr>
      <p:grpSpPr>
        <a:xfrm>
          <a:off x="0" y="0"/>
          <a:ext cx="0" cy="0"/>
          <a:chOff x="0" y="0"/>
          <a:chExt cx="0" cy="0"/>
        </a:xfrm>
      </p:grpSpPr>
      <p:sp>
        <p:nvSpPr>
          <p:cNvPr id="474" name="Google Shape;474;p37"/>
          <p:cNvSpPr txBox="1">
            <a:spLocks noGrp="1"/>
          </p:cNvSpPr>
          <p:nvPr>
            <p:ph type="title"/>
          </p:nvPr>
        </p:nvSpPr>
        <p:spPr>
          <a:xfrm>
            <a:off x="720000" y="532925"/>
            <a:ext cx="7704000" cy="440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dirty="0" smtClean="0"/>
              <a:t>Design Rationale - Architecture</a:t>
            </a:r>
            <a:endParaRPr dirty="0"/>
          </a:p>
        </p:txBody>
      </p:sp>
      <p:sp>
        <p:nvSpPr>
          <p:cNvPr id="475" name="Google Shape;475;p37"/>
          <p:cNvSpPr txBox="1">
            <a:spLocks noGrp="1"/>
          </p:cNvSpPr>
          <p:nvPr>
            <p:ph type="body" idx="1"/>
          </p:nvPr>
        </p:nvSpPr>
        <p:spPr>
          <a:xfrm>
            <a:off x="219257" y="1087125"/>
            <a:ext cx="4679314" cy="30543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sz="1600" dirty="0" smtClean="0">
                <a:solidFill>
                  <a:schemeClr val="dk1"/>
                </a:solidFill>
              </a:rPr>
              <a:t>Why we chose this architecture ?</a:t>
            </a:r>
            <a:endParaRPr sz="1600" dirty="0">
              <a:solidFill>
                <a:schemeClr val="dk1"/>
              </a:solidFill>
            </a:endParaRPr>
          </a:p>
          <a:p>
            <a:pPr lvl="0">
              <a:spcBef>
                <a:spcPts val="1000"/>
              </a:spcBef>
            </a:pPr>
            <a:r>
              <a:rPr lang="en-US" sz="1600" dirty="0">
                <a:solidFill>
                  <a:schemeClr val="dk1"/>
                </a:solidFill>
              </a:rPr>
              <a:t>Layered architecture ensures clarity and maintainability</a:t>
            </a:r>
          </a:p>
          <a:p>
            <a:pPr lvl="0">
              <a:spcBef>
                <a:spcPts val="1000"/>
              </a:spcBef>
            </a:pPr>
            <a:r>
              <a:rPr lang="en-US" sz="1600" dirty="0">
                <a:solidFill>
                  <a:schemeClr val="dk1"/>
                </a:solidFill>
              </a:rPr>
              <a:t>Presentation Layer: UI and user interaction</a:t>
            </a:r>
          </a:p>
          <a:p>
            <a:pPr lvl="0">
              <a:spcBef>
                <a:spcPts val="1000"/>
              </a:spcBef>
            </a:pPr>
            <a:r>
              <a:rPr lang="en-US" sz="1600" dirty="0">
                <a:solidFill>
                  <a:schemeClr val="dk1"/>
                </a:solidFill>
              </a:rPr>
              <a:t>Processing Layer: detection, logic, evaluation</a:t>
            </a:r>
          </a:p>
          <a:p>
            <a:pPr lvl="0">
              <a:spcBef>
                <a:spcPts val="1000"/>
              </a:spcBef>
            </a:pPr>
            <a:r>
              <a:rPr lang="en-US" sz="1600" dirty="0">
                <a:solidFill>
                  <a:schemeClr val="dk1"/>
                </a:solidFill>
              </a:rPr>
              <a:t>Data Layer: metrics storage and reporting</a:t>
            </a:r>
          </a:p>
          <a:p>
            <a:pPr lvl="0">
              <a:spcBef>
                <a:spcPts val="1000"/>
              </a:spcBef>
            </a:pPr>
            <a:r>
              <a:rPr lang="en-US" sz="1600" dirty="0">
                <a:solidFill>
                  <a:schemeClr val="dk1"/>
                </a:solidFill>
              </a:rPr>
              <a:t>Separation enables easier debugging and upgrades</a:t>
            </a:r>
          </a:p>
          <a:p>
            <a:pPr lvl="0">
              <a:spcBef>
                <a:spcPts val="1000"/>
              </a:spcBef>
            </a:pPr>
            <a:r>
              <a:rPr lang="en-US" sz="1600" dirty="0">
                <a:solidFill>
                  <a:schemeClr val="dk1"/>
                </a:solidFill>
              </a:rPr>
              <a:t>Modular design supports flexibility and </a:t>
            </a:r>
            <a:r>
              <a:rPr lang="en-US" sz="1600" dirty="0" smtClean="0">
                <a:solidFill>
                  <a:schemeClr val="dk1"/>
                </a:solidFill>
              </a:rPr>
              <a:t>reuse</a:t>
            </a:r>
            <a:endParaRPr lang="en-US" sz="1600" dirty="0">
              <a:solidFill>
                <a:schemeClr val="dk1"/>
              </a:solidFill>
            </a:endParaRPr>
          </a:p>
        </p:txBody>
      </p:sp>
      <p:pic>
        <p:nvPicPr>
          <p:cNvPr id="476" name="Google Shape;476;p37"/>
          <p:cNvPicPr preferRelativeResize="0"/>
          <p:nvPr/>
        </p:nvPicPr>
        <p:blipFill>
          <a:blip r:embed="rId3">
            <a:alphaModFix/>
          </a:blip>
          <a:stretch>
            <a:fillRect/>
          </a:stretch>
        </p:blipFill>
        <p:spPr>
          <a:xfrm rot="-468998">
            <a:off x="5277961" y="1258563"/>
            <a:ext cx="2735375" cy="3136648"/>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713"/>
        <p:cNvGrpSpPr/>
        <p:nvPr/>
      </p:nvGrpSpPr>
      <p:grpSpPr>
        <a:xfrm>
          <a:off x="0" y="0"/>
          <a:ext cx="0" cy="0"/>
          <a:chOff x="0" y="0"/>
          <a:chExt cx="0" cy="0"/>
        </a:xfrm>
      </p:grpSpPr>
      <p:sp>
        <p:nvSpPr>
          <p:cNvPr id="714" name="Google Shape;714;p54"/>
          <p:cNvSpPr txBox="1">
            <a:spLocks noGrp="1"/>
          </p:cNvSpPr>
          <p:nvPr>
            <p:ph type="title"/>
          </p:nvPr>
        </p:nvSpPr>
        <p:spPr>
          <a:xfrm>
            <a:off x="868965" y="519277"/>
            <a:ext cx="7704000" cy="440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dirty="0" smtClean="0"/>
              <a:t>Alternatives Acknowledgement</a:t>
            </a:r>
            <a:endParaRPr dirty="0"/>
          </a:p>
        </p:txBody>
      </p:sp>
      <p:graphicFrame>
        <p:nvGraphicFramePr>
          <p:cNvPr id="715" name="Google Shape;715;p54"/>
          <p:cNvGraphicFramePr/>
          <p:nvPr>
            <p:extLst>
              <p:ext uri="{D42A27DB-BD31-4B8C-83A1-F6EECF244321}">
                <p14:modId xmlns:p14="http://schemas.microsoft.com/office/powerpoint/2010/main" val="2093843751"/>
              </p:ext>
            </p:extLst>
          </p:nvPr>
        </p:nvGraphicFramePr>
        <p:xfrm>
          <a:off x="307075" y="1371069"/>
          <a:ext cx="8265890" cy="2822545"/>
        </p:xfrm>
        <a:graphic>
          <a:graphicData uri="http://schemas.openxmlformats.org/drawingml/2006/table">
            <a:tbl>
              <a:tblPr>
                <a:noFill/>
                <a:tableStyleId>{D53D5DC3-BA4F-48B7-9C4E-EA5A1AA2C53F}</a:tableStyleId>
              </a:tblPr>
              <a:tblGrid>
                <a:gridCol w="1653178">
                  <a:extLst>
                    <a:ext uri="{9D8B030D-6E8A-4147-A177-3AD203B41FA5}">
                      <a16:colId xmlns:a16="http://schemas.microsoft.com/office/drawing/2014/main" val="20000"/>
                    </a:ext>
                  </a:extLst>
                </a:gridCol>
                <a:gridCol w="1902063">
                  <a:extLst>
                    <a:ext uri="{9D8B030D-6E8A-4147-A177-3AD203B41FA5}">
                      <a16:colId xmlns:a16="http://schemas.microsoft.com/office/drawing/2014/main" val="20001"/>
                    </a:ext>
                  </a:extLst>
                </a:gridCol>
                <a:gridCol w="1404293">
                  <a:extLst>
                    <a:ext uri="{9D8B030D-6E8A-4147-A177-3AD203B41FA5}">
                      <a16:colId xmlns:a16="http://schemas.microsoft.com/office/drawing/2014/main" val="20002"/>
                    </a:ext>
                  </a:extLst>
                </a:gridCol>
                <a:gridCol w="1653178">
                  <a:extLst>
                    <a:ext uri="{9D8B030D-6E8A-4147-A177-3AD203B41FA5}">
                      <a16:colId xmlns:a16="http://schemas.microsoft.com/office/drawing/2014/main" val="20003"/>
                    </a:ext>
                  </a:extLst>
                </a:gridCol>
                <a:gridCol w="1653178">
                  <a:extLst>
                    <a:ext uri="{9D8B030D-6E8A-4147-A177-3AD203B41FA5}">
                      <a16:colId xmlns:a16="http://schemas.microsoft.com/office/drawing/2014/main" val="20004"/>
                    </a:ext>
                  </a:extLst>
                </a:gridCol>
              </a:tblGrid>
              <a:tr h="521425">
                <a:tc>
                  <a:txBody>
                    <a:bodyPr/>
                    <a:lstStyle/>
                    <a:p>
                      <a:pPr marL="0" lvl="0" indent="0" algn="l" rtl="0">
                        <a:spcBef>
                          <a:spcPts val="0"/>
                        </a:spcBef>
                        <a:spcAft>
                          <a:spcPts val="0"/>
                        </a:spcAft>
                        <a:buNone/>
                      </a:pPr>
                      <a:endParaRPr/>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chemeClr val="lt2">
                          <a:alpha val="0"/>
                        </a:scheme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chemeClr val="lt2">
                          <a:alpha val="0"/>
                        </a:schemeClr>
                      </a:solidFill>
                      <a:prstDash val="solid"/>
                      <a:round/>
                      <a:headEnd type="none" w="sm" len="sm"/>
                      <a:tailEnd type="none" w="sm" len="sm"/>
                    </a:lnB>
                  </a:tcPr>
                </a:tc>
                <a:tc>
                  <a:txBody>
                    <a:bodyPr/>
                    <a:lstStyle/>
                    <a:p>
                      <a:pPr marL="0" lvl="0" indent="0" algn="ctr" rtl="0">
                        <a:spcBef>
                          <a:spcPts val="0"/>
                        </a:spcBef>
                        <a:spcAft>
                          <a:spcPts val="0"/>
                        </a:spcAft>
                        <a:buNone/>
                      </a:pPr>
                      <a:r>
                        <a:rPr lang="en" sz="2000" dirty="0" smtClean="0">
                          <a:solidFill>
                            <a:schemeClr val="lt2"/>
                          </a:solidFill>
                          <a:latin typeface="Righteous"/>
                          <a:ea typeface="Righteous"/>
                          <a:cs typeface="Righteous"/>
                          <a:sym typeface="Righteous"/>
                        </a:rPr>
                        <a:t>Alternatives</a:t>
                      </a:r>
                      <a:endParaRPr sz="2000" dirty="0">
                        <a:solidFill>
                          <a:schemeClr val="lt2"/>
                        </a:solidFill>
                        <a:latin typeface="Righteous"/>
                        <a:ea typeface="Righteous"/>
                        <a:cs typeface="Righteous"/>
                        <a:sym typeface="Righteous"/>
                      </a:endParaRPr>
                    </a:p>
                  </a:txBody>
                  <a:tcPr marL="91425" marR="91425" marT="91425" marB="91425" anchor="ctr">
                    <a:lnL w="9525" cap="flat" cmpd="sng">
                      <a:solidFill>
                        <a:schemeClr val="lt2">
                          <a:alpha val="0"/>
                        </a:scheme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19050"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 sz="2000" dirty="0" smtClean="0">
                          <a:solidFill>
                            <a:schemeClr val="lt2"/>
                          </a:solidFill>
                          <a:latin typeface="Righteous"/>
                          <a:ea typeface="Righteous"/>
                          <a:cs typeface="Righteous"/>
                          <a:sym typeface="Righteous"/>
                        </a:rPr>
                        <a:t>Selected</a:t>
                      </a:r>
                      <a:endParaRPr sz="2000" dirty="0">
                        <a:solidFill>
                          <a:schemeClr val="lt2"/>
                        </a:solidFill>
                        <a:latin typeface="Righteous"/>
                        <a:ea typeface="Righteous"/>
                        <a:cs typeface="Righteous"/>
                        <a:sym typeface="Righteous"/>
                      </a:endParaRPr>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19050"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 sz="2000" dirty="0" smtClean="0">
                          <a:solidFill>
                            <a:schemeClr val="lt2"/>
                          </a:solidFill>
                          <a:latin typeface="Righteous"/>
                          <a:ea typeface="Righteous"/>
                          <a:cs typeface="Righteous"/>
                          <a:sym typeface="Righteous"/>
                        </a:rPr>
                        <a:t>Justification</a:t>
                      </a:r>
                      <a:endParaRPr sz="2000" dirty="0">
                        <a:solidFill>
                          <a:schemeClr val="lt2"/>
                        </a:solidFill>
                        <a:latin typeface="Righteous"/>
                        <a:ea typeface="Righteous"/>
                        <a:cs typeface="Righteous"/>
                        <a:sym typeface="Righteous"/>
                      </a:endParaRPr>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19050"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endParaRPr sz="2000" dirty="0">
                        <a:solidFill>
                          <a:schemeClr val="lt2"/>
                        </a:solidFill>
                        <a:latin typeface="Righteous"/>
                        <a:ea typeface="Righteous"/>
                        <a:cs typeface="Righteous"/>
                        <a:sym typeface="Righteous"/>
                      </a:endParaRPr>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19050" cap="flat" cmpd="sng">
                      <a:solidFill>
                        <a:schemeClr val="dk1"/>
                      </a:solidFill>
                      <a:prstDash val="solid"/>
                      <a:round/>
                      <a:headEnd type="none" w="sm" len="sm"/>
                      <a:tailEnd type="none" w="sm" len="sm"/>
                    </a:lnB>
                  </a:tcPr>
                </a:tc>
                <a:extLst>
                  <a:ext uri="{0D108BD9-81ED-4DB2-BD59-A6C34878D82A}">
                    <a16:rowId xmlns:a16="http://schemas.microsoft.com/office/drawing/2014/main" val="10000"/>
                  </a:ext>
                </a:extLst>
              </a:tr>
              <a:tr h="477250">
                <a:tc>
                  <a:txBody>
                    <a:bodyPr/>
                    <a:lstStyle/>
                    <a:p>
                      <a:pPr marL="0" lvl="0" indent="0" algn="ctr" rtl="0">
                        <a:spcBef>
                          <a:spcPts val="0"/>
                        </a:spcBef>
                        <a:spcAft>
                          <a:spcPts val="0"/>
                        </a:spcAft>
                        <a:buNone/>
                      </a:pPr>
                      <a:r>
                        <a:rPr lang="en" sz="2500" dirty="0" smtClean="0">
                          <a:solidFill>
                            <a:schemeClr val="lt2"/>
                          </a:solidFill>
                          <a:latin typeface="Righteous"/>
                          <a:ea typeface="Righteous"/>
                          <a:cs typeface="Righteous"/>
                          <a:sym typeface="Righteous"/>
                        </a:rPr>
                        <a:t>Frontend</a:t>
                      </a:r>
                      <a:endParaRPr sz="2500" dirty="0">
                        <a:solidFill>
                          <a:schemeClr val="lt2"/>
                        </a:solidFill>
                        <a:latin typeface="Righteous"/>
                        <a:ea typeface="Righteous"/>
                        <a:cs typeface="Righteous"/>
                        <a:sym typeface="Righteous"/>
                      </a:endParaRPr>
                    </a:p>
                  </a:txBody>
                  <a:tcPr marL="91425" marR="91425" marT="91425" marB="91425" anchor="ctr">
                    <a:lnL w="9525" cap="flat" cmpd="sng">
                      <a:solidFill>
                        <a:srgbClr val="9E9E9E">
                          <a:alpha val="0"/>
                        </a:srgbClr>
                      </a:solidFill>
                      <a:prstDash val="solid"/>
                      <a:round/>
                      <a:headEnd type="none" w="sm" len="sm"/>
                      <a:tailEnd type="none" w="sm" len="sm"/>
                    </a:lnL>
                    <a:lnR w="19050" cap="flat" cmpd="sng">
                      <a:solidFill>
                        <a:schemeClr val="dk1"/>
                      </a:solidFill>
                      <a:prstDash val="solid"/>
                      <a:round/>
                      <a:headEnd type="none" w="sm" len="sm"/>
                      <a:tailEnd type="none" w="sm" len="sm"/>
                    </a:lnR>
                    <a:lnT w="9525" cap="flat" cmpd="sng">
                      <a:solidFill>
                        <a:schemeClr val="lt2">
                          <a:alpha val="0"/>
                        </a:scheme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lvl="0" indent="0" algn="ctr" rtl="0">
                        <a:spcBef>
                          <a:spcPts val="0"/>
                        </a:spcBef>
                        <a:spcAft>
                          <a:spcPts val="0"/>
                        </a:spcAft>
                        <a:buNone/>
                      </a:pPr>
                      <a:r>
                        <a:rPr lang="en-US" sz="1400" dirty="0" smtClean="0">
                          <a:solidFill>
                            <a:schemeClr val="tx2"/>
                          </a:solidFill>
                          <a:latin typeface="Comic Neue"/>
                          <a:ea typeface="Comic Neue"/>
                          <a:cs typeface="Comic Neue"/>
                          <a:sym typeface="Comic Neue"/>
                        </a:rPr>
                        <a:t>Flutter, React, etc.</a:t>
                      </a:r>
                      <a:endParaRPr sz="1400" dirty="0">
                        <a:solidFill>
                          <a:schemeClr val="tx2"/>
                        </a:solidFill>
                        <a:latin typeface="Comic Neue"/>
                        <a:ea typeface="Comic Neue"/>
                        <a:cs typeface="Comic Neue"/>
                        <a:sym typeface="Comic Neue"/>
                      </a:endParaRPr>
                    </a:p>
                  </a:txBody>
                  <a:tcPr marL="91425" marR="91425" marT="91425" marB="91425" anchor="ctr">
                    <a:lnL w="19050" cap="flat" cmpd="sng">
                      <a:solidFill>
                        <a:schemeClr val="dk1"/>
                      </a:solidFill>
                      <a:prstDash val="solid"/>
                      <a:round/>
                      <a:headEnd type="none" w="sm" len="sm"/>
                      <a:tailEnd type="none" w="sm" len="sm"/>
                    </a:lnL>
                    <a:lnR w="19050" cap="flat" cmpd="sng">
                      <a:solidFill>
                        <a:schemeClr val="dk1"/>
                      </a:solidFill>
                      <a:prstDash val="solid"/>
                      <a:round/>
                      <a:headEnd type="none" w="sm" len="sm"/>
                      <a:tailEnd type="none" w="sm" len="sm"/>
                    </a:lnR>
                    <a:lnT w="19050" cap="flat" cmpd="sng">
                      <a:solidFill>
                        <a:schemeClr val="dk1"/>
                      </a:solidFill>
                      <a:prstDash val="solid"/>
                      <a:round/>
                      <a:headEnd type="none" w="sm" len="sm"/>
                      <a:tailEnd type="none" w="sm" len="sm"/>
                    </a:lnT>
                    <a:lnB w="19050" cap="flat" cmpd="sng">
                      <a:solidFill>
                        <a:schemeClr val="dk1"/>
                      </a:solidFill>
                      <a:prstDash val="solid"/>
                      <a:round/>
                      <a:headEnd type="none" w="sm" len="sm"/>
                      <a:tailEnd type="none" w="sm" len="sm"/>
                    </a:lnB>
                    <a:noFill/>
                  </a:tcPr>
                </a:tc>
                <a:tc>
                  <a:txBody>
                    <a:bodyPr/>
                    <a:lstStyle/>
                    <a:p>
                      <a:pPr marL="0" lvl="0" indent="0" algn="ctr" rtl="0">
                        <a:spcBef>
                          <a:spcPts val="0"/>
                        </a:spcBef>
                        <a:spcAft>
                          <a:spcPts val="0"/>
                        </a:spcAft>
                        <a:buNone/>
                      </a:pPr>
                      <a:r>
                        <a:rPr lang="en-US" sz="1400" dirty="0" smtClean="0">
                          <a:solidFill>
                            <a:schemeClr val="tx2"/>
                          </a:solidFill>
                          <a:latin typeface="Comic Neue"/>
                          <a:ea typeface="Comic Neue"/>
                          <a:cs typeface="Comic Neue"/>
                          <a:sym typeface="Comic Neue"/>
                        </a:rPr>
                        <a:t>Flask</a:t>
                      </a:r>
                      <a:endParaRPr sz="1400" dirty="0">
                        <a:solidFill>
                          <a:schemeClr val="tx2"/>
                        </a:solidFill>
                        <a:latin typeface="Comic Neue"/>
                        <a:ea typeface="Comic Neue"/>
                        <a:cs typeface="Comic Neue"/>
                        <a:sym typeface="Comic Neue"/>
                      </a:endParaRPr>
                    </a:p>
                  </a:txBody>
                  <a:tcPr marL="91425" marR="91425" marT="91425" marB="91425" anchor="ctr">
                    <a:lnL w="19050" cap="flat" cmpd="sng">
                      <a:solidFill>
                        <a:schemeClr val="dk1"/>
                      </a:solidFill>
                      <a:prstDash val="solid"/>
                      <a:round/>
                      <a:headEnd type="none" w="sm" len="sm"/>
                      <a:tailEnd type="none" w="sm" len="sm"/>
                    </a:lnL>
                    <a:lnR w="19050" cap="flat" cmpd="sng">
                      <a:solidFill>
                        <a:schemeClr val="dk1"/>
                      </a:solidFill>
                      <a:prstDash val="solid"/>
                      <a:round/>
                      <a:headEnd type="none" w="sm" len="sm"/>
                      <a:tailEnd type="none" w="sm" len="sm"/>
                    </a:lnR>
                    <a:lnT w="19050" cap="flat" cmpd="sng">
                      <a:solidFill>
                        <a:schemeClr val="dk1"/>
                      </a:solidFill>
                      <a:prstDash val="solid"/>
                      <a:round/>
                      <a:headEnd type="none" w="sm" len="sm"/>
                      <a:tailEnd type="none" w="sm" len="sm"/>
                    </a:lnT>
                    <a:lnB w="19050" cap="flat" cmpd="sng">
                      <a:solidFill>
                        <a:schemeClr val="dk1"/>
                      </a:solidFill>
                      <a:prstDash val="solid"/>
                      <a:round/>
                      <a:headEnd type="none" w="sm" len="sm"/>
                      <a:tailEnd type="none" w="sm" len="sm"/>
                    </a:lnB>
                  </a:tcPr>
                </a:tc>
                <a:tc gridSpan="2">
                  <a:txBody>
                    <a:bodyPr/>
                    <a:lstStyle/>
                    <a:p>
                      <a:pPr marL="0" lvl="0" indent="0" algn="ctr" rtl="0">
                        <a:spcBef>
                          <a:spcPts val="0"/>
                        </a:spcBef>
                        <a:spcAft>
                          <a:spcPts val="0"/>
                        </a:spcAft>
                        <a:buNone/>
                      </a:pPr>
                      <a:r>
                        <a:rPr lang="en-US" sz="1100" dirty="0" smtClean="0">
                          <a:solidFill>
                            <a:schemeClr val="tx2"/>
                          </a:solidFill>
                          <a:latin typeface="Comic Neue"/>
                          <a:ea typeface="Comic Neue"/>
                          <a:cs typeface="Comic Neue"/>
                          <a:sym typeface="Comic Neue"/>
                        </a:rPr>
                        <a:t>Web-based UI, system compatibility and API handling</a:t>
                      </a:r>
                      <a:endParaRPr sz="1100" dirty="0">
                        <a:solidFill>
                          <a:schemeClr val="tx2"/>
                        </a:solidFill>
                        <a:latin typeface="Comic Neue"/>
                        <a:ea typeface="Comic Neue"/>
                        <a:cs typeface="Comic Neue"/>
                        <a:sym typeface="Comic Neue"/>
                      </a:endParaRPr>
                    </a:p>
                  </a:txBody>
                  <a:tcPr marL="91425" marR="91425" marT="91425" marB="91425" anchor="ctr">
                    <a:lnL w="19050" cap="flat" cmpd="sng">
                      <a:solidFill>
                        <a:schemeClr val="dk1"/>
                      </a:solidFill>
                      <a:prstDash val="solid"/>
                      <a:round/>
                      <a:headEnd type="none" w="sm" len="sm"/>
                      <a:tailEnd type="none" w="sm" len="sm"/>
                    </a:lnL>
                    <a:lnR w="9525" cap="flat" cmpd="sng" algn="ctr">
                      <a:solidFill>
                        <a:schemeClr val="dk1"/>
                      </a:solidFill>
                      <a:prstDash val="solid"/>
                      <a:round/>
                      <a:headEnd type="none" w="sm" len="sm"/>
                      <a:tailEnd type="none" w="sm" len="sm"/>
                    </a:lnR>
                    <a:lnT w="19050" cap="flat" cmpd="sng">
                      <a:solidFill>
                        <a:schemeClr val="dk1"/>
                      </a:solidFill>
                      <a:prstDash val="solid"/>
                      <a:round/>
                      <a:headEnd type="none" w="sm" len="sm"/>
                      <a:tailEnd type="none" w="sm" len="sm"/>
                    </a:lnT>
                    <a:lnB w="19050" cap="flat" cmpd="sng" algn="ctr">
                      <a:solidFill>
                        <a:schemeClr val="dk1"/>
                      </a:solidFill>
                      <a:prstDash val="solid"/>
                      <a:round/>
                      <a:headEnd type="none" w="sm" len="sm"/>
                      <a:tailEnd type="none" w="sm" len="sm"/>
                    </a:lnB>
                  </a:tcPr>
                </a:tc>
                <a:tc hMerge="1">
                  <a:txBody>
                    <a:bodyPr/>
                    <a:lstStyle/>
                    <a:p>
                      <a:pPr marL="0" lvl="0" indent="0" algn="l" rtl="0">
                        <a:spcBef>
                          <a:spcPts val="0"/>
                        </a:spcBef>
                        <a:spcAft>
                          <a:spcPts val="0"/>
                        </a:spcAft>
                        <a:buNone/>
                      </a:pPr>
                      <a:endParaRPr dirty="0">
                        <a:latin typeface="Comic Neue"/>
                        <a:ea typeface="Comic Neue"/>
                        <a:cs typeface="Comic Neue"/>
                        <a:sym typeface="Comic Neue"/>
                      </a:endParaRPr>
                    </a:p>
                  </a:txBody>
                  <a:tcPr marL="91425" marR="91425" marT="91425" marB="91425">
                    <a:lnL w="19050"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19050" cap="flat" cmpd="sng">
                      <a:solidFill>
                        <a:schemeClr val="dk1"/>
                      </a:solidFill>
                      <a:prstDash val="solid"/>
                      <a:round/>
                      <a:headEnd type="none" w="sm" len="sm"/>
                      <a:tailEnd type="none" w="sm" len="sm"/>
                    </a:lnT>
                    <a:lnB w="19050" cap="flat" cmpd="sng">
                      <a:solidFill>
                        <a:schemeClr val="dk1"/>
                      </a:solidFill>
                      <a:prstDash val="solid"/>
                      <a:round/>
                      <a:headEnd type="none" w="sm" len="sm"/>
                      <a:tailEnd type="none" w="sm" len="sm"/>
                    </a:lnB>
                  </a:tcPr>
                </a:tc>
                <a:extLst>
                  <a:ext uri="{0D108BD9-81ED-4DB2-BD59-A6C34878D82A}">
                    <a16:rowId xmlns:a16="http://schemas.microsoft.com/office/drawing/2014/main" val="10001"/>
                  </a:ext>
                </a:extLst>
              </a:tr>
              <a:tr h="521425">
                <a:tc>
                  <a:txBody>
                    <a:bodyPr/>
                    <a:lstStyle/>
                    <a:p>
                      <a:pPr marL="0" lvl="0" indent="0" algn="ctr" rtl="0">
                        <a:spcBef>
                          <a:spcPts val="0"/>
                        </a:spcBef>
                        <a:spcAft>
                          <a:spcPts val="0"/>
                        </a:spcAft>
                        <a:buNone/>
                      </a:pPr>
                      <a:r>
                        <a:rPr lang="en" sz="2500" dirty="0" smtClean="0">
                          <a:solidFill>
                            <a:schemeClr val="lt2"/>
                          </a:solidFill>
                          <a:latin typeface="Righteous"/>
                          <a:ea typeface="Righteous"/>
                          <a:cs typeface="Righteous"/>
                          <a:sym typeface="Righteous"/>
                        </a:rPr>
                        <a:t>Software</a:t>
                      </a:r>
                      <a:endParaRPr sz="2500" dirty="0">
                        <a:solidFill>
                          <a:schemeClr val="lt2"/>
                        </a:solidFill>
                        <a:latin typeface="Righteous"/>
                        <a:ea typeface="Righteous"/>
                        <a:cs typeface="Righteous"/>
                        <a:sym typeface="Righteous"/>
                      </a:endParaRPr>
                    </a:p>
                  </a:txBody>
                  <a:tcPr marL="91425" marR="91425" marT="91425" marB="91425" anchor="ctr">
                    <a:lnL w="9525" cap="flat" cmpd="sng">
                      <a:solidFill>
                        <a:srgbClr val="9E9E9E">
                          <a:alpha val="0"/>
                        </a:srgbClr>
                      </a:solidFill>
                      <a:prstDash val="solid"/>
                      <a:round/>
                      <a:headEnd type="none" w="sm" len="sm"/>
                      <a:tailEnd type="none" w="sm" len="sm"/>
                    </a:lnL>
                    <a:lnR w="19050" cap="flat" cmpd="sng">
                      <a:solidFill>
                        <a:schemeClr val="dk1"/>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lvl="0" indent="0" algn="ctr" rtl="0">
                        <a:spcBef>
                          <a:spcPts val="0"/>
                        </a:spcBef>
                        <a:spcAft>
                          <a:spcPts val="0"/>
                        </a:spcAft>
                        <a:buNone/>
                      </a:pPr>
                      <a:r>
                        <a:rPr lang="en-US" sz="1400" dirty="0" err="1" smtClean="0">
                          <a:solidFill>
                            <a:schemeClr val="tx2"/>
                          </a:solidFill>
                          <a:latin typeface="Comic Neue"/>
                          <a:ea typeface="Comic Neue"/>
                          <a:cs typeface="Comic Neue"/>
                          <a:sym typeface="Comic Neue"/>
                        </a:rPr>
                        <a:t>NumPy</a:t>
                      </a:r>
                      <a:r>
                        <a:rPr lang="en-US" sz="1400" dirty="0" smtClean="0">
                          <a:solidFill>
                            <a:schemeClr val="tx2"/>
                          </a:solidFill>
                          <a:latin typeface="Comic Neue"/>
                          <a:ea typeface="Comic Neue"/>
                          <a:cs typeface="Comic Neue"/>
                          <a:sym typeface="Comic Neue"/>
                        </a:rPr>
                        <a:t> &amp; Pandas</a:t>
                      </a:r>
                      <a:endParaRPr sz="1400" dirty="0">
                        <a:solidFill>
                          <a:schemeClr val="tx2"/>
                        </a:solidFill>
                        <a:latin typeface="Comic Neue"/>
                        <a:ea typeface="Comic Neue"/>
                        <a:cs typeface="Comic Neue"/>
                        <a:sym typeface="Comic Neue"/>
                      </a:endParaRPr>
                    </a:p>
                  </a:txBody>
                  <a:tcPr marL="91425" marR="91425" marT="91425" marB="91425" anchor="ctr">
                    <a:lnL w="19050" cap="flat" cmpd="sng">
                      <a:solidFill>
                        <a:schemeClr val="dk1"/>
                      </a:solidFill>
                      <a:prstDash val="solid"/>
                      <a:round/>
                      <a:headEnd type="none" w="sm" len="sm"/>
                      <a:tailEnd type="none" w="sm" len="sm"/>
                    </a:lnL>
                    <a:lnR w="19050" cap="flat" cmpd="sng">
                      <a:solidFill>
                        <a:schemeClr val="dk1"/>
                      </a:solidFill>
                      <a:prstDash val="solid"/>
                      <a:round/>
                      <a:headEnd type="none" w="sm" len="sm"/>
                      <a:tailEnd type="none" w="sm" len="sm"/>
                    </a:lnR>
                    <a:lnT w="19050" cap="flat" cmpd="sng">
                      <a:solidFill>
                        <a:schemeClr val="dk1"/>
                      </a:solidFill>
                      <a:prstDash val="solid"/>
                      <a:round/>
                      <a:headEnd type="none" w="sm" len="sm"/>
                      <a:tailEnd type="none" w="sm" len="sm"/>
                    </a:lnT>
                    <a:lnB w="19050" cap="flat" cmpd="sng">
                      <a:solidFill>
                        <a:schemeClr val="dk1"/>
                      </a:solidFill>
                      <a:prstDash val="solid"/>
                      <a:round/>
                      <a:headEnd type="none" w="sm" len="sm"/>
                      <a:tailEnd type="none" w="sm" len="sm"/>
                    </a:lnB>
                    <a:noFill/>
                  </a:tcPr>
                </a:tc>
                <a:tc>
                  <a:txBody>
                    <a:bodyPr/>
                    <a:lstStyle/>
                    <a:p>
                      <a:pPr marL="0" lvl="0" indent="0" algn="ctr" rtl="0">
                        <a:spcBef>
                          <a:spcPts val="0"/>
                        </a:spcBef>
                        <a:spcAft>
                          <a:spcPts val="0"/>
                        </a:spcAft>
                        <a:buNone/>
                      </a:pPr>
                      <a:r>
                        <a:rPr lang="en-US" sz="1400" dirty="0" smtClean="0">
                          <a:solidFill>
                            <a:schemeClr val="tx2"/>
                          </a:solidFill>
                          <a:latin typeface="Comic Neue"/>
                          <a:ea typeface="Comic Neue"/>
                          <a:cs typeface="Comic Neue"/>
                          <a:sym typeface="Comic Neue"/>
                        </a:rPr>
                        <a:t>Both</a:t>
                      </a:r>
                      <a:endParaRPr sz="1400" dirty="0">
                        <a:solidFill>
                          <a:schemeClr val="tx2"/>
                        </a:solidFill>
                        <a:latin typeface="Comic Neue"/>
                        <a:ea typeface="Comic Neue"/>
                        <a:cs typeface="Comic Neue"/>
                        <a:sym typeface="Comic Neue"/>
                      </a:endParaRPr>
                    </a:p>
                  </a:txBody>
                  <a:tcPr marL="91425" marR="91425" marT="91425" marB="91425" anchor="ctr">
                    <a:lnL w="19050" cap="flat" cmpd="sng">
                      <a:solidFill>
                        <a:schemeClr val="dk1"/>
                      </a:solidFill>
                      <a:prstDash val="solid"/>
                      <a:round/>
                      <a:headEnd type="none" w="sm" len="sm"/>
                      <a:tailEnd type="none" w="sm" len="sm"/>
                    </a:lnL>
                    <a:lnR w="19050" cap="flat" cmpd="sng">
                      <a:solidFill>
                        <a:schemeClr val="dk1"/>
                      </a:solidFill>
                      <a:prstDash val="solid"/>
                      <a:round/>
                      <a:headEnd type="none" w="sm" len="sm"/>
                      <a:tailEnd type="none" w="sm" len="sm"/>
                    </a:lnR>
                    <a:lnT w="19050" cap="flat" cmpd="sng">
                      <a:solidFill>
                        <a:schemeClr val="dk1"/>
                      </a:solidFill>
                      <a:prstDash val="solid"/>
                      <a:round/>
                      <a:headEnd type="none" w="sm" len="sm"/>
                      <a:tailEnd type="none" w="sm" len="sm"/>
                    </a:lnT>
                    <a:lnB w="19050" cap="flat" cmpd="sng">
                      <a:solidFill>
                        <a:schemeClr val="dk1"/>
                      </a:solidFill>
                      <a:prstDash val="solid"/>
                      <a:round/>
                      <a:headEnd type="none" w="sm" len="sm"/>
                      <a:tailEnd type="none" w="sm" len="sm"/>
                    </a:lnB>
                    <a:noFill/>
                  </a:tcPr>
                </a:tc>
                <a:tc gridSpan="2">
                  <a:txBody>
                    <a:bodyPr/>
                    <a:lstStyle/>
                    <a:p>
                      <a:pPr marL="0" lvl="0" indent="0" algn="ctr" rtl="0">
                        <a:spcBef>
                          <a:spcPts val="0"/>
                        </a:spcBef>
                        <a:spcAft>
                          <a:spcPts val="0"/>
                        </a:spcAft>
                        <a:buNone/>
                      </a:pPr>
                      <a:r>
                        <a:rPr lang="en-US" sz="1100" dirty="0" smtClean="0">
                          <a:solidFill>
                            <a:schemeClr val="tx2"/>
                          </a:solidFill>
                          <a:latin typeface="Comic Neue"/>
                          <a:ea typeface="Comic Neue"/>
                          <a:cs typeface="Comic Neue"/>
                          <a:sym typeface="Comic Neue"/>
                        </a:rPr>
                        <a:t>Data processing enabling real-time performance and low computational cost</a:t>
                      </a:r>
                      <a:endParaRPr sz="1100" dirty="0">
                        <a:solidFill>
                          <a:schemeClr val="tx2"/>
                        </a:solidFill>
                        <a:latin typeface="Comic Neue"/>
                        <a:ea typeface="Comic Neue"/>
                        <a:cs typeface="Comic Neue"/>
                        <a:sym typeface="Comic Neue"/>
                      </a:endParaRPr>
                    </a:p>
                  </a:txBody>
                  <a:tcPr marL="91425" marR="91425" marT="91425" marB="91425" anchor="ctr">
                    <a:lnL w="19050" cap="flat" cmpd="sng">
                      <a:solidFill>
                        <a:schemeClr val="dk1"/>
                      </a:solidFill>
                      <a:prstDash val="solid"/>
                      <a:round/>
                      <a:headEnd type="none" w="sm" len="sm"/>
                      <a:tailEnd type="none" w="sm" len="sm"/>
                    </a:lnL>
                    <a:lnR w="9525" cap="flat" cmpd="sng" algn="ctr">
                      <a:solidFill>
                        <a:schemeClr val="dk1"/>
                      </a:solidFill>
                      <a:prstDash val="solid"/>
                      <a:round/>
                      <a:headEnd type="none" w="sm" len="sm"/>
                      <a:tailEnd type="none" w="sm" len="sm"/>
                    </a:lnR>
                    <a:lnT w="19050" cap="flat" cmpd="sng">
                      <a:solidFill>
                        <a:schemeClr val="dk1"/>
                      </a:solidFill>
                      <a:prstDash val="solid"/>
                      <a:round/>
                      <a:headEnd type="none" w="sm" len="sm"/>
                      <a:tailEnd type="none" w="sm" len="sm"/>
                    </a:lnT>
                    <a:lnB w="19050" cap="flat" cmpd="sng" algn="ctr">
                      <a:solidFill>
                        <a:schemeClr val="dk1"/>
                      </a:solidFill>
                      <a:prstDash val="solid"/>
                      <a:round/>
                      <a:headEnd type="none" w="sm" len="sm"/>
                      <a:tailEnd type="none" w="sm" len="sm"/>
                    </a:lnB>
                    <a:noFill/>
                  </a:tcPr>
                </a:tc>
                <a:tc hMerge="1">
                  <a:txBody>
                    <a:bodyPr/>
                    <a:lstStyle/>
                    <a:p>
                      <a:pPr marL="0" lvl="0" indent="0" algn="l" rtl="0">
                        <a:spcBef>
                          <a:spcPts val="0"/>
                        </a:spcBef>
                        <a:spcAft>
                          <a:spcPts val="0"/>
                        </a:spcAft>
                        <a:buNone/>
                      </a:pPr>
                      <a:endParaRPr dirty="0">
                        <a:latin typeface="Comic Neue"/>
                        <a:ea typeface="Comic Neue"/>
                        <a:cs typeface="Comic Neue"/>
                        <a:sym typeface="Comic Neue"/>
                      </a:endParaRPr>
                    </a:p>
                  </a:txBody>
                  <a:tcPr marL="91425" marR="91425" marT="91425" marB="91425">
                    <a:lnL w="19050"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19050" cap="flat" cmpd="sng">
                      <a:solidFill>
                        <a:schemeClr val="dk1"/>
                      </a:solidFill>
                      <a:prstDash val="solid"/>
                      <a:round/>
                      <a:headEnd type="none" w="sm" len="sm"/>
                      <a:tailEnd type="none" w="sm" len="sm"/>
                    </a:lnT>
                    <a:lnB w="19050" cap="flat" cmpd="sng">
                      <a:solidFill>
                        <a:schemeClr val="dk1"/>
                      </a:solidFill>
                      <a:prstDash val="solid"/>
                      <a:round/>
                      <a:headEnd type="none" w="sm" len="sm"/>
                      <a:tailEnd type="none" w="sm" len="sm"/>
                    </a:lnB>
                  </a:tcPr>
                </a:tc>
                <a:extLst>
                  <a:ext uri="{0D108BD9-81ED-4DB2-BD59-A6C34878D82A}">
                    <a16:rowId xmlns:a16="http://schemas.microsoft.com/office/drawing/2014/main" val="10002"/>
                  </a:ext>
                </a:extLst>
              </a:tr>
              <a:tr h="356050">
                <a:tc>
                  <a:txBody>
                    <a:bodyPr/>
                    <a:lstStyle/>
                    <a:p>
                      <a:pPr marL="0" lvl="0" indent="0" algn="ctr" rtl="0">
                        <a:spcBef>
                          <a:spcPts val="0"/>
                        </a:spcBef>
                        <a:spcAft>
                          <a:spcPts val="0"/>
                        </a:spcAft>
                        <a:buNone/>
                      </a:pPr>
                      <a:r>
                        <a:rPr lang="en" sz="2500" dirty="0" smtClean="0">
                          <a:solidFill>
                            <a:schemeClr val="lt2"/>
                          </a:solidFill>
                          <a:latin typeface="Righteous"/>
                          <a:ea typeface="Righteous"/>
                          <a:cs typeface="Righteous"/>
                          <a:sym typeface="Righteous"/>
                        </a:rPr>
                        <a:t>Models</a:t>
                      </a:r>
                      <a:endParaRPr sz="2500" dirty="0">
                        <a:solidFill>
                          <a:schemeClr val="lt2"/>
                        </a:solidFill>
                        <a:latin typeface="Righteous"/>
                        <a:ea typeface="Righteous"/>
                        <a:cs typeface="Righteous"/>
                        <a:sym typeface="Righteous"/>
                      </a:endParaRPr>
                    </a:p>
                  </a:txBody>
                  <a:tcPr marL="91425" marR="91425" marT="91425" marB="91425" anchor="ctr">
                    <a:lnL w="9525" cap="flat" cmpd="sng">
                      <a:solidFill>
                        <a:srgbClr val="9E9E9E">
                          <a:alpha val="0"/>
                        </a:srgbClr>
                      </a:solidFill>
                      <a:prstDash val="solid"/>
                      <a:round/>
                      <a:headEnd type="none" w="sm" len="sm"/>
                      <a:tailEnd type="none" w="sm" len="sm"/>
                    </a:lnL>
                    <a:lnR w="19050" cap="flat" cmpd="sng">
                      <a:solidFill>
                        <a:schemeClr val="dk1"/>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lvl="0" indent="0" algn="ctr" rtl="0">
                        <a:spcBef>
                          <a:spcPts val="0"/>
                        </a:spcBef>
                        <a:spcAft>
                          <a:spcPts val="0"/>
                        </a:spcAft>
                        <a:buNone/>
                      </a:pPr>
                      <a:r>
                        <a:rPr lang="en-US" sz="1400" dirty="0" err="1" smtClean="0">
                          <a:solidFill>
                            <a:schemeClr val="tx2"/>
                          </a:solidFill>
                          <a:latin typeface="Comic Neue"/>
                          <a:ea typeface="Comic Neue"/>
                          <a:cs typeface="Comic Neue"/>
                          <a:sym typeface="Comic Neue"/>
                        </a:rPr>
                        <a:t>Keras</a:t>
                      </a:r>
                      <a:r>
                        <a:rPr lang="en-US" sz="1400" dirty="0" smtClean="0">
                          <a:solidFill>
                            <a:schemeClr val="tx2"/>
                          </a:solidFill>
                          <a:latin typeface="Comic Neue"/>
                          <a:ea typeface="Comic Neue"/>
                          <a:cs typeface="Comic Neue"/>
                          <a:sym typeface="Comic Neue"/>
                        </a:rPr>
                        <a:t>, </a:t>
                      </a:r>
                      <a:r>
                        <a:rPr lang="en-US" sz="1400" dirty="0" err="1" smtClean="0">
                          <a:solidFill>
                            <a:schemeClr val="tx2"/>
                          </a:solidFill>
                          <a:latin typeface="Comic Neue"/>
                          <a:ea typeface="Comic Neue"/>
                          <a:cs typeface="Comic Neue"/>
                          <a:sym typeface="Comic Neue"/>
                        </a:rPr>
                        <a:t>gru</a:t>
                      </a:r>
                      <a:r>
                        <a:rPr lang="en-US" sz="1400" dirty="0" smtClean="0">
                          <a:solidFill>
                            <a:schemeClr val="tx2"/>
                          </a:solidFill>
                          <a:latin typeface="Comic Neue"/>
                          <a:ea typeface="Comic Neue"/>
                          <a:cs typeface="Comic Neue"/>
                          <a:sym typeface="Comic Neue"/>
                        </a:rPr>
                        <a:t>, </a:t>
                      </a:r>
                      <a:r>
                        <a:rPr lang="en-US" sz="1400" dirty="0" err="1" smtClean="0">
                          <a:solidFill>
                            <a:schemeClr val="tx2"/>
                          </a:solidFill>
                          <a:latin typeface="Comic Neue"/>
                          <a:ea typeface="Comic Neue"/>
                          <a:cs typeface="Comic Neue"/>
                          <a:sym typeface="Comic Neue"/>
                        </a:rPr>
                        <a:t>lstm</a:t>
                      </a:r>
                      <a:r>
                        <a:rPr lang="en-US" sz="1400" dirty="0" smtClean="0">
                          <a:solidFill>
                            <a:schemeClr val="tx2"/>
                          </a:solidFill>
                          <a:latin typeface="Comic Neue"/>
                          <a:ea typeface="Comic Neue"/>
                          <a:cs typeface="Comic Neue"/>
                          <a:sym typeface="Comic Neue"/>
                        </a:rPr>
                        <a:t>,</a:t>
                      </a:r>
                      <a:r>
                        <a:rPr lang="en-US" sz="1400" baseline="0" dirty="0" smtClean="0">
                          <a:solidFill>
                            <a:schemeClr val="tx2"/>
                          </a:solidFill>
                          <a:latin typeface="Comic Neue"/>
                          <a:ea typeface="Comic Neue"/>
                          <a:cs typeface="Comic Neue"/>
                          <a:sym typeface="Comic Neue"/>
                        </a:rPr>
                        <a:t> etc.</a:t>
                      </a:r>
                      <a:endParaRPr sz="1400" dirty="0">
                        <a:solidFill>
                          <a:schemeClr val="tx2"/>
                        </a:solidFill>
                        <a:latin typeface="Comic Neue"/>
                        <a:ea typeface="Comic Neue"/>
                        <a:cs typeface="Comic Neue"/>
                        <a:sym typeface="Comic Neue"/>
                      </a:endParaRPr>
                    </a:p>
                  </a:txBody>
                  <a:tcPr marL="91425" marR="91425" marT="91425" marB="91425" anchor="ctr">
                    <a:lnL w="19050" cap="flat" cmpd="sng">
                      <a:solidFill>
                        <a:schemeClr val="dk1"/>
                      </a:solidFill>
                      <a:prstDash val="solid"/>
                      <a:round/>
                      <a:headEnd type="none" w="sm" len="sm"/>
                      <a:tailEnd type="none" w="sm" len="sm"/>
                    </a:lnL>
                    <a:lnR w="19050" cap="flat" cmpd="sng">
                      <a:solidFill>
                        <a:schemeClr val="dk1"/>
                      </a:solidFill>
                      <a:prstDash val="solid"/>
                      <a:round/>
                      <a:headEnd type="none" w="sm" len="sm"/>
                      <a:tailEnd type="none" w="sm" len="sm"/>
                    </a:lnR>
                    <a:lnT w="19050" cap="flat" cmpd="sng">
                      <a:solidFill>
                        <a:schemeClr val="dk1"/>
                      </a:solidFill>
                      <a:prstDash val="solid"/>
                      <a:round/>
                      <a:headEnd type="none" w="sm" len="sm"/>
                      <a:tailEnd type="none" w="sm" len="sm"/>
                    </a:lnT>
                    <a:lnB w="19050"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US" sz="1400" dirty="0" smtClean="0">
                          <a:solidFill>
                            <a:schemeClr val="tx2"/>
                          </a:solidFill>
                          <a:latin typeface="Comic Neue"/>
                          <a:ea typeface="Comic Neue"/>
                          <a:cs typeface="Comic Neue"/>
                          <a:sym typeface="Comic Neue"/>
                        </a:rPr>
                        <a:t>CNN &amp; RNN</a:t>
                      </a:r>
                      <a:endParaRPr sz="1400" dirty="0">
                        <a:solidFill>
                          <a:schemeClr val="tx2"/>
                        </a:solidFill>
                        <a:latin typeface="Comic Neue"/>
                        <a:ea typeface="Comic Neue"/>
                        <a:cs typeface="Comic Neue"/>
                        <a:sym typeface="Comic Neue"/>
                      </a:endParaRPr>
                    </a:p>
                  </a:txBody>
                  <a:tcPr marL="91425" marR="91425" marT="91425" marB="91425" anchor="ctr">
                    <a:lnL w="19050" cap="flat" cmpd="sng">
                      <a:solidFill>
                        <a:schemeClr val="dk1"/>
                      </a:solidFill>
                      <a:prstDash val="solid"/>
                      <a:round/>
                      <a:headEnd type="none" w="sm" len="sm"/>
                      <a:tailEnd type="none" w="sm" len="sm"/>
                    </a:lnL>
                    <a:lnR w="19050" cap="flat" cmpd="sng">
                      <a:solidFill>
                        <a:schemeClr val="dk1"/>
                      </a:solidFill>
                      <a:prstDash val="solid"/>
                      <a:round/>
                      <a:headEnd type="none" w="sm" len="sm"/>
                      <a:tailEnd type="none" w="sm" len="sm"/>
                    </a:lnR>
                    <a:lnT w="19050" cap="flat" cmpd="sng">
                      <a:solidFill>
                        <a:schemeClr val="dk1"/>
                      </a:solidFill>
                      <a:prstDash val="solid"/>
                      <a:round/>
                      <a:headEnd type="none" w="sm" len="sm"/>
                      <a:tailEnd type="none" w="sm" len="sm"/>
                    </a:lnT>
                    <a:lnB w="19050" cap="flat" cmpd="sng">
                      <a:solidFill>
                        <a:schemeClr val="dk1"/>
                      </a:solidFill>
                      <a:prstDash val="solid"/>
                      <a:round/>
                      <a:headEnd type="none" w="sm" len="sm"/>
                      <a:tailEnd type="none" w="sm" len="sm"/>
                    </a:lnB>
                  </a:tcPr>
                </a:tc>
                <a:tc gridSpan="2">
                  <a:txBody>
                    <a:bodyPr/>
                    <a:lstStyle/>
                    <a:p>
                      <a:pPr marL="0" lvl="0" indent="0" algn="ctr" rtl="0">
                        <a:spcBef>
                          <a:spcPts val="0"/>
                        </a:spcBef>
                        <a:spcAft>
                          <a:spcPts val="0"/>
                        </a:spcAft>
                        <a:buNone/>
                      </a:pPr>
                      <a:r>
                        <a:rPr lang="en-US" sz="1100" smtClean="0">
                          <a:solidFill>
                            <a:schemeClr val="tx2"/>
                          </a:solidFill>
                          <a:latin typeface="Comic Neue"/>
                          <a:ea typeface="Comic Neue"/>
                          <a:cs typeface="Comic Neue"/>
                          <a:sym typeface="Comic Neue"/>
                        </a:rPr>
                        <a:t>Highest accuracy and</a:t>
                      </a:r>
                      <a:r>
                        <a:rPr lang="en-US" sz="1100" baseline="0" smtClean="0">
                          <a:solidFill>
                            <a:schemeClr val="tx2"/>
                          </a:solidFill>
                          <a:latin typeface="Comic Neue"/>
                          <a:ea typeface="Comic Neue"/>
                          <a:cs typeface="Comic Neue"/>
                          <a:sym typeface="Comic Neue"/>
                        </a:rPr>
                        <a:t> performance compared to 7 other models</a:t>
                      </a:r>
                      <a:endParaRPr sz="1100" dirty="0">
                        <a:solidFill>
                          <a:schemeClr val="tx2"/>
                        </a:solidFill>
                        <a:latin typeface="Comic Neue"/>
                        <a:ea typeface="Comic Neue"/>
                        <a:cs typeface="Comic Neue"/>
                        <a:sym typeface="Comic Neue"/>
                      </a:endParaRPr>
                    </a:p>
                  </a:txBody>
                  <a:tcPr marL="91425" marR="91425" marT="91425" marB="91425" anchor="ctr">
                    <a:lnL w="19050" cap="flat" cmpd="sng">
                      <a:solidFill>
                        <a:schemeClr val="dk1"/>
                      </a:solidFill>
                      <a:prstDash val="solid"/>
                      <a:round/>
                      <a:headEnd type="none" w="sm" len="sm"/>
                      <a:tailEnd type="none" w="sm" len="sm"/>
                    </a:lnL>
                    <a:lnR w="9525" cap="flat" cmpd="sng" algn="ctr">
                      <a:solidFill>
                        <a:schemeClr val="dk1"/>
                      </a:solidFill>
                      <a:prstDash val="solid"/>
                      <a:round/>
                      <a:headEnd type="none" w="sm" len="sm"/>
                      <a:tailEnd type="none" w="sm" len="sm"/>
                    </a:lnR>
                    <a:lnT w="19050" cap="flat" cmpd="sng">
                      <a:solidFill>
                        <a:schemeClr val="dk1"/>
                      </a:solidFill>
                      <a:prstDash val="solid"/>
                      <a:round/>
                      <a:headEnd type="none" w="sm" len="sm"/>
                      <a:tailEnd type="none" w="sm" len="sm"/>
                    </a:lnT>
                    <a:lnB w="19050" cap="flat" cmpd="sng" algn="ctr">
                      <a:solidFill>
                        <a:schemeClr val="dk1"/>
                      </a:solidFill>
                      <a:prstDash val="solid"/>
                      <a:round/>
                      <a:headEnd type="none" w="sm" len="sm"/>
                      <a:tailEnd type="none" w="sm" len="sm"/>
                    </a:lnB>
                    <a:noFill/>
                  </a:tcPr>
                </a:tc>
                <a:tc hMerge="1">
                  <a:txBody>
                    <a:bodyPr/>
                    <a:lstStyle/>
                    <a:p>
                      <a:pPr marL="0" lvl="0" indent="0" algn="l" rtl="0">
                        <a:spcBef>
                          <a:spcPts val="0"/>
                        </a:spcBef>
                        <a:spcAft>
                          <a:spcPts val="0"/>
                        </a:spcAft>
                        <a:buNone/>
                      </a:pPr>
                      <a:endParaRPr dirty="0">
                        <a:latin typeface="Comic Neue"/>
                        <a:ea typeface="Comic Neue"/>
                        <a:cs typeface="Comic Neue"/>
                        <a:sym typeface="Comic Neue"/>
                      </a:endParaRPr>
                    </a:p>
                  </a:txBody>
                  <a:tcPr marL="91425" marR="91425" marT="91425" marB="91425">
                    <a:lnL w="19050"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19050" cap="flat" cmpd="sng">
                      <a:solidFill>
                        <a:schemeClr val="dk1"/>
                      </a:solidFill>
                      <a:prstDash val="solid"/>
                      <a:round/>
                      <a:headEnd type="none" w="sm" len="sm"/>
                      <a:tailEnd type="none" w="sm" len="sm"/>
                    </a:lnT>
                    <a:lnB w="19050" cap="flat" cmpd="sng">
                      <a:solidFill>
                        <a:schemeClr val="dk1"/>
                      </a:solidFill>
                      <a:prstDash val="solid"/>
                      <a:round/>
                      <a:headEnd type="none" w="sm" len="sm"/>
                      <a:tailEnd type="none" w="sm" len="sm"/>
                    </a:lnB>
                    <a:noFill/>
                  </a:tcPr>
                </a:tc>
                <a:extLst>
                  <a:ext uri="{0D108BD9-81ED-4DB2-BD59-A6C34878D82A}">
                    <a16:rowId xmlns:a16="http://schemas.microsoft.com/office/drawing/2014/main" val="10003"/>
                  </a:ext>
                </a:extLst>
              </a:tr>
              <a:tr h="521425">
                <a:tc>
                  <a:txBody>
                    <a:bodyPr/>
                    <a:lstStyle/>
                    <a:p>
                      <a:pPr marL="0" lvl="0" indent="0" algn="ctr" rtl="0">
                        <a:spcBef>
                          <a:spcPts val="0"/>
                        </a:spcBef>
                        <a:spcAft>
                          <a:spcPts val="0"/>
                        </a:spcAft>
                        <a:buNone/>
                      </a:pPr>
                      <a:r>
                        <a:rPr lang="en" sz="2500" dirty="0" smtClean="0">
                          <a:solidFill>
                            <a:schemeClr val="lt2"/>
                          </a:solidFill>
                          <a:latin typeface="Righteous"/>
                          <a:ea typeface="Righteous"/>
                          <a:cs typeface="Righteous"/>
                          <a:sym typeface="Righteous"/>
                        </a:rPr>
                        <a:t>Feedback</a:t>
                      </a:r>
                      <a:endParaRPr sz="2500" dirty="0">
                        <a:solidFill>
                          <a:schemeClr val="lt2"/>
                        </a:solidFill>
                        <a:latin typeface="Righteous"/>
                        <a:ea typeface="Righteous"/>
                        <a:cs typeface="Righteous"/>
                        <a:sym typeface="Righteous"/>
                      </a:endParaRPr>
                    </a:p>
                  </a:txBody>
                  <a:tcPr marL="91425" marR="91425" marT="91425" marB="91425" anchor="ctr">
                    <a:lnL w="9525" cap="flat" cmpd="sng">
                      <a:solidFill>
                        <a:srgbClr val="9E9E9E">
                          <a:alpha val="0"/>
                        </a:srgbClr>
                      </a:solidFill>
                      <a:prstDash val="solid"/>
                      <a:round/>
                      <a:headEnd type="none" w="sm" len="sm"/>
                      <a:tailEnd type="none" w="sm" len="sm"/>
                    </a:lnL>
                    <a:lnR w="19050" cap="flat" cmpd="sng">
                      <a:solidFill>
                        <a:schemeClr val="dk1"/>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lvl="0" indent="0" algn="ctr" rtl="0">
                        <a:spcBef>
                          <a:spcPts val="0"/>
                        </a:spcBef>
                        <a:spcAft>
                          <a:spcPts val="0"/>
                        </a:spcAft>
                        <a:buNone/>
                      </a:pPr>
                      <a:r>
                        <a:rPr lang="en-US" sz="1400" dirty="0" smtClean="0">
                          <a:solidFill>
                            <a:schemeClr val="tx2"/>
                          </a:solidFill>
                          <a:latin typeface="Comic Neue"/>
                          <a:ea typeface="Comic Neue"/>
                          <a:cs typeface="Comic Neue"/>
                          <a:sym typeface="Comic Neue"/>
                        </a:rPr>
                        <a:t>Direct classification, technical</a:t>
                      </a:r>
                      <a:r>
                        <a:rPr lang="en-US" sz="1400" baseline="0" dirty="0" smtClean="0">
                          <a:solidFill>
                            <a:schemeClr val="tx2"/>
                          </a:solidFill>
                          <a:latin typeface="Comic Neue"/>
                          <a:ea typeface="Comic Neue"/>
                          <a:cs typeface="Comic Neue"/>
                          <a:sym typeface="Comic Neue"/>
                        </a:rPr>
                        <a:t> based</a:t>
                      </a:r>
                      <a:endParaRPr sz="1400" dirty="0">
                        <a:solidFill>
                          <a:schemeClr val="tx2"/>
                        </a:solidFill>
                        <a:latin typeface="Comic Neue"/>
                        <a:ea typeface="Comic Neue"/>
                        <a:cs typeface="Comic Neue"/>
                        <a:sym typeface="Comic Neue"/>
                      </a:endParaRPr>
                    </a:p>
                  </a:txBody>
                  <a:tcPr marL="91425" marR="91425" marT="91425" marB="91425" anchor="ctr">
                    <a:lnL w="19050" cap="flat" cmpd="sng">
                      <a:solidFill>
                        <a:schemeClr val="dk1"/>
                      </a:solidFill>
                      <a:prstDash val="solid"/>
                      <a:round/>
                      <a:headEnd type="none" w="sm" len="sm"/>
                      <a:tailEnd type="none" w="sm" len="sm"/>
                    </a:lnL>
                    <a:lnR w="19050" cap="flat" cmpd="sng">
                      <a:solidFill>
                        <a:schemeClr val="dk1"/>
                      </a:solidFill>
                      <a:prstDash val="solid"/>
                      <a:round/>
                      <a:headEnd type="none" w="sm" len="sm"/>
                      <a:tailEnd type="none" w="sm" len="sm"/>
                    </a:lnR>
                    <a:lnT w="19050" cap="flat" cmpd="sng">
                      <a:solidFill>
                        <a:schemeClr val="dk1"/>
                      </a:solidFill>
                      <a:prstDash val="solid"/>
                      <a:round/>
                      <a:headEnd type="none" w="sm" len="sm"/>
                      <a:tailEnd type="none" w="sm" len="sm"/>
                    </a:lnT>
                    <a:lnB w="19050"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US" sz="1400" dirty="0" err="1" smtClean="0">
                          <a:solidFill>
                            <a:schemeClr val="tx2"/>
                          </a:solidFill>
                          <a:latin typeface="Comic Neue"/>
                          <a:ea typeface="Comic Neue"/>
                          <a:cs typeface="Comic Neue"/>
                          <a:sym typeface="Comic Neue"/>
                        </a:rPr>
                        <a:t>Structered</a:t>
                      </a:r>
                      <a:r>
                        <a:rPr lang="en-US" sz="1400" dirty="0" smtClean="0">
                          <a:solidFill>
                            <a:schemeClr val="tx2"/>
                          </a:solidFill>
                          <a:latin typeface="Comic Neue"/>
                          <a:ea typeface="Comic Neue"/>
                          <a:cs typeface="Comic Neue"/>
                          <a:sym typeface="Comic Neue"/>
                        </a:rPr>
                        <a:t> Reports</a:t>
                      </a:r>
                      <a:endParaRPr sz="1400" dirty="0">
                        <a:solidFill>
                          <a:schemeClr val="tx2"/>
                        </a:solidFill>
                        <a:latin typeface="Comic Neue"/>
                        <a:ea typeface="Comic Neue"/>
                        <a:cs typeface="Comic Neue"/>
                        <a:sym typeface="Comic Neue"/>
                      </a:endParaRPr>
                    </a:p>
                  </a:txBody>
                  <a:tcPr marL="91425" marR="91425" marT="91425" marB="91425" anchor="ctr">
                    <a:lnL w="19050" cap="flat" cmpd="sng">
                      <a:solidFill>
                        <a:schemeClr val="dk1"/>
                      </a:solidFill>
                      <a:prstDash val="solid"/>
                      <a:round/>
                      <a:headEnd type="none" w="sm" len="sm"/>
                      <a:tailEnd type="none" w="sm" len="sm"/>
                    </a:lnL>
                    <a:lnR w="19050" cap="flat" cmpd="sng">
                      <a:solidFill>
                        <a:schemeClr val="dk1"/>
                      </a:solidFill>
                      <a:prstDash val="solid"/>
                      <a:round/>
                      <a:headEnd type="none" w="sm" len="sm"/>
                      <a:tailEnd type="none" w="sm" len="sm"/>
                    </a:lnR>
                    <a:lnT w="19050" cap="flat" cmpd="sng">
                      <a:solidFill>
                        <a:schemeClr val="dk1"/>
                      </a:solidFill>
                      <a:prstDash val="solid"/>
                      <a:round/>
                      <a:headEnd type="none" w="sm" len="sm"/>
                      <a:tailEnd type="none" w="sm" len="sm"/>
                    </a:lnT>
                    <a:lnB w="19050" cap="flat" cmpd="sng">
                      <a:solidFill>
                        <a:schemeClr val="dk1"/>
                      </a:solidFill>
                      <a:prstDash val="solid"/>
                      <a:round/>
                      <a:headEnd type="none" w="sm" len="sm"/>
                      <a:tailEnd type="none" w="sm" len="sm"/>
                    </a:lnB>
                  </a:tcPr>
                </a:tc>
                <a:tc gridSpan="2">
                  <a:txBody>
                    <a:bodyPr/>
                    <a:lstStyle/>
                    <a:p>
                      <a:pPr marL="0" lvl="0" indent="0" algn="ctr" rtl="0">
                        <a:spcBef>
                          <a:spcPts val="0"/>
                        </a:spcBef>
                        <a:spcAft>
                          <a:spcPts val="0"/>
                        </a:spcAft>
                        <a:buNone/>
                      </a:pPr>
                      <a:r>
                        <a:rPr lang="en-US" sz="1100" smtClean="0">
                          <a:solidFill>
                            <a:schemeClr val="tx2"/>
                          </a:solidFill>
                          <a:latin typeface="Comic Neue"/>
                          <a:ea typeface="Comic Neue"/>
                          <a:cs typeface="Comic Neue"/>
                          <a:sym typeface="Comic Neue"/>
                        </a:rPr>
                        <a:t>Enabled scoring and metrics to prove performance instead of direct classification</a:t>
                      </a:r>
                      <a:endParaRPr sz="1100" dirty="0">
                        <a:solidFill>
                          <a:schemeClr val="tx2"/>
                        </a:solidFill>
                        <a:latin typeface="Comic Neue"/>
                        <a:ea typeface="Comic Neue"/>
                        <a:cs typeface="Comic Neue"/>
                        <a:sym typeface="Comic Neue"/>
                      </a:endParaRPr>
                    </a:p>
                  </a:txBody>
                  <a:tcPr marL="91425" marR="91425" marT="91425" marB="91425" anchor="ctr">
                    <a:lnL w="19050" cap="flat" cmpd="sng">
                      <a:solidFill>
                        <a:schemeClr val="dk1"/>
                      </a:solidFill>
                      <a:prstDash val="solid"/>
                      <a:round/>
                      <a:headEnd type="none" w="sm" len="sm"/>
                      <a:tailEnd type="none" w="sm" len="sm"/>
                    </a:lnL>
                    <a:lnR w="9525" cap="flat" cmpd="sng" algn="ctr">
                      <a:solidFill>
                        <a:schemeClr val="dk1"/>
                      </a:solidFill>
                      <a:prstDash val="solid"/>
                      <a:round/>
                      <a:headEnd type="none" w="sm" len="sm"/>
                      <a:tailEnd type="none" w="sm" len="sm"/>
                    </a:lnR>
                    <a:lnT w="19050" cap="flat" cmpd="sng">
                      <a:solidFill>
                        <a:schemeClr val="dk1"/>
                      </a:solidFill>
                      <a:prstDash val="solid"/>
                      <a:round/>
                      <a:headEnd type="none" w="sm" len="sm"/>
                      <a:tailEnd type="none" w="sm" len="sm"/>
                    </a:lnT>
                    <a:lnB w="19050" cap="flat" cmpd="sng" algn="ctr">
                      <a:solidFill>
                        <a:schemeClr val="dk1"/>
                      </a:solidFill>
                      <a:prstDash val="solid"/>
                      <a:round/>
                      <a:headEnd type="none" w="sm" len="sm"/>
                      <a:tailEnd type="none" w="sm" len="sm"/>
                    </a:lnB>
                  </a:tcPr>
                </a:tc>
                <a:tc hMerge="1">
                  <a:txBody>
                    <a:bodyPr/>
                    <a:lstStyle/>
                    <a:p>
                      <a:pPr marL="0" lvl="0" indent="0" algn="l" rtl="0">
                        <a:spcBef>
                          <a:spcPts val="0"/>
                        </a:spcBef>
                        <a:spcAft>
                          <a:spcPts val="0"/>
                        </a:spcAft>
                        <a:buNone/>
                      </a:pPr>
                      <a:endParaRPr dirty="0">
                        <a:latin typeface="Comic Neue"/>
                        <a:ea typeface="Comic Neue"/>
                        <a:cs typeface="Comic Neue"/>
                        <a:sym typeface="Comic Neue"/>
                      </a:endParaRPr>
                    </a:p>
                  </a:txBody>
                  <a:tcPr marL="91425" marR="91425" marT="91425" marB="91425">
                    <a:lnL w="19050"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19050" cap="flat" cmpd="sng">
                      <a:solidFill>
                        <a:schemeClr val="dk1"/>
                      </a:solidFill>
                      <a:prstDash val="solid"/>
                      <a:round/>
                      <a:headEnd type="none" w="sm" len="sm"/>
                      <a:tailEnd type="none" w="sm" len="sm"/>
                    </a:lnT>
                    <a:lnB w="19050" cap="flat" cmpd="sng">
                      <a:solidFill>
                        <a:schemeClr val="dk1"/>
                      </a:solidFill>
                      <a:prstDash val="solid"/>
                      <a:round/>
                      <a:headEnd type="none" w="sm" len="sm"/>
                      <a:tailEnd type="none" w="sm" len="sm"/>
                    </a:lnB>
                    <a:noFill/>
                  </a:tcPr>
                </a:tc>
                <a:extLst>
                  <a:ext uri="{0D108BD9-81ED-4DB2-BD59-A6C34878D82A}">
                    <a16:rowId xmlns:a16="http://schemas.microsoft.com/office/drawing/2014/main" val="10004"/>
                  </a:ext>
                </a:extLst>
              </a:tr>
            </a:tbl>
          </a:graphicData>
        </a:graphic>
      </p:graphicFrame>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491"/>
        <p:cNvGrpSpPr/>
        <p:nvPr/>
      </p:nvGrpSpPr>
      <p:grpSpPr>
        <a:xfrm>
          <a:off x="0" y="0"/>
          <a:ext cx="0" cy="0"/>
          <a:chOff x="0" y="0"/>
          <a:chExt cx="0" cy="0"/>
        </a:xfrm>
      </p:grpSpPr>
      <p:pic>
        <p:nvPicPr>
          <p:cNvPr id="492" name="Google Shape;492;p39"/>
          <p:cNvPicPr preferRelativeResize="0"/>
          <p:nvPr/>
        </p:nvPicPr>
        <p:blipFill rotWithShape="1">
          <a:blip r:embed="rId3">
            <a:alphaModFix/>
          </a:blip>
          <a:srcRect l="25007" t="40373" r="22399" b="44658"/>
          <a:stretch/>
        </p:blipFill>
        <p:spPr>
          <a:xfrm>
            <a:off x="921500" y="4238338"/>
            <a:ext cx="1699450" cy="297751"/>
          </a:xfrm>
          <a:prstGeom prst="rect">
            <a:avLst/>
          </a:prstGeom>
          <a:noFill/>
          <a:ln>
            <a:noFill/>
          </a:ln>
        </p:spPr>
      </p:pic>
      <p:pic>
        <p:nvPicPr>
          <p:cNvPr id="493" name="Google Shape;493;p39"/>
          <p:cNvPicPr preferRelativeResize="0"/>
          <p:nvPr/>
        </p:nvPicPr>
        <p:blipFill rotWithShape="1">
          <a:blip r:embed="rId3">
            <a:alphaModFix/>
          </a:blip>
          <a:srcRect l="25007" t="40373" r="22399" b="44658"/>
          <a:stretch/>
        </p:blipFill>
        <p:spPr>
          <a:xfrm>
            <a:off x="6402877" y="4126588"/>
            <a:ext cx="2683123" cy="409501"/>
          </a:xfrm>
          <a:prstGeom prst="rect">
            <a:avLst/>
          </a:prstGeom>
          <a:noFill/>
          <a:ln>
            <a:noFill/>
          </a:ln>
        </p:spPr>
      </p:pic>
      <p:sp>
        <p:nvSpPr>
          <p:cNvPr id="495" name="Google Shape;495;p39"/>
          <p:cNvSpPr txBox="1">
            <a:spLocks noGrp="1"/>
          </p:cNvSpPr>
          <p:nvPr>
            <p:ph type="title"/>
          </p:nvPr>
        </p:nvSpPr>
        <p:spPr>
          <a:xfrm>
            <a:off x="2532743" y="1964175"/>
            <a:ext cx="3870182" cy="1938388"/>
          </a:xfrm>
          <a:prstGeom prst="rect">
            <a:avLst/>
          </a:prstGeom>
        </p:spPr>
        <p:txBody>
          <a:bodyPr spcFirstLastPara="1" wrap="square" lIns="91425" tIns="91425" rIns="91425" bIns="91425" anchor="ctr" anchorCtr="0">
            <a:noAutofit/>
          </a:bodyPr>
          <a:lstStyle/>
          <a:p>
            <a:r>
              <a:rPr lang="en-US" dirty="0"/>
              <a:t>Evaluation Methodology</a:t>
            </a:r>
          </a:p>
        </p:txBody>
      </p:sp>
      <p:sp>
        <p:nvSpPr>
          <p:cNvPr id="496" name="Google Shape;496;p39"/>
          <p:cNvSpPr txBox="1">
            <a:spLocks noGrp="1"/>
          </p:cNvSpPr>
          <p:nvPr>
            <p:ph type="title" idx="2"/>
          </p:nvPr>
        </p:nvSpPr>
        <p:spPr>
          <a:xfrm>
            <a:off x="2862275" y="935550"/>
            <a:ext cx="3419400" cy="9414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dirty="0" smtClean="0"/>
              <a:t>07</a:t>
            </a:r>
            <a:endParaRPr dirty="0"/>
          </a:p>
        </p:txBody>
      </p:sp>
      <p:sp>
        <p:nvSpPr>
          <p:cNvPr id="497" name="Google Shape;497;p39"/>
          <p:cNvSpPr/>
          <p:nvPr/>
        </p:nvSpPr>
        <p:spPr>
          <a:xfrm>
            <a:off x="8111050" y="1964175"/>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498" name="Google Shape;498;p39"/>
          <p:cNvPicPr preferRelativeResize="0"/>
          <p:nvPr/>
        </p:nvPicPr>
        <p:blipFill>
          <a:blip r:embed="rId4">
            <a:alphaModFix/>
          </a:blip>
          <a:stretch>
            <a:fillRect/>
          </a:stretch>
        </p:blipFill>
        <p:spPr>
          <a:xfrm>
            <a:off x="6519800" y="821431"/>
            <a:ext cx="1905050" cy="3500639"/>
          </a:xfrm>
          <a:prstGeom prst="rect">
            <a:avLst/>
          </a:prstGeom>
          <a:noFill/>
          <a:ln>
            <a:noFill/>
          </a:ln>
        </p:spPr>
      </p:pic>
      <p:pic>
        <p:nvPicPr>
          <p:cNvPr id="499" name="Google Shape;499;p39"/>
          <p:cNvPicPr preferRelativeResize="0"/>
          <p:nvPr/>
        </p:nvPicPr>
        <p:blipFill>
          <a:blip r:embed="rId5">
            <a:alphaModFix/>
          </a:blip>
          <a:stretch>
            <a:fillRect/>
          </a:stretch>
        </p:blipFill>
        <p:spPr>
          <a:xfrm>
            <a:off x="1085425" y="866775"/>
            <a:ext cx="1699450" cy="3500651"/>
          </a:xfrm>
          <a:prstGeom prst="rect">
            <a:avLst/>
          </a:prstGeom>
          <a:noFill/>
          <a:ln>
            <a:noFill/>
          </a:ln>
        </p:spPr>
      </p:pic>
    </p:spTree>
    <p:extLst>
      <p:ext uri="{BB962C8B-B14F-4D97-AF65-F5344CB8AC3E}">
        <p14:creationId xmlns:p14="http://schemas.microsoft.com/office/powerpoint/2010/main" val="127482214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562"/>
        <p:cNvGrpSpPr/>
        <p:nvPr/>
      </p:nvGrpSpPr>
      <p:grpSpPr>
        <a:xfrm>
          <a:off x="0" y="0"/>
          <a:ext cx="0" cy="0"/>
          <a:chOff x="0" y="0"/>
          <a:chExt cx="0" cy="0"/>
        </a:xfrm>
      </p:grpSpPr>
      <p:pic>
        <p:nvPicPr>
          <p:cNvPr id="563" name="Google Shape;563;p43"/>
          <p:cNvPicPr preferRelativeResize="0"/>
          <p:nvPr/>
        </p:nvPicPr>
        <p:blipFill rotWithShape="1">
          <a:blip r:embed="rId3">
            <a:alphaModFix/>
          </a:blip>
          <a:srcRect l="25007" t="40373" r="22399" b="44658"/>
          <a:stretch/>
        </p:blipFill>
        <p:spPr>
          <a:xfrm>
            <a:off x="3211468" y="4433015"/>
            <a:ext cx="2683123" cy="409501"/>
          </a:xfrm>
          <a:prstGeom prst="rect">
            <a:avLst/>
          </a:prstGeom>
          <a:noFill/>
          <a:ln>
            <a:noFill/>
          </a:ln>
        </p:spPr>
      </p:pic>
      <p:sp>
        <p:nvSpPr>
          <p:cNvPr id="564" name="Google Shape;564;p43"/>
          <p:cNvSpPr txBox="1">
            <a:spLocks noGrp="1"/>
          </p:cNvSpPr>
          <p:nvPr>
            <p:ph type="title"/>
          </p:nvPr>
        </p:nvSpPr>
        <p:spPr>
          <a:xfrm>
            <a:off x="535743" y="1368047"/>
            <a:ext cx="2307300" cy="527700"/>
          </a:xfrm>
          <a:prstGeom prst="rect">
            <a:avLst/>
          </a:prstGeom>
        </p:spPr>
        <p:txBody>
          <a:bodyPr spcFirstLastPara="1" wrap="square" lIns="91425" tIns="91425" rIns="91425" bIns="91425" anchor="ctr" anchorCtr="0">
            <a:noAutofit/>
          </a:bodyPr>
          <a:lstStyle/>
          <a:p>
            <a:pPr lvl="0"/>
            <a:r>
              <a:rPr lang="en-US" b="1" dirty="0"/>
              <a:t>Quantitative</a:t>
            </a:r>
            <a:endParaRPr dirty="0"/>
          </a:p>
        </p:txBody>
      </p:sp>
      <p:sp>
        <p:nvSpPr>
          <p:cNvPr id="565" name="Google Shape;565;p43"/>
          <p:cNvSpPr txBox="1">
            <a:spLocks noGrp="1"/>
          </p:cNvSpPr>
          <p:nvPr>
            <p:ph type="subTitle" idx="1"/>
          </p:nvPr>
        </p:nvSpPr>
        <p:spPr>
          <a:xfrm>
            <a:off x="535743" y="1954572"/>
            <a:ext cx="2307300" cy="7164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dirty="0" smtClean="0"/>
              <a:t>Metrics such as accuracy, f1 score, precision and recall. To evaluate performance.</a:t>
            </a:r>
            <a:endParaRPr dirty="0"/>
          </a:p>
        </p:txBody>
      </p:sp>
      <p:sp>
        <p:nvSpPr>
          <p:cNvPr id="566" name="Google Shape;566;p43"/>
          <p:cNvSpPr txBox="1">
            <a:spLocks noGrp="1"/>
          </p:cNvSpPr>
          <p:nvPr>
            <p:ph type="title" idx="2"/>
          </p:nvPr>
        </p:nvSpPr>
        <p:spPr>
          <a:xfrm>
            <a:off x="4715301" y="648584"/>
            <a:ext cx="3866637" cy="527700"/>
          </a:xfrm>
          <a:prstGeom prst="rect">
            <a:avLst/>
          </a:prstGeom>
        </p:spPr>
        <p:txBody>
          <a:bodyPr spcFirstLastPara="1" wrap="square" lIns="91425" tIns="91425" rIns="91425" bIns="91425" anchor="ctr" anchorCtr="0">
            <a:noAutofit/>
          </a:bodyPr>
          <a:lstStyle/>
          <a:p>
            <a:pPr lvl="0"/>
            <a:r>
              <a:rPr lang="en-US" b="1" dirty="0"/>
              <a:t>Comparative baselines</a:t>
            </a:r>
            <a:endParaRPr dirty="0"/>
          </a:p>
        </p:txBody>
      </p:sp>
      <p:sp>
        <p:nvSpPr>
          <p:cNvPr id="567" name="Google Shape;567;p43"/>
          <p:cNvSpPr txBox="1">
            <a:spLocks noGrp="1"/>
          </p:cNvSpPr>
          <p:nvPr>
            <p:ph type="subTitle" idx="3"/>
          </p:nvPr>
        </p:nvSpPr>
        <p:spPr>
          <a:xfrm>
            <a:off x="5591262" y="1108388"/>
            <a:ext cx="2307300" cy="7164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dirty="0" smtClean="0"/>
              <a:t>Compared to 7 other AI &amp; ML models to optimive best model.</a:t>
            </a:r>
            <a:endParaRPr dirty="0"/>
          </a:p>
        </p:txBody>
      </p:sp>
      <p:sp>
        <p:nvSpPr>
          <p:cNvPr id="568" name="Google Shape;568;p43"/>
          <p:cNvSpPr txBox="1">
            <a:spLocks noGrp="1"/>
          </p:cNvSpPr>
          <p:nvPr>
            <p:ph type="title" idx="4"/>
          </p:nvPr>
        </p:nvSpPr>
        <p:spPr>
          <a:xfrm>
            <a:off x="535743" y="3131064"/>
            <a:ext cx="2307300" cy="527700"/>
          </a:xfrm>
          <a:prstGeom prst="rect">
            <a:avLst/>
          </a:prstGeom>
        </p:spPr>
        <p:txBody>
          <a:bodyPr spcFirstLastPara="1" wrap="square" lIns="91425" tIns="91425" rIns="91425" bIns="91425" anchor="ctr" anchorCtr="0">
            <a:noAutofit/>
          </a:bodyPr>
          <a:lstStyle/>
          <a:p>
            <a:pPr lvl="0"/>
            <a:r>
              <a:rPr lang="en-US" b="1" dirty="0"/>
              <a:t>Qualitative</a:t>
            </a:r>
            <a:endParaRPr dirty="0"/>
          </a:p>
        </p:txBody>
      </p:sp>
      <p:sp>
        <p:nvSpPr>
          <p:cNvPr id="569" name="Google Shape;569;p43"/>
          <p:cNvSpPr txBox="1">
            <a:spLocks noGrp="1"/>
          </p:cNvSpPr>
          <p:nvPr>
            <p:ph type="subTitle" idx="5"/>
          </p:nvPr>
        </p:nvSpPr>
        <p:spPr>
          <a:xfrm>
            <a:off x="535743" y="3716615"/>
            <a:ext cx="2307300" cy="7164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dirty="0" smtClean="0"/>
              <a:t>Assesment for usability and user satisfaction, enabling feature specification.</a:t>
            </a:r>
            <a:endParaRPr dirty="0"/>
          </a:p>
        </p:txBody>
      </p:sp>
      <p:sp>
        <p:nvSpPr>
          <p:cNvPr id="570" name="Google Shape;570;p43"/>
          <p:cNvSpPr txBox="1">
            <a:spLocks noGrp="1"/>
          </p:cNvSpPr>
          <p:nvPr>
            <p:ph type="title" idx="6"/>
          </p:nvPr>
        </p:nvSpPr>
        <p:spPr>
          <a:xfrm>
            <a:off x="5717429" y="3657790"/>
            <a:ext cx="3211544" cy="527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dirty="0" smtClean="0"/>
              <a:t>Threats Mitigation</a:t>
            </a:r>
            <a:endParaRPr dirty="0"/>
          </a:p>
        </p:txBody>
      </p:sp>
      <p:sp>
        <p:nvSpPr>
          <p:cNvPr id="571" name="Google Shape;571;p43"/>
          <p:cNvSpPr txBox="1">
            <a:spLocks noGrp="1"/>
          </p:cNvSpPr>
          <p:nvPr>
            <p:ph type="subTitle" idx="7"/>
          </p:nvPr>
        </p:nvSpPr>
        <p:spPr>
          <a:xfrm>
            <a:off x="6020215" y="4128891"/>
            <a:ext cx="2605971" cy="852542"/>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dirty="0" smtClean="0">
                <a:solidFill>
                  <a:schemeClr val="dk1"/>
                </a:solidFill>
              </a:rPr>
              <a:t>Loaded controlled dataset size to manage computational power and increasing dataset size gradually.</a:t>
            </a:r>
            <a:endParaRPr dirty="0"/>
          </a:p>
        </p:txBody>
      </p:sp>
      <p:sp>
        <p:nvSpPr>
          <p:cNvPr id="572" name="Google Shape;572;p43"/>
          <p:cNvSpPr txBox="1">
            <a:spLocks noGrp="1"/>
          </p:cNvSpPr>
          <p:nvPr>
            <p:ph type="title" idx="8"/>
          </p:nvPr>
        </p:nvSpPr>
        <p:spPr>
          <a:xfrm>
            <a:off x="747296" y="278555"/>
            <a:ext cx="3968005" cy="440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dirty="0" smtClean="0"/>
              <a:t>EVALUATION</a:t>
            </a:r>
            <a:endParaRPr dirty="0"/>
          </a:p>
        </p:txBody>
      </p:sp>
      <p:pic>
        <p:nvPicPr>
          <p:cNvPr id="573" name="Google Shape;573;p43"/>
          <p:cNvPicPr preferRelativeResize="0"/>
          <p:nvPr/>
        </p:nvPicPr>
        <p:blipFill>
          <a:blip r:embed="rId4">
            <a:alphaModFix/>
          </a:blip>
          <a:stretch>
            <a:fillRect/>
          </a:stretch>
        </p:blipFill>
        <p:spPr>
          <a:xfrm>
            <a:off x="3541007" y="1405815"/>
            <a:ext cx="2176422" cy="3188226"/>
          </a:xfrm>
          <a:prstGeom prst="rect">
            <a:avLst/>
          </a:prstGeom>
          <a:noFill/>
          <a:ln>
            <a:noFill/>
          </a:ln>
        </p:spPr>
      </p:pic>
      <p:sp>
        <p:nvSpPr>
          <p:cNvPr id="13" name="Google Shape;570;p43"/>
          <p:cNvSpPr txBox="1">
            <a:spLocks/>
          </p:cNvSpPr>
          <p:nvPr/>
        </p:nvSpPr>
        <p:spPr>
          <a:xfrm>
            <a:off x="6415393" y="2126389"/>
            <a:ext cx="2610468" cy="527700"/>
          </a:xfrm>
          <a:prstGeom prst="rect">
            <a:avLst/>
          </a:prstGeom>
          <a:noFill/>
          <a:ln>
            <a:noFill/>
          </a:ln>
          <a:effectLst>
            <a:outerShdw blurRad="71438" dist="47625" dir="3000000" algn="bl" rotWithShape="0">
              <a:srgbClr val="000000">
                <a:alpha val="21000"/>
              </a:srgbClr>
            </a:outerShdw>
          </a:effectLst>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2500"/>
              <a:buFont typeface="Righteous"/>
              <a:buNone/>
              <a:defRPr sz="2500" b="0" i="0" u="none" strike="noStrike" cap="none">
                <a:solidFill>
                  <a:schemeClr val="dk1"/>
                </a:solidFill>
                <a:latin typeface="Righteous"/>
                <a:ea typeface="Righteous"/>
                <a:cs typeface="Righteous"/>
                <a:sym typeface="Righteous"/>
              </a:defRPr>
            </a:lvl1pPr>
            <a:lvl2pPr marR="0" lvl="1" algn="ctr" rtl="0">
              <a:lnSpc>
                <a:spcPct val="100000"/>
              </a:lnSpc>
              <a:spcBef>
                <a:spcPts val="0"/>
              </a:spcBef>
              <a:spcAft>
                <a:spcPts val="0"/>
              </a:spcAft>
              <a:buClr>
                <a:schemeClr val="dk1"/>
              </a:buClr>
              <a:buSzPts val="2500"/>
              <a:buFont typeface="Bebas Neue"/>
              <a:buNone/>
              <a:defRPr sz="2500" b="0" i="0" u="none" strike="noStrike" cap="none">
                <a:solidFill>
                  <a:schemeClr val="dk1"/>
                </a:solidFill>
                <a:latin typeface="Bebas Neue"/>
                <a:ea typeface="Bebas Neue"/>
                <a:cs typeface="Bebas Neue"/>
                <a:sym typeface="Bebas Neue"/>
              </a:defRPr>
            </a:lvl2pPr>
            <a:lvl3pPr marR="0" lvl="2" algn="ctr" rtl="0">
              <a:lnSpc>
                <a:spcPct val="100000"/>
              </a:lnSpc>
              <a:spcBef>
                <a:spcPts val="0"/>
              </a:spcBef>
              <a:spcAft>
                <a:spcPts val="0"/>
              </a:spcAft>
              <a:buClr>
                <a:schemeClr val="dk1"/>
              </a:buClr>
              <a:buSzPts val="2500"/>
              <a:buFont typeface="Bebas Neue"/>
              <a:buNone/>
              <a:defRPr sz="2500" b="0" i="0" u="none" strike="noStrike" cap="none">
                <a:solidFill>
                  <a:schemeClr val="dk1"/>
                </a:solidFill>
                <a:latin typeface="Bebas Neue"/>
                <a:ea typeface="Bebas Neue"/>
                <a:cs typeface="Bebas Neue"/>
                <a:sym typeface="Bebas Neue"/>
              </a:defRPr>
            </a:lvl3pPr>
            <a:lvl4pPr marR="0" lvl="3" algn="ctr" rtl="0">
              <a:lnSpc>
                <a:spcPct val="100000"/>
              </a:lnSpc>
              <a:spcBef>
                <a:spcPts val="0"/>
              </a:spcBef>
              <a:spcAft>
                <a:spcPts val="0"/>
              </a:spcAft>
              <a:buClr>
                <a:schemeClr val="dk1"/>
              </a:buClr>
              <a:buSzPts val="2500"/>
              <a:buFont typeface="Bebas Neue"/>
              <a:buNone/>
              <a:defRPr sz="2500" b="0" i="0" u="none" strike="noStrike" cap="none">
                <a:solidFill>
                  <a:schemeClr val="dk1"/>
                </a:solidFill>
                <a:latin typeface="Bebas Neue"/>
                <a:ea typeface="Bebas Neue"/>
                <a:cs typeface="Bebas Neue"/>
                <a:sym typeface="Bebas Neue"/>
              </a:defRPr>
            </a:lvl4pPr>
            <a:lvl5pPr marR="0" lvl="4" algn="ctr" rtl="0">
              <a:lnSpc>
                <a:spcPct val="100000"/>
              </a:lnSpc>
              <a:spcBef>
                <a:spcPts val="0"/>
              </a:spcBef>
              <a:spcAft>
                <a:spcPts val="0"/>
              </a:spcAft>
              <a:buClr>
                <a:schemeClr val="dk1"/>
              </a:buClr>
              <a:buSzPts val="2500"/>
              <a:buFont typeface="Bebas Neue"/>
              <a:buNone/>
              <a:defRPr sz="2500" b="0" i="0" u="none" strike="noStrike" cap="none">
                <a:solidFill>
                  <a:schemeClr val="dk1"/>
                </a:solidFill>
                <a:latin typeface="Bebas Neue"/>
                <a:ea typeface="Bebas Neue"/>
                <a:cs typeface="Bebas Neue"/>
                <a:sym typeface="Bebas Neue"/>
              </a:defRPr>
            </a:lvl5pPr>
            <a:lvl6pPr marR="0" lvl="5" algn="ctr" rtl="0">
              <a:lnSpc>
                <a:spcPct val="100000"/>
              </a:lnSpc>
              <a:spcBef>
                <a:spcPts val="0"/>
              </a:spcBef>
              <a:spcAft>
                <a:spcPts val="0"/>
              </a:spcAft>
              <a:buClr>
                <a:schemeClr val="dk1"/>
              </a:buClr>
              <a:buSzPts val="2500"/>
              <a:buFont typeface="Bebas Neue"/>
              <a:buNone/>
              <a:defRPr sz="2500" b="0" i="0" u="none" strike="noStrike" cap="none">
                <a:solidFill>
                  <a:schemeClr val="dk1"/>
                </a:solidFill>
                <a:latin typeface="Bebas Neue"/>
                <a:ea typeface="Bebas Neue"/>
                <a:cs typeface="Bebas Neue"/>
                <a:sym typeface="Bebas Neue"/>
              </a:defRPr>
            </a:lvl6pPr>
            <a:lvl7pPr marR="0" lvl="6" algn="ctr" rtl="0">
              <a:lnSpc>
                <a:spcPct val="100000"/>
              </a:lnSpc>
              <a:spcBef>
                <a:spcPts val="0"/>
              </a:spcBef>
              <a:spcAft>
                <a:spcPts val="0"/>
              </a:spcAft>
              <a:buClr>
                <a:schemeClr val="dk1"/>
              </a:buClr>
              <a:buSzPts val="2500"/>
              <a:buFont typeface="Bebas Neue"/>
              <a:buNone/>
              <a:defRPr sz="2500" b="0" i="0" u="none" strike="noStrike" cap="none">
                <a:solidFill>
                  <a:schemeClr val="dk1"/>
                </a:solidFill>
                <a:latin typeface="Bebas Neue"/>
                <a:ea typeface="Bebas Neue"/>
                <a:cs typeface="Bebas Neue"/>
                <a:sym typeface="Bebas Neue"/>
              </a:defRPr>
            </a:lvl7pPr>
            <a:lvl8pPr marR="0" lvl="7" algn="ctr" rtl="0">
              <a:lnSpc>
                <a:spcPct val="100000"/>
              </a:lnSpc>
              <a:spcBef>
                <a:spcPts val="0"/>
              </a:spcBef>
              <a:spcAft>
                <a:spcPts val="0"/>
              </a:spcAft>
              <a:buClr>
                <a:schemeClr val="dk1"/>
              </a:buClr>
              <a:buSzPts val="2500"/>
              <a:buFont typeface="Bebas Neue"/>
              <a:buNone/>
              <a:defRPr sz="2500" b="0" i="0" u="none" strike="noStrike" cap="none">
                <a:solidFill>
                  <a:schemeClr val="dk1"/>
                </a:solidFill>
                <a:latin typeface="Bebas Neue"/>
                <a:ea typeface="Bebas Neue"/>
                <a:cs typeface="Bebas Neue"/>
                <a:sym typeface="Bebas Neue"/>
              </a:defRPr>
            </a:lvl8pPr>
            <a:lvl9pPr marR="0" lvl="8" algn="ctr" rtl="0">
              <a:lnSpc>
                <a:spcPct val="100000"/>
              </a:lnSpc>
              <a:spcBef>
                <a:spcPts val="0"/>
              </a:spcBef>
              <a:spcAft>
                <a:spcPts val="0"/>
              </a:spcAft>
              <a:buClr>
                <a:schemeClr val="dk1"/>
              </a:buClr>
              <a:buSzPts val="2500"/>
              <a:buFont typeface="Bebas Neue"/>
              <a:buNone/>
              <a:defRPr sz="2500" b="0" i="0" u="none" strike="noStrike" cap="none">
                <a:solidFill>
                  <a:schemeClr val="dk1"/>
                </a:solidFill>
                <a:latin typeface="Bebas Neue"/>
                <a:ea typeface="Bebas Neue"/>
                <a:cs typeface="Bebas Neue"/>
                <a:sym typeface="Bebas Neue"/>
              </a:defRPr>
            </a:lvl9pPr>
          </a:lstStyle>
          <a:p>
            <a:r>
              <a:rPr lang="en-US" dirty="0"/>
              <a:t>V</a:t>
            </a:r>
            <a:r>
              <a:rPr lang="en-US" dirty="0" smtClean="0"/>
              <a:t>alidity </a:t>
            </a:r>
            <a:r>
              <a:rPr lang="en-US" dirty="0"/>
              <a:t>T</a:t>
            </a:r>
            <a:r>
              <a:rPr lang="en-US" dirty="0" smtClean="0"/>
              <a:t>hreats</a:t>
            </a:r>
            <a:endParaRPr lang="en-US" dirty="0"/>
          </a:p>
        </p:txBody>
      </p:sp>
      <p:sp>
        <p:nvSpPr>
          <p:cNvPr id="14" name="Google Shape;571;p43"/>
          <p:cNvSpPr txBox="1">
            <a:spLocks/>
          </p:cNvSpPr>
          <p:nvPr/>
        </p:nvSpPr>
        <p:spPr>
          <a:xfrm>
            <a:off x="6347154" y="2520025"/>
            <a:ext cx="2678707" cy="1064071"/>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L="457200" marR="0" lvl="0" indent="-317500" algn="ctr" rtl="0">
              <a:lnSpc>
                <a:spcPct val="100000"/>
              </a:lnSpc>
              <a:spcBef>
                <a:spcPts val="0"/>
              </a:spcBef>
              <a:spcAft>
                <a:spcPts val="0"/>
              </a:spcAft>
              <a:buClr>
                <a:schemeClr val="lt1"/>
              </a:buClr>
              <a:buSzPts val="1400"/>
              <a:buFont typeface="Comic Neue"/>
              <a:buNone/>
              <a:defRPr sz="1400" b="0" i="0" u="none" strike="noStrike" cap="none">
                <a:solidFill>
                  <a:schemeClr val="lt1"/>
                </a:solidFill>
                <a:latin typeface="Comic Neue"/>
                <a:ea typeface="Comic Neue"/>
                <a:cs typeface="Comic Neue"/>
                <a:sym typeface="Comic Neue"/>
              </a:defRPr>
            </a:lvl1pPr>
            <a:lvl2pPr marL="914400" marR="0" lvl="1" indent="-317500" algn="ctr" rtl="0">
              <a:lnSpc>
                <a:spcPct val="100000"/>
              </a:lnSpc>
              <a:spcBef>
                <a:spcPts val="0"/>
              </a:spcBef>
              <a:spcAft>
                <a:spcPts val="0"/>
              </a:spcAft>
              <a:buClr>
                <a:schemeClr val="lt1"/>
              </a:buClr>
              <a:buSzPts val="1400"/>
              <a:buFont typeface="Comic Neue"/>
              <a:buNone/>
              <a:defRPr sz="1400" b="0" i="0" u="none" strike="noStrike" cap="none">
                <a:solidFill>
                  <a:schemeClr val="lt1"/>
                </a:solidFill>
                <a:latin typeface="Comic Neue"/>
                <a:ea typeface="Comic Neue"/>
                <a:cs typeface="Comic Neue"/>
                <a:sym typeface="Comic Neue"/>
              </a:defRPr>
            </a:lvl2pPr>
            <a:lvl3pPr marL="1371600" marR="0" lvl="2" indent="-317500" algn="ctr" rtl="0">
              <a:lnSpc>
                <a:spcPct val="100000"/>
              </a:lnSpc>
              <a:spcBef>
                <a:spcPts val="0"/>
              </a:spcBef>
              <a:spcAft>
                <a:spcPts val="0"/>
              </a:spcAft>
              <a:buClr>
                <a:schemeClr val="lt1"/>
              </a:buClr>
              <a:buSzPts val="1400"/>
              <a:buFont typeface="Comic Neue"/>
              <a:buNone/>
              <a:defRPr sz="1400" b="0" i="0" u="none" strike="noStrike" cap="none">
                <a:solidFill>
                  <a:schemeClr val="lt1"/>
                </a:solidFill>
                <a:latin typeface="Comic Neue"/>
                <a:ea typeface="Comic Neue"/>
                <a:cs typeface="Comic Neue"/>
                <a:sym typeface="Comic Neue"/>
              </a:defRPr>
            </a:lvl3pPr>
            <a:lvl4pPr marL="1828800" marR="0" lvl="3" indent="-317500" algn="ctr" rtl="0">
              <a:lnSpc>
                <a:spcPct val="100000"/>
              </a:lnSpc>
              <a:spcBef>
                <a:spcPts val="0"/>
              </a:spcBef>
              <a:spcAft>
                <a:spcPts val="0"/>
              </a:spcAft>
              <a:buClr>
                <a:schemeClr val="lt1"/>
              </a:buClr>
              <a:buSzPts val="1400"/>
              <a:buFont typeface="Comic Neue"/>
              <a:buNone/>
              <a:defRPr sz="1400" b="0" i="0" u="none" strike="noStrike" cap="none">
                <a:solidFill>
                  <a:schemeClr val="lt1"/>
                </a:solidFill>
                <a:latin typeface="Comic Neue"/>
                <a:ea typeface="Comic Neue"/>
                <a:cs typeface="Comic Neue"/>
                <a:sym typeface="Comic Neue"/>
              </a:defRPr>
            </a:lvl4pPr>
            <a:lvl5pPr marL="2286000" marR="0" lvl="4" indent="-317500" algn="ctr" rtl="0">
              <a:lnSpc>
                <a:spcPct val="100000"/>
              </a:lnSpc>
              <a:spcBef>
                <a:spcPts val="0"/>
              </a:spcBef>
              <a:spcAft>
                <a:spcPts val="0"/>
              </a:spcAft>
              <a:buClr>
                <a:schemeClr val="lt1"/>
              </a:buClr>
              <a:buSzPts val="1400"/>
              <a:buFont typeface="Comic Neue"/>
              <a:buNone/>
              <a:defRPr sz="1400" b="0" i="0" u="none" strike="noStrike" cap="none">
                <a:solidFill>
                  <a:schemeClr val="lt1"/>
                </a:solidFill>
                <a:latin typeface="Comic Neue"/>
                <a:ea typeface="Comic Neue"/>
                <a:cs typeface="Comic Neue"/>
                <a:sym typeface="Comic Neue"/>
              </a:defRPr>
            </a:lvl5pPr>
            <a:lvl6pPr marL="2743200" marR="0" lvl="5" indent="-317500" algn="ctr" rtl="0">
              <a:lnSpc>
                <a:spcPct val="100000"/>
              </a:lnSpc>
              <a:spcBef>
                <a:spcPts val="0"/>
              </a:spcBef>
              <a:spcAft>
                <a:spcPts val="0"/>
              </a:spcAft>
              <a:buClr>
                <a:schemeClr val="lt1"/>
              </a:buClr>
              <a:buSzPts val="1400"/>
              <a:buFont typeface="Comic Neue"/>
              <a:buNone/>
              <a:defRPr sz="1400" b="0" i="0" u="none" strike="noStrike" cap="none">
                <a:solidFill>
                  <a:schemeClr val="lt1"/>
                </a:solidFill>
                <a:latin typeface="Comic Neue"/>
                <a:ea typeface="Comic Neue"/>
                <a:cs typeface="Comic Neue"/>
                <a:sym typeface="Comic Neue"/>
              </a:defRPr>
            </a:lvl6pPr>
            <a:lvl7pPr marL="3200400" marR="0" lvl="6" indent="-317500" algn="ctr" rtl="0">
              <a:lnSpc>
                <a:spcPct val="100000"/>
              </a:lnSpc>
              <a:spcBef>
                <a:spcPts val="0"/>
              </a:spcBef>
              <a:spcAft>
                <a:spcPts val="0"/>
              </a:spcAft>
              <a:buClr>
                <a:schemeClr val="lt1"/>
              </a:buClr>
              <a:buSzPts val="1400"/>
              <a:buFont typeface="Comic Neue"/>
              <a:buNone/>
              <a:defRPr sz="1400" b="0" i="0" u="none" strike="noStrike" cap="none">
                <a:solidFill>
                  <a:schemeClr val="lt1"/>
                </a:solidFill>
                <a:latin typeface="Comic Neue"/>
                <a:ea typeface="Comic Neue"/>
                <a:cs typeface="Comic Neue"/>
                <a:sym typeface="Comic Neue"/>
              </a:defRPr>
            </a:lvl7pPr>
            <a:lvl8pPr marL="3657600" marR="0" lvl="7" indent="-317500" algn="ctr" rtl="0">
              <a:lnSpc>
                <a:spcPct val="100000"/>
              </a:lnSpc>
              <a:spcBef>
                <a:spcPts val="0"/>
              </a:spcBef>
              <a:spcAft>
                <a:spcPts val="0"/>
              </a:spcAft>
              <a:buClr>
                <a:schemeClr val="lt1"/>
              </a:buClr>
              <a:buSzPts val="1400"/>
              <a:buFont typeface="Comic Neue"/>
              <a:buNone/>
              <a:defRPr sz="1400" b="0" i="0" u="none" strike="noStrike" cap="none">
                <a:solidFill>
                  <a:schemeClr val="lt1"/>
                </a:solidFill>
                <a:latin typeface="Comic Neue"/>
                <a:ea typeface="Comic Neue"/>
                <a:cs typeface="Comic Neue"/>
                <a:sym typeface="Comic Neue"/>
              </a:defRPr>
            </a:lvl8pPr>
            <a:lvl9pPr marL="4114800" marR="0" lvl="8" indent="-317500" algn="ctr" rtl="0">
              <a:lnSpc>
                <a:spcPct val="100000"/>
              </a:lnSpc>
              <a:spcBef>
                <a:spcPts val="0"/>
              </a:spcBef>
              <a:spcAft>
                <a:spcPts val="0"/>
              </a:spcAft>
              <a:buClr>
                <a:schemeClr val="lt1"/>
              </a:buClr>
              <a:buSzPts val="1400"/>
              <a:buFont typeface="Comic Neue"/>
              <a:buNone/>
              <a:defRPr sz="1400" b="0" i="0" u="none" strike="noStrike" cap="none">
                <a:solidFill>
                  <a:schemeClr val="lt1"/>
                </a:solidFill>
                <a:latin typeface="Comic Neue"/>
                <a:ea typeface="Comic Neue"/>
                <a:cs typeface="Comic Neue"/>
                <a:sym typeface="Comic Neue"/>
              </a:defRPr>
            </a:lvl9pPr>
          </a:lstStyle>
          <a:p>
            <a:pPr marL="0" indent="0"/>
            <a:r>
              <a:rPr lang="en-US" dirty="0" smtClean="0">
                <a:solidFill>
                  <a:schemeClr val="dk1"/>
                </a:solidFill>
              </a:rPr>
              <a:t>Small sample size, controlled environment and computational power. No experienced director used the system.</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658"/>
        <p:cNvGrpSpPr/>
        <p:nvPr/>
      </p:nvGrpSpPr>
      <p:grpSpPr>
        <a:xfrm>
          <a:off x="0" y="0"/>
          <a:ext cx="0" cy="0"/>
          <a:chOff x="0" y="0"/>
          <a:chExt cx="0" cy="0"/>
        </a:xfrm>
      </p:grpSpPr>
      <p:sp>
        <p:nvSpPr>
          <p:cNvPr id="660" name="Google Shape;660;p48"/>
          <p:cNvSpPr txBox="1">
            <a:spLocks noGrp="1"/>
          </p:cNvSpPr>
          <p:nvPr>
            <p:ph type="title"/>
          </p:nvPr>
        </p:nvSpPr>
        <p:spPr>
          <a:xfrm>
            <a:off x="598986" y="2163075"/>
            <a:ext cx="4372157" cy="1902017"/>
          </a:xfrm>
          <a:prstGeom prst="rect">
            <a:avLst/>
          </a:prstGeom>
        </p:spPr>
        <p:txBody>
          <a:bodyPr spcFirstLastPara="1" wrap="square" lIns="91425" tIns="91425" rIns="91425" bIns="91425" anchor="ctr" anchorCtr="0">
            <a:noAutofit/>
          </a:bodyPr>
          <a:lstStyle/>
          <a:p>
            <a:r>
              <a:rPr lang="en-US" dirty="0"/>
              <a:t>System Stability &amp; Risks</a:t>
            </a:r>
          </a:p>
        </p:txBody>
      </p:sp>
      <p:sp>
        <p:nvSpPr>
          <p:cNvPr id="662" name="Google Shape;662;p48"/>
          <p:cNvSpPr txBox="1">
            <a:spLocks noGrp="1"/>
          </p:cNvSpPr>
          <p:nvPr>
            <p:ph type="title" idx="2"/>
          </p:nvPr>
        </p:nvSpPr>
        <p:spPr>
          <a:xfrm>
            <a:off x="715100" y="1221675"/>
            <a:ext cx="3419400" cy="9414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dirty="0" smtClean="0"/>
              <a:t>08</a:t>
            </a:r>
            <a:endParaRPr dirty="0"/>
          </a:p>
        </p:txBody>
      </p:sp>
      <p:pic>
        <p:nvPicPr>
          <p:cNvPr id="5" name="Google Shape;1044;p61"/>
          <p:cNvPicPr preferRelativeResize="0"/>
          <p:nvPr/>
        </p:nvPicPr>
        <p:blipFill>
          <a:blip r:embed="rId3">
            <a:alphaModFix/>
          </a:blip>
          <a:stretch>
            <a:fillRect/>
          </a:stretch>
        </p:blipFill>
        <p:spPr>
          <a:xfrm>
            <a:off x="5566233" y="1221675"/>
            <a:ext cx="2175405" cy="2591869"/>
          </a:xfrm>
          <a:prstGeom prst="rect">
            <a:avLst/>
          </a:prstGeom>
          <a:noFill/>
          <a:ln>
            <a:noFill/>
          </a:ln>
        </p:spPr>
      </p:pic>
    </p:spTree>
    <p:extLst>
      <p:ext uri="{BB962C8B-B14F-4D97-AF65-F5344CB8AC3E}">
        <p14:creationId xmlns:p14="http://schemas.microsoft.com/office/powerpoint/2010/main" val="176493341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658"/>
        <p:cNvGrpSpPr/>
        <p:nvPr/>
      </p:nvGrpSpPr>
      <p:grpSpPr>
        <a:xfrm>
          <a:off x="0" y="0"/>
          <a:ext cx="0" cy="0"/>
          <a:chOff x="0" y="0"/>
          <a:chExt cx="0" cy="0"/>
        </a:xfrm>
      </p:grpSpPr>
      <p:pic>
        <p:nvPicPr>
          <p:cNvPr id="659" name="Google Shape;659;p48"/>
          <p:cNvPicPr preferRelativeResize="0"/>
          <p:nvPr/>
        </p:nvPicPr>
        <p:blipFill>
          <a:blip r:embed="rId3">
            <a:alphaModFix/>
          </a:blip>
          <a:stretch>
            <a:fillRect/>
          </a:stretch>
        </p:blipFill>
        <p:spPr>
          <a:xfrm>
            <a:off x="4316838" y="932584"/>
            <a:ext cx="4138513" cy="3278333"/>
          </a:xfrm>
          <a:prstGeom prst="rect">
            <a:avLst/>
          </a:prstGeom>
          <a:noFill/>
          <a:ln>
            <a:noFill/>
          </a:ln>
        </p:spPr>
      </p:pic>
      <p:sp>
        <p:nvSpPr>
          <p:cNvPr id="660" name="Google Shape;660;p48"/>
          <p:cNvSpPr txBox="1">
            <a:spLocks noGrp="1"/>
          </p:cNvSpPr>
          <p:nvPr>
            <p:ph type="title"/>
          </p:nvPr>
        </p:nvSpPr>
        <p:spPr>
          <a:xfrm>
            <a:off x="598986" y="2163075"/>
            <a:ext cx="4372157" cy="1902017"/>
          </a:xfrm>
          <a:prstGeom prst="rect">
            <a:avLst/>
          </a:prstGeom>
        </p:spPr>
        <p:txBody>
          <a:bodyPr spcFirstLastPara="1" wrap="square" lIns="91425" tIns="91425" rIns="91425" bIns="91425" anchor="ctr" anchorCtr="0">
            <a:noAutofit/>
          </a:bodyPr>
          <a:lstStyle/>
          <a:p>
            <a:r>
              <a:rPr lang="en-US" dirty="0"/>
              <a:t>Challenges &amp; Next Steps</a:t>
            </a:r>
          </a:p>
        </p:txBody>
      </p:sp>
      <p:sp>
        <p:nvSpPr>
          <p:cNvPr id="662" name="Google Shape;662;p48"/>
          <p:cNvSpPr txBox="1">
            <a:spLocks noGrp="1"/>
          </p:cNvSpPr>
          <p:nvPr>
            <p:ph type="title" idx="2"/>
          </p:nvPr>
        </p:nvSpPr>
        <p:spPr>
          <a:xfrm>
            <a:off x="715100" y="1221675"/>
            <a:ext cx="3419400" cy="9414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dirty="0" smtClean="0"/>
              <a:t>09</a:t>
            </a:r>
            <a:endParaRPr dirty="0"/>
          </a:p>
        </p:txBody>
      </p:sp>
    </p:spTree>
    <p:extLst>
      <p:ext uri="{BB962C8B-B14F-4D97-AF65-F5344CB8AC3E}">
        <p14:creationId xmlns:p14="http://schemas.microsoft.com/office/powerpoint/2010/main" val="42983554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491"/>
        <p:cNvGrpSpPr/>
        <p:nvPr/>
      </p:nvGrpSpPr>
      <p:grpSpPr>
        <a:xfrm>
          <a:off x="0" y="0"/>
          <a:ext cx="0" cy="0"/>
          <a:chOff x="0" y="0"/>
          <a:chExt cx="0" cy="0"/>
        </a:xfrm>
      </p:grpSpPr>
      <p:pic>
        <p:nvPicPr>
          <p:cNvPr id="492" name="Google Shape;492;p39"/>
          <p:cNvPicPr preferRelativeResize="0"/>
          <p:nvPr/>
        </p:nvPicPr>
        <p:blipFill rotWithShape="1">
          <a:blip r:embed="rId3">
            <a:alphaModFix/>
          </a:blip>
          <a:srcRect l="25007" t="40373" r="22399" b="44658"/>
          <a:stretch/>
        </p:blipFill>
        <p:spPr>
          <a:xfrm>
            <a:off x="921500" y="4238338"/>
            <a:ext cx="1699450" cy="297751"/>
          </a:xfrm>
          <a:prstGeom prst="rect">
            <a:avLst/>
          </a:prstGeom>
          <a:noFill/>
          <a:ln>
            <a:noFill/>
          </a:ln>
        </p:spPr>
      </p:pic>
      <p:pic>
        <p:nvPicPr>
          <p:cNvPr id="493" name="Google Shape;493;p39"/>
          <p:cNvPicPr preferRelativeResize="0"/>
          <p:nvPr/>
        </p:nvPicPr>
        <p:blipFill rotWithShape="1">
          <a:blip r:embed="rId3">
            <a:alphaModFix/>
          </a:blip>
          <a:srcRect l="25007" t="40373" r="22399" b="44658"/>
          <a:stretch/>
        </p:blipFill>
        <p:spPr>
          <a:xfrm>
            <a:off x="6402877" y="4126588"/>
            <a:ext cx="2683123" cy="409501"/>
          </a:xfrm>
          <a:prstGeom prst="rect">
            <a:avLst/>
          </a:prstGeom>
          <a:noFill/>
          <a:ln>
            <a:noFill/>
          </a:ln>
        </p:spPr>
      </p:pic>
      <p:sp>
        <p:nvSpPr>
          <p:cNvPr id="495" name="Google Shape;495;p39"/>
          <p:cNvSpPr txBox="1">
            <a:spLocks noGrp="1"/>
          </p:cNvSpPr>
          <p:nvPr>
            <p:ph type="title"/>
          </p:nvPr>
        </p:nvSpPr>
        <p:spPr>
          <a:xfrm>
            <a:off x="2532743" y="1964175"/>
            <a:ext cx="3870182" cy="1938388"/>
          </a:xfrm>
          <a:prstGeom prst="rect">
            <a:avLst/>
          </a:prstGeom>
        </p:spPr>
        <p:txBody>
          <a:bodyPr spcFirstLastPara="1" wrap="square" lIns="91425" tIns="91425" rIns="91425" bIns="91425" anchor="ctr" anchorCtr="0">
            <a:noAutofit/>
          </a:bodyPr>
          <a:lstStyle/>
          <a:p>
            <a:r>
              <a:rPr lang="en-US" dirty="0" smtClean="0"/>
              <a:t>Live Demo</a:t>
            </a:r>
            <a:endParaRPr lang="en-US" dirty="0"/>
          </a:p>
        </p:txBody>
      </p:sp>
      <p:sp>
        <p:nvSpPr>
          <p:cNvPr id="496" name="Google Shape;496;p39"/>
          <p:cNvSpPr txBox="1">
            <a:spLocks noGrp="1"/>
          </p:cNvSpPr>
          <p:nvPr>
            <p:ph type="title" idx="2"/>
          </p:nvPr>
        </p:nvSpPr>
        <p:spPr>
          <a:xfrm>
            <a:off x="2862275" y="935550"/>
            <a:ext cx="3419400" cy="9414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dirty="0" smtClean="0"/>
              <a:t>10</a:t>
            </a:r>
            <a:endParaRPr dirty="0"/>
          </a:p>
        </p:txBody>
      </p:sp>
      <p:sp>
        <p:nvSpPr>
          <p:cNvPr id="497" name="Google Shape;497;p39"/>
          <p:cNvSpPr/>
          <p:nvPr/>
        </p:nvSpPr>
        <p:spPr>
          <a:xfrm>
            <a:off x="8111050" y="1964175"/>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498" name="Google Shape;498;p39"/>
          <p:cNvPicPr preferRelativeResize="0"/>
          <p:nvPr/>
        </p:nvPicPr>
        <p:blipFill>
          <a:blip r:embed="rId4">
            <a:alphaModFix/>
          </a:blip>
          <a:stretch>
            <a:fillRect/>
          </a:stretch>
        </p:blipFill>
        <p:spPr>
          <a:xfrm>
            <a:off x="6519800" y="821431"/>
            <a:ext cx="1905050" cy="3500639"/>
          </a:xfrm>
          <a:prstGeom prst="rect">
            <a:avLst/>
          </a:prstGeom>
          <a:noFill/>
          <a:ln>
            <a:noFill/>
          </a:ln>
        </p:spPr>
      </p:pic>
      <p:pic>
        <p:nvPicPr>
          <p:cNvPr id="499" name="Google Shape;499;p39"/>
          <p:cNvPicPr preferRelativeResize="0"/>
          <p:nvPr/>
        </p:nvPicPr>
        <p:blipFill>
          <a:blip r:embed="rId5">
            <a:alphaModFix/>
          </a:blip>
          <a:stretch>
            <a:fillRect/>
          </a:stretch>
        </p:blipFill>
        <p:spPr>
          <a:xfrm>
            <a:off x="1085425" y="866775"/>
            <a:ext cx="1699450" cy="3500651"/>
          </a:xfrm>
          <a:prstGeom prst="rect">
            <a:avLst/>
          </a:prstGeom>
          <a:noFill/>
          <a:ln>
            <a:noFill/>
          </a:ln>
        </p:spPr>
      </p:pic>
    </p:spTree>
    <p:extLst>
      <p:ext uri="{BB962C8B-B14F-4D97-AF65-F5344CB8AC3E}">
        <p14:creationId xmlns:p14="http://schemas.microsoft.com/office/powerpoint/2010/main" val="212003937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443"/>
        <p:cNvGrpSpPr/>
        <p:nvPr/>
      </p:nvGrpSpPr>
      <p:grpSpPr>
        <a:xfrm>
          <a:off x="0" y="0"/>
          <a:ext cx="0" cy="0"/>
          <a:chOff x="0" y="0"/>
          <a:chExt cx="0" cy="0"/>
        </a:xfrm>
      </p:grpSpPr>
      <p:sp>
        <p:nvSpPr>
          <p:cNvPr id="444" name="Google Shape;444;p35"/>
          <p:cNvSpPr txBox="1">
            <a:spLocks noGrp="1"/>
          </p:cNvSpPr>
          <p:nvPr>
            <p:ph type="title"/>
          </p:nvPr>
        </p:nvSpPr>
        <p:spPr>
          <a:xfrm>
            <a:off x="720000" y="532925"/>
            <a:ext cx="7704000" cy="440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CONTENTS OF THIS TEMPLATE</a:t>
            </a:r>
            <a:endParaRPr/>
          </a:p>
        </p:txBody>
      </p:sp>
      <p:sp>
        <p:nvSpPr>
          <p:cNvPr id="445" name="Google Shape;445;p35"/>
          <p:cNvSpPr txBox="1">
            <a:spLocks noGrp="1"/>
          </p:cNvSpPr>
          <p:nvPr>
            <p:ph type="body" idx="1"/>
          </p:nvPr>
        </p:nvSpPr>
        <p:spPr>
          <a:xfrm>
            <a:off x="720000" y="1321700"/>
            <a:ext cx="7704000" cy="3286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Here’s what you’ll find in this </a:t>
            </a:r>
            <a:r>
              <a:rPr lang="en" b="1">
                <a:uFill>
                  <a:noFill/>
                </a:uFill>
                <a:hlinkClick r:id="rId3"/>
              </a:rPr>
              <a:t>Slidesgo</a:t>
            </a:r>
            <a:r>
              <a:rPr lang="en"/>
              <a:t> template: </a:t>
            </a:r>
            <a:endParaRPr/>
          </a:p>
          <a:p>
            <a:pPr marL="457200" lvl="0" indent="-304800" algn="l" rtl="0">
              <a:spcBef>
                <a:spcPts val="0"/>
              </a:spcBef>
              <a:spcAft>
                <a:spcPts val="0"/>
              </a:spcAft>
              <a:buSzPts val="1200"/>
              <a:buAutoNum type="arabicPeriod"/>
            </a:pPr>
            <a:r>
              <a:rPr lang="en"/>
              <a:t>A slide structure based on a Workshop presentation, which you can easily adapt to your needs. For more info on how to edit the template, please visit </a:t>
            </a:r>
            <a:r>
              <a:rPr lang="en" b="1">
                <a:uFill>
                  <a:noFill/>
                </a:uFill>
                <a:hlinkClick r:id="rId4"/>
              </a:rPr>
              <a:t>Slidesgo School</a:t>
            </a:r>
            <a:r>
              <a:rPr lang="en"/>
              <a:t> or read our </a:t>
            </a:r>
            <a:r>
              <a:rPr lang="en" b="1">
                <a:uFill>
                  <a:noFill/>
                </a:uFill>
                <a:hlinkClick r:id="rId5"/>
              </a:rPr>
              <a:t>FAQs</a:t>
            </a:r>
            <a:r>
              <a:rPr lang="en"/>
              <a:t>.</a:t>
            </a:r>
            <a:endParaRPr/>
          </a:p>
          <a:p>
            <a:pPr marL="457200" lvl="0" indent="-304800" algn="l" rtl="0">
              <a:spcBef>
                <a:spcPts val="0"/>
              </a:spcBef>
              <a:spcAft>
                <a:spcPts val="0"/>
              </a:spcAft>
              <a:buSzPts val="1200"/>
              <a:buAutoNum type="arabicPeriod"/>
            </a:pPr>
            <a:r>
              <a:rPr lang="en"/>
              <a:t>An assortment of graphic resources that are suitable for use in the presentation can be found in the </a:t>
            </a:r>
            <a:r>
              <a:rPr lang="en" b="1">
                <a:solidFill>
                  <a:schemeClr val="hlink"/>
                </a:solidFill>
                <a:uFill>
                  <a:noFill/>
                </a:uFill>
                <a:hlinkClick r:id="rId6" action="ppaction://hlinksldjump"/>
              </a:rPr>
              <a:t>alternative resources slide</a:t>
            </a:r>
            <a:r>
              <a:rPr lang="en" b="1"/>
              <a:t>.</a:t>
            </a:r>
            <a:endParaRPr b="1"/>
          </a:p>
          <a:p>
            <a:pPr marL="457200" lvl="0" indent="-304800" algn="l" rtl="0">
              <a:spcBef>
                <a:spcPts val="0"/>
              </a:spcBef>
              <a:spcAft>
                <a:spcPts val="0"/>
              </a:spcAft>
              <a:buSzPts val="1200"/>
              <a:buAutoNum type="arabicPeriod"/>
            </a:pPr>
            <a:r>
              <a:rPr lang="en"/>
              <a:t>A </a:t>
            </a:r>
            <a:r>
              <a:rPr lang="en" b="1">
                <a:solidFill>
                  <a:schemeClr val="hlink"/>
                </a:solidFill>
                <a:uFill>
                  <a:noFill/>
                </a:uFill>
                <a:hlinkClick r:id="rId7" action="ppaction://hlinksldjump"/>
              </a:rPr>
              <a:t>thanks slide</a:t>
            </a:r>
            <a:r>
              <a:rPr lang="en"/>
              <a:t>, which you must keep so that proper credits for our design are given.</a:t>
            </a:r>
            <a:endParaRPr/>
          </a:p>
          <a:p>
            <a:pPr marL="457200" lvl="0" indent="-304800" algn="l" rtl="0">
              <a:spcBef>
                <a:spcPts val="0"/>
              </a:spcBef>
              <a:spcAft>
                <a:spcPts val="0"/>
              </a:spcAft>
              <a:buSzPts val="1200"/>
              <a:buAutoNum type="arabicPeriod"/>
            </a:pPr>
            <a:r>
              <a:rPr lang="en"/>
              <a:t>A </a:t>
            </a:r>
            <a:r>
              <a:rPr lang="en" b="1">
                <a:solidFill>
                  <a:schemeClr val="hlink"/>
                </a:solidFill>
                <a:uFill>
                  <a:noFill/>
                </a:uFill>
                <a:hlinkClick r:id="rId8" action="ppaction://hlinksldjump"/>
              </a:rPr>
              <a:t>resources slide</a:t>
            </a:r>
            <a:r>
              <a:rPr lang="en"/>
              <a:t>, where you’ll find links to all the elements used in the template.</a:t>
            </a:r>
            <a:endParaRPr/>
          </a:p>
          <a:p>
            <a:pPr marL="457200" lvl="0" indent="-304800" algn="l" rtl="0">
              <a:spcBef>
                <a:spcPts val="0"/>
              </a:spcBef>
              <a:spcAft>
                <a:spcPts val="0"/>
              </a:spcAft>
              <a:buSzPts val="1200"/>
              <a:buAutoNum type="arabicPeriod"/>
            </a:pPr>
            <a:r>
              <a:rPr lang="en" b="1">
                <a:solidFill>
                  <a:schemeClr val="hlink"/>
                </a:solidFill>
                <a:uFill>
                  <a:noFill/>
                </a:uFill>
                <a:hlinkClick r:id="rId9" action="ppaction://hlinksldjump"/>
              </a:rPr>
              <a:t>Instructions for use</a:t>
            </a:r>
            <a:r>
              <a:rPr lang="en"/>
              <a:t>.</a:t>
            </a:r>
            <a:endParaRPr/>
          </a:p>
          <a:p>
            <a:pPr marL="457200" lvl="0" indent="-304800" algn="l" rtl="0">
              <a:spcBef>
                <a:spcPts val="0"/>
              </a:spcBef>
              <a:spcAft>
                <a:spcPts val="0"/>
              </a:spcAft>
              <a:buSzPts val="1200"/>
              <a:buAutoNum type="arabicPeriod"/>
            </a:pPr>
            <a:r>
              <a:rPr lang="en"/>
              <a:t>Final slides with:</a:t>
            </a:r>
            <a:endParaRPr/>
          </a:p>
          <a:p>
            <a:pPr marL="914400" lvl="0" indent="-304800" algn="l" rtl="0">
              <a:spcBef>
                <a:spcPts val="0"/>
              </a:spcBef>
              <a:spcAft>
                <a:spcPts val="0"/>
              </a:spcAft>
              <a:buSzPts val="1200"/>
              <a:buChar char="●"/>
            </a:pPr>
            <a:r>
              <a:rPr lang="en"/>
              <a:t>The</a:t>
            </a:r>
            <a:r>
              <a:rPr lang="en">
                <a:solidFill>
                  <a:schemeClr val="hlink"/>
                </a:solidFill>
                <a:uFill>
                  <a:noFill/>
                </a:uFill>
                <a:hlinkClick r:id="rId10" action="ppaction://hlinksldjump"/>
              </a:rPr>
              <a:t> </a:t>
            </a:r>
            <a:r>
              <a:rPr lang="en" b="1">
                <a:solidFill>
                  <a:schemeClr val="hlink"/>
                </a:solidFill>
                <a:uFill>
                  <a:noFill/>
                </a:uFill>
                <a:hlinkClick r:id="rId10" action="ppaction://hlinksldjump"/>
              </a:rPr>
              <a:t>fonts and colors</a:t>
            </a:r>
            <a:r>
              <a:rPr lang="en"/>
              <a:t> used in the template.</a:t>
            </a:r>
            <a:endParaRPr/>
          </a:p>
          <a:p>
            <a:pPr marL="914400" lvl="0" indent="-304800" algn="l" rtl="0">
              <a:spcBef>
                <a:spcPts val="0"/>
              </a:spcBef>
              <a:spcAft>
                <a:spcPts val="0"/>
              </a:spcAft>
              <a:buSzPts val="1200"/>
              <a:buChar char="●"/>
            </a:pPr>
            <a:r>
              <a:rPr lang="en"/>
              <a:t>A </a:t>
            </a:r>
            <a:r>
              <a:rPr lang="en" b="1">
                <a:solidFill>
                  <a:schemeClr val="hlink"/>
                </a:solidFill>
                <a:uFill>
                  <a:noFill/>
                </a:uFill>
                <a:hlinkClick r:id="rId11" action="ppaction://hlinksldjump"/>
              </a:rPr>
              <a:t>selection of illustrations</a:t>
            </a:r>
            <a:r>
              <a:rPr lang="en" b="1"/>
              <a:t>.</a:t>
            </a:r>
            <a:r>
              <a:rPr lang="en"/>
              <a:t> You can also customize and animate them as you wish with the online editor. Visit</a:t>
            </a:r>
            <a:r>
              <a:rPr lang="en" b="1"/>
              <a:t> </a:t>
            </a:r>
            <a:r>
              <a:rPr lang="en" b="1">
                <a:uFill>
                  <a:noFill/>
                </a:uFill>
                <a:hlinkClick r:id="rId12"/>
              </a:rPr>
              <a:t>Storyset</a:t>
            </a:r>
            <a:r>
              <a:rPr lang="en"/>
              <a:t> to find more. </a:t>
            </a:r>
            <a:endParaRPr/>
          </a:p>
          <a:p>
            <a:pPr marL="914400" lvl="0" indent="-304800" algn="l" rtl="0">
              <a:spcBef>
                <a:spcPts val="0"/>
              </a:spcBef>
              <a:spcAft>
                <a:spcPts val="0"/>
              </a:spcAft>
              <a:buSzPts val="1200"/>
              <a:buChar char="●"/>
            </a:pPr>
            <a:r>
              <a:rPr lang="en"/>
              <a:t>More</a:t>
            </a:r>
            <a:r>
              <a:rPr lang="en">
                <a:solidFill>
                  <a:schemeClr val="hlink"/>
                </a:solidFill>
                <a:uFill>
                  <a:noFill/>
                </a:uFill>
                <a:hlinkClick r:id="rId13" action="ppaction://hlinksldjump"/>
              </a:rPr>
              <a:t> </a:t>
            </a:r>
            <a:r>
              <a:rPr lang="en" b="1">
                <a:solidFill>
                  <a:schemeClr val="hlink"/>
                </a:solidFill>
                <a:uFill>
                  <a:noFill/>
                </a:uFill>
                <a:hlinkClick r:id="rId13" action="ppaction://hlinksldjump"/>
              </a:rPr>
              <a:t>infographic resources</a:t>
            </a:r>
            <a:r>
              <a:rPr lang="en">
                <a:solidFill>
                  <a:schemeClr val="hlink"/>
                </a:solidFill>
                <a:uFill>
                  <a:noFill/>
                </a:uFill>
                <a:hlinkClick r:id="rId13" action="ppaction://hlinksldjump"/>
              </a:rPr>
              <a:t>,</a:t>
            </a:r>
            <a:r>
              <a:rPr lang="en"/>
              <a:t> whose size and color can be edited. </a:t>
            </a:r>
            <a:endParaRPr/>
          </a:p>
          <a:p>
            <a:pPr marL="914400" lvl="0" indent="-304800" algn="l" rtl="0">
              <a:spcBef>
                <a:spcPts val="0"/>
              </a:spcBef>
              <a:spcAft>
                <a:spcPts val="0"/>
              </a:spcAft>
              <a:buSzPts val="1200"/>
              <a:buChar char="●"/>
            </a:pPr>
            <a:r>
              <a:rPr lang="en"/>
              <a:t>Sets of </a:t>
            </a:r>
            <a:r>
              <a:rPr lang="en" b="1">
                <a:solidFill>
                  <a:schemeClr val="hlink"/>
                </a:solidFill>
                <a:uFill>
                  <a:noFill/>
                </a:uFill>
                <a:hlinkClick r:id="rId14" action="ppaction://hlinksldjump"/>
              </a:rPr>
              <a:t>customizable icons</a:t>
            </a:r>
            <a:r>
              <a:rPr lang="en"/>
              <a:t> of the following themes: general, business, avatar, creative process, education, help &amp; support, medical, nature, performing arts, SEO &amp; marketing, and teamwork.</a:t>
            </a:r>
            <a:endParaRPr/>
          </a:p>
          <a:p>
            <a:pPr marL="0" lvl="0" indent="0" algn="l" rtl="0">
              <a:spcBef>
                <a:spcPts val="0"/>
              </a:spcBef>
              <a:spcAft>
                <a:spcPts val="0"/>
              </a:spcAft>
              <a:buNone/>
            </a:pPr>
            <a:r>
              <a:rPr lang="en"/>
              <a:t>You can delete this slide when you’re done editing the presentation.</a:t>
            </a:r>
            <a:endParaRPr/>
          </a:p>
          <a:p>
            <a:pPr marL="0" lvl="0" indent="0" algn="l" rtl="0">
              <a:spcBef>
                <a:spcPts val="0"/>
              </a:spcBef>
              <a:spcAft>
                <a:spcPts val="0"/>
              </a:spcAft>
              <a:buNone/>
            </a:pPr>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449"/>
        <p:cNvGrpSpPr/>
        <p:nvPr/>
      </p:nvGrpSpPr>
      <p:grpSpPr>
        <a:xfrm>
          <a:off x="0" y="0"/>
          <a:ext cx="0" cy="0"/>
          <a:chOff x="0" y="0"/>
          <a:chExt cx="0" cy="0"/>
        </a:xfrm>
      </p:grpSpPr>
      <p:sp>
        <p:nvSpPr>
          <p:cNvPr id="450" name="Google Shape;450;p36"/>
          <p:cNvSpPr txBox="1">
            <a:spLocks noGrp="1"/>
          </p:cNvSpPr>
          <p:nvPr>
            <p:ph type="title"/>
          </p:nvPr>
        </p:nvSpPr>
        <p:spPr>
          <a:xfrm>
            <a:off x="720000" y="1713172"/>
            <a:ext cx="2199000" cy="527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Theoretical lesson</a:t>
            </a:r>
            <a:endParaRPr/>
          </a:p>
        </p:txBody>
      </p:sp>
      <p:sp>
        <p:nvSpPr>
          <p:cNvPr id="451" name="Google Shape;451;p36"/>
          <p:cNvSpPr txBox="1">
            <a:spLocks noGrp="1"/>
          </p:cNvSpPr>
          <p:nvPr>
            <p:ph type="title" idx="2"/>
          </p:nvPr>
        </p:nvSpPr>
        <p:spPr>
          <a:xfrm>
            <a:off x="1181850" y="1149600"/>
            <a:ext cx="1275300" cy="5934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01</a:t>
            </a:r>
            <a:endParaRPr/>
          </a:p>
        </p:txBody>
      </p:sp>
      <p:sp>
        <p:nvSpPr>
          <p:cNvPr id="452" name="Google Shape;452;p36"/>
          <p:cNvSpPr txBox="1">
            <a:spLocks noGrp="1"/>
          </p:cNvSpPr>
          <p:nvPr>
            <p:ph type="subTitle" idx="1"/>
          </p:nvPr>
        </p:nvSpPr>
        <p:spPr>
          <a:xfrm>
            <a:off x="720000" y="2329300"/>
            <a:ext cx="2199000" cy="484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Comic Neue"/>
                <a:ea typeface="Comic Neue"/>
                <a:cs typeface="Comic Neue"/>
                <a:sym typeface="Comic Neue"/>
              </a:rPr>
              <a:t>You can describe the topic of the section here</a:t>
            </a:r>
            <a:endParaRPr>
              <a:latin typeface="Comic Neue"/>
              <a:ea typeface="Comic Neue"/>
              <a:cs typeface="Comic Neue"/>
              <a:sym typeface="Comic Neue"/>
            </a:endParaRPr>
          </a:p>
        </p:txBody>
      </p:sp>
      <p:sp>
        <p:nvSpPr>
          <p:cNvPr id="453" name="Google Shape;453;p36"/>
          <p:cNvSpPr txBox="1">
            <a:spLocks noGrp="1"/>
          </p:cNvSpPr>
          <p:nvPr>
            <p:ph type="title" idx="3"/>
          </p:nvPr>
        </p:nvSpPr>
        <p:spPr>
          <a:xfrm>
            <a:off x="3474631" y="1713172"/>
            <a:ext cx="2199000" cy="527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Features of the main topic</a:t>
            </a:r>
            <a:endParaRPr/>
          </a:p>
        </p:txBody>
      </p:sp>
      <p:sp>
        <p:nvSpPr>
          <p:cNvPr id="454" name="Google Shape;454;p36"/>
          <p:cNvSpPr txBox="1">
            <a:spLocks noGrp="1"/>
          </p:cNvSpPr>
          <p:nvPr>
            <p:ph type="title" idx="4"/>
          </p:nvPr>
        </p:nvSpPr>
        <p:spPr>
          <a:xfrm>
            <a:off x="3936481" y="1149600"/>
            <a:ext cx="1275300" cy="5934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02</a:t>
            </a:r>
            <a:endParaRPr/>
          </a:p>
        </p:txBody>
      </p:sp>
      <p:sp>
        <p:nvSpPr>
          <p:cNvPr id="455" name="Google Shape;455;p36"/>
          <p:cNvSpPr txBox="1">
            <a:spLocks noGrp="1"/>
          </p:cNvSpPr>
          <p:nvPr>
            <p:ph type="subTitle" idx="5"/>
          </p:nvPr>
        </p:nvSpPr>
        <p:spPr>
          <a:xfrm>
            <a:off x="3474631" y="2329300"/>
            <a:ext cx="2199000" cy="484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Comic Neue"/>
                <a:ea typeface="Comic Neue"/>
                <a:cs typeface="Comic Neue"/>
                <a:sym typeface="Comic Neue"/>
              </a:rPr>
              <a:t>You can describe the topic of the section here</a:t>
            </a:r>
            <a:endParaRPr>
              <a:latin typeface="Comic Neue"/>
              <a:ea typeface="Comic Neue"/>
              <a:cs typeface="Comic Neue"/>
              <a:sym typeface="Comic Neue"/>
            </a:endParaRPr>
          </a:p>
        </p:txBody>
      </p:sp>
      <p:sp>
        <p:nvSpPr>
          <p:cNvPr id="456" name="Google Shape;456;p36"/>
          <p:cNvSpPr txBox="1">
            <a:spLocks noGrp="1"/>
          </p:cNvSpPr>
          <p:nvPr>
            <p:ph type="title" idx="6"/>
          </p:nvPr>
        </p:nvSpPr>
        <p:spPr>
          <a:xfrm>
            <a:off x="6229287" y="1713172"/>
            <a:ext cx="2199000" cy="527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Tips from experts</a:t>
            </a:r>
            <a:endParaRPr/>
          </a:p>
        </p:txBody>
      </p:sp>
      <p:sp>
        <p:nvSpPr>
          <p:cNvPr id="457" name="Google Shape;457;p36"/>
          <p:cNvSpPr txBox="1">
            <a:spLocks noGrp="1"/>
          </p:cNvSpPr>
          <p:nvPr>
            <p:ph type="title" idx="7"/>
          </p:nvPr>
        </p:nvSpPr>
        <p:spPr>
          <a:xfrm>
            <a:off x="6691137" y="1149600"/>
            <a:ext cx="1275300" cy="5934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03</a:t>
            </a:r>
            <a:endParaRPr/>
          </a:p>
        </p:txBody>
      </p:sp>
      <p:sp>
        <p:nvSpPr>
          <p:cNvPr id="458" name="Google Shape;458;p36"/>
          <p:cNvSpPr txBox="1">
            <a:spLocks noGrp="1"/>
          </p:cNvSpPr>
          <p:nvPr>
            <p:ph type="subTitle" idx="8"/>
          </p:nvPr>
        </p:nvSpPr>
        <p:spPr>
          <a:xfrm>
            <a:off x="6229287" y="2329300"/>
            <a:ext cx="2199000" cy="484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Comic Neue"/>
                <a:ea typeface="Comic Neue"/>
                <a:cs typeface="Comic Neue"/>
                <a:sym typeface="Comic Neue"/>
              </a:rPr>
              <a:t>You can describe the topic of the section here</a:t>
            </a:r>
            <a:endParaRPr>
              <a:latin typeface="Comic Neue"/>
              <a:ea typeface="Comic Neue"/>
              <a:cs typeface="Comic Neue"/>
              <a:sym typeface="Comic Neue"/>
            </a:endParaRPr>
          </a:p>
        </p:txBody>
      </p:sp>
      <p:sp>
        <p:nvSpPr>
          <p:cNvPr id="459" name="Google Shape;459;p36"/>
          <p:cNvSpPr txBox="1">
            <a:spLocks noGrp="1"/>
          </p:cNvSpPr>
          <p:nvPr>
            <p:ph type="title" idx="9"/>
          </p:nvPr>
        </p:nvSpPr>
        <p:spPr>
          <a:xfrm>
            <a:off x="720000" y="3502572"/>
            <a:ext cx="2199000" cy="527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Practical exercise</a:t>
            </a:r>
            <a:endParaRPr/>
          </a:p>
        </p:txBody>
      </p:sp>
      <p:sp>
        <p:nvSpPr>
          <p:cNvPr id="460" name="Google Shape;460;p36"/>
          <p:cNvSpPr txBox="1">
            <a:spLocks noGrp="1"/>
          </p:cNvSpPr>
          <p:nvPr>
            <p:ph type="title" idx="13"/>
          </p:nvPr>
        </p:nvSpPr>
        <p:spPr>
          <a:xfrm>
            <a:off x="1181850" y="2939000"/>
            <a:ext cx="1275300" cy="5934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04</a:t>
            </a:r>
            <a:endParaRPr/>
          </a:p>
        </p:txBody>
      </p:sp>
      <p:sp>
        <p:nvSpPr>
          <p:cNvPr id="461" name="Google Shape;461;p36"/>
          <p:cNvSpPr txBox="1">
            <a:spLocks noGrp="1"/>
          </p:cNvSpPr>
          <p:nvPr>
            <p:ph type="subTitle" idx="14"/>
          </p:nvPr>
        </p:nvSpPr>
        <p:spPr>
          <a:xfrm>
            <a:off x="720000" y="4118700"/>
            <a:ext cx="2199000" cy="484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Comic Neue"/>
                <a:ea typeface="Comic Neue"/>
                <a:cs typeface="Comic Neue"/>
                <a:sym typeface="Comic Neue"/>
              </a:rPr>
              <a:t>You can describe the topic of the section here</a:t>
            </a:r>
            <a:endParaRPr>
              <a:latin typeface="Comic Neue"/>
              <a:ea typeface="Comic Neue"/>
              <a:cs typeface="Comic Neue"/>
              <a:sym typeface="Comic Neue"/>
            </a:endParaRPr>
          </a:p>
        </p:txBody>
      </p:sp>
      <p:sp>
        <p:nvSpPr>
          <p:cNvPr id="462" name="Google Shape;462;p36"/>
          <p:cNvSpPr txBox="1">
            <a:spLocks noGrp="1"/>
          </p:cNvSpPr>
          <p:nvPr>
            <p:ph type="title" idx="15"/>
          </p:nvPr>
        </p:nvSpPr>
        <p:spPr>
          <a:xfrm>
            <a:off x="3474631" y="3502572"/>
            <a:ext cx="2199000" cy="527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Extra information</a:t>
            </a:r>
            <a:endParaRPr/>
          </a:p>
        </p:txBody>
      </p:sp>
      <p:sp>
        <p:nvSpPr>
          <p:cNvPr id="463" name="Google Shape;463;p36"/>
          <p:cNvSpPr txBox="1">
            <a:spLocks noGrp="1"/>
          </p:cNvSpPr>
          <p:nvPr>
            <p:ph type="title" idx="16"/>
          </p:nvPr>
        </p:nvSpPr>
        <p:spPr>
          <a:xfrm>
            <a:off x="3936481" y="2939000"/>
            <a:ext cx="1275300" cy="5934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05</a:t>
            </a:r>
            <a:endParaRPr/>
          </a:p>
        </p:txBody>
      </p:sp>
      <p:sp>
        <p:nvSpPr>
          <p:cNvPr id="464" name="Google Shape;464;p36"/>
          <p:cNvSpPr txBox="1">
            <a:spLocks noGrp="1"/>
          </p:cNvSpPr>
          <p:nvPr>
            <p:ph type="subTitle" idx="17"/>
          </p:nvPr>
        </p:nvSpPr>
        <p:spPr>
          <a:xfrm>
            <a:off x="3474631" y="4118700"/>
            <a:ext cx="2199000" cy="484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Comic Neue"/>
                <a:ea typeface="Comic Neue"/>
                <a:cs typeface="Comic Neue"/>
                <a:sym typeface="Comic Neue"/>
              </a:rPr>
              <a:t>You can describe the topic of the section here</a:t>
            </a:r>
            <a:endParaRPr>
              <a:latin typeface="Comic Neue"/>
              <a:ea typeface="Comic Neue"/>
              <a:cs typeface="Comic Neue"/>
              <a:sym typeface="Comic Neue"/>
            </a:endParaRPr>
          </a:p>
        </p:txBody>
      </p:sp>
      <p:sp>
        <p:nvSpPr>
          <p:cNvPr id="465" name="Google Shape;465;p36"/>
          <p:cNvSpPr txBox="1">
            <a:spLocks noGrp="1"/>
          </p:cNvSpPr>
          <p:nvPr>
            <p:ph type="title" idx="18"/>
          </p:nvPr>
        </p:nvSpPr>
        <p:spPr>
          <a:xfrm>
            <a:off x="6229287" y="3502572"/>
            <a:ext cx="2199000" cy="527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Important</a:t>
            </a:r>
            <a:endParaRPr/>
          </a:p>
          <a:p>
            <a:pPr marL="0" lvl="0" indent="0" algn="ctr" rtl="0">
              <a:spcBef>
                <a:spcPts val="0"/>
              </a:spcBef>
              <a:spcAft>
                <a:spcPts val="0"/>
              </a:spcAft>
              <a:buNone/>
            </a:pPr>
            <a:r>
              <a:rPr lang="en"/>
              <a:t>conclusions</a:t>
            </a:r>
            <a:endParaRPr/>
          </a:p>
        </p:txBody>
      </p:sp>
      <p:sp>
        <p:nvSpPr>
          <p:cNvPr id="466" name="Google Shape;466;p36"/>
          <p:cNvSpPr txBox="1">
            <a:spLocks noGrp="1"/>
          </p:cNvSpPr>
          <p:nvPr>
            <p:ph type="title" idx="19"/>
          </p:nvPr>
        </p:nvSpPr>
        <p:spPr>
          <a:xfrm>
            <a:off x="6691137" y="2939000"/>
            <a:ext cx="1275300" cy="5934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06</a:t>
            </a:r>
            <a:endParaRPr/>
          </a:p>
        </p:txBody>
      </p:sp>
      <p:sp>
        <p:nvSpPr>
          <p:cNvPr id="467" name="Google Shape;467;p36"/>
          <p:cNvSpPr txBox="1">
            <a:spLocks noGrp="1"/>
          </p:cNvSpPr>
          <p:nvPr>
            <p:ph type="subTitle" idx="20"/>
          </p:nvPr>
        </p:nvSpPr>
        <p:spPr>
          <a:xfrm>
            <a:off x="6229287" y="4118700"/>
            <a:ext cx="2199000" cy="484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Comic Neue"/>
                <a:ea typeface="Comic Neue"/>
                <a:cs typeface="Comic Neue"/>
                <a:sym typeface="Comic Neue"/>
              </a:rPr>
              <a:t>You can describe the topic of the section here</a:t>
            </a:r>
            <a:endParaRPr>
              <a:latin typeface="Comic Neue"/>
              <a:ea typeface="Comic Neue"/>
              <a:cs typeface="Comic Neue"/>
              <a:sym typeface="Comic Neue"/>
            </a:endParaRPr>
          </a:p>
        </p:txBody>
      </p:sp>
      <p:sp>
        <p:nvSpPr>
          <p:cNvPr id="468" name="Google Shape;468;p36"/>
          <p:cNvSpPr txBox="1">
            <a:spLocks noGrp="1"/>
          </p:cNvSpPr>
          <p:nvPr>
            <p:ph type="title" idx="21"/>
          </p:nvPr>
        </p:nvSpPr>
        <p:spPr>
          <a:xfrm>
            <a:off x="720000" y="532925"/>
            <a:ext cx="7704000" cy="440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TABLE OF CONTENTS</a:t>
            </a:r>
            <a:endParaRPr/>
          </a:p>
        </p:txBody>
      </p:sp>
      <p:pic>
        <p:nvPicPr>
          <p:cNvPr id="469" name="Google Shape;469;p36"/>
          <p:cNvPicPr preferRelativeResize="0"/>
          <p:nvPr/>
        </p:nvPicPr>
        <p:blipFill>
          <a:blip r:embed="rId3">
            <a:alphaModFix/>
          </a:blip>
          <a:stretch>
            <a:fillRect/>
          </a:stretch>
        </p:blipFill>
        <p:spPr>
          <a:xfrm>
            <a:off x="607725" y="454550"/>
            <a:ext cx="936101" cy="797400"/>
          </a:xfrm>
          <a:prstGeom prst="rect">
            <a:avLst/>
          </a:prstGeom>
          <a:noFill/>
          <a:ln>
            <a:noFill/>
          </a:ln>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480"/>
        <p:cNvGrpSpPr/>
        <p:nvPr/>
      </p:nvGrpSpPr>
      <p:grpSpPr>
        <a:xfrm>
          <a:off x="0" y="0"/>
          <a:ext cx="0" cy="0"/>
          <a:chOff x="0" y="0"/>
          <a:chExt cx="0" cy="0"/>
        </a:xfrm>
      </p:grpSpPr>
      <p:sp>
        <p:nvSpPr>
          <p:cNvPr id="481" name="Google Shape;481;p38"/>
          <p:cNvSpPr txBox="1">
            <a:spLocks noGrp="1"/>
          </p:cNvSpPr>
          <p:nvPr>
            <p:ph type="subTitle" idx="1"/>
          </p:nvPr>
        </p:nvSpPr>
        <p:spPr>
          <a:xfrm flipH="1">
            <a:off x="4255450" y="2013675"/>
            <a:ext cx="4173600" cy="1686600"/>
          </a:xfrm>
          <a:prstGeom prst="rect">
            <a:avLst/>
          </a:prstGeom>
        </p:spPr>
        <p:txBody>
          <a:bodyPr spcFirstLastPara="1" wrap="square" lIns="320025" tIns="91425" rIns="320025" bIns="91425" anchor="ctr" anchorCtr="0">
            <a:noAutofit/>
          </a:bodyPr>
          <a:lstStyle/>
          <a:p>
            <a:pPr marL="0" lvl="0" indent="0" algn="ctr" rtl="0">
              <a:spcBef>
                <a:spcPts val="0"/>
              </a:spcBef>
              <a:spcAft>
                <a:spcPts val="0"/>
              </a:spcAft>
              <a:buNone/>
            </a:pPr>
            <a:r>
              <a:rPr lang="en">
                <a:solidFill>
                  <a:schemeClr val="lt2"/>
                </a:solidFill>
              </a:rPr>
              <a:t>Venus</a:t>
            </a:r>
            <a:r>
              <a:rPr lang="en" b="1">
                <a:solidFill>
                  <a:schemeClr val="lt2"/>
                </a:solidFill>
              </a:rPr>
              <a:t> </a:t>
            </a:r>
            <a:r>
              <a:rPr lang="en">
                <a:solidFill>
                  <a:schemeClr val="lt2"/>
                </a:solidFill>
              </a:rPr>
              <a:t>has a beautiful name and is the second planet from the Sun. It’s terribly hot, even hotter than Mercury, and its atmosphere is extremely poisonous. It’s the second-brightest natural object in the night sky after the Moon</a:t>
            </a:r>
            <a:endParaRPr>
              <a:solidFill>
                <a:schemeClr val="lt2"/>
              </a:solidFill>
            </a:endParaRPr>
          </a:p>
        </p:txBody>
      </p:sp>
      <p:sp>
        <p:nvSpPr>
          <p:cNvPr id="482" name="Google Shape;482;p38"/>
          <p:cNvSpPr txBox="1">
            <a:spLocks noGrp="1"/>
          </p:cNvSpPr>
          <p:nvPr>
            <p:ph type="title"/>
          </p:nvPr>
        </p:nvSpPr>
        <p:spPr>
          <a:xfrm flipH="1">
            <a:off x="4255300" y="1443200"/>
            <a:ext cx="4173600" cy="484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INTRODUCTION</a:t>
            </a:r>
            <a:endParaRPr/>
          </a:p>
        </p:txBody>
      </p:sp>
      <p:pic>
        <p:nvPicPr>
          <p:cNvPr id="483" name="Google Shape;483;p38"/>
          <p:cNvPicPr preferRelativeResize="0"/>
          <p:nvPr/>
        </p:nvPicPr>
        <p:blipFill>
          <a:blip r:embed="rId3">
            <a:alphaModFix/>
          </a:blip>
          <a:stretch>
            <a:fillRect/>
          </a:stretch>
        </p:blipFill>
        <p:spPr>
          <a:xfrm rot="1080437">
            <a:off x="2247903" y="797622"/>
            <a:ext cx="1471344" cy="1929305"/>
          </a:xfrm>
          <a:prstGeom prst="rect">
            <a:avLst/>
          </a:prstGeom>
          <a:noFill/>
          <a:ln>
            <a:noFill/>
          </a:ln>
        </p:spPr>
      </p:pic>
      <p:grpSp>
        <p:nvGrpSpPr>
          <p:cNvPr id="484" name="Google Shape;484;p38"/>
          <p:cNvGrpSpPr/>
          <p:nvPr/>
        </p:nvGrpSpPr>
        <p:grpSpPr>
          <a:xfrm>
            <a:off x="1135125" y="3099823"/>
            <a:ext cx="2075924" cy="1423700"/>
            <a:chOff x="1135125" y="3099823"/>
            <a:chExt cx="2075924" cy="1423700"/>
          </a:xfrm>
        </p:grpSpPr>
        <p:pic>
          <p:nvPicPr>
            <p:cNvPr id="485" name="Google Shape;485;p38"/>
            <p:cNvPicPr preferRelativeResize="0"/>
            <p:nvPr/>
          </p:nvPicPr>
          <p:blipFill>
            <a:blip r:embed="rId4">
              <a:alphaModFix/>
            </a:blip>
            <a:stretch>
              <a:fillRect/>
            </a:stretch>
          </p:blipFill>
          <p:spPr>
            <a:xfrm rot="-299030">
              <a:off x="1185994" y="3183200"/>
              <a:ext cx="1974187" cy="1256946"/>
            </a:xfrm>
            <a:prstGeom prst="rect">
              <a:avLst/>
            </a:prstGeom>
            <a:noFill/>
            <a:ln>
              <a:noFill/>
            </a:ln>
          </p:spPr>
        </p:pic>
        <p:pic>
          <p:nvPicPr>
            <p:cNvPr id="486" name="Google Shape;486;p38"/>
            <p:cNvPicPr preferRelativeResize="0"/>
            <p:nvPr/>
          </p:nvPicPr>
          <p:blipFill>
            <a:blip r:embed="rId5">
              <a:alphaModFix/>
            </a:blip>
            <a:stretch>
              <a:fillRect/>
            </a:stretch>
          </p:blipFill>
          <p:spPr>
            <a:xfrm>
              <a:off x="1824900" y="3457775"/>
              <a:ext cx="696375" cy="593200"/>
            </a:xfrm>
            <a:prstGeom prst="rect">
              <a:avLst/>
            </a:prstGeom>
            <a:noFill/>
            <a:ln>
              <a:noFill/>
            </a:ln>
          </p:spPr>
        </p:pic>
      </p:grpSp>
      <p:pic>
        <p:nvPicPr>
          <p:cNvPr id="487" name="Google Shape;487;p38"/>
          <p:cNvPicPr preferRelativeResize="0"/>
          <p:nvPr/>
        </p:nvPicPr>
        <p:blipFill>
          <a:blip r:embed="rId6">
            <a:alphaModFix/>
          </a:blip>
          <a:stretch>
            <a:fillRect/>
          </a:stretch>
        </p:blipFill>
        <p:spPr>
          <a:xfrm rot="-1041134">
            <a:off x="1421850" y="1368050"/>
            <a:ext cx="206400" cy="1440019"/>
          </a:xfrm>
          <a:prstGeom prst="rect">
            <a:avLst/>
          </a:prstGeom>
          <a:noFill/>
          <a:ln>
            <a:noFill/>
          </a:ln>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503"/>
        <p:cNvGrpSpPr/>
        <p:nvPr/>
      </p:nvGrpSpPr>
      <p:grpSpPr>
        <a:xfrm>
          <a:off x="0" y="0"/>
          <a:ext cx="0" cy="0"/>
          <a:chOff x="0" y="0"/>
          <a:chExt cx="0" cy="0"/>
        </a:xfrm>
      </p:grpSpPr>
      <p:sp>
        <p:nvSpPr>
          <p:cNvPr id="504" name="Google Shape;504;p40"/>
          <p:cNvSpPr txBox="1">
            <a:spLocks noGrp="1"/>
          </p:cNvSpPr>
          <p:nvPr>
            <p:ph type="subTitle" idx="3"/>
          </p:nvPr>
        </p:nvSpPr>
        <p:spPr>
          <a:xfrm>
            <a:off x="1647050" y="3218200"/>
            <a:ext cx="2742000" cy="10884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Mercury is the closest planet to the Sun and the smallest one in the Solar System—it’s only a bit larger than the Moon</a:t>
            </a:r>
            <a:endParaRPr/>
          </a:p>
        </p:txBody>
      </p:sp>
      <p:sp>
        <p:nvSpPr>
          <p:cNvPr id="505" name="Google Shape;505;p40"/>
          <p:cNvSpPr txBox="1">
            <a:spLocks noGrp="1"/>
          </p:cNvSpPr>
          <p:nvPr>
            <p:ph type="title"/>
          </p:nvPr>
        </p:nvSpPr>
        <p:spPr>
          <a:xfrm>
            <a:off x="720000" y="532925"/>
            <a:ext cx="7704000" cy="440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IMPORTANT LESSON</a:t>
            </a:r>
            <a:endParaRPr/>
          </a:p>
        </p:txBody>
      </p:sp>
      <p:sp>
        <p:nvSpPr>
          <p:cNvPr id="506" name="Google Shape;506;p40"/>
          <p:cNvSpPr txBox="1">
            <a:spLocks noGrp="1"/>
          </p:cNvSpPr>
          <p:nvPr>
            <p:ph type="subTitle" idx="1"/>
          </p:nvPr>
        </p:nvSpPr>
        <p:spPr>
          <a:xfrm>
            <a:off x="1647050" y="2658820"/>
            <a:ext cx="2742000" cy="7134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Concept 1</a:t>
            </a:r>
            <a:endParaRPr/>
          </a:p>
        </p:txBody>
      </p:sp>
      <p:sp>
        <p:nvSpPr>
          <p:cNvPr id="507" name="Google Shape;507;p40"/>
          <p:cNvSpPr txBox="1">
            <a:spLocks noGrp="1"/>
          </p:cNvSpPr>
          <p:nvPr>
            <p:ph type="subTitle" idx="2"/>
          </p:nvPr>
        </p:nvSpPr>
        <p:spPr>
          <a:xfrm>
            <a:off x="4753753" y="2658820"/>
            <a:ext cx="2743200" cy="7134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Concept 2</a:t>
            </a:r>
            <a:endParaRPr/>
          </a:p>
        </p:txBody>
      </p:sp>
      <p:sp>
        <p:nvSpPr>
          <p:cNvPr id="508" name="Google Shape;508;p40"/>
          <p:cNvSpPr txBox="1">
            <a:spLocks noGrp="1"/>
          </p:cNvSpPr>
          <p:nvPr>
            <p:ph type="subTitle" idx="4"/>
          </p:nvPr>
        </p:nvSpPr>
        <p:spPr>
          <a:xfrm>
            <a:off x="4754353" y="3218200"/>
            <a:ext cx="2742000" cy="10884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Venus has a beautiful name and is the second planet from the Sun. It’s hot and has a very poisonous atmosphere</a:t>
            </a:r>
            <a:endParaRPr/>
          </a:p>
        </p:txBody>
      </p:sp>
      <p:sp>
        <p:nvSpPr>
          <p:cNvPr id="509" name="Google Shape;509;p40"/>
          <p:cNvSpPr/>
          <p:nvPr/>
        </p:nvSpPr>
        <p:spPr>
          <a:xfrm>
            <a:off x="2516300" y="1664800"/>
            <a:ext cx="1003500" cy="1003500"/>
          </a:xfrm>
          <a:prstGeom prst="ellipse">
            <a:avLst/>
          </a:prstGeom>
          <a:solidFill>
            <a:schemeClr val="lt2"/>
          </a:solidFill>
          <a:ln>
            <a:noFill/>
          </a:ln>
          <a:effectLst>
            <a:outerShdw blurRad="71438" dist="47625" dir="3000000" algn="bl" rotWithShape="0">
              <a:srgbClr val="000000">
                <a:alpha val="22000"/>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 name="Google Shape;510;p40"/>
          <p:cNvSpPr/>
          <p:nvPr/>
        </p:nvSpPr>
        <p:spPr>
          <a:xfrm>
            <a:off x="5623603" y="1664800"/>
            <a:ext cx="1003500" cy="1003500"/>
          </a:xfrm>
          <a:prstGeom prst="ellipse">
            <a:avLst/>
          </a:prstGeom>
          <a:solidFill>
            <a:schemeClr val="lt2"/>
          </a:solidFill>
          <a:ln>
            <a:noFill/>
          </a:ln>
          <a:effectLst>
            <a:outerShdw blurRad="71438" dist="47625" dir="3000000" algn="bl" rotWithShape="0">
              <a:srgbClr val="000000">
                <a:alpha val="21000"/>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11" name="Google Shape;511;p40"/>
          <p:cNvGrpSpPr/>
          <p:nvPr/>
        </p:nvGrpSpPr>
        <p:grpSpPr>
          <a:xfrm>
            <a:off x="2720311" y="1910562"/>
            <a:ext cx="595479" cy="529251"/>
            <a:chOff x="1190625" y="528075"/>
            <a:chExt cx="5214350" cy="4634425"/>
          </a:xfrm>
        </p:grpSpPr>
        <p:sp>
          <p:nvSpPr>
            <p:cNvPr id="512" name="Google Shape;512;p40"/>
            <p:cNvSpPr/>
            <p:nvPr/>
          </p:nvSpPr>
          <p:spPr>
            <a:xfrm>
              <a:off x="3225475" y="528075"/>
              <a:ext cx="3179500" cy="3369750"/>
            </a:xfrm>
            <a:custGeom>
              <a:avLst/>
              <a:gdLst/>
              <a:ahLst/>
              <a:cxnLst/>
              <a:rect l="l" t="t" r="r" b="b"/>
              <a:pathLst>
                <a:path w="127180" h="134790" extrusionOk="0">
                  <a:moveTo>
                    <a:pt x="91569" y="45378"/>
                  </a:moveTo>
                  <a:cubicBezTo>
                    <a:pt x="95802" y="45378"/>
                    <a:pt x="99220" y="48797"/>
                    <a:pt x="99220" y="52988"/>
                  </a:cubicBezTo>
                  <a:cubicBezTo>
                    <a:pt x="99220" y="57221"/>
                    <a:pt x="95802" y="60640"/>
                    <a:pt x="91569" y="60640"/>
                  </a:cubicBezTo>
                  <a:cubicBezTo>
                    <a:pt x="87337" y="60640"/>
                    <a:pt x="83959" y="57221"/>
                    <a:pt x="83959" y="52988"/>
                  </a:cubicBezTo>
                  <a:cubicBezTo>
                    <a:pt x="83959" y="48797"/>
                    <a:pt x="87337" y="45378"/>
                    <a:pt x="91569" y="45378"/>
                  </a:cubicBezTo>
                  <a:close/>
                  <a:moveTo>
                    <a:pt x="0" y="1"/>
                  </a:moveTo>
                  <a:lnTo>
                    <a:pt x="0" y="42326"/>
                  </a:lnTo>
                  <a:cubicBezTo>
                    <a:pt x="20349" y="41227"/>
                    <a:pt x="32151" y="38541"/>
                    <a:pt x="32680" y="38419"/>
                  </a:cubicBezTo>
                  <a:lnTo>
                    <a:pt x="42122" y="36058"/>
                  </a:lnTo>
                  <a:lnTo>
                    <a:pt x="61006" y="31378"/>
                  </a:lnTo>
                  <a:lnTo>
                    <a:pt x="61046" y="70936"/>
                  </a:lnTo>
                  <a:cubicBezTo>
                    <a:pt x="61901" y="70855"/>
                    <a:pt x="62715" y="70814"/>
                    <a:pt x="63610" y="70814"/>
                  </a:cubicBezTo>
                  <a:cubicBezTo>
                    <a:pt x="76226" y="70814"/>
                    <a:pt x="86482" y="81070"/>
                    <a:pt x="86482" y="93686"/>
                  </a:cubicBezTo>
                  <a:lnTo>
                    <a:pt x="61046" y="93686"/>
                  </a:lnTo>
                  <a:lnTo>
                    <a:pt x="61046" y="134790"/>
                  </a:lnTo>
                  <a:cubicBezTo>
                    <a:pt x="65116" y="134790"/>
                    <a:pt x="80459" y="131371"/>
                    <a:pt x="95435" y="122540"/>
                  </a:cubicBezTo>
                  <a:cubicBezTo>
                    <a:pt x="116191" y="110249"/>
                    <a:pt x="127179" y="92383"/>
                    <a:pt x="127179" y="70814"/>
                  </a:cubicBezTo>
                  <a:lnTo>
                    <a:pt x="127179" y="9768"/>
                  </a:lnTo>
                  <a:lnTo>
                    <a:pt x="127179" y="1"/>
                  </a:lnTo>
                  <a:lnTo>
                    <a:pt x="117697" y="2361"/>
                  </a:lnTo>
                  <a:cubicBezTo>
                    <a:pt x="117493" y="2402"/>
                    <a:pt x="97633" y="7204"/>
                    <a:pt x="63570" y="7204"/>
                  </a:cubicBezTo>
                  <a:cubicBezTo>
                    <a:pt x="29547" y="7204"/>
                    <a:pt x="9686" y="2402"/>
                    <a:pt x="9483" y="2361"/>
                  </a:cubicBezTo>
                  <a:lnTo>
                    <a:pt x="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 name="Google Shape;513;p40"/>
            <p:cNvSpPr/>
            <p:nvPr/>
          </p:nvSpPr>
          <p:spPr>
            <a:xfrm>
              <a:off x="1190625" y="1799875"/>
              <a:ext cx="3179475" cy="3362625"/>
            </a:xfrm>
            <a:custGeom>
              <a:avLst/>
              <a:gdLst/>
              <a:ahLst/>
              <a:cxnLst/>
              <a:rect l="l" t="t" r="r" b="b"/>
              <a:pathLst>
                <a:path w="127179" h="134505" extrusionOk="0">
                  <a:moveTo>
                    <a:pt x="35610" y="45378"/>
                  </a:moveTo>
                  <a:cubicBezTo>
                    <a:pt x="39843" y="45378"/>
                    <a:pt x="43261" y="48796"/>
                    <a:pt x="43261" y="52988"/>
                  </a:cubicBezTo>
                  <a:cubicBezTo>
                    <a:pt x="43261" y="57221"/>
                    <a:pt x="39843" y="60639"/>
                    <a:pt x="35610" y="60639"/>
                  </a:cubicBezTo>
                  <a:cubicBezTo>
                    <a:pt x="31378" y="60639"/>
                    <a:pt x="28000" y="57221"/>
                    <a:pt x="28000" y="52988"/>
                  </a:cubicBezTo>
                  <a:cubicBezTo>
                    <a:pt x="28000" y="48796"/>
                    <a:pt x="31378" y="45378"/>
                    <a:pt x="35610" y="45378"/>
                  </a:cubicBezTo>
                  <a:close/>
                  <a:moveTo>
                    <a:pt x="91569" y="45378"/>
                  </a:moveTo>
                  <a:cubicBezTo>
                    <a:pt x="95801" y="45378"/>
                    <a:pt x="99220" y="48796"/>
                    <a:pt x="99220" y="52988"/>
                  </a:cubicBezTo>
                  <a:cubicBezTo>
                    <a:pt x="99220" y="57221"/>
                    <a:pt x="95801" y="60639"/>
                    <a:pt x="91569" y="60639"/>
                  </a:cubicBezTo>
                  <a:cubicBezTo>
                    <a:pt x="87336" y="60639"/>
                    <a:pt x="83958" y="57221"/>
                    <a:pt x="83958" y="52988"/>
                  </a:cubicBezTo>
                  <a:cubicBezTo>
                    <a:pt x="83958" y="48796"/>
                    <a:pt x="87336" y="45378"/>
                    <a:pt x="91569" y="45378"/>
                  </a:cubicBezTo>
                  <a:close/>
                  <a:moveTo>
                    <a:pt x="86482" y="78424"/>
                  </a:moveTo>
                  <a:cubicBezTo>
                    <a:pt x="86482" y="91040"/>
                    <a:pt x="76226" y="101336"/>
                    <a:pt x="63610" y="101336"/>
                  </a:cubicBezTo>
                  <a:cubicBezTo>
                    <a:pt x="50953" y="101336"/>
                    <a:pt x="40697" y="91040"/>
                    <a:pt x="40697" y="78424"/>
                  </a:cubicBezTo>
                  <a:close/>
                  <a:moveTo>
                    <a:pt x="0" y="0"/>
                  </a:moveTo>
                  <a:lnTo>
                    <a:pt x="0" y="70813"/>
                  </a:lnTo>
                  <a:cubicBezTo>
                    <a:pt x="0" y="92383"/>
                    <a:pt x="10988" y="110249"/>
                    <a:pt x="31744" y="122540"/>
                  </a:cubicBezTo>
                  <a:cubicBezTo>
                    <a:pt x="46720" y="131371"/>
                    <a:pt x="61616" y="134138"/>
                    <a:pt x="62226" y="134260"/>
                  </a:cubicBezTo>
                  <a:lnTo>
                    <a:pt x="63610" y="134505"/>
                  </a:lnTo>
                  <a:lnTo>
                    <a:pt x="64953" y="134260"/>
                  </a:lnTo>
                  <a:cubicBezTo>
                    <a:pt x="65563" y="134138"/>
                    <a:pt x="80458" y="131371"/>
                    <a:pt x="95435" y="122540"/>
                  </a:cubicBezTo>
                  <a:cubicBezTo>
                    <a:pt x="116191" y="110249"/>
                    <a:pt x="127179" y="92383"/>
                    <a:pt x="127179" y="70813"/>
                  </a:cubicBezTo>
                  <a:lnTo>
                    <a:pt x="127179" y="9768"/>
                  </a:lnTo>
                  <a:lnTo>
                    <a:pt x="127179" y="0"/>
                  </a:lnTo>
                  <a:lnTo>
                    <a:pt x="117696" y="2361"/>
                  </a:lnTo>
                  <a:cubicBezTo>
                    <a:pt x="117493" y="2401"/>
                    <a:pt x="97633" y="7204"/>
                    <a:pt x="63610" y="7204"/>
                  </a:cubicBezTo>
                  <a:cubicBezTo>
                    <a:pt x="29546" y="7204"/>
                    <a:pt x="9686" y="2401"/>
                    <a:pt x="9482" y="2361"/>
                  </a:cubicBezTo>
                  <a:lnTo>
                    <a:pt x="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14" name="Google Shape;514;p40"/>
          <p:cNvSpPr/>
          <p:nvPr/>
        </p:nvSpPr>
        <p:spPr>
          <a:xfrm>
            <a:off x="5888499" y="1877300"/>
            <a:ext cx="473707" cy="595777"/>
          </a:xfrm>
          <a:custGeom>
            <a:avLst/>
            <a:gdLst/>
            <a:ahLst/>
            <a:cxnLst/>
            <a:rect l="l" t="t" r="r" b="b"/>
            <a:pathLst>
              <a:path w="166359" h="209228" extrusionOk="0">
                <a:moveTo>
                  <a:pt x="93524" y="98322"/>
                </a:moveTo>
                <a:lnTo>
                  <a:pt x="93524" y="113446"/>
                </a:lnTo>
                <a:lnTo>
                  <a:pt x="48154" y="113446"/>
                </a:lnTo>
                <a:lnTo>
                  <a:pt x="48154" y="98322"/>
                </a:lnTo>
                <a:close/>
                <a:moveTo>
                  <a:pt x="37829" y="0"/>
                </a:moveTo>
                <a:cubicBezTo>
                  <a:pt x="16979" y="0"/>
                  <a:pt x="1" y="16979"/>
                  <a:pt x="1" y="37829"/>
                </a:cubicBezTo>
                <a:cubicBezTo>
                  <a:pt x="1" y="50169"/>
                  <a:pt x="5969" y="61139"/>
                  <a:pt x="15164" y="68076"/>
                </a:cubicBezTo>
                <a:lnTo>
                  <a:pt x="15124" y="68076"/>
                </a:lnTo>
                <a:lnTo>
                  <a:pt x="15124" y="148734"/>
                </a:lnTo>
                <a:lnTo>
                  <a:pt x="46903" y="148734"/>
                </a:lnTo>
                <a:lnTo>
                  <a:pt x="16536" y="209227"/>
                </a:lnTo>
                <a:lnTo>
                  <a:pt x="33434" y="209227"/>
                </a:lnTo>
                <a:lnTo>
                  <a:pt x="63035" y="150347"/>
                </a:lnTo>
                <a:lnTo>
                  <a:pt x="63035" y="209227"/>
                </a:lnTo>
                <a:lnTo>
                  <a:pt x="78159" y="209227"/>
                </a:lnTo>
                <a:lnTo>
                  <a:pt x="78159" y="150347"/>
                </a:lnTo>
                <a:lnTo>
                  <a:pt x="107720" y="209227"/>
                </a:lnTo>
                <a:lnTo>
                  <a:pt x="124658" y="209227"/>
                </a:lnTo>
                <a:lnTo>
                  <a:pt x="94250" y="148734"/>
                </a:lnTo>
                <a:lnTo>
                  <a:pt x="126029" y="148734"/>
                </a:lnTo>
                <a:lnTo>
                  <a:pt x="126029" y="132320"/>
                </a:lnTo>
                <a:lnTo>
                  <a:pt x="166358" y="148935"/>
                </a:lnTo>
                <a:lnTo>
                  <a:pt x="166358" y="67834"/>
                </a:lnTo>
                <a:lnTo>
                  <a:pt x="126029" y="84449"/>
                </a:lnTo>
                <a:lnTo>
                  <a:pt x="126029" y="68076"/>
                </a:lnTo>
                <a:cubicBezTo>
                  <a:pt x="135224" y="61139"/>
                  <a:pt x="141153" y="50169"/>
                  <a:pt x="141153" y="37829"/>
                </a:cubicBezTo>
                <a:cubicBezTo>
                  <a:pt x="141153" y="16979"/>
                  <a:pt x="124214" y="0"/>
                  <a:pt x="103364" y="0"/>
                </a:cubicBezTo>
                <a:cubicBezTo>
                  <a:pt x="89370" y="0"/>
                  <a:pt x="77110" y="7663"/>
                  <a:pt x="70577" y="18995"/>
                </a:cubicBezTo>
                <a:cubicBezTo>
                  <a:pt x="64043" y="7663"/>
                  <a:pt x="51824" y="0"/>
                  <a:pt x="3782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518"/>
        <p:cNvGrpSpPr/>
        <p:nvPr/>
      </p:nvGrpSpPr>
      <p:grpSpPr>
        <a:xfrm>
          <a:off x="0" y="0"/>
          <a:ext cx="0" cy="0"/>
          <a:chOff x="0" y="0"/>
          <a:chExt cx="0" cy="0"/>
        </a:xfrm>
      </p:grpSpPr>
      <p:sp>
        <p:nvSpPr>
          <p:cNvPr id="519" name="Google Shape;519;p41"/>
          <p:cNvSpPr/>
          <p:nvPr/>
        </p:nvSpPr>
        <p:spPr>
          <a:xfrm>
            <a:off x="1538850" y="1656950"/>
            <a:ext cx="1003500" cy="1003500"/>
          </a:xfrm>
          <a:prstGeom prst="ellipse">
            <a:avLst/>
          </a:prstGeom>
          <a:solidFill>
            <a:schemeClr val="lt2"/>
          </a:solidFill>
          <a:ln>
            <a:noFill/>
          </a:ln>
          <a:effectLst>
            <a:outerShdw blurRad="71438" dist="47625" dir="3000000" algn="bl" rotWithShape="0">
              <a:srgbClr val="000000">
                <a:alpha val="22000"/>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 name="Google Shape;520;p41"/>
          <p:cNvSpPr/>
          <p:nvPr/>
        </p:nvSpPr>
        <p:spPr>
          <a:xfrm>
            <a:off x="4070250" y="1656950"/>
            <a:ext cx="1003500" cy="1003500"/>
          </a:xfrm>
          <a:prstGeom prst="ellipse">
            <a:avLst/>
          </a:prstGeom>
          <a:solidFill>
            <a:schemeClr val="lt2"/>
          </a:solidFill>
          <a:ln>
            <a:noFill/>
          </a:ln>
          <a:effectLst>
            <a:outerShdw blurRad="71438" dist="47625" dir="3000000" algn="bl" rotWithShape="0">
              <a:srgbClr val="000000">
                <a:alpha val="22000"/>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1" name="Google Shape;521;p41"/>
          <p:cNvSpPr/>
          <p:nvPr/>
        </p:nvSpPr>
        <p:spPr>
          <a:xfrm>
            <a:off x="6601650" y="1740625"/>
            <a:ext cx="1003500" cy="1003500"/>
          </a:xfrm>
          <a:prstGeom prst="ellipse">
            <a:avLst/>
          </a:prstGeom>
          <a:solidFill>
            <a:schemeClr val="lt2"/>
          </a:solidFill>
          <a:ln>
            <a:noFill/>
          </a:ln>
          <a:effectLst>
            <a:outerShdw blurRad="71438" dist="47625" dir="3000000" algn="bl" rotWithShape="0">
              <a:srgbClr val="000000">
                <a:alpha val="22000"/>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 name="Google Shape;522;p41"/>
          <p:cNvSpPr txBox="1">
            <a:spLocks noGrp="1"/>
          </p:cNvSpPr>
          <p:nvPr>
            <p:ph type="title" idx="6"/>
          </p:nvPr>
        </p:nvSpPr>
        <p:spPr>
          <a:xfrm>
            <a:off x="720000" y="532925"/>
            <a:ext cx="7704000" cy="440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WHAT IS THIS TOPIC ABOUT?</a:t>
            </a:r>
            <a:endParaRPr/>
          </a:p>
        </p:txBody>
      </p:sp>
      <p:sp>
        <p:nvSpPr>
          <p:cNvPr id="523" name="Google Shape;523;p41"/>
          <p:cNvSpPr txBox="1">
            <a:spLocks noGrp="1"/>
          </p:cNvSpPr>
          <p:nvPr>
            <p:ph type="title"/>
          </p:nvPr>
        </p:nvSpPr>
        <p:spPr>
          <a:xfrm>
            <a:off x="872400" y="2720638"/>
            <a:ext cx="2336400" cy="527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Mercury</a:t>
            </a:r>
            <a:endParaRPr/>
          </a:p>
        </p:txBody>
      </p:sp>
      <p:sp>
        <p:nvSpPr>
          <p:cNvPr id="524" name="Google Shape;524;p41"/>
          <p:cNvSpPr txBox="1">
            <a:spLocks noGrp="1"/>
          </p:cNvSpPr>
          <p:nvPr>
            <p:ph type="subTitle" idx="1"/>
          </p:nvPr>
        </p:nvSpPr>
        <p:spPr>
          <a:xfrm>
            <a:off x="872400" y="3230975"/>
            <a:ext cx="2336400" cy="7461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It’s the closest planet to the Sun and the smallest one in the Solar System</a:t>
            </a:r>
            <a:endParaRPr/>
          </a:p>
        </p:txBody>
      </p:sp>
      <p:sp>
        <p:nvSpPr>
          <p:cNvPr id="525" name="Google Shape;525;p41"/>
          <p:cNvSpPr txBox="1">
            <a:spLocks noGrp="1"/>
          </p:cNvSpPr>
          <p:nvPr>
            <p:ph type="title" idx="2"/>
          </p:nvPr>
        </p:nvSpPr>
        <p:spPr>
          <a:xfrm>
            <a:off x="3403800" y="2720638"/>
            <a:ext cx="2336400" cy="527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Venus</a:t>
            </a:r>
            <a:endParaRPr/>
          </a:p>
        </p:txBody>
      </p:sp>
      <p:sp>
        <p:nvSpPr>
          <p:cNvPr id="526" name="Google Shape;526;p41"/>
          <p:cNvSpPr txBox="1">
            <a:spLocks noGrp="1"/>
          </p:cNvSpPr>
          <p:nvPr>
            <p:ph type="subTitle" idx="3"/>
          </p:nvPr>
        </p:nvSpPr>
        <p:spPr>
          <a:xfrm>
            <a:off x="3403800" y="3230982"/>
            <a:ext cx="2336400" cy="7461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Venus has a beautiful name and is the second planet from the Sun</a:t>
            </a:r>
            <a:endParaRPr/>
          </a:p>
        </p:txBody>
      </p:sp>
      <p:sp>
        <p:nvSpPr>
          <p:cNvPr id="527" name="Google Shape;527;p41"/>
          <p:cNvSpPr txBox="1">
            <a:spLocks noGrp="1"/>
          </p:cNvSpPr>
          <p:nvPr>
            <p:ph type="title" idx="4"/>
          </p:nvPr>
        </p:nvSpPr>
        <p:spPr>
          <a:xfrm>
            <a:off x="5935200" y="2720638"/>
            <a:ext cx="2336400" cy="527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Mars</a:t>
            </a:r>
            <a:endParaRPr/>
          </a:p>
        </p:txBody>
      </p:sp>
      <p:sp>
        <p:nvSpPr>
          <p:cNvPr id="528" name="Google Shape;528;p41"/>
          <p:cNvSpPr txBox="1">
            <a:spLocks noGrp="1"/>
          </p:cNvSpPr>
          <p:nvPr>
            <p:ph type="subTitle" idx="5"/>
          </p:nvPr>
        </p:nvSpPr>
        <p:spPr>
          <a:xfrm>
            <a:off x="5935200" y="3230982"/>
            <a:ext cx="2336400" cy="7461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Despite being red, Mars is actually a cold place. It’s full of iron oxide dust</a:t>
            </a:r>
            <a:endParaRPr/>
          </a:p>
        </p:txBody>
      </p:sp>
      <p:sp>
        <p:nvSpPr>
          <p:cNvPr id="529" name="Google Shape;529;p41"/>
          <p:cNvSpPr/>
          <p:nvPr/>
        </p:nvSpPr>
        <p:spPr>
          <a:xfrm>
            <a:off x="1719015" y="1837115"/>
            <a:ext cx="643170" cy="643170"/>
          </a:xfrm>
          <a:custGeom>
            <a:avLst/>
            <a:gdLst/>
            <a:ahLst/>
            <a:cxnLst/>
            <a:rect l="l" t="t" r="r" b="b"/>
            <a:pathLst>
              <a:path w="209161" h="209161" extrusionOk="0">
                <a:moveTo>
                  <a:pt x="97284" y="29535"/>
                </a:moveTo>
                <a:lnTo>
                  <a:pt x="97284" y="44206"/>
                </a:lnTo>
                <a:cubicBezTo>
                  <a:pt x="69578" y="47552"/>
                  <a:pt x="47552" y="69578"/>
                  <a:pt x="44206" y="97284"/>
                </a:cubicBezTo>
                <a:lnTo>
                  <a:pt x="29535" y="97284"/>
                </a:lnTo>
                <a:cubicBezTo>
                  <a:pt x="32999" y="61522"/>
                  <a:pt x="61522" y="32999"/>
                  <a:pt x="97284" y="29535"/>
                </a:cubicBezTo>
                <a:close/>
                <a:moveTo>
                  <a:pt x="105067" y="72963"/>
                </a:moveTo>
                <a:cubicBezTo>
                  <a:pt x="108141" y="72963"/>
                  <a:pt x="110982" y="73313"/>
                  <a:pt x="113550" y="74053"/>
                </a:cubicBezTo>
                <a:cubicBezTo>
                  <a:pt x="116118" y="74792"/>
                  <a:pt x="118298" y="75843"/>
                  <a:pt x="120088" y="77205"/>
                </a:cubicBezTo>
                <a:cubicBezTo>
                  <a:pt x="121916" y="78567"/>
                  <a:pt x="123317" y="80201"/>
                  <a:pt x="124290" y="82108"/>
                </a:cubicBezTo>
                <a:cubicBezTo>
                  <a:pt x="125302" y="84015"/>
                  <a:pt x="125808" y="86116"/>
                  <a:pt x="125808" y="88451"/>
                </a:cubicBezTo>
                <a:cubicBezTo>
                  <a:pt x="125808" y="90202"/>
                  <a:pt x="125497" y="91836"/>
                  <a:pt x="124952" y="93432"/>
                </a:cubicBezTo>
                <a:cubicBezTo>
                  <a:pt x="124407" y="94988"/>
                  <a:pt x="123629" y="96428"/>
                  <a:pt x="122656" y="97712"/>
                </a:cubicBezTo>
                <a:cubicBezTo>
                  <a:pt x="121644" y="98996"/>
                  <a:pt x="120477" y="100047"/>
                  <a:pt x="119115" y="100903"/>
                </a:cubicBezTo>
                <a:cubicBezTo>
                  <a:pt x="117714" y="101759"/>
                  <a:pt x="116235" y="102304"/>
                  <a:pt x="114601" y="102615"/>
                </a:cubicBezTo>
                <a:cubicBezTo>
                  <a:pt x="116391" y="102966"/>
                  <a:pt x="118064" y="103588"/>
                  <a:pt x="119582" y="104483"/>
                </a:cubicBezTo>
                <a:cubicBezTo>
                  <a:pt x="121099" y="105378"/>
                  <a:pt x="122383" y="106546"/>
                  <a:pt x="123473" y="107908"/>
                </a:cubicBezTo>
                <a:cubicBezTo>
                  <a:pt x="124563" y="109270"/>
                  <a:pt x="125380" y="110865"/>
                  <a:pt x="125963" y="112616"/>
                </a:cubicBezTo>
                <a:cubicBezTo>
                  <a:pt x="126547" y="114406"/>
                  <a:pt x="126859" y="116313"/>
                  <a:pt x="126859" y="118375"/>
                </a:cubicBezTo>
                <a:cubicBezTo>
                  <a:pt x="126859" y="121099"/>
                  <a:pt x="126275" y="123551"/>
                  <a:pt x="125185" y="125730"/>
                </a:cubicBezTo>
                <a:cubicBezTo>
                  <a:pt x="124057" y="127948"/>
                  <a:pt x="122461" y="129816"/>
                  <a:pt x="120399" y="131334"/>
                </a:cubicBezTo>
                <a:cubicBezTo>
                  <a:pt x="118336" y="132890"/>
                  <a:pt x="115846" y="134096"/>
                  <a:pt x="112927" y="134914"/>
                </a:cubicBezTo>
                <a:cubicBezTo>
                  <a:pt x="110009" y="135770"/>
                  <a:pt x="106740" y="136198"/>
                  <a:pt x="103121" y="136198"/>
                </a:cubicBezTo>
                <a:cubicBezTo>
                  <a:pt x="94288" y="136198"/>
                  <a:pt x="87322" y="133591"/>
                  <a:pt x="82302" y="128415"/>
                </a:cubicBezTo>
                <a:lnTo>
                  <a:pt x="89852" y="118453"/>
                </a:lnTo>
                <a:cubicBezTo>
                  <a:pt x="91408" y="120088"/>
                  <a:pt x="93198" y="121333"/>
                  <a:pt x="95222" y="122150"/>
                </a:cubicBezTo>
                <a:cubicBezTo>
                  <a:pt x="97245" y="123006"/>
                  <a:pt x="99658" y="123434"/>
                  <a:pt x="102421" y="123434"/>
                </a:cubicBezTo>
                <a:cubicBezTo>
                  <a:pt x="109036" y="123434"/>
                  <a:pt x="112305" y="121021"/>
                  <a:pt x="112305" y="116157"/>
                </a:cubicBezTo>
                <a:cubicBezTo>
                  <a:pt x="112305" y="113550"/>
                  <a:pt x="111332" y="111565"/>
                  <a:pt x="109386" y="110203"/>
                </a:cubicBezTo>
                <a:cubicBezTo>
                  <a:pt x="107441" y="108880"/>
                  <a:pt x="104366" y="108219"/>
                  <a:pt x="100164" y="108219"/>
                </a:cubicBezTo>
                <a:lnTo>
                  <a:pt x="97557" y="108219"/>
                </a:lnTo>
                <a:lnTo>
                  <a:pt x="97557" y="98140"/>
                </a:lnTo>
                <a:lnTo>
                  <a:pt x="100436" y="98140"/>
                </a:lnTo>
                <a:cubicBezTo>
                  <a:pt x="103705" y="98140"/>
                  <a:pt x="106234" y="97479"/>
                  <a:pt x="108063" y="96156"/>
                </a:cubicBezTo>
                <a:cubicBezTo>
                  <a:pt x="109931" y="94794"/>
                  <a:pt x="110826" y="93004"/>
                  <a:pt x="110826" y="90786"/>
                </a:cubicBezTo>
                <a:cubicBezTo>
                  <a:pt x="110826" y="88879"/>
                  <a:pt x="110165" y="87439"/>
                  <a:pt x="108803" y="86427"/>
                </a:cubicBezTo>
                <a:cubicBezTo>
                  <a:pt x="107480" y="85454"/>
                  <a:pt x="105689" y="84948"/>
                  <a:pt x="103471" y="84948"/>
                </a:cubicBezTo>
                <a:cubicBezTo>
                  <a:pt x="101098" y="84948"/>
                  <a:pt x="98919" y="85532"/>
                  <a:pt x="96973" y="86661"/>
                </a:cubicBezTo>
                <a:cubicBezTo>
                  <a:pt x="95027" y="87789"/>
                  <a:pt x="93354" y="89424"/>
                  <a:pt x="92031" y="91486"/>
                </a:cubicBezTo>
                <a:lnTo>
                  <a:pt x="83197" y="81368"/>
                </a:lnTo>
                <a:cubicBezTo>
                  <a:pt x="84131" y="80123"/>
                  <a:pt x="85338" y="78995"/>
                  <a:pt x="86855" y="77944"/>
                </a:cubicBezTo>
                <a:cubicBezTo>
                  <a:pt x="88373" y="76893"/>
                  <a:pt x="90124" y="75998"/>
                  <a:pt x="92031" y="75298"/>
                </a:cubicBezTo>
                <a:cubicBezTo>
                  <a:pt x="93938" y="74559"/>
                  <a:pt x="96039" y="73975"/>
                  <a:pt x="98257" y="73586"/>
                </a:cubicBezTo>
                <a:cubicBezTo>
                  <a:pt x="100436" y="73158"/>
                  <a:pt x="102732" y="72963"/>
                  <a:pt x="105067" y="72963"/>
                </a:cubicBezTo>
                <a:close/>
                <a:moveTo>
                  <a:pt x="44206" y="111877"/>
                </a:moveTo>
                <a:cubicBezTo>
                  <a:pt x="47552" y="139583"/>
                  <a:pt x="69578" y="161608"/>
                  <a:pt x="97284" y="164955"/>
                </a:cubicBezTo>
                <a:lnTo>
                  <a:pt x="97284" y="179625"/>
                </a:lnTo>
                <a:cubicBezTo>
                  <a:pt x="61522" y="176162"/>
                  <a:pt x="32999" y="147638"/>
                  <a:pt x="29535" y="111877"/>
                </a:cubicBezTo>
                <a:close/>
                <a:moveTo>
                  <a:pt x="179625" y="111877"/>
                </a:moveTo>
                <a:cubicBezTo>
                  <a:pt x="176162" y="147638"/>
                  <a:pt x="147638" y="176162"/>
                  <a:pt x="111877" y="179625"/>
                </a:cubicBezTo>
                <a:lnTo>
                  <a:pt x="111877" y="164955"/>
                </a:lnTo>
                <a:cubicBezTo>
                  <a:pt x="139583" y="161608"/>
                  <a:pt x="161608" y="139583"/>
                  <a:pt x="164955" y="111877"/>
                </a:cubicBezTo>
                <a:close/>
                <a:moveTo>
                  <a:pt x="97284" y="0"/>
                </a:moveTo>
                <a:lnTo>
                  <a:pt x="97284" y="14904"/>
                </a:lnTo>
                <a:cubicBezTo>
                  <a:pt x="53467" y="18406"/>
                  <a:pt x="18406" y="53467"/>
                  <a:pt x="14904" y="97284"/>
                </a:cubicBezTo>
                <a:lnTo>
                  <a:pt x="0" y="97284"/>
                </a:lnTo>
                <a:lnTo>
                  <a:pt x="0" y="111877"/>
                </a:lnTo>
                <a:lnTo>
                  <a:pt x="14904" y="111877"/>
                </a:lnTo>
                <a:cubicBezTo>
                  <a:pt x="18406" y="155694"/>
                  <a:pt x="53467" y="190755"/>
                  <a:pt x="97284" y="194257"/>
                </a:cubicBezTo>
                <a:lnTo>
                  <a:pt x="97284" y="209161"/>
                </a:lnTo>
                <a:lnTo>
                  <a:pt x="111877" y="209161"/>
                </a:lnTo>
                <a:lnTo>
                  <a:pt x="111877" y="194257"/>
                </a:lnTo>
                <a:cubicBezTo>
                  <a:pt x="155694" y="190755"/>
                  <a:pt x="190755" y="155694"/>
                  <a:pt x="194257" y="111877"/>
                </a:cubicBezTo>
                <a:lnTo>
                  <a:pt x="209161" y="111877"/>
                </a:lnTo>
                <a:lnTo>
                  <a:pt x="209161" y="97284"/>
                </a:lnTo>
                <a:lnTo>
                  <a:pt x="164955" y="97284"/>
                </a:lnTo>
                <a:cubicBezTo>
                  <a:pt x="161608" y="69578"/>
                  <a:pt x="139583" y="47552"/>
                  <a:pt x="111877" y="44206"/>
                </a:cubicBezTo>
                <a:lnTo>
                  <a:pt x="111877" y="29535"/>
                </a:lnTo>
                <a:cubicBezTo>
                  <a:pt x="129232" y="31209"/>
                  <a:pt x="145381" y="38758"/>
                  <a:pt x="157873" y="51249"/>
                </a:cubicBezTo>
                <a:lnTo>
                  <a:pt x="168185" y="40937"/>
                </a:lnTo>
                <a:cubicBezTo>
                  <a:pt x="152931" y="25683"/>
                  <a:pt x="133163" y="16577"/>
                  <a:pt x="111877" y="14904"/>
                </a:cubicBezTo>
                <a:lnTo>
                  <a:pt x="11187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0" name="Google Shape;530;p41"/>
          <p:cNvSpPr/>
          <p:nvPr/>
        </p:nvSpPr>
        <p:spPr>
          <a:xfrm>
            <a:off x="4282432" y="1909263"/>
            <a:ext cx="579136" cy="498874"/>
          </a:xfrm>
          <a:custGeom>
            <a:avLst/>
            <a:gdLst/>
            <a:ahLst/>
            <a:cxnLst/>
            <a:rect l="l" t="t" r="r" b="b"/>
            <a:pathLst>
              <a:path w="13062" h="11253" extrusionOk="0">
                <a:moveTo>
                  <a:pt x="5626" y="1522"/>
                </a:moveTo>
                <a:cubicBezTo>
                  <a:pt x="5802" y="1522"/>
                  <a:pt x="5980" y="1556"/>
                  <a:pt x="6149" y="1626"/>
                </a:cubicBezTo>
                <a:cubicBezTo>
                  <a:pt x="6660" y="1838"/>
                  <a:pt x="6994" y="2337"/>
                  <a:pt x="6994" y="2889"/>
                </a:cubicBezTo>
                <a:cubicBezTo>
                  <a:pt x="6993" y="3646"/>
                  <a:pt x="6381" y="4257"/>
                  <a:pt x="5625" y="4259"/>
                </a:cubicBezTo>
                <a:cubicBezTo>
                  <a:pt x="5071" y="4259"/>
                  <a:pt x="4573" y="3925"/>
                  <a:pt x="4361" y="3414"/>
                </a:cubicBezTo>
                <a:cubicBezTo>
                  <a:pt x="4149" y="2902"/>
                  <a:pt x="4266" y="2314"/>
                  <a:pt x="4658" y="1922"/>
                </a:cubicBezTo>
                <a:cubicBezTo>
                  <a:pt x="4920" y="1661"/>
                  <a:pt x="5270" y="1522"/>
                  <a:pt x="5626" y="1522"/>
                </a:cubicBezTo>
                <a:close/>
                <a:moveTo>
                  <a:pt x="8362" y="4259"/>
                </a:moveTo>
                <a:cubicBezTo>
                  <a:pt x="8916" y="4259"/>
                  <a:pt x="9415" y="4591"/>
                  <a:pt x="9626" y="5103"/>
                </a:cubicBezTo>
                <a:cubicBezTo>
                  <a:pt x="9839" y="5615"/>
                  <a:pt x="9721" y="6203"/>
                  <a:pt x="9330" y="6594"/>
                </a:cubicBezTo>
                <a:cubicBezTo>
                  <a:pt x="9067" y="6856"/>
                  <a:pt x="8717" y="6995"/>
                  <a:pt x="8361" y="6995"/>
                </a:cubicBezTo>
                <a:cubicBezTo>
                  <a:pt x="8185" y="6995"/>
                  <a:pt x="8008" y="6961"/>
                  <a:pt x="7839" y="6892"/>
                </a:cubicBezTo>
                <a:cubicBezTo>
                  <a:pt x="7327" y="6679"/>
                  <a:pt x="6994" y="6180"/>
                  <a:pt x="6994" y="5627"/>
                </a:cubicBezTo>
                <a:cubicBezTo>
                  <a:pt x="6994" y="4872"/>
                  <a:pt x="7608" y="4259"/>
                  <a:pt x="8362" y="4259"/>
                </a:cubicBezTo>
                <a:close/>
                <a:moveTo>
                  <a:pt x="2890" y="4259"/>
                </a:moveTo>
                <a:cubicBezTo>
                  <a:pt x="3644" y="4260"/>
                  <a:pt x="4256" y="4872"/>
                  <a:pt x="4257" y="5627"/>
                </a:cubicBezTo>
                <a:cubicBezTo>
                  <a:pt x="4257" y="6180"/>
                  <a:pt x="3923" y="6679"/>
                  <a:pt x="3413" y="6892"/>
                </a:cubicBezTo>
                <a:cubicBezTo>
                  <a:pt x="3244" y="6962"/>
                  <a:pt x="3066" y="6995"/>
                  <a:pt x="2890" y="6995"/>
                </a:cubicBezTo>
                <a:cubicBezTo>
                  <a:pt x="2533" y="6995"/>
                  <a:pt x="2183" y="6857"/>
                  <a:pt x="1921" y="6595"/>
                </a:cubicBezTo>
                <a:cubicBezTo>
                  <a:pt x="1530" y="6203"/>
                  <a:pt x="1413" y="5615"/>
                  <a:pt x="1624" y="5103"/>
                </a:cubicBezTo>
                <a:cubicBezTo>
                  <a:pt x="1837" y="4593"/>
                  <a:pt x="2336" y="4259"/>
                  <a:pt x="2890" y="4259"/>
                </a:cubicBezTo>
                <a:close/>
                <a:moveTo>
                  <a:pt x="5625" y="6996"/>
                </a:moveTo>
                <a:cubicBezTo>
                  <a:pt x="6179" y="6996"/>
                  <a:pt x="6678" y="7328"/>
                  <a:pt x="6890" y="7840"/>
                </a:cubicBezTo>
                <a:cubicBezTo>
                  <a:pt x="7101" y="8352"/>
                  <a:pt x="6984" y="8941"/>
                  <a:pt x="6593" y="9331"/>
                </a:cubicBezTo>
                <a:cubicBezTo>
                  <a:pt x="6332" y="9593"/>
                  <a:pt x="5982" y="9732"/>
                  <a:pt x="5626" y="9732"/>
                </a:cubicBezTo>
                <a:cubicBezTo>
                  <a:pt x="5450" y="9732"/>
                  <a:pt x="5271" y="9698"/>
                  <a:pt x="5102" y="9627"/>
                </a:cubicBezTo>
                <a:cubicBezTo>
                  <a:pt x="4590" y="9416"/>
                  <a:pt x="4257" y="8917"/>
                  <a:pt x="4257" y="8364"/>
                </a:cubicBezTo>
                <a:cubicBezTo>
                  <a:pt x="4257" y="7609"/>
                  <a:pt x="4870" y="6996"/>
                  <a:pt x="5625" y="6996"/>
                </a:cubicBezTo>
                <a:close/>
                <a:moveTo>
                  <a:pt x="5625" y="1"/>
                </a:moveTo>
                <a:cubicBezTo>
                  <a:pt x="2524" y="1"/>
                  <a:pt x="1" y="2525"/>
                  <a:pt x="1" y="5627"/>
                </a:cubicBezTo>
                <a:cubicBezTo>
                  <a:pt x="1" y="8729"/>
                  <a:pt x="2524" y="11253"/>
                  <a:pt x="5625" y="11253"/>
                </a:cubicBezTo>
                <a:lnTo>
                  <a:pt x="13062" y="11253"/>
                </a:lnTo>
                <a:lnTo>
                  <a:pt x="13062" y="10476"/>
                </a:lnTo>
                <a:lnTo>
                  <a:pt x="8693" y="10476"/>
                </a:lnTo>
                <a:cubicBezTo>
                  <a:pt x="10232" y="9335"/>
                  <a:pt x="11251" y="7597"/>
                  <a:pt x="11251" y="5627"/>
                </a:cubicBezTo>
                <a:cubicBezTo>
                  <a:pt x="11251" y="2525"/>
                  <a:pt x="8728" y="1"/>
                  <a:pt x="562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31" name="Google Shape;531;p41"/>
          <p:cNvGrpSpPr/>
          <p:nvPr/>
        </p:nvGrpSpPr>
        <p:grpSpPr>
          <a:xfrm>
            <a:off x="6903313" y="1966461"/>
            <a:ext cx="400174" cy="551827"/>
            <a:chOff x="6327475" y="2130150"/>
            <a:chExt cx="242500" cy="334400"/>
          </a:xfrm>
        </p:grpSpPr>
        <p:sp>
          <p:nvSpPr>
            <p:cNvPr id="532" name="Google Shape;532;p41"/>
            <p:cNvSpPr/>
            <p:nvPr/>
          </p:nvSpPr>
          <p:spPr>
            <a:xfrm>
              <a:off x="6327475" y="2289975"/>
              <a:ext cx="242500" cy="174575"/>
            </a:xfrm>
            <a:custGeom>
              <a:avLst/>
              <a:gdLst/>
              <a:ahLst/>
              <a:cxnLst/>
              <a:rect l="l" t="t" r="r" b="b"/>
              <a:pathLst>
                <a:path w="9700" h="6983" extrusionOk="0">
                  <a:moveTo>
                    <a:pt x="1844" y="776"/>
                  </a:moveTo>
                  <a:cubicBezTo>
                    <a:pt x="2046" y="2022"/>
                    <a:pt x="3022" y="2999"/>
                    <a:pt x="4269" y="3200"/>
                  </a:cubicBezTo>
                  <a:lnTo>
                    <a:pt x="4269" y="4131"/>
                  </a:lnTo>
                  <a:cubicBezTo>
                    <a:pt x="2516" y="3922"/>
                    <a:pt x="1124" y="2528"/>
                    <a:pt x="913" y="776"/>
                  </a:cubicBezTo>
                  <a:close/>
                  <a:moveTo>
                    <a:pt x="8788" y="776"/>
                  </a:moveTo>
                  <a:cubicBezTo>
                    <a:pt x="8577" y="2528"/>
                    <a:pt x="7185" y="3920"/>
                    <a:pt x="5432" y="4131"/>
                  </a:cubicBezTo>
                  <a:lnTo>
                    <a:pt x="5432" y="3200"/>
                  </a:lnTo>
                  <a:cubicBezTo>
                    <a:pt x="6677" y="2999"/>
                    <a:pt x="7655" y="2022"/>
                    <a:pt x="7856" y="776"/>
                  </a:cubicBezTo>
                  <a:close/>
                  <a:moveTo>
                    <a:pt x="0" y="1"/>
                  </a:moveTo>
                  <a:lnTo>
                    <a:pt x="0" y="466"/>
                  </a:lnTo>
                  <a:cubicBezTo>
                    <a:pt x="0" y="2962"/>
                    <a:pt x="1877" y="5019"/>
                    <a:pt x="4269" y="5254"/>
                  </a:cubicBezTo>
                  <a:lnTo>
                    <a:pt x="4269" y="6208"/>
                  </a:lnTo>
                  <a:lnTo>
                    <a:pt x="1941" y="6208"/>
                  </a:lnTo>
                  <a:lnTo>
                    <a:pt x="1941" y="6983"/>
                  </a:lnTo>
                  <a:lnTo>
                    <a:pt x="7760" y="6983"/>
                  </a:lnTo>
                  <a:lnTo>
                    <a:pt x="7760" y="6208"/>
                  </a:lnTo>
                  <a:lnTo>
                    <a:pt x="5432" y="6208"/>
                  </a:lnTo>
                  <a:lnTo>
                    <a:pt x="5432" y="5254"/>
                  </a:lnTo>
                  <a:cubicBezTo>
                    <a:pt x="7824" y="5019"/>
                    <a:pt x="9699" y="2962"/>
                    <a:pt x="9699" y="465"/>
                  </a:cubicBezTo>
                  <a:lnTo>
                    <a:pt x="9699"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3" name="Google Shape;533;p41"/>
            <p:cNvSpPr/>
            <p:nvPr/>
          </p:nvSpPr>
          <p:spPr>
            <a:xfrm>
              <a:off x="6375975" y="2130150"/>
              <a:ext cx="145525" cy="130750"/>
            </a:xfrm>
            <a:custGeom>
              <a:avLst/>
              <a:gdLst/>
              <a:ahLst/>
              <a:cxnLst/>
              <a:rect l="l" t="t" r="r" b="b"/>
              <a:pathLst>
                <a:path w="5821" h="5230" extrusionOk="0">
                  <a:moveTo>
                    <a:pt x="2910" y="0"/>
                  </a:moveTo>
                  <a:cubicBezTo>
                    <a:pt x="1305" y="0"/>
                    <a:pt x="1" y="1310"/>
                    <a:pt x="1" y="2922"/>
                  </a:cubicBezTo>
                  <a:lnTo>
                    <a:pt x="1" y="5230"/>
                  </a:lnTo>
                  <a:lnTo>
                    <a:pt x="5820" y="5230"/>
                  </a:lnTo>
                  <a:lnTo>
                    <a:pt x="5820" y="3010"/>
                  </a:lnTo>
                  <a:cubicBezTo>
                    <a:pt x="5820" y="1629"/>
                    <a:pt x="4905" y="363"/>
                    <a:pt x="3556" y="71"/>
                  </a:cubicBezTo>
                  <a:cubicBezTo>
                    <a:pt x="3337" y="23"/>
                    <a:pt x="3121" y="0"/>
                    <a:pt x="291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537"/>
        <p:cNvGrpSpPr/>
        <p:nvPr/>
      </p:nvGrpSpPr>
      <p:grpSpPr>
        <a:xfrm>
          <a:off x="0" y="0"/>
          <a:ext cx="0" cy="0"/>
          <a:chOff x="0" y="0"/>
          <a:chExt cx="0" cy="0"/>
        </a:xfrm>
      </p:grpSpPr>
      <p:sp>
        <p:nvSpPr>
          <p:cNvPr id="538" name="Google Shape;538;p42"/>
          <p:cNvSpPr txBox="1">
            <a:spLocks noGrp="1"/>
          </p:cNvSpPr>
          <p:nvPr>
            <p:ph type="title"/>
          </p:nvPr>
        </p:nvSpPr>
        <p:spPr>
          <a:xfrm>
            <a:off x="1959913" y="1420275"/>
            <a:ext cx="2477100" cy="527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Mercury</a:t>
            </a:r>
            <a:endParaRPr/>
          </a:p>
        </p:txBody>
      </p:sp>
      <p:sp>
        <p:nvSpPr>
          <p:cNvPr id="539" name="Google Shape;539;p42"/>
          <p:cNvSpPr txBox="1">
            <a:spLocks noGrp="1"/>
          </p:cNvSpPr>
          <p:nvPr>
            <p:ph type="subTitle" idx="1"/>
          </p:nvPr>
        </p:nvSpPr>
        <p:spPr>
          <a:xfrm>
            <a:off x="1959913" y="1912385"/>
            <a:ext cx="2477100" cy="7164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Mercury is the closest planet to the Sun and the smallest one in the Solar System</a:t>
            </a:r>
            <a:endParaRPr/>
          </a:p>
        </p:txBody>
      </p:sp>
      <p:sp>
        <p:nvSpPr>
          <p:cNvPr id="540" name="Google Shape;540;p42"/>
          <p:cNvSpPr txBox="1">
            <a:spLocks noGrp="1"/>
          </p:cNvSpPr>
          <p:nvPr>
            <p:ph type="title" idx="2"/>
          </p:nvPr>
        </p:nvSpPr>
        <p:spPr>
          <a:xfrm>
            <a:off x="4706965" y="1420275"/>
            <a:ext cx="2477100" cy="5277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r>
              <a:rPr lang="en"/>
              <a:t>Mars</a:t>
            </a:r>
            <a:endParaRPr/>
          </a:p>
        </p:txBody>
      </p:sp>
      <p:sp>
        <p:nvSpPr>
          <p:cNvPr id="541" name="Google Shape;541;p42"/>
          <p:cNvSpPr txBox="1">
            <a:spLocks noGrp="1"/>
          </p:cNvSpPr>
          <p:nvPr>
            <p:ph type="subTitle" idx="3"/>
          </p:nvPr>
        </p:nvSpPr>
        <p:spPr>
          <a:xfrm>
            <a:off x="4706965" y="1912385"/>
            <a:ext cx="2477100" cy="7164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r>
              <a:rPr lang="en"/>
              <a:t>Despite being red, Mars is actually a cold place. It’s full of iron oxide dust</a:t>
            </a:r>
            <a:endParaRPr/>
          </a:p>
        </p:txBody>
      </p:sp>
      <p:sp>
        <p:nvSpPr>
          <p:cNvPr id="542" name="Google Shape;542;p42"/>
          <p:cNvSpPr txBox="1">
            <a:spLocks noGrp="1"/>
          </p:cNvSpPr>
          <p:nvPr>
            <p:ph type="title" idx="8"/>
          </p:nvPr>
        </p:nvSpPr>
        <p:spPr>
          <a:xfrm>
            <a:off x="720000" y="532925"/>
            <a:ext cx="7704000" cy="440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FEATURES OF THE TOPIC</a:t>
            </a:r>
            <a:endParaRPr/>
          </a:p>
        </p:txBody>
      </p:sp>
      <p:sp>
        <p:nvSpPr>
          <p:cNvPr id="543" name="Google Shape;543;p42"/>
          <p:cNvSpPr txBox="1">
            <a:spLocks noGrp="1"/>
          </p:cNvSpPr>
          <p:nvPr>
            <p:ph type="title" idx="4"/>
          </p:nvPr>
        </p:nvSpPr>
        <p:spPr>
          <a:xfrm>
            <a:off x="1959913" y="2963850"/>
            <a:ext cx="2477100" cy="527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Venus</a:t>
            </a:r>
            <a:endParaRPr/>
          </a:p>
        </p:txBody>
      </p:sp>
      <p:sp>
        <p:nvSpPr>
          <p:cNvPr id="544" name="Google Shape;544;p42"/>
          <p:cNvSpPr txBox="1">
            <a:spLocks noGrp="1"/>
          </p:cNvSpPr>
          <p:nvPr>
            <p:ph type="subTitle" idx="5"/>
          </p:nvPr>
        </p:nvSpPr>
        <p:spPr>
          <a:xfrm>
            <a:off x="1959913" y="3454986"/>
            <a:ext cx="2477100" cy="7164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Clr>
                <a:schemeClr val="accent6"/>
              </a:buClr>
              <a:buSzPts val="1100"/>
              <a:buFont typeface="Arial"/>
              <a:buNone/>
            </a:pPr>
            <a:r>
              <a:rPr lang="en"/>
              <a:t>Venus has a beautiful name and is the second planet from the Sun</a:t>
            </a:r>
            <a:endParaRPr/>
          </a:p>
        </p:txBody>
      </p:sp>
      <p:sp>
        <p:nvSpPr>
          <p:cNvPr id="545" name="Google Shape;545;p42"/>
          <p:cNvSpPr txBox="1">
            <a:spLocks noGrp="1"/>
          </p:cNvSpPr>
          <p:nvPr>
            <p:ph type="title" idx="6"/>
          </p:nvPr>
        </p:nvSpPr>
        <p:spPr>
          <a:xfrm>
            <a:off x="4706965" y="2963850"/>
            <a:ext cx="2477100" cy="5277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r>
              <a:rPr lang="en"/>
              <a:t>Jupiter</a:t>
            </a:r>
            <a:endParaRPr/>
          </a:p>
        </p:txBody>
      </p:sp>
      <p:sp>
        <p:nvSpPr>
          <p:cNvPr id="546" name="Google Shape;546;p42"/>
          <p:cNvSpPr txBox="1">
            <a:spLocks noGrp="1"/>
          </p:cNvSpPr>
          <p:nvPr>
            <p:ph type="subTitle" idx="7"/>
          </p:nvPr>
        </p:nvSpPr>
        <p:spPr>
          <a:xfrm>
            <a:off x="4706965" y="3454986"/>
            <a:ext cx="2477100" cy="7164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r>
              <a:rPr lang="en"/>
              <a:t>Jupiter</a:t>
            </a:r>
            <a:r>
              <a:rPr lang="en" b="1"/>
              <a:t> </a:t>
            </a:r>
            <a:r>
              <a:rPr lang="en"/>
              <a:t>is a gas giant and the biggest planet in the entire Solar System</a:t>
            </a:r>
            <a:endParaRPr/>
          </a:p>
        </p:txBody>
      </p:sp>
      <p:sp>
        <p:nvSpPr>
          <p:cNvPr id="547" name="Google Shape;547;p42"/>
          <p:cNvSpPr/>
          <p:nvPr/>
        </p:nvSpPr>
        <p:spPr>
          <a:xfrm>
            <a:off x="910525" y="1565051"/>
            <a:ext cx="973200" cy="973200"/>
          </a:xfrm>
          <a:prstGeom prst="ellipse">
            <a:avLst/>
          </a:prstGeom>
          <a:solidFill>
            <a:schemeClr val="lt2"/>
          </a:solidFill>
          <a:ln>
            <a:noFill/>
          </a:ln>
          <a:effectLst>
            <a:outerShdw blurRad="71438" dist="47625" dir="3000000" algn="bl" rotWithShape="0">
              <a:srgbClr val="000000">
                <a:alpha val="22000"/>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8" name="Google Shape;548;p42"/>
          <p:cNvSpPr/>
          <p:nvPr/>
        </p:nvSpPr>
        <p:spPr>
          <a:xfrm>
            <a:off x="910525" y="3159626"/>
            <a:ext cx="973200" cy="973200"/>
          </a:xfrm>
          <a:prstGeom prst="ellipse">
            <a:avLst/>
          </a:prstGeom>
          <a:solidFill>
            <a:schemeClr val="lt2"/>
          </a:solidFill>
          <a:ln>
            <a:noFill/>
          </a:ln>
          <a:effectLst>
            <a:outerShdw blurRad="71438" dist="47625" dir="3000000" algn="bl" rotWithShape="0">
              <a:srgbClr val="000000">
                <a:alpha val="22000"/>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9" name="Google Shape;549;p42"/>
          <p:cNvSpPr/>
          <p:nvPr/>
        </p:nvSpPr>
        <p:spPr>
          <a:xfrm>
            <a:off x="7260275" y="1565051"/>
            <a:ext cx="973200" cy="973200"/>
          </a:xfrm>
          <a:prstGeom prst="ellipse">
            <a:avLst/>
          </a:prstGeom>
          <a:solidFill>
            <a:schemeClr val="lt2"/>
          </a:solidFill>
          <a:ln>
            <a:noFill/>
          </a:ln>
          <a:effectLst>
            <a:outerShdw blurRad="71438" dist="47625" dir="3000000" algn="bl" rotWithShape="0">
              <a:srgbClr val="000000">
                <a:alpha val="22000"/>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0" name="Google Shape;550;p42"/>
          <p:cNvSpPr/>
          <p:nvPr/>
        </p:nvSpPr>
        <p:spPr>
          <a:xfrm>
            <a:off x="7260275" y="3159626"/>
            <a:ext cx="973200" cy="973200"/>
          </a:xfrm>
          <a:prstGeom prst="ellipse">
            <a:avLst/>
          </a:prstGeom>
          <a:solidFill>
            <a:schemeClr val="lt2"/>
          </a:solidFill>
          <a:ln>
            <a:noFill/>
          </a:ln>
          <a:effectLst>
            <a:outerShdw blurRad="71438" dist="47625" dir="3000000" algn="bl" rotWithShape="0">
              <a:srgbClr val="000000">
                <a:alpha val="22000"/>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1" name="Google Shape;551;p42"/>
          <p:cNvSpPr/>
          <p:nvPr/>
        </p:nvSpPr>
        <p:spPr>
          <a:xfrm>
            <a:off x="1124550" y="1794148"/>
            <a:ext cx="459113" cy="515023"/>
          </a:xfrm>
          <a:custGeom>
            <a:avLst/>
            <a:gdLst/>
            <a:ahLst/>
            <a:cxnLst/>
            <a:rect l="l" t="t" r="r" b="b"/>
            <a:pathLst>
              <a:path w="12416" h="13928" extrusionOk="0">
                <a:moveTo>
                  <a:pt x="12415" y="1"/>
                </a:moveTo>
                <a:lnTo>
                  <a:pt x="3880" y="1707"/>
                </a:lnTo>
                <a:lnTo>
                  <a:pt x="3880" y="8798"/>
                </a:lnTo>
                <a:cubicBezTo>
                  <a:pt x="3880" y="8798"/>
                  <a:pt x="3250" y="8429"/>
                  <a:pt x="2749" y="8429"/>
                </a:cubicBezTo>
                <a:cubicBezTo>
                  <a:pt x="1234" y="8429"/>
                  <a:pt x="1" y="9662"/>
                  <a:pt x="1" y="11178"/>
                </a:cubicBezTo>
                <a:cubicBezTo>
                  <a:pt x="1" y="12693"/>
                  <a:pt x="1234" y="13928"/>
                  <a:pt x="2749" y="13928"/>
                </a:cubicBezTo>
                <a:cubicBezTo>
                  <a:pt x="4266" y="13928"/>
                  <a:pt x="5431" y="11178"/>
                  <a:pt x="5431" y="11178"/>
                </a:cubicBezTo>
                <a:lnTo>
                  <a:pt x="5431" y="2800"/>
                </a:lnTo>
                <a:lnTo>
                  <a:pt x="10864" y="1713"/>
                </a:lnTo>
                <a:lnTo>
                  <a:pt x="10864" y="7424"/>
                </a:lnTo>
                <a:cubicBezTo>
                  <a:pt x="10864" y="7424"/>
                  <a:pt x="10123" y="7055"/>
                  <a:pt x="9623" y="7055"/>
                </a:cubicBezTo>
                <a:cubicBezTo>
                  <a:pt x="8106" y="7055"/>
                  <a:pt x="6873" y="8289"/>
                  <a:pt x="6873" y="9804"/>
                </a:cubicBezTo>
                <a:cubicBezTo>
                  <a:pt x="6873" y="11319"/>
                  <a:pt x="8106" y="12554"/>
                  <a:pt x="9623" y="12554"/>
                </a:cubicBezTo>
                <a:cubicBezTo>
                  <a:pt x="11140" y="12554"/>
                  <a:pt x="12415" y="9804"/>
                  <a:pt x="12415" y="9804"/>
                </a:cubicBezTo>
                <a:lnTo>
                  <a:pt x="12415"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2" name="Google Shape;552;p42"/>
          <p:cNvSpPr/>
          <p:nvPr/>
        </p:nvSpPr>
        <p:spPr>
          <a:xfrm>
            <a:off x="7531684" y="1786227"/>
            <a:ext cx="430381" cy="530849"/>
          </a:xfrm>
          <a:custGeom>
            <a:avLst/>
            <a:gdLst/>
            <a:ahLst/>
            <a:cxnLst/>
            <a:rect l="l" t="t" r="r" b="b"/>
            <a:pathLst>
              <a:path w="11639" h="14356" extrusionOk="0">
                <a:moveTo>
                  <a:pt x="6356" y="2140"/>
                </a:moveTo>
                <a:lnTo>
                  <a:pt x="6804" y="3050"/>
                </a:lnTo>
                <a:lnTo>
                  <a:pt x="7807" y="3196"/>
                </a:lnTo>
                <a:lnTo>
                  <a:pt x="7081" y="3903"/>
                </a:lnTo>
                <a:lnTo>
                  <a:pt x="7252" y="4902"/>
                </a:lnTo>
                <a:lnTo>
                  <a:pt x="6354" y="4430"/>
                </a:lnTo>
                <a:lnTo>
                  <a:pt x="5458" y="4902"/>
                </a:lnTo>
                <a:lnTo>
                  <a:pt x="5628" y="3903"/>
                </a:lnTo>
                <a:lnTo>
                  <a:pt x="4902" y="3196"/>
                </a:lnTo>
                <a:lnTo>
                  <a:pt x="5906" y="3050"/>
                </a:lnTo>
                <a:lnTo>
                  <a:pt x="6356" y="2140"/>
                </a:lnTo>
                <a:close/>
                <a:moveTo>
                  <a:pt x="9700" y="5820"/>
                </a:moveTo>
                <a:lnTo>
                  <a:pt x="9700" y="6984"/>
                </a:lnTo>
                <a:lnTo>
                  <a:pt x="3104" y="6984"/>
                </a:lnTo>
                <a:lnTo>
                  <a:pt x="3104" y="5820"/>
                </a:lnTo>
                <a:close/>
                <a:moveTo>
                  <a:pt x="9700" y="8148"/>
                </a:moveTo>
                <a:lnTo>
                  <a:pt x="9700" y="9312"/>
                </a:lnTo>
                <a:lnTo>
                  <a:pt x="3104" y="9312"/>
                </a:lnTo>
                <a:lnTo>
                  <a:pt x="3104" y="8148"/>
                </a:lnTo>
                <a:close/>
                <a:moveTo>
                  <a:pt x="9700" y="10476"/>
                </a:moveTo>
                <a:lnTo>
                  <a:pt x="9700" y="11640"/>
                </a:lnTo>
                <a:lnTo>
                  <a:pt x="3104" y="11640"/>
                </a:lnTo>
                <a:lnTo>
                  <a:pt x="3104" y="10476"/>
                </a:lnTo>
                <a:close/>
                <a:moveTo>
                  <a:pt x="776" y="0"/>
                </a:moveTo>
                <a:lnTo>
                  <a:pt x="776" y="1164"/>
                </a:lnTo>
                <a:lnTo>
                  <a:pt x="1" y="1164"/>
                </a:lnTo>
                <a:lnTo>
                  <a:pt x="1" y="2328"/>
                </a:lnTo>
                <a:lnTo>
                  <a:pt x="776" y="2328"/>
                </a:lnTo>
                <a:lnTo>
                  <a:pt x="776" y="4656"/>
                </a:lnTo>
                <a:lnTo>
                  <a:pt x="1" y="4656"/>
                </a:lnTo>
                <a:lnTo>
                  <a:pt x="1" y="5820"/>
                </a:lnTo>
                <a:lnTo>
                  <a:pt x="776" y="5820"/>
                </a:lnTo>
                <a:lnTo>
                  <a:pt x="776" y="8148"/>
                </a:lnTo>
                <a:lnTo>
                  <a:pt x="1" y="8148"/>
                </a:lnTo>
                <a:lnTo>
                  <a:pt x="1" y="9312"/>
                </a:lnTo>
                <a:lnTo>
                  <a:pt x="776" y="9312"/>
                </a:lnTo>
                <a:lnTo>
                  <a:pt x="776" y="12029"/>
                </a:lnTo>
                <a:lnTo>
                  <a:pt x="1" y="12029"/>
                </a:lnTo>
                <a:lnTo>
                  <a:pt x="1" y="13193"/>
                </a:lnTo>
                <a:lnTo>
                  <a:pt x="776" y="13193"/>
                </a:lnTo>
                <a:lnTo>
                  <a:pt x="776" y="14355"/>
                </a:lnTo>
                <a:lnTo>
                  <a:pt x="11639" y="14355"/>
                </a:lnTo>
                <a:lnTo>
                  <a:pt x="11639"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53" name="Google Shape;553;p42"/>
          <p:cNvGrpSpPr/>
          <p:nvPr/>
        </p:nvGrpSpPr>
        <p:grpSpPr>
          <a:xfrm>
            <a:off x="1193798" y="3333051"/>
            <a:ext cx="406654" cy="626350"/>
            <a:chOff x="2558950" y="3797075"/>
            <a:chExt cx="226700" cy="349175"/>
          </a:xfrm>
        </p:grpSpPr>
        <p:sp>
          <p:nvSpPr>
            <p:cNvPr id="554" name="Google Shape;554;p42"/>
            <p:cNvSpPr/>
            <p:nvPr/>
          </p:nvSpPr>
          <p:spPr>
            <a:xfrm>
              <a:off x="2558950" y="3797075"/>
              <a:ext cx="226700" cy="252200"/>
            </a:xfrm>
            <a:custGeom>
              <a:avLst/>
              <a:gdLst/>
              <a:ahLst/>
              <a:cxnLst/>
              <a:rect l="l" t="t" r="r" b="b"/>
              <a:pathLst>
                <a:path w="9068" h="10088" extrusionOk="0">
                  <a:moveTo>
                    <a:pt x="4727" y="3880"/>
                  </a:moveTo>
                  <a:lnTo>
                    <a:pt x="4727" y="5820"/>
                  </a:lnTo>
                  <a:lnTo>
                    <a:pt x="3954" y="5820"/>
                  </a:lnTo>
                  <a:lnTo>
                    <a:pt x="3954" y="3880"/>
                  </a:lnTo>
                  <a:close/>
                  <a:moveTo>
                    <a:pt x="3176" y="1"/>
                  </a:moveTo>
                  <a:lnTo>
                    <a:pt x="3176" y="1940"/>
                  </a:lnTo>
                  <a:lnTo>
                    <a:pt x="1624" y="1940"/>
                  </a:lnTo>
                  <a:lnTo>
                    <a:pt x="1624" y="7642"/>
                  </a:lnTo>
                  <a:lnTo>
                    <a:pt x="0" y="10087"/>
                  </a:lnTo>
                  <a:lnTo>
                    <a:pt x="9068" y="10087"/>
                  </a:lnTo>
                  <a:lnTo>
                    <a:pt x="7444" y="7642"/>
                  </a:lnTo>
                  <a:lnTo>
                    <a:pt x="7444" y="1940"/>
                  </a:lnTo>
                  <a:lnTo>
                    <a:pt x="5891" y="1940"/>
                  </a:lnTo>
                  <a:lnTo>
                    <a:pt x="589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5" name="Google Shape;555;p42"/>
            <p:cNvSpPr/>
            <p:nvPr/>
          </p:nvSpPr>
          <p:spPr>
            <a:xfrm>
              <a:off x="2657750" y="4097750"/>
              <a:ext cx="19425" cy="48500"/>
            </a:xfrm>
            <a:custGeom>
              <a:avLst/>
              <a:gdLst/>
              <a:ahLst/>
              <a:cxnLst/>
              <a:rect l="l" t="t" r="r" b="b"/>
              <a:pathLst>
                <a:path w="777" h="1940" extrusionOk="0">
                  <a:moveTo>
                    <a:pt x="0" y="1"/>
                  </a:moveTo>
                  <a:lnTo>
                    <a:pt x="0" y="1940"/>
                  </a:lnTo>
                  <a:lnTo>
                    <a:pt x="777" y="1940"/>
                  </a:lnTo>
                  <a:lnTo>
                    <a:pt x="77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6" name="Google Shape;556;p42"/>
            <p:cNvSpPr/>
            <p:nvPr/>
          </p:nvSpPr>
          <p:spPr>
            <a:xfrm>
              <a:off x="2706500" y="4072450"/>
              <a:ext cx="49950" cy="49950"/>
            </a:xfrm>
            <a:custGeom>
              <a:avLst/>
              <a:gdLst/>
              <a:ahLst/>
              <a:cxnLst/>
              <a:rect l="l" t="t" r="r" b="b"/>
              <a:pathLst>
                <a:path w="1998" h="1998" extrusionOk="0">
                  <a:moveTo>
                    <a:pt x="666" y="0"/>
                  </a:moveTo>
                  <a:lnTo>
                    <a:pt x="1" y="667"/>
                  </a:lnTo>
                  <a:lnTo>
                    <a:pt x="1332" y="1997"/>
                  </a:lnTo>
                  <a:lnTo>
                    <a:pt x="1997" y="1332"/>
                  </a:lnTo>
                  <a:lnTo>
                    <a:pt x="666"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7" name="Google Shape;557;p42"/>
            <p:cNvSpPr/>
            <p:nvPr/>
          </p:nvSpPr>
          <p:spPr>
            <a:xfrm>
              <a:off x="2584425" y="4072450"/>
              <a:ext cx="50000" cy="49975"/>
            </a:xfrm>
            <a:custGeom>
              <a:avLst/>
              <a:gdLst/>
              <a:ahLst/>
              <a:cxnLst/>
              <a:rect l="l" t="t" r="r" b="b"/>
              <a:pathLst>
                <a:path w="2000" h="1999" extrusionOk="0">
                  <a:moveTo>
                    <a:pt x="1332" y="0"/>
                  </a:moveTo>
                  <a:lnTo>
                    <a:pt x="1" y="1332"/>
                  </a:lnTo>
                  <a:lnTo>
                    <a:pt x="667" y="1999"/>
                  </a:lnTo>
                  <a:lnTo>
                    <a:pt x="1999" y="667"/>
                  </a:lnTo>
                  <a:lnTo>
                    <a:pt x="1332"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58" name="Google Shape;558;p42"/>
          <p:cNvSpPr/>
          <p:nvPr/>
        </p:nvSpPr>
        <p:spPr>
          <a:xfrm>
            <a:off x="7488611" y="3459723"/>
            <a:ext cx="516539" cy="372992"/>
          </a:xfrm>
          <a:custGeom>
            <a:avLst/>
            <a:gdLst/>
            <a:ahLst/>
            <a:cxnLst/>
            <a:rect l="l" t="t" r="r" b="b"/>
            <a:pathLst>
              <a:path w="13969" h="10087" extrusionOk="0">
                <a:moveTo>
                  <a:pt x="6985" y="4655"/>
                </a:moveTo>
                <a:lnTo>
                  <a:pt x="6985" y="5819"/>
                </a:lnTo>
                <a:lnTo>
                  <a:pt x="3493" y="5819"/>
                </a:lnTo>
                <a:lnTo>
                  <a:pt x="3493" y="4655"/>
                </a:lnTo>
                <a:close/>
                <a:moveTo>
                  <a:pt x="1166" y="0"/>
                </a:moveTo>
                <a:lnTo>
                  <a:pt x="1166" y="1164"/>
                </a:lnTo>
                <a:lnTo>
                  <a:pt x="7078" y="1164"/>
                </a:lnTo>
                <a:lnTo>
                  <a:pt x="7932" y="2328"/>
                </a:lnTo>
                <a:lnTo>
                  <a:pt x="1165" y="2328"/>
                </a:lnTo>
                <a:lnTo>
                  <a:pt x="1165" y="4267"/>
                </a:lnTo>
                <a:lnTo>
                  <a:pt x="1" y="4267"/>
                </a:lnTo>
                <a:lnTo>
                  <a:pt x="1" y="6595"/>
                </a:lnTo>
                <a:lnTo>
                  <a:pt x="1165" y="6595"/>
                </a:lnTo>
                <a:lnTo>
                  <a:pt x="1165" y="10087"/>
                </a:lnTo>
                <a:lnTo>
                  <a:pt x="10864" y="10087"/>
                </a:lnTo>
                <a:lnTo>
                  <a:pt x="10864" y="8146"/>
                </a:lnTo>
                <a:lnTo>
                  <a:pt x="11503" y="8146"/>
                </a:lnTo>
                <a:lnTo>
                  <a:pt x="13968" y="9380"/>
                </a:lnTo>
                <a:lnTo>
                  <a:pt x="13968" y="3035"/>
                </a:lnTo>
                <a:lnTo>
                  <a:pt x="11503" y="4267"/>
                </a:lnTo>
                <a:lnTo>
                  <a:pt x="10865" y="4267"/>
                </a:lnTo>
                <a:lnTo>
                  <a:pt x="10865" y="2328"/>
                </a:lnTo>
                <a:lnTo>
                  <a:pt x="9375" y="2328"/>
                </a:lnTo>
                <a:lnTo>
                  <a:pt x="7668"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577"/>
        <p:cNvGrpSpPr/>
        <p:nvPr/>
      </p:nvGrpSpPr>
      <p:grpSpPr>
        <a:xfrm>
          <a:off x="0" y="0"/>
          <a:ext cx="0" cy="0"/>
          <a:chOff x="0" y="0"/>
          <a:chExt cx="0" cy="0"/>
        </a:xfrm>
      </p:grpSpPr>
      <p:sp>
        <p:nvSpPr>
          <p:cNvPr id="578" name="Google Shape;578;p44"/>
          <p:cNvSpPr txBox="1">
            <a:spLocks noGrp="1"/>
          </p:cNvSpPr>
          <p:nvPr>
            <p:ph type="title"/>
          </p:nvPr>
        </p:nvSpPr>
        <p:spPr>
          <a:xfrm>
            <a:off x="1121688" y="1882875"/>
            <a:ext cx="1894200" cy="4782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Mercury</a:t>
            </a:r>
            <a:endParaRPr/>
          </a:p>
        </p:txBody>
      </p:sp>
      <p:sp>
        <p:nvSpPr>
          <p:cNvPr id="579" name="Google Shape;579;p44"/>
          <p:cNvSpPr txBox="1">
            <a:spLocks noGrp="1"/>
          </p:cNvSpPr>
          <p:nvPr>
            <p:ph type="subTitle" idx="1"/>
          </p:nvPr>
        </p:nvSpPr>
        <p:spPr>
          <a:xfrm>
            <a:off x="1121688" y="2338240"/>
            <a:ext cx="1894200" cy="4395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It’s the closest planet to the Sun</a:t>
            </a:r>
            <a:endParaRPr/>
          </a:p>
        </p:txBody>
      </p:sp>
      <p:sp>
        <p:nvSpPr>
          <p:cNvPr id="580" name="Google Shape;580;p44"/>
          <p:cNvSpPr txBox="1">
            <a:spLocks noGrp="1"/>
          </p:cNvSpPr>
          <p:nvPr>
            <p:ph type="title" idx="2"/>
          </p:nvPr>
        </p:nvSpPr>
        <p:spPr>
          <a:xfrm>
            <a:off x="3624888" y="1882875"/>
            <a:ext cx="1894200" cy="4782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Venus</a:t>
            </a:r>
            <a:endParaRPr/>
          </a:p>
        </p:txBody>
      </p:sp>
      <p:sp>
        <p:nvSpPr>
          <p:cNvPr id="581" name="Google Shape;581;p44"/>
          <p:cNvSpPr txBox="1">
            <a:spLocks noGrp="1"/>
          </p:cNvSpPr>
          <p:nvPr>
            <p:ph type="subTitle" idx="3"/>
          </p:nvPr>
        </p:nvSpPr>
        <p:spPr>
          <a:xfrm>
            <a:off x="3624888" y="2338240"/>
            <a:ext cx="1894200" cy="4395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Venus is the second planet from the Sun</a:t>
            </a:r>
            <a:endParaRPr/>
          </a:p>
        </p:txBody>
      </p:sp>
      <p:sp>
        <p:nvSpPr>
          <p:cNvPr id="582" name="Google Shape;582;p44"/>
          <p:cNvSpPr txBox="1">
            <a:spLocks noGrp="1"/>
          </p:cNvSpPr>
          <p:nvPr>
            <p:ph type="title" idx="4"/>
          </p:nvPr>
        </p:nvSpPr>
        <p:spPr>
          <a:xfrm>
            <a:off x="1121688" y="3759764"/>
            <a:ext cx="1894200" cy="4782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Jupiter</a:t>
            </a:r>
            <a:endParaRPr/>
          </a:p>
        </p:txBody>
      </p:sp>
      <p:sp>
        <p:nvSpPr>
          <p:cNvPr id="583" name="Google Shape;583;p44"/>
          <p:cNvSpPr txBox="1">
            <a:spLocks noGrp="1"/>
          </p:cNvSpPr>
          <p:nvPr>
            <p:ph type="subTitle" idx="5"/>
          </p:nvPr>
        </p:nvSpPr>
        <p:spPr>
          <a:xfrm>
            <a:off x="1121688" y="4215129"/>
            <a:ext cx="1894200" cy="4395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Jupiter is the biggest planet of them all</a:t>
            </a:r>
            <a:endParaRPr/>
          </a:p>
        </p:txBody>
      </p:sp>
      <p:sp>
        <p:nvSpPr>
          <p:cNvPr id="584" name="Google Shape;584;p44"/>
          <p:cNvSpPr txBox="1">
            <a:spLocks noGrp="1"/>
          </p:cNvSpPr>
          <p:nvPr>
            <p:ph type="title" idx="6"/>
          </p:nvPr>
        </p:nvSpPr>
        <p:spPr>
          <a:xfrm>
            <a:off x="3624888" y="3759764"/>
            <a:ext cx="1894200" cy="4782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Saturn</a:t>
            </a:r>
            <a:endParaRPr/>
          </a:p>
        </p:txBody>
      </p:sp>
      <p:sp>
        <p:nvSpPr>
          <p:cNvPr id="585" name="Google Shape;585;p44"/>
          <p:cNvSpPr txBox="1">
            <a:spLocks noGrp="1"/>
          </p:cNvSpPr>
          <p:nvPr>
            <p:ph type="subTitle" idx="7"/>
          </p:nvPr>
        </p:nvSpPr>
        <p:spPr>
          <a:xfrm>
            <a:off x="3624888" y="4215129"/>
            <a:ext cx="1894200" cy="4395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It’s composed of hydrogen and helium</a:t>
            </a:r>
            <a:endParaRPr/>
          </a:p>
        </p:txBody>
      </p:sp>
      <p:sp>
        <p:nvSpPr>
          <p:cNvPr id="586" name="Google Shape;586;p44"/>
          <p:cNvSpPr txBox="1">
            <a:spLocks noGrp="1"/>
          </p:cNvSpPr>
          <p:nvPr>
            <p:ph type="title" idx="8"/>
          </p:nvPr>
        </p:nvSpPr>
        <p:spPr>
          <a:xfrm>
            <a:off x="6128063" y="1882875"/>
            <a:ext cx="1894200" cy="4782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Mars</a:t>
            </a:r>
            <a:endParaRPr/>
          </a:p>
        </p:txBody>
      </p:sp>
      <p:sp>
        <p:nvSpPr>
          <p:cNvPr id="587" name="Google Shape;587;p44"/>
          <p:cNvSpPr txBox="1">
            <a:spLocks noGrp="1"/>
          </p:cNvSpPr>
          <p:nvPr>
            <p:ph type="subTitle" idx="9"/>
          </p:nvPr>
        </p:nvSpPr>
        <p:spPr>
          <a:xfrm>
            <a:off x="6128063" y="2338245"/>
            <a:ext cx="1894200" cy="4395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Mars is actually a very cold place</a:t>
            </a:r>
            <a:endParaRPr/>
          </a:p>
        </p:txBody>
      </p:sp>
      <p:sp>
        <p:nvSpPr>
          <p:cNvPr id="588" name="Google Shape;588;p44"/>
          <p:cNvSpPr txBox="1">
            <a:spLocks noGrp="1"/>
          </p:cNvSpPr>
          <p:nvPr>
            <p:ph type="title" idx="13"/>
          </p:nvPr>
        </p:nvSpPr>
        <p:spPr>
          <a:xfrm>
            <a:off x="6128063" y="3759754"/>
            <a:ext cx="1894200" cy="4782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Neptune</a:t>
            </a:r>
            <a:endParaRPr/>
          </a:p>
        </p:txBody>
      </p:sp>
      <p:sp>
        <p:nvSpPr>
          <p:cNvPr id="589" name="Google Shape;589;p44"/>
          <p:cNvSpPr txBox="1">
            <a:spLocks noGrp="1"/>
          </p:cNvSpPr>
          <p:nvPr>
            <p:ph type="subTitle" idx="14"/>
          </p:nvPr>
        </p:nvSpPr>
        <p:spPr>
          <a:xfrm>
            <a:off x="6128063" y="4215125"/>
            <a:ext cx="1894200" cy="4395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It’s the farthest planet from the Sun</a:t>
            </a:r>
            <a:endParaRPr/>
          </a:p>
        </p:txBody>
      </p:sp>
      <p:sp>
        <p:nvSpPr>
          <p:cNvPr id="590" name="Google Shape;590;p44"/>
          <p:cNvSpPr txBox="1">
            <a:spLocks noGrp="1"/>
          </p:cNvSpPr>
          <p:nvPr>
            <p:ph type="title" idx="15"/>
          </p:nvPr>
        </p:nvSpPr>
        <p:spPr>
          <a:xfrm>
            <a:off x="720000" y="532925"/>
            <a:ext cx="7704000" cy="440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IMPORTANT TIPS</a:t>
            </a:r>
            <a:endParaRPr/>
          </a:p>
        </p:txBody>
      </p:sp>
      <p:sp>
        <p:nvSpPr>
          <p:cNvPr id="591" name="Google Shape;591;p44"/>
          <p:cNvSpPr/>
          <p:nvPr/>
        </p:nvSpPr>
        <p:spPr>
          <a:xfrm>
            <a:off x="1702638" y="1148950"/>
            <a:ext cx="732300" cy="732300"/>
          </a:xfrm>
          <a:prstGeom prst="ellipse">
            <a:avLst/>
          </a:prstGeom>
          <a:solidFill>
            <a:schemeClr val="lt2"/>
          </a:solidFill>
          <a:ln>
            <a:noFill/>
          </a:ln>
          <a:effectLst>
            <a:outerShdw blurRad="71438" dist="47625" dir="3000000" algn="bl" rotWithShape="0">
              <a:srgbClr val="000000">
                <a:alpha val="22000"/>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2" name="Google Shape;592;p44"/>
          <p:cNvSpPr/>
          <p:nvPr/>
        </p:nvSpPr>
        <p:spPr>
          <a:xfrm>
            <a:off x="1702638" y="3027458"/>
            <a:ext cx="732300" cy="732300"/>
          </a:xfrm>
          <a:prstGeom prst="ellipse">
            <a:avLst/>
          </a:prstGeom>
          <a:solidFill>
            <a:schemeClr val="lt2"/>
          </a:solidFill>
          <a:ln>
            <a:noFill/>
          </a:ln>
          <a:effectLst>
            <a:outerShdw blurRad="71438" dist="47625" dir="3000000" algn="bl" rotWithShape="0">
              <a:srgbClr val="000000">
                <a:alpha val="22000"/>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3" name="Google Shape;593;p44"/>
          <p:cNvSpPr/>
          <p:nvPr/>
        </p:nvSpPr>
        <p:spPr>
          <a:xfrm>
            <a:off x="4205838" y="1148650"/>
            <a:ext cx="732300" cy="732300"/>
          </a:xfrm>
          <a:prstGeom prst="ellipse">
            <a:avLst/>
          </a:prstGeom>
          <a:solidFill>
            <a:schemeClr val="lt2"/>
          </a:solidFill>
          <a:ln>
            <a:noFill/>
          </a:ln>
          <a:effectLst>
            <a:outerShdw blurRad="71438" dist="47625" dir="3000000" algn="bl" rotWithShape="0">
              <a:srgbClr val="000000">
                <a:alpha val="22000"/>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4" name="Google Shape;594;p44"/>
          <p:cNvSpPr/>
          <p:nvPr/>
        </p:nvSpPr>
        <p:spPr>
          <a:xfrm>
            <a:off x="4205838" y="3027458"/>
            <a:ext cx="732300" cy="732300"/>
          </a:xfrm>
          <a:prstGeom prst="ellipse">
            <a:avLst/>
          </a:prstGeom>
          <a:solidFill>
            <a:schemeClr val="lt2"/>
          </a:solidFill>
          <a:ln>
            <a:noFill/>
          </a:ln>
          <a:effectLst>
            <a:outerShdw blurRad="71438" dist="47625" dir="3000000" algn="bl" rotWithShape="0">
              <a:srgbClr val="000000">
                <a:alpha val="22000"/>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 name="Google Shape;595;p44"/>
          <p:cNvSpPr/>
          <p:nvPr/>
        </p:nvSpPr>
        <p:spPr>
          <a:xfrm>
            <a:off x="6709013" y="1148650"/>
            <a:ext cx="732300" cy="732300"/>
          </a:xfrm>
          <a:prstGeom prst="ellipse">
            <a:avLst/>
          </a:prstGeom>
          <a:solidFill>
            <a:schemeClr val="lt2"/>
          </a:solidFill>
          <a:ln>
            <a:noFill/>
          </a:ln>
          <a:effectLst>
            <a:outerShdw blurRad="71438" dist="47625" dir="3000000" algn="bl" rotWithShape="0">
              <a:srgbClr val="000000">
                <a:alpha val="22000"/>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 name="Google Shape;596;p44"/>
          <p:cNvSpPr/>
          <p:nvPr/>
        </p:nvSpPr>
        <p:spPr>
          <a:xfrm>
            <a:off x="6709013" y="3027458"/>
            <a:ext cx="732300" cy="732300"/>
          </a:xfrm>
          <a:prstGeom prst="ellipse">
            <a:avLst/>
          </a:prstGeom>
          <a:solidFill>
            <a:schemeClr val="lt2"/>
          </a:solidFill>
          <a:ln>
            <a:noFill/>
          </a:ln>
          <a:effectLst>
            <a:outerShdw blurRad="71438" dist="47625" dir="3000000" algn="bl" rotWithShape="0">
              <a:srgbClr val="000000">
                <a:alpha val="22000"/>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 name="Google Shape;597;p44"/>
          <p:cNvSpPr/>
          <p:nvPr/>
        </p:nvSpPr>
        <p:spPr>
          <a:xfrm>
            <a:off x="6868983" y="1308731"/>
            <a:ext cx="412360" cy="412330"/>
          </a:xfrm>
          <a:custGeom>
            <a:avLst/>
            <a:gdLst/>
            <a:ahLst/>
            <a:cxnLst/>
            <a:rect l="l" t="t" r="r" b="b"/>
            <a:pathLst>
              <a:path w="13579" h="13578" extrusionOk="0">
                <a:moveTo>
                  <a:pt x="6595" y="1759"/>
                </a:moveTo>
                <a:lnTo>
                  <a:pt x="6595" y="2724"/>
                </a:lnTo>
                <a:cubicBezTo>
                  <a:pt x="4776" y="2942"/>
                  <a:pt x="3329" y="4389"/>
                  <a:pt x="3110" y="6208"/>
                </a:cubicBezTo>
                <a:lnTo>
                  <a:pt x="2147" y="6208"/>
                </a:lnTo>
                <a:cubicBezTo>
                  <a:pt x="2373" y="3860"/>
                  <a:pt x="4247" y="1986"/>
                  <a:pt x="6595" y="1759"/>
                </a:cubicBezTo>
                <a:close/>
                <a:moveTo>
                  <a:pt x="7001" y="4791"/>
                </a:moveTo>
                <a:cubicBezTo>
                  <a:pt x="7184" y="4791"/>
                  <a:pt x="7365" y="4814"/>
                  <a:pt x="7542" y="4863"/>
                </a:cubicBezTo>
                <a:cubicBezTo>
                  <a:pt x="7697" y="4904"/>
                  <a:pt x="7843" y="4975"/>
                  <a:pt x="7972" y="5070"/>
                </a:cubicBezTo>
                <a:cubicBezTo>
                  <a:pt x="8087" y="5156"/>
                  <a:pt x="8181" y="5265"/>
                  <a:pt x="8248" y="5391"/>
                </a:cubicBezTo>
                <a:cubicBezTo>
                  <a:pt x="8314" y="5520"/>
                  <a:pt x="8347" y="5663"/>
                  <a:pt x="8346" y="5808"/>
                </a:cubicBezTo>
                <a:cubicBezTo>
                  <a:pt x="8346" y="5919"/>
                  <a:pt x="8329" y="6029"/>
                  <a:pt x="8291" y="6134"/>
                </a:cubicBezTo>
                <a:cubicBezTo>
                  <a:pt x="8256" y="6236"/>
                  <a:pt x="8204" y="6331"/>
                  <a:pt x="8139" y="6416"/>
                </a:cubicBezTo>
                <a:cubicBezTo>
                  <a:pt x="8076" y="6499"/>
                  <a:pt x="7996" y="6570"/>
                  <a:pt x="7906" y="6626"/>
                </a:cubicBezTo>
                <a:cubicBezTo>
                  <a:pt x="7815" y="6681"/>
                  <a:pt x="7716" y="6720"/>
                  <a:pt x="7611" y="6737"/>
                </a:cubicBezTo>
                <a:cubicBezTo>
                  <a:pt x="7726" y="6759"/>
                  <a:pt x="7837" y="6801"/>
                  <a:pt x="7938" y="6860"/>
                </a:cubicBezTo>
                <a:lnTo>
                  <a:pt x="7938" y="6862"/>
                </a:lnTo>
                <a:cubicBezTo>
                  <a:pt x="8037" y="6920"/>
                  <a:pt x="8123" y="6996"/>
                  <a:pt x="8193" y="7086"/>
                </a:cubicBezTo>
                <a:cubicBezTo>
                  <a:pt x="8266" y="7178"/>
                  <a:pt x="8321" y="7284"/>
                  <a:pt x="8358" y="7395"/>
                </a:cubicBezTo>
                <a:cubicBezTo>
                  <a:pt x="8397" y="7517"/>
                  <a:pt x="8415" y="7644"/>
                  <a:pt x="8414" y="7771"/>
                </a:cubicBezTo>
                <a:cubicBezTo>
                  <a:pt x="8417" y="7940"/>
                  <a:pt x="8381" y="8107"/>
                  <a:pt x="8306" y="8257"/>
                </a:cubicBezTo>
                <a:cubicBezTo>
                  <a:pt x="8232" y="8402"/>
                  <a:pt x="8125" y="8529"/>
                  <a:pt x="7993" y="8624"/>
                </a:cubicBezTo>
                <a:cubicBezTo>
                  <a:pt x="7844" y="8731"/>
                  <a:pt x="7678" y="8811"/>
                  <a:pt x="7502" y="8860"/>
                </a:cubicBezTo>
                <a:cubicBezTo>
                  <a:pt x="7303" y="8915"/>
                  <a:pt x="7097" y="8943"/>
                  <a:pt x="6889" y="8943"/>
                </a:cubicBezTo>
                <a:cubicBezTo>
                  <a:pt x="6879" y="8943"/>
                  <a:pt x="6869" y="8942"/>
                  <a:pt x="6858" y="8942"/>
                </a:cubicBezTo>
                <a:cubicBezTo>
                  <a:pt x="6277" y="8942"/>
                  <a:pt x="5821" y="8772"/>
                  <a:pt x="5492" y="8432"/>
                </a:cubicBezTo>
                <a:lnTo>
                  <a:pt x="5986" y="7777"/>
                </a:lnTo>
                <a:cubicBezTo>
                  <a:pt x="6086" y="7881"/>
                  <a:pt x="6206" y="7965"/>
                  <a:pt x="6339" y="8021"/>
                </a:cubicBezTo>
                <a:cubicBezTo>
                  <a:pt x="6469" y="8075"/>
                  <a:pt x="6622" y="8104"/>
                  <a:pt x="6800" y="8104"/>
                </a:cubicBezTo>
                <a:cubicBezTo>
                  <a:pt x="6805" y="8104"/>
                  <a:pt x="6809" y="8104"/>
                  <a:pt x="6813" y="8104"/>
                </a:cubicBezTo>
                <a:cubicBezTo>
                  <a:pt x="7246" y="8104"/>
                  <a:pt x="7463" y="7945"/>
                  <a:pt x="7463" y="7628"/>
                </a:cubicBezTo>
                <a:cubicBezTo>
                  <a:pt x="7463" y="7456"/>
                  <a:pt x="7397" y="7326"/>
                  <a:pt x="7270" y="7238"/>
                </a:cubicBezTo>
                <a:cubicBezTo>
                  <a:pt x="7142" y="7149"/>
                  <a:pt x="6939" y="7105"/>
                  <a:pt x="6663" y="6983"/>
                </a:cubicBezTo>
                <a:lnTo>
                  <a:pt x="6596" y="6983"/>
                </a:lnTo>
                <a:lnTo>
                  <a:pt x="6596" y="6207"/>
                </a:lnTo>
                <a:lnTo>
                  <a:pt x="6680" y="6207"/>
                </a:lnTo>
                <a:cubicBezTo>
                  <a:pt x="6798" y="6337"/>
                  <a:pt x="6902" y="6383"/>
                  <a:pt x="6991" y="6383"/>
                </a:cubicBezTo>
                <a:cubicBezTo>
                  <a:pt x="7065" y="6383"/>
                  <a:pt x="7129" y="6352"/>
                  <a:pt x="7183" y="6312"/>
                </a:cubicBezTo>
                <a:cubicBezTo>
                  <a:pt x="7304" y="6224"/>
                  <a:pt x="7364" y="6108"/>
                  <a:pt x="7364" y="5962"/>
                </a:cubicBezTo>
                <a:cubicBezTo>
                  <a:pt x="7364" y="5837"/>
                  <a:pt x="7321" y="5740"/>
                  <a:pt x="7233" y="5675"/>
                </a:cubicBezTo>
                <a:cubicBezTo>
                  <a:pt x="7144" y="5610"/>
                  <a:pt x="7027" y="5578"/>
                  <a:pt x="6881" y="5578"/>
                </a:cubicBezTo>
                <a:cubicBezTo>
                  <a:pt x="6879" y="5578"/>
                  <a:pt x="6876" y="5578"/>
                  <a:pt x="6873" y="5578"/>
                </a:cubicBezTo>
                <a:cubicBezTo>
                  <a:pt x="6727" y="5578"/>
                  <a:pt x="6581" y="5615"/>
                  <a:pt x="6453" y="5689"/>
                </a:cubicBezTo>
                <a:cubicBezTo>
                  <a:pt x="6322" y="5767"/>
                  <a:pt x="6210" y="5877"/>
                  <a:pt x="6128" y="6009"/>
                </a:cubicBezTo>
                <a:lnTo>
                  <a:pt x="5548" y="5342"/>
                </a:lnTo>
                <a:cubicBezTo>
                  <a:pt x="5618" y="5255"/>
                  <a:pt x="5699" y="5180"/>
                  <a:pt x="5790" y="5118"/>
                </a:cubicBezTo>
                <a:cubicBezTo>
                  <a:pt x="5895" y="5046"/>
                  <a:pt x="6009" y="4988"/>
                  <a:pt x="6128" y="4943"/>
                </a:cubicBezTo>
                <a:cubicBezTo>
                  <a:pt x="6261" y="4894"/>
                  <a:pt x="6397" y="4856"/>
                  <a:pt x="6537" y="4830"/>
                </a:cubicBezTo>
                <a:cubicBezTo>
                  <a:pt x="6685" y="4804"/>
                  <a:pt x="6835" y="4791"/>
                  <a:pt x="6984" y="4791"/>
                </a:cubicBezTo>
                <a:cubicBezTo>
                  <a:pt x="6990" y="4791"/>
                  <a:pt x="6995" y="4791"/>
                  <a:pt x="7001" y="4791"/>
                </a:cubicBezTo>
                <a:close/>
                <a:moveTo>
                  <a:pt x="3110" y="7372"/>
                </a:moveTo>
                <a:cubicBezTo>
                  <a:pt x="3329" y="9191"/>
                  <a:pt x="4776" y="10637"/>
                  <a:pt x="6595" y="10857"/>
                </a:cubicBezTo>
                <a:lnTo>
                  <a:pt x="6595" y="11820"/>
                </a:lnTo>
                <a:cubicBezTo>
                  <a:pt x="4247" y="11593"/>
                  <a:pt x="2373" y="9720"/>
                  <a:pt x="2147" y="7372"/>
                </a:cubicBezTo>
                <a:close/>
                <a:moveTo>
                  <a:pt x="11819" y="7372"/>
                </a:moveTo>
                <a:cubicBezTo>
                  <a:pt x="11592" y="9720"/>
                  <a:pt x="9720" y="11593"/>
                  <a:pt x="7371" y="11820"/>
                </a:cubicBezTo>
                <a:lnTo>
                  <a:pt x="7371" y="10857"/>
                </a:lnTo>
                <a:cubicBezTo>
                  <a:pt x="9190" y="10637"/>
                  <a:pt x="10638" y="9191"/>
                  <a:pt x="10856" y="7372"/>
                </a:cubicBezTo>
                <a:close/>
                <a:moveTo>
                  <a:pt x="6208" y="1"/>
                </a:moveTo>
                <a:lnTo>
                  <a:pt x="6208" y="977"/>
                </a:lnTo>
                <a:cubicBezTo>
                  <a:pt x="6208" y="977"/>
                  <a:pt x="1296" y="3510"/>
                  <a:pt x="1063" y="6596"/>
                </a:cubicBezTo>
                <a:lnTo>
                  <a:pt x="0" y="6596"/>
                </a:lnTo>
                <a:lnTo>
                  <a:pt x="0" y="7371"/>
                </a:lnTo>
                <a:lnTo>
                  <a:pt x="1063" y="7371"/>
                </a:lnTo>
                <a:cubicBezTo>
                  <a:pt x="1063" y="7371"/>
                  <a:pt x="3596" y="12524"/>
                  <a:pt x="6594" y="12757"/>
                </a:cubicBezTo>
                <a:lnTo>
                  <a:pt x="6594" y="13578"/>
                </a:lnTo>
                <a:lnTo>
                  <a:pt x="7370" y="13578"/>
                </a:lnTo>
                <a:lnTo>
                  <a:pt x="7370" y="12757"/>
                </a:lnTo>
                <a:cubicBezTo>
                  <a:pt x="7370" y="12757"/>
                  <a:pt x="12610" y="10223"/>
                  <a:pt x="12841" y="7371"/>
                </a:cubicBezTo>
                <a:lnTo>
                  <a:pt x="13577" y="7371"/>
                </a:lnTo>
                <a:lnTo>
                  <a:pt x="13579" y="6596"/>
                </a:lnTo>
                <a:lnTo>
                  <a:pt x="10917" y="6596"/>
                </a:lnTo>
                <a:cubicBezTo>
                  <a:pt x="10917" y="6596"/>
                  <a:pt x="9251" y="3123"/>
                  <a:pt x="7371" y="2904"/>
                </a:cubicBezTo>
                <a:lnTo>
                  <a:pt x="7371" y="1940"/>
                </a:lnTo>
                <a:cubicBezTo>
                  <a:pt x="8573" y="2048"/>
                  <a:pt x="9631" y="2546"/>
                  <a:pt x="10453" y="3365"/>
                </a:cubicBezTo>
                <a:lnTo>
                  <a:pt x="11129" y="2687"/>
                </a:lnTo>
                <a:cubicBezTo>
                  <a:pt x="10127" y="1687"/>
                  <a:pt x="8829" y="1090"/>
                  <a:pt x="7371" y="978"/>
                </a:cubicBezTo>
                <a:lnTo>
                  <a:pt x="737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98" name="Google Shape;598;p44"/>
          <p:cNvGrpSpPr/>
          <p:nvPr/>
        </p:nvGrpSpPr>
        <p:grpSpPr>
          <a:xfrm>
            <a:off x="1858447" y="1373802"/>
            <a:ext cx="420681" cy="282813"/>
            <a:chOff x="995000" y="2180950"/>
            <a:chExt cx="346325" cy="232825"/>
          </a:xfrm>
        </p:grpSpPr>
        <p:sp>
          <p:nvSpPr>
            <p:cNvPr id="599" name="Google Shape;599;p44"/>
            <p:cNvSpPr/>
            <p:nvPr/>
          </p:nvSpPr>
          <p:spPr>
            <a:xfrm>
              <a:off x="995000" y="2180950"/>
              <a:ext cx="346325" cy="232825"/>
            </a:xfrm>
            <a:custGeom>
              <a:avLst/>
              <a:gdLst/>
              <a:ahLst/>
              <a:cxnLst/>
              <a:rect l="l" t="t" r="r" b="b"/>
              <a:pathLst>
                <a:path w="13853" h="9313" extrusionOk="0">
                  <a:moveTo>
                    <a:pt x="6932" y="962"/>
                  </a:moveTo>
                  <a:cubicBezTo>
                    <a:pt x="8941" y="962"/>
                    <a:pt x="10579" y="2571"/>
                    <a:pt x="10615" y="4578"/>
                  </a:cubicBezTo>
                  <a:cubicBezTo>
                    <a:pt x="10652" y="6587"/>
                    <a:pt x="9071" y="8254"/>
                    <a:pt x="7064" y="8326"/>
                  </a:cubicBezTo>
                  <a:cubicBezTo>
                    <a:pt x="7018" y="8328"/>
                    <a:pt x="6970" y="8329"/>
                    <a:pt x="6924" y="8329"/>
                  </a:cubicBezTo>
                  <a:cubicBezTo>
                    <a:pt x="6922" y="8329"/>
                    <a:pt x="6920" y="8329"/>
                    <a:pt x="6918" y="8329"/>
                  </a:cubicBezTo>
                  <a:cubicBezTo>
                    <a:pt x="5969" y="8329"/>
                    <a:pt x="5056" y="7961"/>
                    <a:pt x="4373" y="7300"/>
                  </a:cubicBezTo>
                  <a:cubicBezTo>
                    <a:pt x="3308" y="6276"/>
                    <a:pt x="2959" y="4713"/>
                    <a:pt x="3486" y="3332"/>
                  </a:cubicBezTo>
                  <a:cubicBezTo>
                    <a:pt x="4012" y="1951"/>
                    <a:pt x="5313" y="1019"/>
                    <a:pt x="6791" y="964"/>
                  </a:cubicBezTo>
                  <a:cubicBezTo>
                    <a:pt x="6837" y="962"/>
                    <a:pt x="6884" y="962"/>
                    <a:pt x="6930" y="962"/>
                  </a:cubicBezTo>
                  <a:cubicBezTo>
                    <a:pt x="6931" y="962"/>
                    <a:pt x="6932" y="962"/>
                    <a:pt x="6932" y="962"/>
                  </a:cubicBezTo>
                  <a:close/>
                  <a:moveTo>
                    <a:pt x="6927" y="1"/>
                  </a:moveTo>
                  <a:cubicBezTo>
                    <a:pt x="4099" y="1"/>
                    <a:pt x="2380" y="1220"/>
                    <a:pt x="1435" y="2243"/>
                  </a:cubicBezTo>
                  <a:cubicBezTo>
                    <a:pt x="410" y="3354"/>
                    <a:pt x="59" y="4469"/>
                    <a:pt x="44" y="4515"/>
                  </a:cubicBezTo>
                  <a:lnTo>
                    <a:pt x="1" y="4657"/>
                  </a:lnTo>
                  <a:lnTo>
                    <a:pt x="44" y="4798"/>
                  </a:lnTo>
                  <a:cubicBezTo>
                    <a:pt x="59" y="4844"/>
                    <a:pt x="409" y="5959"/>
                    <a:pt x="1435" y="7070"/>
                  </a:cubicBezTo>
                  <a:cubicBezTo>
                    <a:pt x="2365" y="8078"/>
                    <a:pt x="4048" y="9275"/>
                    <a:pt x="6800" y="9309"/>
                  </a:cubicBezTo>
                  <a:cubicBezTo>
                    <a:pt x="6842" y="9311"/>
                    <a:pt x="6882" y="9312"/>
                    <a:pt x="6924" y="9312"/>
                  </a:cubicBezTo>
                  <a:lnTo>
                    <a:pt x="6927" y="9312"/>
                  </a:lnTo>
                  <a:cubicBezTo>
                    <a:pt x="9755" y="9312"/>
                    <a:pt x="11474" y="8093"/>
                    <a:pt x="12418" y="7071"/>
                  </a:cubicBezTo>
                  <a:cubicBezTo>
                    <a:pt x="13444" y="5959"/>
                    <a:pt x="13794" y="4846"/>
                    <a:pt x="13809" y="4798"/>
                  </a:cubicBezTo>
                  <a:lnTo>
                    <a:pt x="13853" y="4657"/>
                  </a:lnTo>
                  <a:lnTo>
                    <a:pt x="13808" y="4515"/>
                  </a:lnTo>
                  <a:cubicBezTo>
                    <a:pt x="13794" y="4469"/>
                    <a:pt x="13444" y="3354"/>
                    <a:pt x="12418" y="2243"/>
                  </a:cubicBezTo>
                  <a:cubicBezTo>
                    <a:pt x="11487" y="1236"/>
                    <a:pt x="9806" y="38"/>
                    <a:pt x="7053" y="2"/>
                  </a:cubicBezTo>
                  <a:cubicBezTo>
                    <a:pt x="7012" y="1"/>
                    <a:pt x="6970" y="1"/>
                    <a:pt x="693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 name="Google Shape;600;p44"/>
            <p:cNvSpPr/>
            <p:nvPr/>
          </p:nvSpPr>
          <p:spPr>
            <a:xfrm>
              <a:off x="1098075" y="2227475"/>
              <a:ext cx="140100" cy="139200"/>
            </a:xfrm>
            <a:custGeom>
              <a:avLst/>
              <a:gdLst/>
              <a:ahLst/>
              <a:cxnLst/>
              <a:rect l="l" t="t" r="r" b="b"/>
              <a:pathLst>
                <a:path w="5604" h="5568" extrusionOk="0">
                  <a:moveTo>
                    <a:pt x="3288" y="1822"/>
                  </a:moveTo>
                  <a:cubicBezTo>
                    <a:pt x="3406" y="1822"/>
                    <a:pt x="3526" y="1866"/>
                    <a:pt x="3624" y="1964"/>
                  </a:cubicBezTo>
                  <a:cubicBezTo>
                    <a:pt x="3761" y="2101"/>
                    <a:pt x="3803" y="2308"/>
                    <a:pt x="3728" y="2488"/>
                  </a:cubicBezTo>
                  <a:cubicBezTo>
                    <a:pt x="3654" y="2667"/>
                    <a:pt x="3478" y="2784"/>
                    <a:pt x="3284" y="2784"/>
                  </a:cubicBezTo>
                  <a:cubicBezTo>
                    <a:pt x="3019" y="2784"/>
                    <a:pt x="2804" y="2569"/>
                    <a:pt x="2804" y="2304"/>
                  </a:cubicBezTo>
                  <a:cubicBezTo>
                    <a:pt x="2804" y="2014"/>
                    <a:pt x="3041" y="1822"/>
                    <a:pt x="3288" y="1822"/>
                  </a:cubicBezTo>
                  <a:close/>
                  <a:moveTo>
                    <a:pt x="2805" y="1"/>
                  </a:moveTo>
                  <a:cubicBezTo>
                    <a:pt x="2771" y="1"/>
                    <a:pt x="2736" y="1"/>
                    <a:pt x="2701" y="3"/>
                  </a:cubicBezTo>
                  <a:cubicBezTo>
                    <a:pt x="1187" y="63"/>
                    <a:pt x="0" y="1321"/>
                    <a:pt x="28" y="2835"/>
                  </a:cubicBezTo>
                  <a:cubicBezTo>
                    <a:pt x="55" y="4348"/>
                    <a:pt x="1287" y="5563"/>
                    <a:pt x="2802" y="5567"/>
                  </a:cubicBezTo>
                  <a:cubicBezTo>
                    <a:pt x="2837" y="5567"/>
                    <a:pt x="2872" y="5567"/>
                    <a:pt x="2907" y="5566"/>
                  </a:cubicBezTo>
                  <a:cubicBezTo>
                    <a:pt x="4418" y="5504"/>
                    <a:pt x="5603" y="4246"/>
                    <a:pt x="5576" y="2733"/>
                  </a:cubicBezTo>
                  <a:cubicBezTo>
                    <a:pt x="5548" y="1221"/>
                    <a:pt x="4318" y="8"/>
                    <a:pt x="280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01" name="Google Shape;601;p44"/>
          <p:cNvSpPr/>
          <p:nvPr/>
        </p:nvSpPr>
        <p:spPr>
          <a:xfrm>
            <a:off x="1862607" y="3222882"/>
            <a:ext cx="412360" cy="341665"/>
          </a:xfrm>
          <a:custGeom>
            <a:avLst/>
            <a:gdLst/>
            <a:ahLst/>
            <a:cxnLst/>
            <a:rect l="l" t="t" r="r" b="b"/>
            <a:pathLst>
              <a:path w="13579" h="11251" extrusionOk="0">
                <a:moveTo>
                  <a:pt x="5431" y="2254"/>
                </a:moveTo>
                <a:lnTo>
                  <a:pt x="9445" y="4547"/>
                </a:lnTo>
                <a:lnTo>
                  <a:pt x="5431" y="6841"/>
                </a:lnTo>
                <a:lnTo>
                  <a:pt x="5431" y="2254"/>
                </a:lnTo>
                <a:close/>
                <a:moveTo>
                  <a:pt x="0" y="0"/>
                </a:moveTo>
                <a:lnTo>
                  <a:pt x="0" y="9310"/>
                </a:lnTo>
                <a:lnTo>
                  <a:pt x="5431" y="9310"/>
                </a:lnTo>
                <a:lnTo>
                  <a:pt x="5431" y="10474"/>
                </a:lnTo>
                <a:lnTo>
                  <a:pt x="3103" y="10474"/>
                </a:lnTo>
                <a:lnTo>
                  <a:pt x="3103" y="11251"/>
                </a:lnTo>
                <a:lnTo>
                  <a:pt x="10475" y="11251"/>
                </a:lnTo>
                <a:lnTo>
                  <a:pt x="10475" y="10474"/>
                </a:lnTo>
                <a:lnTo>
                  <a:pt x="8147" y="10474"/>
                </a:lnTo>
                <a:lnTo>
                  <a:pt x="8147" y="9310"/>
                </a:lnTo>
                <a:lnTo>
                  <a:pt x="13579" y="9310"/>
                </a:lnTo>
                <a:lnTo>
                  <a:pt x="13579"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02" name="Google Shape;602;p44"/>
          <p:cNvGrpSpPr/>
          <p:nvPr/>
        </p:nvGrpSpPr>
        <p:grpSpPr>
          <a:xfrm>
            <a:off x="6863091" y="3222897"/>
            <a:ext cx="424143" cy="341665"/>
            <a:chOff x="2497725" y="3268250"/>
            <a:chExt cx="349175" cy="281275"/>
          </a:xfrm>
        </p:grpSpPr>
        <p:sp>
          <p:nvSpPr>
            <p:cNvPr id="603" name="Google Shape;603;p44"/>
            <p:cNvSpPr/>
            <p:nvPr/>
          </p:nvSpPr>
          <p:spPr>
            <a:xfrm>
              <a:off x="2497725" y="3268250"/>
              <a:ext cx="349175" cy="281275"/>
            </a:xfrm>
            <a:custGeom>
              <a:avLst/>
              <a:gdLst/>
              <a:ahLst/>
              <a:cxnLst/>
              <a:rect l="l" t="t" r="r" b="b"/>
              <a:pathLst>
                <a:path w="13967" h="11251" extrusionOk="0">
                  <a:moveTo>
                    <a:pt x="13191" y="1164"/>
                  </a:moveTo>
                  <a:lnTo>
                    <a:pt x="13191" y="7759"/>
                  </a:lnTo>
                  <a:lnTo>
                    <a:pt x="1164" y="7759"/>
                  </a:lnTo>
                  <a:lnTo>
                    <a:pt x="1164" y="1164"/>
                  </a:lnTo>
                  <a:close/>
                  <a:moveTo>
                    <a:pt x="0" y="0"/>
                  </a:moveTo>
                  <a:lnTo>
                    <a:pt x="0" y="9310"/>
                  </a:lnTo>
                  <a:lnTo>
                    <a:pt x="5431" y="9310"/>
                  </a:lnTo>
                  <a:lnTo>
                    <a:pt x="5431" y="10474"/>
                  </a:lnTo>
                  <a:lnTo>
                    <a:pt x="3492" y="10474"/>
                  </a:lnTo>
                  <a:lnTo>
                    <a:pt x="3492" y="11251"/>
                  </a:lnTo>
                  <a:lnTo>
                    <a:pt x="10476" y="11251"/>
                  </a:lnTo>
                  <a:lnTo>
                    <a:pt x="10476" y="10474"/>
                  </a:lnTo>
                  <a:lnTo>
                    <a:pt x="8535" y="10474"/>
                  </a:lnTo>
                  <a:lnTo>
                    <a:pt x="8535" y="9310"/>
                  </a:lnTo>
                  <a:lnTo>
                    <a:pt x="13966" y="9310"/>
                  </a:lnTo>
                  <a:lnTo>
                    <a:pt x="13966"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4" name="Google Shape;604;p44"/>
            <p:cNvSpPr/>
            <p:nvPr/>
          </p:nvSpPr>
          <p:spPr>
            <a:xfrm>
              <a:off x="2691675" y="3326425"/>
              <a:ext cx="101525" cy="116425"/>
            </a:xfrm>
            <a:custGeom>
              <a:avLst/>
              <a:gdLst/>
              <a:ahLst/>
              <a:cxnLst/>
              <a:rect l="l" t="t" r="r" b="b"/>
              <a:pathLst>
                <a:path w="4061" h="4657" extrusionOk="0">
                  <a:moveTo>
                    <a:pt x="1449" y="776"/>
                  </a:moveTo>
                  <a:cubicBezTo>
                    <a:pt x="1615" y="776"/>
                    <a:pt x="1781" y="809"/>
                    <a:pt x="1935" y="873"/>
                  </a:cubicBezTo>
                  <a:cubicBezTo>
                    <a:pt x="2081" y="935"/>
                    <a:pt x="2212" y="1029"/>
                    <a:pt x="2316" y="1149"/>
                  </a:cubicBezTo>
                  <a:cubicBezTo>
                    <a:pt x="2421" y="1275"/>
                    <a:pt x="2501" y="1421"/>
                    <a:pt x="2550" y="1577"/>
                  </a:cubicBezTo>
                  <a:cubicBezTo>
                    <a:pt x="2605" y="1756"/>
                    <a:pt x="2632" y="1941"/>
                    <a:pt x="2631" y="2128"/>
                  </a:cubicBezTo>
                  <a:cubicBezTo>
                    <a:pt x="2632" y="2311"/>
                    <a:pt x="2605" y="2495"/>
                    <a:pt x="2550" y="2672"/>
                  </a:cubicBezTo>
                  <a:cubicBezTo>
                    <a:pt x="2501" y="2829"/>
                    <a:pt x="2423" y="2975"/>
                    <a:pt x="2319" y="3102"/>
                  </a:cubicBezTo>
                  <a:cubicBezTo>
                    <a:pt x="2216" y="3225"/>
                    <a:pt x="2087" y="3324"/>
                    <a:pt x="1941" y="3389"/>
                  </a:cubicBezTo>
                  <a:cubicBezTo>
                    <a:pt x="1791" y="3458"/>
                    <a:pt x="1620" y="3493"/>
                    <a:pt x="1426" y="3493"/>
                  </a:cubicBezTo>
                  <a:lnTo>
                    <a:pt x="776" y="3493"/>
                  </a:lnTo>
                  <a:lnTo>
                    <a:pt x="777" y="776"/>
                  </a:lnTo>
                  <a:lnTo>
                    <a:pt x="1428" y="776"/>
                  </a:lnTo>
                  <a:cubicBezTo>
                    <a:pt x="1435" y="776"/>
                    <a:pt x="1442" y="776"/>
                    <a:pt x="1449" y="776"/>
                  </a:cubicBezTo>
                  <a:close/>
                  <a:moveTo>
                    <a:pt x="1" y="1"/>
                  </a:moveTo>
                  <a:lnTo>
                    <a:pt x="1" y="4657"/>
                  </a:lnTo>
                  <a:lnTo>
                    <a:pt x="1739" y="4657"/>
                  </a:lnTo>
                  <a:cubicBezTo>
                    <a:pt x="2087" y="4657"/>
                    <a:pt x="2405" y="4600"/>
                    <a:pt x="2693" y="4489"/>
                  </a:cubicBezTo>
                  <a:cubicBezTo>
                    <a:pt x="2968" y="4385"/>
                    <a:pt x="3218" y="4224"/>
                    <a:pt x="3426" y="4016"/>
                  </a:cubicBezTo>
                  <a:cubicBezTo>
                    <a:pt x="3633" y="3808"/>
                    <a:pt x="3793" y="3558"/>
                    <a:pt x="3896" y="3282"/>
                  </a:cubicBezTo>
                  <a:cubicBezTo>
                    <a:pt x="4005" y="2995"/>
                    <a:pt x="4059" y="2676"/>
                    <a:pt x="4059" y="2322"/>
                  </a:cubicBezTo>
                  <a:cubicBezTo>
                    <a:pt x="4061" y="2015"/>
                    <a:pt x="4012" y="1710"/>
                    <a:pt x="3912" y="1421"/>
                  </a:cubicBezTo>
                  <a:cubicBezTo>
                    <a:pt x="3818" y="1146"/>
                    <a:pt x="3669" y="894"/>
                    <a:pt x="3472" y="682"/>
                  </a:cubicBezTo>
                  <a:cubicBezTo>
                    <a:pt x="3279" y="472"/>
                    <a:pt x="3037" y="306"/>
                    <a:pt x="2748" y="185"/>
                  </a:cubicBezTo>
                  <a:cubicBezTo>
                    <a:pt x="2459" y="62"/>
                    <a:pt x="2123" y="1"/>
                    <a:pt x="173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 name="Google Shape;605;p44"/>
            <p:cNvSpPr/>
            <p:nvPr/>
          </p:nvSpPr>
          <p:spPr>
            <a:xfrm>
              <a:off x="2565600" y="3326425"/>
              <a:ext cx="97000" cy="116400"/>
            </a:xfrm>
            <a:custGeom>
              <a:avLst/>
              <a:gdLst/>
              <a:ahLst/>
              <a:cxnLst/>
              <a:rect l="l" t="t" r="r" b="b"/>
              <a:pathLst>
                <a:path w="3880" h="4656" extrusionOk="0">
                  <a:moveTo>
                    <a:pt x="0" y="1"/>
                  </a:moveTo>
                  <a:lnTo>
                    <a:pt x="0" y="4655"/>
                  </a:lnTo>
                  <a:lnTo>
                    <a:pt x="1163" y="4655"/>
                  </a:lnTo>
                  <a:lnTo>
                    <a:pt x="1164" y="2716"/>
                  </a:lnTo>
                  <a:lnTo>
                    <a:pt x="2716" y="2716"/>
                  </a:lnTo>
                  <a:lnTo>
                    <a:pt x="2716" y="4655"/>
                  </a:lnTo>
                  <a:lnTo>
                    <a:pt x="3880" y="4655"/>
                  </a:lnTo>
                  <a:lnTo>
                    <a:pt x="3880" y="1"/>
                  </a:lnTo>
                  <a:lnTo>
                    <a:pt x="2716" y="1"/>
                  </a:lnTo>
                  <a:lnTo>
                    <a:pt x="2716" y="1940"/>
                  </a:lnTo>
                  <a:lnTo>
                    <a:pt x="1164" y="1940"/>
                  </a:lnTo>
                  <a:lnTo>
                    <a:pt x="116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06" name="Google Shape;606;p44"/>
          <p:cNvGrpSpPr/>
          <p:nvPr/>
        </p:nvGrpSpPr>
        <p:grpSpPr>
          <a:xfrm>
            <a:off x="4350077" y="3180201"/>
            <a:ext cx="443821" cy="426815"/>
            <a:chOff x="6266050" y="3233200"/>
            <a:chExt cx="365375" cy="351375"/>
          </a:xfrm>
        </p:grpSpPr>
        <p:sp>
          <p:nvSpPr>
            <p:cNvPr id="607" name="Google Shape;607;p44"/>
            <p:cNvSpPr/>
            <p:nvPr/>
          </p:nvSpPr>
          <p:spPr>
            <a:xfrm>
              <a:off x="6266050" y="3299475"/>
              <a:ext cx="132875" cy="147150"/>
            </a:xfrm>
            <a:custGeom>
              <a:avLst/>
              <a:gdLst/>
              <a:ahLst/>
              <a:cxnLst/>
              <a:rect l="l" t="t" r="r" b="b"/>
              <a:pathLst>
                <a:path w="5315" h="5886" extrusionOk="0">
                  <a:moveTo>
                    <a:pt x="1918" y="0"/>
                  </a:moveTo>
                  <a:cubicBezTo>
                    <a:pt x="551" y="1633"/>
                    <a:pt x="1" y="3797"/>
                    <a:pt x="418" y="5885"/>
                  </a:cubicBezTo>
                  <a:lnTo>
                    <a:pt x="5314" y="5885"/>
                  </a:lnTo>
                  <a:lnTo>
                    <a:pt x="1918"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8" name="Google Shape;608;p44"/>
            <p:cNvSpPr/>
            <p:nvPr/>
          </p:nvSpPr>
          <p:spPr>
            <a:xfrm>
              <a:off x="6332775" y="3233200"/>
              <a:ext cx="146175" cy="149750"/>
            </a:xfrm>
            <a:custGeom>
              <a:avLst/>
              <a:gdLst/>
              <a:ahLst/>
              <a:cxnLst/>
              <a:rect l="l" t="t" r="r" b="b"/>
              <a:pathLst>
                <a:path w="5847" h="5990" extrusionOk="0">
                  <a:moveTo>
                    <a:pt x="4640" y="1"/>
                  </a:moveTo>
                  <a:cubicBezTo>
                    <a:pt x="2946" y="1"/>
                    <a:pt x="1293" y="615"/>
                    <a:pt x="1" y="1753"/>
                  </a:cubicBezTo>
                  <a:lnTo>
                    <a:pt x="2447" y="5990"/>
                  </a:lnTo>
                  <a:lnTo>
                    <a:pt x="5847" y="105"/>
                  </a:lnTo>
                  <a:cubicBezTo>
                    <a:pt x="5445" y="35"/>
                    <a:pt x="5041" y="1"/>
                    <a:pt x="464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9" name="Google Shape;609;p44"/>
            <p:cNvSpPr/>
            <p:nvPr/>
          </p:nvSpPr>
          <p:spPr>
            <a:xfrm>
              <a:off x="6443800" y="3243575"/>
              <a:ext cx="169900" cy="106050"/>
            </a:xfrm>
            <a:custGeom>
              <a:avLst/>
              <a:gdLst/>
              <a:ahLst/>
              <a:cxnLst/>
              <a:rect l="l" t="t" r="r" b="b"/>
              <a:pathLst>
                <a:path w="6796" h="4242" extrusionOk="0">
                  <a:moveTo>
                    <a:pt x="2449" y="1"/>
                  </a:moveTo>
                  <a:lnTo>
                    <a:pt x="0" y="4242"/>
                  </a:lnTo>
                  <a:lnTo>
                    <a:pt x="6796" y="4242"/>
                  </a:lnTo>
                  <a:cubicBezTo>
                    <a:pt x="6060" y="2245"/>
                    <a:pt x="4462" y="688"/>
                    <a:pt x="244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0" name="Google Shape;610;p44"/>
            <p:cNvSpPr/>
            <p:nvPr/>
          </p:nvSpPr>
          <p:spPr>
            <a:xfrm>
              <a:off x="6418525" y="3434800"/>
              <a:ext cx="146175" cy="149775"/>
            </a:xfrm>
            <a:custGeom>
              <a:avLst/>
              <a:gdLst/>
              <a:ahLst/>
              <a:cxnLst/>
              <a:rect l="l" t="t" r="r" b="b"/>
              <a:pathLst>
                <a:path w="5847" h="5991" extrusionOk="0">
                  <a:moveTo>
                    <a:pt x="3400" y="1"/>
                  </a:moveTo>
                  <a:lnTo>
                    <a:pt x="0" y="5886"/>
                  </a:lnTo>
                  <a:cubicBezTo>
                    <a:pt x="402" y="5956"/>
                    <a:pt x="805" y="5990"/>
                    <a:pt x="1206" y="5990"/>
                  </a:cubicBezTo>
                  <a:cubicBezTo>
                    <a:pt x="2900" y="5990"/>
                    <a:pt x="4554" y="5376"/>
                    <a:pt x="5846" y="4237"/>
                  </a:cubicBezTo>
                  <a:lnTo>
                    <a:pt x="340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1" name="Google Shape;611;p44"/>
            <p:cNvSpPr/>
            <p:nvPr/>
          </p:nvSpPr>
          <p:spPr>
            <a:xfrm>
              <a:off x="6283775" y="3465975"/>
              <a:ext cx="169900" cy="106025"/>
            </a:xfrm>
            <a:custGeom>
              <a:avLst/>
              <a:gdLst/>
              <a:ahLst/>
              <a:cxnLst/>
              <a:rect l="l" t="t" r="r" b="b"/>
              <a:pathLst>
                <a:path w="6796" h="4241" extrusionOk="0">
                  <a:moveTo>
                    <a:pt x="0" y="0"/>
                  </a:moveTo>
                  <a:cubicBezTo>
                    <a:pt x="736" y="1997"/>
                    <a:pt x="2332" y="3554"/>
                    <a:pt x="4346" y="4241"/>
                  </a:cubicBezTo>
                  <a:lnTo>
                    <a:pt x="6796"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2" name="Google Shape;612;p44"/>
            <p:cNvSpPr/>
            <p:nvPr/>
          </p:nvSpPr>
          <p:spPr>
            <a:xfrm>
              <a:off x="6498550" y="3378700"/>
              <a:ext cx="132875" cy="147125"/>
            </a:xfrm>
            <a:custGeom>
              <a:avLst/>
              <a:gdLst/>
              <a:ahLst/>
              <a:cxnLst/>
              <a:rect l="l" t="t" r="r" b="b"/>
              <a:pathLst>
                <a:path w="5315" h="5885" extrusionOk="0">
                  <a:moveTo>
                    <a:pt x="1" y="1"/>
                  </a:moveTo>
                  <a:lnTo>
                    <a:pt x="3396" y="5884"/>
                  </a:lnTo>
                  <a:cubicBezTo>
                    <a:pt x="4764" y="4253"/>
                    <a:pt x="5314" y="2087"/>
                    <a:pt x="489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13" name="Google Shape;613;p44"/>
          <p:cNvGrpSpPr/>
          <p:nvPr/>
        </p:nvGrpSpPr>
        <p:grpSpPr>
          <a:xfrm>
            <a:off x="4367842" y="1339565"/>
            <a:ext cx="408291" cy="350714"/>
            <a:chOff x="1000100" y="3827300"/>
            <a:chExt cx="336125" cy="288725"/>
          </a:xfrm>
        </p:grpSpPr>
        <p:sp>
          <p:nvSpPr>
            <p:cNvPr id="614" name="Google Shape;614;p44"/>
            <p:cNvSpPr/>
            <p:nvPr/>
          </p:nvSpPr>
          <p:spPr>
            <a:xfrm>
              <a:off x="1000100" y="3827300"/>
              <a:ext cx="203725" cy="288725"/>
            </a:xfrm>
            <a:custGeom>
              <a:avLst/>
              <a:gdLst/>
              <a:ahLst/>
              <a:cxnLst/>
              <a:rect l="l" t="t" r="r" b="b"/>
              <a:pathLst>
                <a:path w="8149" h="11549" extrusionOk="0">
                  <a:moveTo>
                    <a:pt x="8149" y="0"/>
                  </a:moveTo>
                  <a:lnTo>
                    <a:pt x="3503" y="3252"/>
                  </a:lnTo>
                  <a:lnTo>
                    <a:pt x="1" y="3252"/>
                  </a:lnTo>
                  <a:lnTo>
                    <a:pt x="1" y="8297"/>
                  </a:lnTo>
                  <a:lnTo>
                    <a:pt x="3503" y="8297"/>
                  </a:lnTo>
                  <a:lnTo>
                    <a:pt x="8149" y="11549"/>
                  </a:lnTo>
                  <a:lnTo>
                    <a:pt x="8149"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5" name="Google Shape;615;p44"/>
            <p:cNvSpPr/>
            <p:nvPr/>
          </p:nvSpPr>
          <p:spPr>
            <a:xfrm>
              <a:off x="1232900" y="3864425"/>
              <a:ext cx="103325" cy="206650"/>
            </a:xfrm>
            <a:custGeom>
              <a:avLst/>
              <a:gdLst/>
              <a:ahLst/>
              <a:cxnLst/>
              <a:rect l="l" t="t" r="r" b="b"/>
              <a:pathLst>
                <a:path w="4133" h="8266" extrusionOk="0">
                  <a:moveTo>
                    <a:pt x="1" y="0"/>
                  </a:moveTo>
                  <a:lnTo>
                    <a:pt x="1" y="1182"/>
                  </a:lnTo>
                  <a:cubicBezTo>
                    <a:pt x="1627" y="1182"/>
                    <a:pt x="2952" y="2506"/>
                    <a:pt x="2952" y="4133"/>
                  </a:cubicBezTo>
                  <a:cubicBezTo>
                    <a:pt x="2952" y="5761"/>
                    <a:pt x="1627" y="7085"/>
                    <a:pt x="1" y="7085"/>
                  </a:cubicBezTo>
                  <a:lnTo>
                    <a:pt x="1" y="8265"/>
                  </a:lnTo>
                  <a:cubicBezTo>
                    <a:pt x="2279" y="8265"/>
                    <a:pt x="4133" y="6411"/>
                    <a:pt x="4133" y="4133"/>
                  </a:cubicBezTo>
                  <a:cubicBezTo>
                    <a:pt x="4133" y="1854"/>
                    <a:pt x="2279" y="0"/>
                    <a:pt x="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6" name="Google Shape;616;p44"/>
            <p:cNvSpPr/>
            <p:nvPr/>
          </p:nvSpPr>
          <p:spPr>
            <a:xfrm>
              <a:off x="1232875" y="3923450"/>
              <a:ext cx="44300" cy="88575"/>
            </a:xfrm>
            <a:custGeom>
              <a:avLst/>
              <a:gdLst/>
              <a:ahLst/>
              <a:cxnLst/>
              <a:rect l="l" t="t" r="r" b="b"/>
              <a:pathLst>
                <a:path w="1772" h="3543" extrusionOk="0">
                  <a:moveTo>
                    <a:pt x="0" y="0"/>
                  </a:moveTo>
                  <a:lnTo>
                    <a:pt x="0" y="1182"/>
                  </a:lnTo>
                  <a:cubicBezTo>
                    <a:pt x="323" y="1188"/>
                    <a:pt x="581" y="1449"/>
                    <a:pt x="581" y="1772"/>
                  </a:cubicBezTo>
                  <a:cubicBezTo>
                    <a:pt x="581" y="2094"/>
                    <a:pt x="323" y="2357"/>
                    <a:pt x="0" y="2363"/>
                  </a:cubicBezTo>
                  <a:lnTo>
                    <a:pt x="0" y="3543"/>
                  </a:lnTo>
                  <a:cubicBezTo>
                    <a:pt x="979" y="3543"/>
                    <a:pt x="1771" y="2749"/>
                    <a:pt x="1771" y="1772"/>
                  </a:cubicBezTo>
                  <a:cubicBezTo>
                    <a:pt x="1771" y="794"/>
                    <a:pt x="979" y="2"/>
                    <a:pt x="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17" name="Google Shape;617;p44"/>
          <p:cNvSpPr/>
          <p:nvPr/>
        </p:nvSpPr>
        <p:spPr>
          <a:xfrm>
            <a:off x="8378200" y="875892"/>
            <a:ext cx="203100" cy="2544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8" name="Google Shape;618;p44"/>
          <p:cNvSpPr/>
          <p:nvPr/>
        </p:nvSpPr>
        <p:spPr>
          <a:xfrm>
            <a:off x="8213925" y="2045525"/>
            <a:ext cx="109200" cy="136800"/>
          </a:xfrm>
          <a:prstGeom prst="star4">
            <a:avLst>
              <a:gd name="adj" fmla="val 12011"/>
            </a:avLst>
          </a:prstGeom>
          <a:solidFill>
            <a:schemeClr val="dk1"/>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9" name="Google Shape;619;p44"/>
          <p:cNvSpPr/>
          <p:nvPr/>
        </p:nvSpPr>
        <p:spPr>
          <a:xfrm>
            <a:off x="8568775" y="3251677"/>
            <a:ext cx="162900" cy="2040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 name="Google Shape;620;p44"/>
          <p:cNvSpPr/>
          <p:nvPr/>
        </p:nvSpPr>
        <p:spPr>
          <a:xfrm>
            <a:off x="529725" y="2810625"/>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1" name="Google Shape;621;p44"/>
          <p:cNvSpPr/>
          <p:nvPr/>
        </p:nvSpPr>
        <p:spPr>
          <a:xfrm>
            <a:off x="857675" y="4506350"/>
            <a:ext cx="162900" cy="2043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2" name="Google Shape;622;p44"/>
          <p:cNvSpPr/>
          <p:nvPr/>
        </p:nvSpPr>
        <p:spPr>
          <a:xfrm>
            <a:off x="761775" y="535000"/>
            <a:ext cx="203100" cy="2544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3" name="Google Shape;623;p44"/>
          <p:cNvSpPr/>
          <p:nvPr/>
        </p:nvSpPr>
        <p:spPr>
          <a:xfrm>
            <a:off x="8185100" y="4636100"/>
            <a:ext cx="109200" cy="136800"/>
          </a:xfrm>
          <a:prstGeom prst="star4">
            <a:avLst>
              <a:gd name="adj" fmla="val 12011"/>
            </a:avLst>
          </a:prstGeom>
          <a:solidFill>
            <a:schemeClr val="lt2"/>
          </a:solidFill>
          <a:ln>
            <a:noFill/>
          </a:ln>
          <a:effectLst>
            <a:outerShdw blurRad="71438"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627"/>
        <p:cNvGrpSpPr/>
        <p:nvPr/>
      </p:nvGrpSpPr>
      <p:grpSpPr>
        <a:xfrm>
          <a:off x="0" y="0"/>
          <a:ext cx="0" cy="0"/>
          <a:chOff x="0" y="0"/>
          <a:chExt cx="0" cy="0"/>
        </a:xfrm>
      </p:grpSpPr>
      <p:sp>
        <p:nvSpPr>
          <p:cNvPr id="628" name="Google Shape;628;p45"/>
          <p:cNvSpPr txBox="1">
            <a:spLocks noGrp="1"/>
          </p:cNvSpPr>
          <p:nvPr>
            <p:ph type="title" idx="15"/>
          </p:nvPr>
        </p:nvSpPr>
        <p:spPr>
          <a:xfrm>
            <a:off x="720000" y="532925"/>
            <a:ext cx="7704000" cy="440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RECOMMENDATIONS</a:t>
            </a:r>
            <a:endParaRPr/>
          </a:p>
        </p:txBody>
      </p:sp>
      <p:sp>
        <p:nvSpPr>
          <p:cNvPr id="629" name="Google Shape;629;p45"/>
          <p:cNvSpPr txBox="1">
            <a:spLocks noGrp="1"/>
          </p:cNvSpPr>
          <p:nvPr>
            <p:ph type="title"/>
          </p:nvPr>
        </p:nvSpPr>
        <p:spPr>
          <a:xfrm>
            <a:off x="3960440" y="1392726"/>
            <a:ext cx="2007900" cy="4782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Mercury</a:t>
            </a:r>
            <a:endParaRPr/>
          </a:p>
        </p:txBody>
      </p:sp>
      <p:sp>
        <p:nvSpPr>
          <p:cNvPr id="630" name="Google Shape;630;p45"/>
          <p:cNvSpPr txBox="1">
            <a:spLocks noGrp="1"/>
          </p:cNvSpPr>
          <p:nvPr>
            <p:ph type="subTitle" idx="1"/>
          </p:nvPr>
        </p:nvSpPr>
        <p:spPr>
          <a:xfrm>
            <a:off x="3960440" y="1885164"/>
            <a:ext cx="2007900" cy="4395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It’s the closest planet to the Sun</a:t>
            </a:r>
            <a:endParaRPr/>
          </a:p>
        </p:txBody>
      </p:sp>
      <p:sp>
        <p:nvSpPr>
          <p:cNvPr id="631" name="Google Shape;631;p45"/>
          <p:cNvSpPr txBox="1">
            <a:spLocks noGrp="1"/>
          </p:cNvSpPr>
          <p:nvPr>
            <p:ph type="title" idx="2"/>
          </p:nvPr>
        </p:nvSpPr>
        <p:spPr>
          <a:xfrm>
            <a:off x="3960440" y="2499464"/>
            <a:ext cx="2007900" cy="4782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Venus</a:t>
            </a:r>
            <a:endParaRPr/>
          </a:p>
        </p:txBody>
      </p:sp>
      <p:sp>
        <p:nvSpPr>
          <p:cNvPr id="632" name="Google Shape;632;p45"/>
          <p:cNvSpPr txBox="1">
            <a:spLocks noGrp="1"/>
          </p:cNvSpPr>
          <p:nvPr>
            <p:ph type="subTitle" idx="3"/>
          </p:nvPr>
        </p:nvSpPr>
        <p:spPr>
          <a:xfrm>
            <a:off x="3960440" y="2991901"/>
            <a:ext cx="2007900" cy="4395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Venus is the second planet from the Sun</a:t>
            </a:r>
            <a:endParaRPr/>
          </a:p>
        </p:txBody>
      </p:sp>
      <p:sp>
        <p:nvSpPr>
          <p:cNvPr id="633" name="Google Shape;633;p45"/>
          <p:cNvSpPr txBox="1">
            <a:spLocks noGrp="1"/>
          </p:cNvSpPr>
          <p:nvPr>
            <p:ph type="title" idx="4"/>
          </p:nvPr>
        </p:nvSpPr>
        <p:spPr>
          <a:xfrm>
            <a:off x="3960440" y="3606211"/>
            <a:ext cx="2007900" cy="4782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Jupiter</a:t>
            </a:r>
            <a:endParaRPr/>
          </a:p>
        </p:txBody>
      </p:sp>
      <p:sp>
        <p:nvSpPr>
          <p:cNvPr id="634" name="Google Shape;634;p45"/>
          <p:cNvSpPr txBox="1">
            <a:spLocks noGrp="1"/>
          </p:cNvSpPr>
          <p:nvPr>
            <p:ph type="subTitle" idx="5"/>
          </p:nvPr>
        </p:nvSpPr>
        <p:spPr>
          <a:xfrm>
            <a:off x="3960440" y="4098649"/>
            <a:ext cx="2007900" cy="4395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Jupiter is the biggest planet of them all</a:t>
            </a:r>
            <a:endParaRPr/>
          </a:p>
        </p:txBody>
      </p:sp>
      <p:sp>
        <p:nvSpPr>
          <p:cNvPr id="635" name="Google Shape;635;p45"/>
          <p:cNvSpPr txBox="1">
            <a:spLocks noGrp="1"/>
          </p:cNvSpPr>
          <p:nvPr>
            <p:ph type="title" idx="6"/>
          </p:nvPr>
        </p:nvSpPr>
        <p:spPr>
          <a:xfrm>
            <a:off x="6387442" y="3606211"/>
            <a:ext cx="2007900" cy="4782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Saturn</a:t>
            </a:r>
            <a:endParaRPr/>
          </a:p>
        </p:txBody>
      </p:sp>
      <p:sp>
        <p:nvSpPr>
          <p:cNvPr id="636" name="Google Shape;636;p45"/>
          <p:cNvSpPr txBox="1">
            <a:spLocks noGrp="1"/>
          </p:cNvSpPr>
          <p:nvPr>
            <p:ph type="subTitle" idx="7"/>
          </p:nvPr>
        </p:nvSpPr>
        <p:spPr>
          <a:xfrm>
            <a:off x="6387442" y="4098649"/>
            <a:ext cx="2007900" cy="4395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It’s composed of hydrogen and helium</a:t>
            </a:r>
            <a:endParaRPr/>
          </a:p>
        </p:txBody>
      </p:sp>
      <p:sp>
        <p:nvSpPr>
          <p:cNvPr id="637" name="Google Shape;637;p45"/>
          <p:cNvSpPr txBox="1">
            <a:spLocks noGrp="1"/>
          </p:cNvSpPr>
          <p:nvPr>
            <p:ph type="title" idx="8"/>
          </p:nvPr>
        </p:nvSpPr>
        <p:spPr>
          <a:xfrm>
            <a:off x="6387453" y="1404226"/>
            <a:ext cx="2007900" cy="4782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Mars</a:t>
            </a:r>
            <a:endParaRPr/>
          </a:p>
        </p:txBody>
      </p:sp>
      <p:sp>
        <p:nvSpPr>
          <p:cNvPr id="638" name="Google Shape;638;p45"/>
          <p:cNvSpPr txBox="1">
            <a:spLocks noGrp="1"/>
          </p:cNvSpPr>
          <p:nvPr>
            <p:ph type="subTitle" idx="9"/>
          </p:nvPr>
        </p:nvSpPr>
        <p:spPr>
          <a:xfrm>
            <a:off x="6387453" y="1885164"/>
            <a:ext cx="2007900" cy="4395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Mars is actually a very cold place</a:t>
            </a:r>
            <a:endParaRPr/>
          </a:p>
        </p:txBody>
      </p:sp>
      <p:sp>
        <p:nvSpPr>
          <p:cNvPr id="639" name="Google Shape;639;p45"/>
          <p:cNvSpPr txBox="1">
            <a:spLocks noGrp="1"/>
          </p:cNvSpPr>
          <p:nvPr>
            <p:ph type="title" idx="13"/>
          </p:nvPr>
        </p:nvSpPr>
        <p:spPr>
          <a:xfrm>
            <a:off x="6387453" y="2499486"/>
            <a:ext cx="2007900" cy="4782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Neptune</a:t>
            </a:r>
            <a:endParaRPr/>
          </a:p>
        </p:txBody>
      </p:sp>
      <p:sp>
        <p:nvSpPr>
          <p:cNvPr id="640" name="Google Shape;640;p45"/>
          <p:cNvSpPr txBox="1">
            <a:spLocks noGrp="1"/>
          </p:cNvSpPr>
          <p:nvPr>
            <p:ph type="subTitle" idx="14"/>
          </p:nvPr>
        </p:nvSpPr>
        <p:spPr>
          <a:xfrm>
            <a:off x="6387453" y="2991901"/>
            <a:ext cx="2007900" cy="4395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It’s the farthest planet from the Sun</a:t>
            </a:r>
            <a:endParaRPr/>
          </a:p>
        </p:txBody>
      </p:sp>
      <p:pic>
        <p:nvPicPr>
          <p:cNvPr id="641" name="Google Shape;641;p45"/>
          <p:cNvPicPr preferRelativeResize="0"/>
          <p:nvPr/>
        </p:nvPicPr>
        <p:blipFill>
          <a:blip r:embed="rId3">
            <a:alphaModFix/>
          </a:blip>
          <a:stretch>
            <a:fillRect/>
          </a:stretch>
        </p:blipFill>
        <p:spPr>
          <a:xfrm rot="-469007">
            <a:off x="1635881" y="2479532"/>
            <a:ext cx="1663439" cy="1907487"/>
          </a:xfrm>
          <a:prstGeom prst="rect">
            <a:avLst/>
          </a:prstGeom>
          <a:noFill/>
          <a:ln>
            <a:noFill/>
          </a:ln>
        </p:spPr>
      </p:pic>
      <p:pic>
        <p:nvPicPr>
          <p:cNvPr id="642" name="Google Shape;642;p45"/>
          <p:cNvPicPr preferRelativeResize="0"/>
          <p:nvPr/>
        </p:nvPicPr>
        <p:blipFill>
          <a:blip r:embed="rId4">
            <a:alphaModFix/>
          </a:blip>
          <a:stretch>
            <a:fillRect/>
          </a:stretch>
        </p:blipFill>
        <p:spPr>
          <a:xfrm rot="-751749">
            <a:off x="873088" y="1180159"/>
            <a:ext cx="1910474" cy="1353834"/>
          </a:xfrm>
          <a:prstGeom prst="rect">
            <a:avLst/>
          </a:prstGeom>
          <a:noFill/>
          <a:ln>
            <a:noFill/>
          </a:ln>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646"/>
        <p:cNvGrpSpPr/>
        <p:nvPr/>
      </p:nvGrpSpPr>
      <p:grpSpPr>
        <a:xfrm>
          <a:off x="0" y="0"/>
          <a:ext cx="0" cy="0"/>
          <a:chOff x="0" y="0"/>
          <a:chExt cx="0" cy="0"/>
        </a:xfrm>
      </p:grpSpPr>
      <p:sp>
        <p:nvSpPr>
          <p:cNvPr id="647" name="Google Shape;647;p46"/>
          <p:cNvSpPr txBox="1">
            <a:spLocks noGrp="1"/>
          </p:cNvSpPr>
          <p:nvPr>
            <p:ph type="title"/>
          </p:nvPr>
        </p:nvSpPr>
        <p:spPr>
          <a:xfrm>
            <a:off x="995400" y="1003950"/>
            <a:ext cx="7153200" cy="31356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AWESOME WORDS</a:t>
            </a:r>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679"/>
        <p:cNvGrpSpPr/>
        <p:nvPr/>
      </p:nvGrpSpPr>
      <p:grpSpPr>
        <a:xfrm>
          <a:off x="0" y="0"/>
          <a:ext cx="0" cy="0"/>
          <a:chOff x="0" y="0"/>
          <a:chExt cx="0" cy="0"/>
        </a:xfrm>
      </p:grpSpPr>
      <p:sp>
        <p:nvSpPr>
          <p:cNvPr id="680" name="Google Shape;680;p50"/>
          <p:cNvSpPr txBox="1">
            <a:spLocks noGrp="1"/>
          </p:cNvSpPr>
          <p:nvPr>
            <p:ph type="subTitle" idx="1"/>
          </p:nvPr>
        </p:nvSpPr>
        <p:spPr>
          <a:xfrm>
            <a:off x="4981575" y="3133675"/>
            <a:ext cx="3447300" cy="9810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Images reveal large amounts of data, so remember: use an image instead of a long text. Your audience will appreciate it</a:t>
            </a:r>
            <a:endParaRPr/>
          </a:p>
        </p:txBody>
      </p:sp>
      <p:sp>
        <p:nvSpPr>
          <p:cNvPr id="681" name="Google Shape;681;p50"/>
          <p:cNvSpPr txBox="1">
            <a:spLocks noGrp="1"/>
          </p:cNvSpPr>
          <p:nvPr>
            <p:ph type="title"/>
          </p:nvPr>
        </p:nvSpPr>
        <p:spPr>
          <a:xfrm>
            <a:off x="4981575" y="944575"/>
            <a:ext cx="3447300" cy="21891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A PICTURE ALWAYS REINFORCES THE CONCEPT</a:t>
            </a:r>
            <a:endParaRPr/>
          </a:p>
        </p:txBody>
      </p:sp>
      <p:pic>
        <p:nvPicPr>
          <p:cNvPr id="682" name="Google Shape;682;p50"/>
          <p:cNvPicPr preferRelativeResize="0"/>
          <p:nvPr/>
        </p:nvPicPr>
        <p:blipFill rotWithShape="1">
          <a:blip r:embed="rId3">
            <a:alphaModFix/>
          </a:blip>
          <a:srcRect t="5713" b="28083"/>
          <a:stretch/>
        </p:blipFill>
        <p:spPr>
          <a:xfrm>
            <a:off x="1020825" y="802050"/>
            <a:ext cx="3568500" cy="3539400"/>
          </a:xfrm>
          <a:prstGeom prst="ellipse">
            <a:avLst/>
          </a:prstGeom>
          <a:noFill/>
          <a:ln>
            <a:noFill/>
          </a:ln>
          <a:effectLst>
            <a:outerShdw blurRad="85725" dist="57150" dir="3000000" algn="bl" rotWithShape="0">
              <a:srgbClr val="000000">
                <a:alpha val="21000"/>
              </a:srgbClr>
            </a:outerShdw>
          </a:effectLst>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686"/>
        <p:cNvGrpSpPr/>
        <p:nvPr/>
      </p:nvGrpSpPr>
      <p:grpSpPr>
        <a:xfrm>
          <a:off x="0" y="0"/>
          <a:ext cx="0" cy="0"/>
          <a:chOff x="0" y="0"/>
          <a:chExt cx="0" cy="0"/>
        </a:xfrm>
      </p:grpSpPr>
      <p:pic>
        <p:nvPicPr>
          <p:cNvPr id="687" name="Google Shape;687;p51"/>
          <p:cNvPicPr preferRelativeResize="0"/>
          <p:nvPr/>
        </p:nvPicPr>
        <p:blipFill rotWithShape="1">
          <a:blip r:embed="rId3">
            <a:alphaModFix/>
          </a:blip>
          <a:srcRect l="25007" t="40373" r="22399" b="44658"/>
          <a:stretch/>
        </p:blipFill>
        <p:spPr>
          <a:xfrm>
            <a:off x="5322625" y="3767700"/>
            <a:ext cx="2211749" cy="297751"/>
          </a:xfrm>
          <a:prstGeom prst="rect">
            <a:avLst/>
          </a:prstGeom>
          <a:noFill/>
          <a:ln>
            <a:noFill/>
          </a:ln>
        </p:spPr>
      </p:pic>
      <p:sp>
        <p:nvSpPr>
          <p:cNvPr id="688" name="Google Shape;688;p51"/>
          <p:cNvSpPr txBox="1">
            <a:spLocks noGrp="1"/>
          </p:cNvSpPr>
          <p:nvPr>
            <p:ph type="subTitle" idx="1"/>
          </p:nvPr>
        </p:nvSpPr>
        <p:spPr>
          <a:xfrm>
            <a:off x="791300" y="2744425"/>
            <a:ext cx="3447300" cy="821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You can replace the image on the screen with your own work. Just right-click on it and select “Replace image”</a:t>
            </a:r>
            <a:endParaRPr/>
          </a:p>
        </p:txBody>
      </p:sp>
      <p:sp>
        <p:nvSpPr>
          <p:cNvPr id="689" name="Google Shape;689;p51"/>
          <p:cNvSpPr txBox="1">
            <a:spLocks noGrp="1"/>
          </p:cNvSpPr>
          <p:nvPr>
            <p:ph type="title"/>
          </p:nvPr>
        </p:nvSpPr>
        <p:spPr>
          <a:xfrm>
            <a:off x="791300" y="1577375"/>
            <a:ext cx="3447300" cy="1132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DESKTOP SOFTWARE</a:t>
            </a:r>
            <a:endParaRPr/>
          </a:p>
        </p:txBody>
      </p:sp>
      <p:pic>
        <p:nvPicPr>
          <p:cNvPr id="690" name="Google Shape;690;p51"/>
          <p:cNvPicPr preferRelativeResize="0"/>
          <p:nvPr/>
        </p:nvPicPr>
        <p:blipFill>
          <a:blip r:embed="rId4">
            <a:alphaModFix/>
          </a:blip>
          <a:stretch>
            <a:fillRect/>
          </a:stretch>
        </p:blipFill>
        <p:spPr>
          <a:xfrm>
            <a:off x="4553950" y="1078050"/>
            <a:ext cx="3695226" cy="2839351"/>
          </a:xfrm>
          <a:prstGeom prst="rect">
            <a:avLst/>
          </a:prstGeom>
          <a:noFill/>
          <a:ln>
            <a:noFill/>
          </a:ln>
        </p:spPr>
      </p:pic>
      <p:pic>
        <p:nvPicPr>
          <p:cNvPr id="691" name="Google Shape;691;p51"/>
          <p:cNvPicPr preferRelativeResize="0"/>
          <p:nvPr/>
        </p:nvPicPr>
        <p:blipFill>
          <a:blip r:embed="rId5">
            <a:alphaModFix/>
          </a:blip>
          <a:stretch>
            <a:fillRect/>
          </a:stretch>
        </p:blipFill>
        <p:spPr>
          <a:xfrm>
            <a:off x="4700589" y="1279648"/>
            <a:ext cx="3401948" cy="1910274"/>
          </a:xfrm>
          <a:prstGeom prst="rect">
            <a:avLst/>
          </a:prstGeom>
          <a:noFill/>
          <a:ln>
            <a:noFill/>
          </a:ln>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695"/>
        <p:cNvGrpSpPr/>
        <p:nvPr/>
      </p:nvGrpSpPr>
      <p:grpSpPr>
        <a:xfrm>
          <a:off x="0" y="0"/>
          <a:ext cx="0" cy="0"/>
          <a:chOff x="0" y="0"/>
          <a:chExt cx="0" cy="0"/>
        </a:xfrm>
      </p:grpSpPr>
      <p:sp>
        <p:nvSpPr>
          <p:cNvPr id="696" name="Google Shape;696;p52"/>
          <p:cNvSpPr txBox="1">
            <a:spLocks noGrp="1"/>
          </p:cNvSpPr>
          <p:nvPr>
            <p:ph type="subTitle" idx="1"/>
          </p:nvPr>
        </p:nvSpPr>
        <p:spPr>
          <a:xfrm>
            <a:off x="1284000" y="3069625"/>
            <a:ext cx="6576000" cy="4446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Big numbers catch your audience’s attention</a:t>
            </a:r>
            <a:endParaRPr/>
          </a:p>
        </p:txBody>
      </p:sp>
      <p:sp>
        <p:nvSpPr>
          <p:cNvPr id="697" name="Google Shape;697;p52"/>
          <p:cNvSpPr txBox="1">
            <a:spLocks noGrp="1"/>
          </p:cNvSpPr>
          <p:nvPr>
            <p:ph type="title"/>
          </p:nvPr>
        </p:nvSpPr>
        <p:spPr>
          <a:xfrm>
            <a:off x="1284000" y="1558475"/>
            <a:ext cx="6576000" cy="15111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150,000</a:t>
            </a:r>
            <a:endParaRPr/>
          </a:p>
        </p:txBody>
      </p:sp>
      <p:pic>
        <p:nvPicPr>
          <p:cNvPr id="698" name="Google Shape;698;p52"/>
          <p:cNvPicPr preferRelativeResize="0"/>
          <p:nvPr/>
        </p:nvPicPr>
        <p:blipFill>
          <a:blip r:embed="rId3">
            <a:alphaModFix/>
          </a:blip>
          <a:stretch>
            <a:fillRect/>
          </a:stretch>
        </p:blipFill>
        <p:spPr>
          <a:xfrm rot="405633">
            <a:off x="611629" y="635329"/>
            <a:ext cx="1223797" cy="1043213"/>
          </a:xfrm>
          <a:prstGeom prst="rect">
            <a:avLst/>
          </a:prstGeom>
          <a:noFill/>
          <a:ln>
            <a:noFill/>
          </a:ln>
        </p:spPr>
      </p:pic>
      <p:pic>
        <p:nvPicPr>
          <p:cNvPr id="699" name="Google Shape;699;p52"/>
          <p:cNvPicPr preferRelativeResize="0"/>
          <p:nvPr/>
        </p:nvPicPr>
        <p:blipFill>
          <a:blip r:embed="rId4">
            <a:alphaModFix/>
          </a:blip>
          <a:stretch>
            <a:fillRect/>
          </a:stretch>
        </p:blipFill>
        <p:spPr>
          <a:xfrm rot="-800544" flipH="1">
            <a:off x="7109866" y="3395659"/>
            <a:ext cx="1219890" cy="1039161"/>
          </a:xfrm>
          <a:prstGeom prst="rect">
            <a:avLst/>
          </a:prstGeom>
          <a:noFill/>
          <a:ln>
            <a:noFill/>
          </a:ln>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703"/>
        <p:cNvGrpSpPr/>
        <p:nvPr/>
      </p:nvGrpSpPr>
      <p:grpSpPr>
        <a:xfrm>
          <a:off x="0" y="0"/>
          <a:ext cx="0" cy="0"/>
          <a:chOff x="0" y="0"/>
          <a:chExt cx="0" cy="0"/>
        </a:xfrm>
      </p:grpSpPr>
      <p:sp>
        <p:nvSpPr>
          <p:cNvPr id="704" name="Google Shape;704;p53"/>
          <p:cNvSpPr txBox="1">
            <a:spLocks noGrp="1"/>
          </p:cNvSpPr>
          <p:nvPr>
            <p:ph type="title"/>
          </p:nvPr>
        </p:nvSpPr>
        <p:spPr>
          <a:xfrm>
            <a:off x="1284000" y="540000"/>
            <a:ext cx="6576000" cy="828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9h 55m 23s</a:t>
            </a:r>
            <a:endParaRPr/>
          </a:p>
        </p:txBody>
      </p:sp>
      <p:sp>
        <p:nvSpPr>
          <p:cNvPr id="705" name="Google Shape;705;p53"/>
          <p:cNvSpPr txBox="1">
            <a:spLocks noGrp="1"/>
          </p:cNvSpPr>
          <p:nvPr>
            <p:ph type="subTitle" idx="1"/>
          </p:nvPr>
        </p:nvSpPr>
        <p:spPr>
          <a:xfrm>
            <a:off x="1284000" y="1322225"/>
            <a:ext cx="6576000" cy="356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Is Jupiter's rotation period</a:t>
            </a:r>
            <a:endParaRPr/>
          </a:p>
        </p:txBody>
      </p:sp>
      <p:sp>
        <p:nvSpPr>
          <p:cNvPr id="706" name="Google Shape;706;p53"/>
          <p:cNvSpPr txBox="1">
            <a:spLocks noGrp="1"/>
          </p:cNvSpPr>
          <p:nvPr>
            <p:ph type="title" idx="2"/>
          </p:nvPr>
        </p:nvSpPr>
        <p:spPr>
          <a:xfrm>
            <a:off x="1284000" y="1996138"/>
            <a:ext cx="6576000" cy="828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333,000.000</a:t>
            </a:r>
            <a:endParaRPr/>
          </a:p>
        </p:txBody>
      </p:sp>
      <p:sp>
        <p:nvSpPr>
          <p:cNvPr id="707" name="Google Shape;707;p53"/>
          <p:cNvSpPr txBox="1">
            <a:spLocks noGrp="1"/>
          </p:cNvSpPr>
          <p:nvPr>
            <p:ph type="subTitle" idx="3"/>
          </p:nvPr>
        </p:nvSpPr>
        <p:spPr>
          <a:xfrm>
            <a:off x="1284000" y="2778363"/>
            <a:ext cx="6576000" cy="356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Earths is the Sun’s mass</a:t>
            </a:r>
            <a:endParaRPr/>
          </a:p>
        </p:txBody>
      </p:sp>
      <p:sp>
        <p:nvSpPr>
          <p:cNvPr id="708" name="Google Shape;708;p53"/>
          <p:cNvSpPr txBox="1">
            <a:spLocks noGrp="1"/>
          </p:cNvSpPr>
          <p:nvPr>
            <p:ph type="title" idx="4"/>
          </p:nvPr>
        </p:nvSpPr>
        <p:spPr>
          <a:xfrm>
            <a:off x="1284000" y="3452288"/>
            <a:ext cx="6576000" cy="828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386,000 km</a:t>
            </a:r>
            <a:endParaRPr/>
          </a:p>
        </p:txBody>
      </p:sp>
      <p:sp>
        <p:nvSpPr>
          <p:cNvPr id="709" name="Google Shape;709;p53"/>
          <p:cNvSpPr txBox="1">
            <a:spLocks noGrp="1"/>
          </p:cNvSpPr>
          <p:nvPr>
            <p:ph type="subTitle" idx="5"/>
          </p:nvPr>
        </p:nvSpPr>
        <p:spPr>
          <a:xfrm>
            <a:off x="1284000" y="4234513"/>
            <a:ext cx="6576000" cy="356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Is the distance between Earth and the Moon</a:t>
            </a:r>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752"/>
        <p:cNvGrpSpPr/>
        <p:nvPr/>
      </p:nvGrpSpPr>
      <p:grpSpPr>
        <a:xfrm>
          <a:off x="0" y="0"/>
          <a:ext cx="0" cy="0"/>
          <a:chOff x="0" y="0"/>
          <a:chExt cx="0" cy="0"/>
        </a:xfrm>
      </p:grpSpPr>
      <p:sp>
        <p:nvSpPr>
          <p:cNvPr id="753" name="Google Shape;753;p56"/>
          <p:cNvSpPr txBox="1">
            <a:spLocks noGrp="1"/>
          </p:cNvSpPr>
          <p:nvPr>
            <p:ph type="title"/>
          </p:nvPr>
        </p:nvSpPr>
        <p:spPr>
          <a:xfrm>
            <a:off x="720000" y="532925"/>
            <a:ext cx="7704000" cy="440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PRACTICAL EXERCISE</a:t>
            </a:r>
            <a:endParaRPr/>
          </a:p>
        </p:txBody>
      </p:sp>
      <p:sp>
        <p:nvSpPr>
          <p:cNvPr id="754" name="Google Shape;754;p56"/>
          <p:cNvSpPr txBox="1">
            <a:spLocks noGrp="1"/>
          </p:cNvSpPr>
          <p:nvPr>
            <p:ph type="subTitle" idx="1"/>
          </p:nvPr>
        </p:nvSpPr>
        <p:spPr>
          <a:xfrm>
            <a:off x="2078250" y="1030350"/>
            <a:ext cx="4987500" cy="11016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Venus</a:t>
            </a:r>
            <a:r>
              <a:rPr lang="en" b="1"/>
              <a:t> </a:t>
            </a:r>
            <a:r>
              <a:rPr lang="en"/>
              <a:t>has a beautiful name and is the second planet from the Sun. It’s terribly hot, even hotter than Mercury, and its atmosphere is extremely poisonous. It’s the second-brightest natural object in the night sky after the Moon</a:t>
            </a:r>
            <a:endParaRPr/>
          </a:p>
        </p:txBody>
      </p:sp>
      <p:sp>
        <p:nvSpPr>
          <p:cNvPr id="755" name="Google Shape;755;p56"/>
          <p:cNvSpPr/>
          <p:nvPr/>
        </p:nvSpPr>
        <p:spPr>
          <a:xfrm>
            <a:off x="1418663" y="2847475"/>
            <a:ext cx="1003500" cy="1003500"/>
          </a:xfrm>
          <a:prstGeom prst="ellipse">
            <a:avLst/>
          </a:prstGeom>
          <a:solidFill>
            <a:schemeClr val="lt2"/>
          </a:solidFill>
          <a:ln>
            <a:noFill/>
          </a:ln>
          <a:effectLst>
            <a:outerShdw blurRad="71438" dist="47625" dir="3000000" algn="bl" rotWithShape="0">
              <a:srgbClr val="000000">
                <a:alpha val="22000"/>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 name="Google Shape;756;p56"/>
          <p:cNvSpPr/>
          <p:nvPr/>
        </p:nvSpPr>
        <p:spPr>
          <a:xfrm>
            <a:off x="3187663" y="2847475"/>
            <a:ext cx="1003500" cy="1003500"/>
          </a:xfrm>
          <a:prstGeom prst="ellipse">
            <a:avLst/>
          </a:prstGeom>
          <a:solidFill>
            <a:schemeClr val="lt2"/>
          </a:solidFill>
          <a:ln>
            <a:noFill/>
          </a:ln>
          <a:effectLst>
            <a:outerShdw blurRad="71438" dist="47625" dir="3000000" algn="bl" rotWithShape="0">
              <a:srgbClr val="000000">
                <a:alpha val="22000"/>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 name="Google Shape;757;p56"/>
          <p:cNvSpPr/>
          <p:nvPr/>
        </p:nvSpPr>
        <p:spPr>
          <a:xfrm>
            <a:off x="4956663" y="2847475"/>
            <a:ext cx="1003500" cy="1003500"/>
          </a:xfrm>
          <a:prstGeom prst="ellipse">
            <a:avLst/>
          </a:prstGeom>
          <a:solidFill>
            <a:schemeClr val="lt2"/>
          </a:solidFill>
          <a:ln>
            <a:noFill/>
          </a:ln>
          <a:effectLst>
            <a:outerShdw blurRad="71438" dist="47625" dir="3000000" algn="bl" rotWithShape="0">
              <a:srgbClr val="000000">
                <a:alpha val="22000"/>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758" name="Google Shape;758;p56"/>
          <p:cNvCxnSpPr>
            <a:stCxn id="755" idx="6"/>
            <a:endCxn id="756" idx="2"/>
          </p:cNvCxnSpPr>
          <p:nvPr/>
        </p:nvCxnSpPr>
        <p:spPr>
          <a:xfrm>
            <a:off x="2422163" y="3349225"/>
            <a:ext cx="765600" cy="0"/>
          </a:xfrm>
          <a:prstGeom prst="straightConnector1">
            <a:avLst/>
          </a:prstGeom>
          <a:noFill/>
          <a:ln w="19050" cap="flat" cmpd="sng">
            <a:solidFill>
              <a:schemeClr val="lt2"/>
            </a:solidFill>
            <a:prstDash val="solid"/>
            <a:round/>
            <a:headEnd type="none" w="med" len="med"/>
            <a:tailEnd type="none" w="med" len="med"/>
          </a:ln>
        </p:spPr>
      </p:cxnSp>
      <p:cxnSp>
        <p:nvCxnSpPr>
          <p:cNvPr id="759" name="Google Shape;759;p56"/>
          <p:cNvCxnSpPr>
            <a:stCxn id="756" idx="6"/>
            <a:endCxn id="757" idx="2"/>
          </p:cNvCxnSpPr>
          <p:nvPr/>
        </p:nvCxnSpPr>
        <p:spPr>
          <a:xfrm>
            <a:off x="4191163" y="3349225"/>
            <a:ext cx="765600" cy="0"/>
          </a:xfrm>
          <a:prstGeom prst="straightConnector1">
            <a:avLst/>
          </a:prstGeom>
          <a:noFill/>
          <a:ln w="19050" cap="flat" cmpd="sng">
            <a:solidFill>
              <a:schemeClr val="lt2"/>
            </a:solidFill>
            <a:prstDash val="solid"/>
            <a:round/>
            <a:headEnd type="none" w="med" len="med"/>
            <a:tailEnd type="none" w="med" len="med"/>
          </a:ln>
        </p:spPr>
      </p:cxnSp>
      <p:sp>
        <p:nvSpPr>
          <p:cNvPr id="760" name="Google Shape;760;p56"/>
          <p:cNvSpPr txBox="1"/>
          <p:nvPr/>
        </p:nvSpPr>
        <p:spPr>
          <a:xfrm>
            <a:off x="2882563" y="2323125"/>
            <a:ext cx="1613700" cy="400200"/>
          </a:xfrm>
          <a:prstGeom prst="rect">
            <a:avLst/>
          </a:prstGeom>
          <a:noFill/>
          <a:ln>
            <a:noFill/>
          </a:ln>
          <a:effectLst>
            <a:outerShdw blurRad="71438" dist="47625" dir="2940000" algn="bl" rotWithShape="0">
              <a:srgbClr val="000000">
                <a:alpha val="21000"/>
              </a:srgbClr>
            </a:outerShdw>
          </a:effectLst>
        </p:spPr>
        <p:txBody>
          <a:bodyPr spcFirstLastPara="1" wrap="square" lIns="91425" tIns="91425" rIns="91425" bIns="91425" anchor="ctr" anchorCtr="0">
            <a:noAutofit/>
          </a:bodyPr>
          <a:lstStyle/>
          <a:p>
            <a:pPr marL="0" lvl="0" indent="0" algn="ctr" rtl="0">
              <a:spcBef>
                <a:spcPts val="0"/>
              </a:spcBef>
              <a:spcAft>
                <a:spcPts val="0"/>
              </a:spcAft>
              <a:buNone/>
            </a:pPr>
            <a:r>
              <a:rPr lang="en" sz="2500">
                <a:solidFill>
                  <a:schemeClr val="lt2"/>
                </a:solidFill>
                <a:latin typeface="Righteous"/>
                <a:ea typeface="Righteous"/>
                <a:cs typeface="Righteous"/>
                <a:sym typeface="Righteous"/>
              </a:rPr>
              <a:t>Step 2</a:t>
            </a:r>
            <a:endParaRPr sz="2500">
              <a:solidFill>
                <a:schemeClr val="lt2"/>
              </a:solidFill>
              <a:latin typeface="Righteous"/>
              <a:ea typeface="Righteous"/>
              <a:cs typeface="Righteous"/>
              <a:sym typeface="Righteous"/>
            </a:endParaRPr>
          </a:p>
        </p:txBody>
      </p:sp>
      <p:sp>
        <p:nvSpPr>
          <p:cNvPr id="761" name="Google Shape;761;p56"/>
          <p:cNvSpPr txBox="1"/>
          <p:nvPr/>
        </p:nvSpPr>
        <p:spPr>
          <a:xfrm>
            <a:off x="1113562" y="2323125"/>
            <a:ext cx="1613700" cy="400200"/>
          </a:xfrm>
          <a:prstGeom prst="rect">
            <a:avLst/>
          </a:prstGeom>
          <a:noFill/>
          <a:ln>
            <a:noFill/>
          </a:ln>
          <a:effectLst>
            <a:outerShdw blurRad="71438" dist="47625" dir="2940000" algn="bl" rotWithShape="0">
              <a:srgbClr val="000000">
                <a:alpha val="21000"/>
              </a:srgbClr>
            </a:outerShdw>
          </a:effectLst>
        </p:spPr>
        <p:txBody>
          <a:bodyPr spcFirstLastPara="1" wrap="square" lIns="91425" tIns="91425" rIns="91425" bIns="91425" anchor="ctr" anchorCtr="0">
            <a:noAutofit/>
          </a:bodyPr>
          <a:lstStyle/>
          <a:p>
            <a:pPr marL="0" lvl="0" indent="0" algn="ctr" rtl="0">
              <a:spcBef>
                <a:spcPts val="0"/>
              </a:spcBef>
              <a:spcAft>
                <a:spcPts val="0"/>
              </a:spcAft>
              <a:buNone/>
            </a:pPr>
            <a:r>
              <a:rPr lang="en" sz="2500">
                <a:solidFill>
                  <a:schemeClr val="lt2"/>
                </a:solidFill>
                <a:latin typeface="Righteous"/>
                <a:ea typeface="Righteous"/>
                <a:cs typeface="Righteous"/>
                <a:sym typeface="Righteous"/>
              </a:rPr>
              <a:t>Step 1</a:t>
            </a:r>
            <a:endParaRPr sz="2500">
              <a:solidFill>
                <a:schemeClr val="lt2"/>
              </a:solidFill>
              <a:latin typeface="Righteous"/>
              <a:ea typeface="Righteous"/>
              <a:cs typeface="Righteous"/>
              <a:sym typeface="Righteous"/>
            </a:endParaRPr>
          </a:p>
        </p:txBody>
      </p:sp>
      <p:sp>
        <p:nvSpPr>
          <p:cNvPr id="762" name="Google Shape;762;p56"/>
          <p:cNvSpPr txBox="1"/>
          <p:nvPr/>
        </p:nvSpPr>
        <p:spPr>
          <a:xfrm>
            <a:off x="4651563" y="2323125"/>
            <a:ext cx="1613700" cy="400200"/>
          </a:xfrm>
          <a:prstGeom prst="rect">
            <a:avLst/>
          </a:prstGeom>
          <a:noFill/>
          <a:ln>
            <a:noFill/>
          </a:ln>
          <a:effectLst>
            <a:outerShdw blurRad="71438" dist="47625" dir="2940000" algn="bl" rotWithShape="0">
              <a:srgbClr val="000000">
                <a:alpha val="21000"/>
              </a:srgbClr>
            </a:outerShdw>
          </a:effectLst>
        </p:spPr>
        <p:txBody>
          <a:bodyPr spcFirstLastPara="1" wrap="square" lIns="91425" tIns="91425" rIns="91425" bIns="91425" anchor="ctr" anchorCtr="0">
            <a:noAutofit/>
          </a:bodyPr>
          <a:lstStyle/>
          <a:p>
            <a:pPr marL="0" lvl="0" indent="0" algn="ctr" rtl="0">
              <a:spcBef>
                <a:spcPts val="0"/>
              </a:spcBef>
              <a:spcAft>
                <a:spcPts val="0"/>
              </a:spcAft>
              <a:buNone/>
            </a:pPr>
            <a:r>
              <a:rPr lang="en" sz="2500">
                <a:solidFill>
                  <a:schemeClr val="lt2"/>
                </a:solidFill>
                <a:latin typeface="Righteous"/>
                <a:ea typeface="Righteous"/>
                <a:cs typeface="Righteous"/>
                <a:sym typeface="Righteous"/>
              </a:rPr>
              <a:t>Step 3</a:t>
            </a:r>
            <a:endParaRPr sz="2500">
              <a:solidFill>
                <a:schemeClr val="lt2"/>
              </a:solidFill>
              <a:latin typeface="Righteous"/>
              <a:ea typeface="Righteous"/>
              <a:cs typeface="Righteous"/>
              <a:sym typeface="Righteous"/>
            </a:endParaRPr>
          </a:p>
        </p:txBody>
      </p:sp>
      <p:sp>
        <p:nvSpPr>
          <p:cNvPr id="763" name="Google Shape;763;p56"/>
          <p:cNvSpPr/>
          <p:nvPr/>
        </p:nvSpPr>
        <p:spPr>
          <a:xfrm>
            <a:off x="6721844" y="2847475"/>
            <a:ext cx="1003500" cy="1003500"/>
          </a:xfrm>
          <a:prstGeom prst="ellipse">
            <a:avLst/>
          </a:prstGeom>
          <a:solidFill>
            <a:schemeClr val="lt2"/>
          </a:solidFill>
          <a:ln>
            <a:noFill/>
          </a:ln>
          <a:effectLst>
            <a:outerShdw blurRad="71438" dist="47625" dir="3000000" algn="bl" rotWithShape="0">
              <a:srgbClr val="000000">
                <a:alpha val="22000"/>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764" name="Google Shape;764;p56"/>
          <p:cNvCxnSpPr>
            <a:stCxn id="757" idx="6"/>
            <a:endCxn id="763" idx="2"/>
          </p:cNvCxnSpPr>
          <p:nvPr/>
        </p:nvCxnSpPr>
        <p:spPr>
          <a:xfrm>
            <a:off x="5960163" y="3349225"/>
            <a:ext cx="761700" cy="0"/>
          </a:xfrm>
          <a:prstGeom prst="straightConnector1">
            <a:avLst/>
          </a:prstGeom>
          <a:noFill/>
          <a:ln w="19050" cap="flat" cmpd="sng">
            <a:solidFill>
              <a:schemeClr val="lt2"/>
            </a:solidFill>
            <a:prstDash val="solid"/>
            <a:round/>
            <a:headEnd type="none" w="med" len="med"/>
            <a:tailEnd type="none" w="med" len="med"/>
          </a:ln>
        </p:spPr>
      </p:cxnSp>
      <p:sp>
        <p:nvSpPr>
          <p:cNvPr id="765" name="Google Shape;765;p56"/>
          <p:cNvSpPr txBox="1"/>
          <p:nvPr/>
        </p:nvSpPr>
        <p:spPr>
          <a:xfrm>
            <a:off x="6416744" y="2323125"/>
            <a:ext cx="1613700" cy="400200"/>
          </a:xfrm>
          <a:prstGeom prst="rect">
            <a:avLst/>
          </a:prstGeom>
          <a:noFill/>
          <a:ln>
            <a:noFill/>
          </a:ln>
          <a:effectLst>
            <a:outerShdw blurRad="71438" dist="47625" dir="2940000" algn="bl" rotWithShape="0">
              <a:srgbClr val="000000">
                <a:alpha val="21000"/>
              </a:srgbClr>
            </a:outerShdw>
          </a:effectLst>
        </p:spPr>
        <p:txBody>
          <a:bodyPr spcFirstLastPara="1" wrap="square" lIns="91425" tIns="91425" rIns="91425" bIns="91425" anchor="ctr" anchorCtr="0">
            <a:noAutofit/>
          </a:bodyPr>
          <a:lstStyle/>
          <a:p>
            <a:pPr marL="0" lvl="0" indent="0" algn="ctr" rtl="0">
              <a:spcBef>
                <a:spcPts val="0"/>
              </a:spcBef>
              <a:spcAft>
                <a:spcPts val="0"/>
              </a:spcAft>
              <a:buNone/>
            </a:pPr>
            <a:r>
              <a:rPr lang="en" sz="2500">
                <a:solidFill>
                  <a:schemeClr val="lt2"/>
                </a:solidFill>
                <a:latin typeface="Righteous"/>
                <a:ea typeface="Righteous"/>
                <a:cs typeface="Righteous"/>
                <a:sym typeface="Righteous"/>
              </a:rPr>
              <a:t>Step 4</a:t>
            </a:r>
            <a:endParaRPr sz="2500">
              <a:solidFill>
                <a:schemeClr val="lt2"/>
              </a:solidFill>
              <a:latin typeface="Righteous"/>
              <a:ea typeface="Righteous"/>
              <a:cs typeface="Righteous"/>
              <a:sym typeface="Righteous"/>
            </a:endParaRPr>
          </a:p>
        </p:txBody>
      </p:sp>
      <p:grpSp>
        <p:nvGrpSpPr>
          <p:cNvPr id="766" name="Google Shape;766;p56"/>
          <p:cNvGrpSpPr/>
          <p:nvPr/>
        </p:nvGrpSpPr>
        <p:grpSpPr>
          <a:xfrm>
            <a:off x="1701017" y="3128878"/>
            <a:ext cx="438774" cy="440693"/>
            <a:chOff x="-49764975" y="3551225"/>
            <a:chExt cx="299300" cy="300650"/>
          </a:xfrm>
        </p:grpSpPr>
        <p:sp>
          <p:nvSpPr>
            <p:cNvPr id="767" name="Google Shape;767;p56"/>
            <p:cNvSpPr/>
            <p:nvPr/>
          </p:nvSpPr>
          <p:spPr>
            <a:xfrm>
              <a:off x="-49764975" y="3657325"/>
              <a:ext cx="35450" cy="18125"/>
            </a:xfrm>
            <a:custGeom>
              <a:avLst/>
              <a:gdLst/>
              <a:ahLst/>
              <a:cxnLst/>
              <a:rect l="l" t="t" r="r" b="b"/>
              <a:pathLst>
                <a:path w="1418" h="725" extrusionOk="0">
                  <a:moveTo>
                    <a:pt x="347" y="0"/>
                  </a:moveTo>
                  <a:cubicBezTo>
                    <a:pt x="158" y="0"/>
                    <a:pt x="0" y="158"/>
                    <a:pt x="0" y="378"/>
                  </a:cubicBezTo>
                  <a:cubicBezTo>
                    <a:pt x="0" y="567"/>
                    <a:pt x="158" y="725"/>
                    <a:pt x="347" y="725"/>
                  </a:cubicBezTo>
                  <a:lnTo>
                    <a:pt x="1040" y="725"/>
                  </a:lnTo>
                  <a:cubicBezTo>
                    <a:pt x="1260" y="725"/>
                    <a:pt x="1418" y="567"/>
                    <a:pt x="1418" y="378"/>
                  </a:cubicBezTo>
                  <a:cubicBezTo>
                    <a:pt x="1386" y="158"/>
                    <a:pt x="1197" y="0"/>
                    <a:pt x="104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8" name="Google Shape;768;p56"/>
            <p:cNvSpPr/>
            <p:nvPr/>
          </p:nvSpPr>
          <p:spPr>
            <a:xfrm>
              <a:off x="-49763400" y="3598250"/>
              <a:ext cx="31525" cy="29950"/>
            </a:xfrm>
            <a:custGeom>
              <a:avLst/>
              <a:gdLst/>
              <a:ahLst/>
              <a:cxnLst/>
              <a:rect l="l" t="t" r="r" b="b"/>
              <a:pathLst>
                <a:path w="1261" h="1198" extrusionOk="0">
                  <a:moveTo>
                    <a:pt x="390" y="0"/>
                  </a:moveTo>
                  <a:cubicBezTo>
                    <a:pt x="299" y="0"/>
                    <a:pt x="205" y="32"/>
                    <a:pt x="126" y="95"/>
                  </a:cubicBezTo>
                  <a:cubicBezTo>
                    <a:pt x="0" y="221"/>
                    <a:pt x="0" y="441"/>
                    <a:pt x="126" y="599"/>
                  </a:cubicBezTo>
                  <a:lnTo>
                    <a:pt x="630" y="1103"/>
                  </a:lnTo>
                  <a:cubicBezTo>
                    <a:pt x="693" y="1166"/>
                    <a:pt x="780" y="1197"/>
                    <a:pt x="870" y="1197"/>
                  </a:cubicBezTo>
                  <a:cubicBezTo>
                    <a:pt x="961" y="1197"/>
                    <a:pt x="1056" y="1166"/>
                    <a:pt x="1134" y="1103"/>
                  </a:cubicBezTo>
                  <a:cubicBezTo>
                    <a:pt x="1260" y="1008"/>
                    <a:pt x="1260" y="756"/>
                    <a:pt x="1134" y="599"/>
                  </a:cubicBezTo>
                  <a:lnTo>
                    <a:pt x="630" y="95"/>
                  </a:lnTo>
                  <a:cubicBezTo>
                    <a:pt x="567" y="32"/>
                    <a:pt x="481" y="0"/>
                    <a:pt x="39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9" name="Google Shape;769;p56"/>
            <p:cNvSpPr/>
            <p:nvPr/>
          </p:nvSpPr>
          <p:spPr>
            <a:xfrm>
              <a:off x="-49763400" y="3703975"/>
              <a:ext cx="31525" cy="30550"/>
            </a:xfrm>
            <a:custGeom>
              <a:avLst/>
              <a:gdLst/>
              <a:ahLst/>
              <a:cxnLst/>
              <a:rect l="l" t="t" r="r" b="b"/>
              <a:pathLst>
                <a:path w="1261" h="1222" extrusionOk="0">
                  <a:moveTo>
                    <a:pt x="882" y="1"/>
                  </a:moveTo>
                  <a:cubicBezTo>
                    <a:pt x="796" y="1"/>
                    <a:pt x="709" y="40"/>
                    <a:pt x="630" y="119"/>
                  </a:cubicBezTo>
                  <a:lnTo>
                    <a:pt x="126" y="623"/>
                  </a:lnTo>
                  <a:cubicBezTo>
                    <a:pt x="0" y="749"/>
                    <a:pt x="0" y="970"/>
                    <a:pt x="126" y="1127"/>
                  </a:cubicBezTo>
                  <a:cubicBezTo>
                    <a:pt x="189" y="1190"/>
                    <a:pt x="276" y="1222"/>
                    <a:pt x="366" y="1222"/>
                  </a:cubicBezTo>
                  <a:cubicBezTo>
                    <a:pt x="457" y="1222"/>
                    <a:pt x="551" y="1190"/>
                    <a:pt x="630" y="1127"/>
                  </a:cubicBezTo>
                  <a:lnTo>
                    <a:pt x="1134" y="623"/>
                  </a:lnTo>
                  <a:cubicBezTo>
                    <a:pt x="1260" y="497"/>
                    <a:pt x="1260" y="276"/>
                    <a:pt x="1134" y="119"/>
                  </a:cubicBezTo>
                  <a:cubicBezTo>
                    <a:pt x="1056" y="40"/>
                    <a:pt x="969" y="1"/>
                    <a:pt x="88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 name="Google Shape;770;p56"/>
            <p:cNvSpPr/>
            <p:nvPr/>
          </p:nvSpPr>
          <p:spPr>
            <a:xfrm>
              <a:off x="-49501125" y="3657325"/>
              <a:ext cx="35450" cy="18125"/>
            </a:xfrm>
            <a:custGeom>
              <a:avLst/>
              <a:gdLst/>
              <a:ahLst/>
              <a:cxnLst/>
              <a:rect l="l" t="t" r="r" b="b"/>
              <a:pathLst>
                <a:path w="1418" h="725" extrusionOk="0">
                  <a:moveTo>
                    <a:pt x="347" y="0"/>
                  </a:moveTo>
                  <a:cubicBezTo>
                    <a:pt x="158" y="0"/>
                    <a:pt x="0" y="158"/>
                    <a:pt x="0" y="378"/>
                  </a:cubicBezTo>
                  <a:cubicBezTo>
                    <a:pt x="0" y="567"/>
                    <a:pt x="158" y="725"/>
                    <a:pt x="347" y="725"/>
                  </a:cubicBezTo>
                  <a:lnTo>
                    <a:pt x="1071" y="725"/>
                  </a:lnTo>
                  <a:cubicBezTo>
                    <a:pt x="1260" y="725"/>
                    <a:pt x="1418" y="567"/>
                    <a:pt x="1418" y="378"/>
                  </a:cubicBezTo>
                  <a:cubicBezTo>
                    <a:pt x="1418" y="158"/>
                    <a:pt x="1260" y="0"/>
                    <a:pt x="107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1" name="Google Shape;771;p56"/>
            <p:cNvSpPr/>
            <p:nvPr/>
          </p:nvSpPr>
          <p:spPr>
            <a:xfrm>
              <a:off x="-49499550" y="3598250"/>
              <a:ext cx="31525" cy="30550"/>
            </a:xfrm>
            <a:custGeom>
              <a:avLst/>
              <a:gdLst/>
              <a:ahLst/>
              <a:cxnLst/>
              <a:rect l="l" t="t" r="r" b="b"/>
              <a:pathLst>
                <a:path w="1261" h="1222" extrusionOk="0">
                  <a:moveTo>
                    <a:pt x="906" y="0"/>
                  </a:moveTo>
                  <a:cubicBezTo>
                    <a:pt x="812" y="0"/>
                    <a:pt x="709" y="32"/>
                    <a:pt x="630" y="95"/>
                  </a:cubicBezTo>
                  <a:lnTo>
                    <a:pt x="126" y="599"/>
                  </a:lnTo>
                  <a:cubicBezTo>
                    <a:pt x="0" y="725"/>
                    <a:pt x="0" y="945"/>
                    <a:pt x="126" y="1103"/>
                  </a:cubicBezTo>
                  <a:cubicBezTo>
                    <a:pt x="205" y="1182"/>
                    <a:pt x="292" y="1221"/>
                    <a:pt x="378" y="1221"/>
                  </a:cubicBezTo>
                  <a:cubicBezTo>
                    <a:pt x="465" y="1221"/>
                    <a:pt x="552" y="1182"/>
                    <a:pt x="630" y="1103"/>
                  </a:cubicBezTo>
                  <a:lnTo>
                    <a:pt x="1134" y="599"/>
                  </a:lnTo>
                  <a:cubicBezTo>
                    <a:pt x="1260" y="473"/>
                    <a:pt x="1260" y="252"/>
                    <a:pt x="1134" y="95"/>
                  </a:cubicBezTo>
                  <a:cubicBezTo>
                    <a:pt x="1087" y="32"/>
                    <a:pt x="1001" y="0"/>
                    <a:pt x="90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 name="Google Shape;772;p56"/>
            <p:cNvSpPr/>
            <p:nvPr/>
          </p:nvSpPr>
          <p:spPr>
            <a:xfrm>
              <a:off x="-49499550" y="3704575"/>
              <a:ext cx="31525" cy="29950"/>
            </a:xfrm>
            <a:custGeom>
              <a:avLst/>
              <a:gdLst/>
              <a:ahLst/>
              <a:cxnLst/>
              <a:rect l="l" t="t" r="r" b="b"/>
              <a:pathLst>
                <a:path w="1261" h="1198" extrusionOk="0">
                  <a:moveTo>
                    <a:pt x="390" y="0"/>
                  </a:moveTo>
                  <a:cubicBezTo>
                    <a:pt x="300" y="0"/>
                    <a:pt x="205" y="32"/>
                    <a:pt x="126" y="95"/>
                  </a:cubicBezTo>
                  <a:cubicBezTo>
                    <a:pt x="0" y="221"/>
                    <a:pt x="0" y="441"/>
                    <a:pt x="126" y="599"/>
                  </a:cubicBezTo>
                  <a:lnTo>
                    <a:pt x="630" y="1103"/>
                  </a:lnTo>
                  <a:cubicBezTo>
                    <a:pt x="693" y="1166"/>
                    <a:pt x="780" y="1198"/>
                    <a:pt x="871" y="1198"/>
                  </a:cubicBezTo>
                  <a:cubicBezTo>
                    <a:pt x="961" y="1198"/>
                    <a:pt x="1056" y="1166"/>
                    <a:pt x="1134" y="1103"/>
                  </a:cubicBezTo>
                  <a:cubicBezTo>
                    <a:pt x="1260" y="1009"/>
                    <a:pt x="1260" y="757"/>
                    <a:pt x="1134" y="599"/>
                  </a:cubicBezTo>
                  <a:lnTo>
                    <a:pt x="630" y="95"/>
                  </a:lnTo>
                  <a:cubicBezTo>
                    <a:pt x="567" y="32"/>
                    <a:pt x="481" y="0"/>
                    <a:pt x="39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3" name="Google Shape;773;p56"/>
            <p:cNvSpPr/>
            <p:nvPr/>
          </p:nvSpPr>
          <p:spPr>
            <a:xfrm>
              <a:off x="-49725600" y="3551225"/>
              <a:ext cx="215050" cy="210875"/>
            </a:xfrm>
            <a:custGeom>
              <a:avLst/>
              <a:gdLst/>
              <a:ahLst/>
              <a:cxnLst/>
              <a:rect l="l" t="t" r="r" b="b"/>
              <a:pathLst>
                <a:path w="8602" h="8435" extrusionOk="0">
                  <a:moveTo>
                    <a:pt x="4354" y="0"/>
                  </a:moveTo>
                  <a:cubicBezTo>
                    <a:pt x="4070" y="0"/>
                    <a:pt x="3783" y="28"/>
                    <a:pt x="3497" y="86"/>
                  </a:cubicBezTo>
                  <a:cubicBezTo>
                    <a:pt x="1922" y="401"/>
                    <a:pt x="630" y="1724"/>
                    <a:pt x="252" y="3299"/>
                  </a:cubicBezTo>
                  <a:cubicBezTo>
                    <a:pt x="0" y="4654"/>
                    <a:pt x="347" y="6040"/>
                    <a:pt x="1261" y="7017"/>
                  </a:cubicBezTo>
                  <a:cubicBezTo>
                    <a:pt x="1607" y="7395"/>
                    <a:pt x="1828" y="7930"/>
                    <a:pt x="1922" y="8434"/>
                  </a:cubicBezTo>
                  <a:lnTo>
                    <a:pt x="3025" y="8434"/>
                  </a:lnTo>
                  <a:lnTo>
                    <a:pt x="3025" y="5284"/>
                  </a:lnTo>
                  <a:cubicBezTo>
                    <a:pt x="3025" y="5158"/>
                    <a:pt x="4064" y="3141"/>
                    <a:pt x="4127" y="3047"/>
                  </a:cubicBezTo>
                  <a:cubicBezTo>
                    <a:pt x="4190" y="2921"/>
                    <a:pt x="4317" y="2858"/>
                    <a:pt x="4443" y="2858"/>
                  </a:cubicBezTo>
                  <a:cubicBezTo>
                    <a:pt x="4569" y="2858"/>
                    <a:pt x="4695" y="2921"/>
                    <a:pt x="4758" y="3047"/>
                  </a:cubicBezTo>
                  <a:cubicBezTo>
                    <a:pt x="4852" y="3141"/>
                    <a:pt x="5860" y="5158"/>
                    <a:pt x="5860" y="5284"/>
                  </a:cubicBezTo>
                  <a:lnTo>
                    <a:pt x="5860" y="8434"/>
                  </a:lnTo>
                  <a:lnTo>
                    <a:pt x="6963" y="8434"/>
                  </a:lnTo>
                  <a:cubicBezTo>
                    <a:pt x="7057" y="7930"/>
                    <a:pt x="7278" y="7395"/>
                    <a:pt x="7625" y="6985"/>
                  </a:cubicBezTo>
                  <a:cubicBezTo>
                    <a:pt x="8255" y="6260"/>
                    <a:pt x="8601" y="5284"/>
                    <a:pt x="8601" y="4244"/>
                  </a:cubicBezTo>
                  <a:cubicBezTo>
                    <a:pt x="8601" y="2984"/>
                    <a:pt x="8066" y="1787"/>
                    <a:pt x="7026" y="936"/>
                  </a:cubicBezTo>
                  <a:cubicBezTo>
                    <a:pt x="6270" y="327"/>
                    <a:pt x="5327" y="0"/>
                    <a:pt x="435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 name="Google Shape;774;p56"/>
            <p:cNvSpPr/>
            <p:nvPr/>
          </p:nvSpPr>
          <p:spPr>
            <a:xfrm>
              <a:off x="-49633450" y="3697475"/>
              <a:ext cx="35475" cy="65400"/>
            </a:xfrm>
            <a:custGeom>
              <a:avLst/>
              <a:gdLst/>
              <a:ahLst/>
              <a:cxnLst/>
              <a:rect l="l" t="t" r="r" b="b"/>
              <a:pathLst>
                <a:path w="1419" h="2616" extrusionOk="0">
                  <a:moveTo>
                    <a:pt x="0" y="1"/>
                  </a:moveTo>
                  <a:lnTo>
                    <a:pt x="0" y="2616"/>
                  </a:lnTo>
                  <a:lnTo>
                    <a:pt x="1418" y="2616"/>
                  </a:lnTo>
                  <a:lnTo>
                    <a:pt x="1418" y="1"/>
                  </a:lnTo>
                  <a:cubicBezTo>
                    <a:pt x="1198" y="95"/>
                    <a:pt x="946" y="127"/>
                    <a:pt x="725" y="127"/>
                  </a:cubicBezTo>
                  <a:cubicBezTo>
                    <a:pt x="473" y="127"/>
                    <a:pt x="252" y="95"/>
                    <a:pt x="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 name="Google Shape;775;p56"/>
            <p:cNvSpPr/>
            <p:nvPr/>
          </p:nvSpPr>
          <p:spPr>
            <a:xfrm>
              <a:off x="-49676775" y="3780975"/>
              <a:ext cx="123675" cy="34675"/>
            </a:xfrm>
            <a:custGeom>
              <a:avLst/>
              <a:gdLst/>
              <a:ahLst/>
              <a:cxnLst/>
              <a:rect l="l" t="t" r="r" b="b"/>
              <a:pathLst>
                <a:path w="4947" h="1387" extrusionOk="0">
                  <a:moveTo>
                    <a:pt x="1" y="0"/>
                  </a:moveTo>
                  <a:lnTo>
                    <a:pt x="1" y="347"/>
                  </a:lnTo>
                  <a:cubicBezTo>
                    <a:pt x="1" y="946"/>
                    <a:pt x="473" y="1387"/>
                    <a:pt x="1072" y="1387"/>
                  </a:cubicBezTo>
                  <a:lnTo>
                    <a:pt x="3876" y="1387"/>
                  </a:lnTo>
                  <a:cubicBezTo>
                    <a:pt x="4474" y="1387"/>
                    <a:pt x="4947" y="946"/>
                    <a:pt x="4947" y="347"/>
                  </a:cubicBezTo>
                  <a:lnTo>
                    <a:pt x="494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6" name="Google Shape;776;p56"/>
            <p:cNvSpPr/>
            <p:nvPr/>
          </p:nvSpPr>
          <p:spPr>
            <a:xfrm>
              <a:off x="-49630300" y="3651800"/>
              <a:ext cx="29150" cy="31325"/>
            </a:xfrm>
            <a:custGeom>
              <a:avLst/>
              <a:gdLst/>
              <a:ahLst/>
              <a:cxnLst/>
              <a:rect l="l" t="t" r="r" b="b"/>
              <a:pathLst>
                <a:path w="1166" h="1253" extrusionOk="0">
                  <a:moveTo>
                    <a:pt x="599" y="1"/>
                  </a:moveTo>
                  <a:lnTo>
                    <a:pt x="0" y="1135"/>
                  </a:lnTo>
                  <a:cubicBezTo>
                    <a:pt x="189" y="1214"/>
                    <a:pt x="386" y="1253"/>
                    <a:pt x="583" y="1253"/>
                  </a:cubicBezTo>
                  <a:cubicBezTo>
                    <a:pt x="780" y="1253"/>
                    <a:pt x="977" y="1214"/>
                    <a:pt x="1166" y="1135"/>
                  </a:cubicBezTo>
                  <a:lnTo>
                    <a:pt x="599"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7" name="Google Shape;777;p56"/>
            <p:cNvSpPr/>
            <p:nvPr/>
          </p:nvSpPr>
          <p:spPr>
            <a:xfrm>
              <a:off x="-49657875" y="3833750"/>
              <a:ext cx="85100" cy="18125"/>
            </a:xfrm>
            <a:custGeom>
              <a:avLst/>
              <a:gdLst/>
              <a:ahLst/>
              <a:cxnLst/>
              <a:rect l="l" t="t" r="r" b="b"/>
              <a:pathLst>
                <a:path w="3404" h="725" extrusionOk="0">
                  <a:moveTo>
                    <a:pt x="1" y="0"/>
                  </a:moveTo>
                  <a:cubicBezTo>
                    <a:pt x="158" y="410"/>
                    <a:pt x="536" y="725"/>
                    <a:pt x="977" y="725"/>
                  </a:cubicBezTo>
                  <a:lnTo>
                    <a:pt x="2395" y="725"/>
                  </a:lnTo>
                  <a:cubicBezTo>
                    <a:pt x="2868" y="725"/>
                    <a:pt x="3246" y="410"/>
                    <a:pt x="340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8" name="Google Shape;778;p56"/>
          <p:cNvGrpSpPr/>
          <p:nvPr/>
        </p:nvGrpSpPr>
        <p:grpSpPr>
          <a:xfrm>
            <a:off x="7000333" y="3128682"/>
            <a:ext cx="438776" cy="441085"/>
            <a:chOff x="-49027775" y="3550975"/>
            <a:chExt cx="300100" cy="301700"/>
          </a:xfrm>
        </p:grpSpPr>
        <p:sp>
          <p:nvSpPr>
            <p:cNvPr id="779" name="Google Shape;779;p56"/>
            <p:cNvSpPr/>
            <p:nvPr/>
          </p:nvSpPr>
          <p:spPr>
            <a:xfrm>
              <a:off x="-48941125" y="3613200"/>
              <a:ext cx="74050" cy="26825"/>
            </a:xfrm>
            <a:custGeom>
              <a:avLst/>
              <a:gdLst/>
              <a:ahLst/>
              <a:cxnLst/>
              <a:rect l="l" t="t" r="r" b="b"/>
              <a:pathLst>
                <a:path w="2962" h="1073" extrusionOk="0">
                  <a:moveTo>
                    <a:pt x="1260" y="1"/>
                  </a:moveTo>
                  <a:lnTo>
                    <a:pt x="0" y="1072"/>
                  </a:lnTo>
                  <a:lnTo>
                    <a:pt x="1702" y="1072"/>
                  </a:lnTo>
                  <a:lnTo>
                    <a:pt x="296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0" name="Google Shape;780;p56"/>
            <p:cNvSpPr/>
            <p:nvPr/>
          </p:nvSpPr>
          <p:spPr>
            <a:xfrm>
              <a:off x="-48871025" y="3613200"/>
              <a:ext cx="73275" cy="26825"/>
            </a:xfrm>
            <a:custGeom>
              <a:avLst/>
              <a:gdLst/>
              <a:ahLst/>
              <a:cxnLst/>
              <a:rect l="l" t="t" r="r" b="b"/>
              <a:pathLst>
                <a:path w="2931" h="1073" extrusionOk="0">
                  <a:moveTo>
                    <a:pt x="1260" y="1"/>
                  </a:moveTo>
                  <a:lnTo>
                    <a:pt x="0" y="1072"/>
                  </a:lnTo>
                  <a:lnTo>
                    <a:pt x="1670" y="1072"/>
                  </a:lnTo>
                  <a:lnTo>
                    <a:pt x="293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 name="Google Shape;781;p56"/>
            <p:cNvSpPr/>
            <p:nvPr/>
          </p:nvSpPr>
          <p:spPr>
            <a:xfrm>
              <a:off x="-48893075" y="3552550"/>
              <a:ext cx="95325" cy="43350"/>
            </a:xfrm>
            <a:custGeom>
              <a:avLst/>
              <a:gdLst/>
              <a:ahLst/>
              <a:cxnLst/>
              <a:rect l="l" t="t" r="r" b="b"/>
              <a:pathLst>
                <a:path w="3813" h="1734" extrusionOk="0">
                  <a:moveTo>
                    <a:pt x="0" y="1"/>
                  </a:moveTo>
                  <a:lnTo>
                    <a:pt x="2142" y="1734"/>
                  </a:lnTo>
                  <a:lnTo>
                    <a:pt x="3812" y="1734"/>
                  </a:lnTo>
                  <a:lnTo>
                    <a:pt x="173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2" name="Google Shape;782;p56"/>
            <p:cNvSpPr/>
            <p:nvPr/>
          </p:nvSpPr>
          <p:spPr>
            <a:xfrm>
              <a:off x="-49027775" y="3550975"/>
              <a:ext cx="100050" cy="87475"/>
            </a:xfrm>
            <a:custGeom>
              <a:avLst/>
              <a:gdLst/>
              <a:ahLst/>
              <a:cxnLst/>
              <a:rect l="l" t="t" r="r" b="b"/>
              <a:pathLst>
                <a:path w="4002" h="3499" extrusionOk="0">
                  <a:moveTo>
                    <a:pt x="2112" y="1797"/>
                  </a:moveTo>
                  <a:cubicBezTo>
                    <a:pt x="2332" y="1797"/>
                    <a:pt x="2490" y="1923"/>
                    <a:pt x="2490" y="2143"/>
                  </a:cubicBezTo>
                  <a:cubicBezTo>
                    <a:pt x="2490" y="2332"/>
                    <a:pt x="2332" y="2490"/>
                    <a:pt x="2112" y="2490"/>
                  </a:cubicBezTo>
                  <a:cubicBezTo>
                    <a:pt x="1923" y="2490"/>
                    <a:pt x="1765" y="2332"/>
                    <a:pt x="1765" y="2143"/>
                  </a:cubicBezTo>
                  <a:cubicBezTo>
                    <a:pt x="1765" y="1923"/>
                    <a:pt x="1923" y="1797"/>
                    <a:pt x="2112" y="1797"/>
                  </a:cubicBezTo>
                  <a:close/>
                  <a:moveTo>
                    <a:pt x="1072" y="1"/>
                  </a:moveTo>
                  <a:cubicBezTo>
                    <a:pt x="473" y="1"/>
                    <a:pt x="1" y="474"/>
                    <a:pt x="1" y="1072"/>
                  </a:cubicBezTo>
                  <a:lnTo>
                    <a:pt x="1" y="3498"/>
                  </a:lnTo>
                  <a:lnTo>
                    <a:pt x="2364" y="3498"/>
                  </a:lnTo>
                  <a:lnTo>
                    <a:pt x="4002" y="2143"/>
                  </a:lnTo>
                  <a:lnTo>
                    <a:pt x="148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3" name="Google Shape;783;p56"/>
            <p:cNvSpPr/>
            <p:nvPr/>
          </p:nvSpPr>
          <p:spPr>
            <a:xfrm>
              <a:off x="-48962400" y="3552550"/>
              <a:ext cx="95325" cy="43350"/>
            </a:xfrm>
            <a:custGeom>
              <a:avLst/>
              <a:gdLst/>
              <a:ahLst/>
              <a:cxnLst/>
              <a:rect l="l" t="t" r="r" b="b"/>
              <a:pathLst>
                <a:path w="3813" h="1734" extrusionOk="0">
                  <a:moveTo>
                    <a:pt x="1" y="1"/>
                  </a:moveTo>
                  <a:lnTo>
                    <a:pt x="2111" y="1734"/>
                  </a:lnTo>
                  <a:lnTo>
                    <a:pt x="3813" y="1734"/>
                  </a:lnTo>
                  <a:lnTo>
                    <a:pt x="170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4" name="Google Shape;784;p56"/>
            <p:cNvSpPr/>
            <p:nvPr/>
          </p:nvSpPr>
          <p:spPr>
            <a:xfrm>
              <a:off x="-49027775" y="3657325"/>
              <a:ext cx="300100" cy="195350"/>
            </a:xfrm>
            <a:custGeom>
              <a:avLst/>
              <a:gdLst/>
              <a:ahLst/>
              <a:cxnLst/>
              <a:rect l="l" t="t" r="r" b="b"/>
              <a:pathLst>
                <a:path w="12004" h="7814" extrusionOk="0">
                  <a:moveTo>
                    <a:pt x="5987" y="410"/>
                  </a:moveTo>
                  <a:cubicBezTo>
                    <a:pt x="7719" y="410"/>
                    <a:pt x="9137" y="1827"/>
                    <a:pt x="9137" y="3560"/>
                  </a:cubicBezTo>
                  <a:cubicBezTo>
                    <a:pt x="9137" y="5293"/>
                    <a:pt x="7719" y="6711"/>
                    <a:pt x="5987" y="6711"/>
                  </a:cubicBezTo>
                  <a:cubicBezTo>
                    <a:pt x="4254" y="6711"/>
                    <a:pt x="2836" y="5293"/>
                    <a:pt x="2836" y="3560"/>
                  </a:cubicBezTo>
                  <a:cubicBezTo>
                    <a:pt x="2836" y="1827"/>
                    <a:pt x="4254" y="410"/>
                    <a:pt x="5987" y="410"/>
                  </a:cubicBezTo>
                  <a:close/>
                  <a:moveTo>
                    <a:pt x="1" y="0"/>
                  </a:moveTo>
                  <a:lnTo>
                    <a:pt x="1" y="6742"/>
                  </a:lnTo>
                  <a:cubicBezTo>
                    <a:pt x="1" y="7341"/>
                    <a:pt x="473" y="7813"/>
                    <a:pt x="1072" y="7813"/>
                  </a:cubicBezTo>
                  <a:lnTo>
                    <a:pt x="10933" y="7813"/>
                  </a:lnTo>
                  <a:cubicBezTo>
                    <a:pt x="11532" y="7813"/>
                    <a:pt x="12004" y="7341"/>
                    <a:pt x="12004" y="6742"/>
                  </a:cubicBezTo>
                  <a:lnTo>
                    <a:pt x="1200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5" name="Google Shape;785;p56"/>
            <p:cNvSpPr/>
            <p:nvPr/>
          </p:nvSpPr>
          <p:spPr>
            <a:xfrm>
              <a:off x="-48886775" y="3726625"/>
              <a:ext cx="28375" cy="37050"/>
            </a:xfrm>
            <a:custGeom>
              <a:avLst/>
              <a:gdLst/>
              <a:ahLst/>
              <a:cxnLst/>
              <a:rect l="l" t="t" r="r" b="b"/>
              <a:pathLst>
                <a:path w="1135" h="1482" extrusionOk="0">
                  <a:moveTo>
                    <a:pt x="0" y="1"/>
                  </a:moveTo>
                  <a:lnTo>
                    <a:pt x="0" y="1481"/>
                  </a:lnTo>
                  <a:lnTo>
                    <a:pt x="1134" y="757"/>
                  </a:lnTo>
                  <a:lnTo>
                    <a:pt x="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6" name="Google Shape;786;p56"/>
            <p:cNvSpPr/>
            <p:nvPr/>
          </p:nvSpPr>
          <p:spPr>
            <a:xfrm>
              <a:off x="-48822975" y="3550975"/>
              <a:ext cx="94525" cy="44925"/>
            </a:xfrm>
            <a:custGeom>
              <a:avLst/>
              <a:gdLst/>
              <a:ahLst/>
              <a:cxnLst/>
              <a:rect l="l" t="t" r="r" b="b"/>
              <a:pathLst>
                <a:path w="3781" h="1797" extrusionOk="0">
                  <a:moveTo>
                    <a:pt x="0" y="1"/>
                  </a:moveTo>
                  <a:lnTo>
                    <a:pt x="2111" y="1797"/>
                  </a:lnTo>
                  <a:lnTo>
                    <a:pt x="3781" y="1797"/>
                  </a:lnTo>
                  <a:lnTo>
                    <a:pt x="3781" y="1072"/>
                  </a:lnTo>
                  <a:cubicBezTo>
                    <a:pt x="3781" y="474"/>
                    <a:pt x="3308" y="1"/>
                    <a:pt x="270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7" name="Google Shape;787;p56"/>
            <p:cNvSpPr/>
            <p:nvPr/>
          </p:nvSpPr>
          <p:spPr>
            <a:xfrm>
              <a:off x="-48939550" y="3684100"/>
              <a:ext cx="122100" cy="122100"/>
            </a:xfrm>
            <a:custGeom>
              <a:avLst/>
              <a:gdLst/>
              <a:ahLst/>
              <a:cxnLst/>
              <a:rect l="l" t="t" r="r" b="b"/>
              <a:pathLst>
                <a:path w="4884" h="4884" extrusionOk="0">
                  <a:moveTo>
                    <a:pt x="1741" y="757"/>
                  </a:moveTo>
                  <a:cubicBezTo>
                    <a:pt x="1812" y="757"/>
                    <a:pt x="1885" y="777"/>
                    <a:pt x="1954" y="819"/>
                  </a:cubicBezTo>
                  <a:lnTo>
                    <a:pt x="4064" y="2237"/>
                  </a:lnTo>
                  <a:cubicBezTo>
                    <a:pt x="4253" y="2300"/>
                    <a:pt x="4253" y="2615"/>
                    <a:pt x="4064" y="2773"/>
                  </a:cubicBezTo>
                  <a:lnTo>
                    <a:pt x="1954" y="4190"/>
                  </a:lnTo>
                  <a:cubicBezTo>
                    <a:pt x="1885" y="4233"/>
                    <a:pt x="1812" y="4253"/>
                    <a:pt x="1741" y="4253"/>
                  </a:cubicBezTo>
                  <a:cubicBezTo>
                    <a:pt x="1553" y="4253"/>
                    <a:pt x="1387" y="4113"/>
                    <a:pt x="1387" y="3907"/>
                  </a:cubicBezTo>
                  <a:lnTo>
                    <a:pt x="1387" y="1103"/>
                  </a:lnTo>
                  <a:cubicBezTo>
                    <a:pt x="1387" y="897"/>
                    <a:pt x="1553" y="757"/>
                    <a:pt x="1741" y="757"/>
                  </a:cubicBezTo>
                  <a:close/>
                  <a:moveTo>
                    <a:pt x="2458" y="0"/>
                  </a:moveTo>
                  <a:cubicBezTo>
                    <a:pt x="1103" y="0"/>
                    <a:pt x="0" y="1103"/>
                    <a:pt x="0" y="2458"/>
                  </a:cubicBezTo>
                  <a:cubicBezTo>
                    <a:pt x="0" y="3781"/>
                    <a:pt x="1103" y="4884"/>
                    <a:pt x="2458" y="4884"/>
                  </a:cubicBezTo>
                  <a:cubicBezTo>
                    <a:pt x="3781" y="4884"/>
                    <a:pt x="4884" y="3781"/>
                    <a:pt x="4884" y="2458"/>
                  </a:cubicBezTo>
                  <a:cubicBezTo>
                    <a:pt x="4884" y="1103"/>
                    <a:pt x="3812" y="0"/>
                    <a:pt x="245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8" name="Google Shape;788;p56"/>
            <p:cNvSpPr/>
            <p:nvPr/>
          </p:nvSpPr>
          <p:spPr>
            <a:xfrm>
              <a:off x="-48801725" y="3613200"/>
              <a:ext cx="73275" cy="26825"/>
            </a:xfrm>
            <a:custGeom>
              <a:avLst/>
              <a:gdLst/>
              <a:ahLst/>
              <a:cxnLst/>
              <a:rect l="l" t="t" r="r" b="b"/>
              <a:pathLst>
                <a:path w="2931" h="1073" extrusionOk="0">
                  <a:moveTo>
                    <a:pt x="1261" y="1"/>
                  </a:moveTo>
                  <a:lnTo>
                    <a:pt x="1" y="1072"/>
                  </a:lnTo>
                  <a:lnTo>
                    <a:pt x="2931" y="1072"/>
                  </a:lnTo>
                  <a:lnTo>
                    <a:pt x="293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9" name="Google Shape;789;p56"/>
          <p:cNvGrpSpPr/>
          <p:nvPr/>
        </p:nvGrpSpPr>
        <p:grpSpPr>
          <a:xfrm>
            <a:off x="5233938" y="3118562"/>
            <a:ext cx="438765" cy="461326"/>
            <a:chOff x="-9949025" y="3615575"/>
            <a:chExt cx="335550" cy="352750"/>
          </a:xfrm>
        </p:grpSpPr>
        <p:sp>
          <p:nvSpPr>
            <p:cNvPr id="790" name="Google Shape;790;p56"/>
            <p:cNvSpPr/>
            <p:nvPr/>
          </p:nvSpPr>
          <p:spPr>
            <a:xfrm>
              <a:off x="-9800950" y="3615575"/>
              <a:ext cx="61475" cy="61450"/>
            </a:xfrm>
            <a:custGeom>
              <a:avLst/>
              <a:gdLst/>
              <a:ahLst/>
              <a:cxnLst/>
              <a:rect l="l" t="t" r="r" b="b"/>
              <a:pathLst>
                <a:path w="2459" h="2458" extrusionOk="0">
                  <a:moveTo>
                    <a:pt x="1261" y="0"/>
                  </a:moveTo>
                  <a:cubicBezTo>
                    <a:pt x="568" y="0"/>
                    <a:pt x="1" y="567"/>
                    <a:pt x="1" y="1261"/>
                  </a:cubicBezTo>
                  <a:cubicBezTo>
                    <a:pt x="1" y="1922"/>
                    <a:pt x="536" y="2458"/>
                    <a:pt x="1261" y="2458"/>
                  </a:cubicBezTo>
                  <a:cubicBezTo>
                    <a:pt x="1891" y="2458"/>
                    <a:pt x="2458" y="1922"/>
                    <a:pt x="2458" y="1261"/>
                  </a:cubicBezTo>
                  <a:cubicBezTo>
                    <a:pt x="2458" y="567"/>
                    <a:pt x="1923" y="0"/>
                    <a:pt x="1261" y="0"/>
                  </a:cubicBezTo>
                  <a:close/>
                </a:path>
              </a:pathLst>
            </a:custGeom>
            <a:solidFill>
              <a:schemeClr val="dk2"/>
            </a:solidFill>
            <a:ln w="19050"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1" name="Google Shape;791;p56"/>
            <p:cNvSpPr/>
            <p:nvPr/>
          </p:nvSpPr>
          <p:spPr>
            <a:xfrm>
              <a:off x="-9949025" y="3688650"/>
              <a:ext cx="335550" cy="279675"/>
            </a:xfrm>
            <a:custGeom>
              <a:avLst/>
              <a:gdLst/>
              <a:ahLst/>
              <a:cxnLst/>
              <a:rect l="l" t="t" r="r" b="b"/>
              <a:pathLst>
                <a:path w="13422" h="11187" extrusionOk="0">
                  <a:moveTo>
                    <a:pt x="5523" y="1"/>
                  </a:moveTo>
                  <a:cubicBezTo>
                    <a:pt x="5383" y="1"/>
                    <a:pt x="5245" y="34"/>
                    <a:pt x="5136" y="102"/>
                  </a:cubicBezTo>
                  <a:lnTo>
                    <a:pt x="599" y="2969"/>
                  </a:lnTo>
                  <a:cubicBezTo>
                    <a:pt x="158" y="3158"/>
                    <a:pt x="1" y="3630"/>
                    <a:pt x="190" y="4071"/>
                  </a:cubicBezTo>
                  <a:cubicBezTo>
                    <a:pt x="360" y="4370"/>
                    <a:pt x="617" y="4538"/>
                    <a:pt x="892" y="4538"/>
                  </a:cubicBezTo>
                  <a:cubicBezTo>
                    <a:pt x="1024" y="4538"/>
                    <a:pt x="1160" y="4500"/>
                    <a:pt x="1293" y="4418"/>
                  </a:cubicBezTo>
                  <a:lnTo>
                    <a:pt x="4727" y="2055"/>
                  </a:lnTo>
                  <a:cubicBezTo>
                    <a:pt x="5073" y="3441"/>
                    <a:pt x="5231" y="3851"/>
                    <a:pt x="5987" y="4985"/>
                  </a:cubicBezTo>
                  <a:lnTo>
                    <a:pt x="4033" y="6812"/>
                  </a:lnTo>
                  <a:cubicBezTo>
                    <a:pt x="3750" y="7096"/>
                    <a:pt x="3655" y="7505"/>
                    <a:pt x="3876" y="7852"/>
                  </a:cubicBezTo>
                  <a:lnTo>
                    <a:pt x="5703" y="10750"/>
                  </a:lnTo>
                  <a:cubicBezTo>
                    <a:pt x="5873" y="11026"/>
                    <a:pt x="6141" y="11187"/>
                    <a:pt x="6433" y="11187"/>
                  </a:cubicBezTo>
                  <a:cubicBezTo>
                    <a:pt x="6576" y="11187"/>
                    <a:pt x="6724" y="11148"/>
                    <a:pt x="6869" y="11066"/>
                  </a:cubicBezTo>
                  <a:cubicBezTo>
                    <a:pt x="7247" y="10845"/>
                    <a:pt x="7373" y="10372"/>
                    <a:pt x="7121" y="9931"/>
                  </a:cubicBezTo>
                  <a:lnTo>
                    <a:pt x="5640" y="7568"/>
                  </a:lnTo>
                  <a:lnTo>
                    <a:pt x="7594" y="5678"/>
                  </a:lnTo>
                  <a:lnTo>
                    <a:pt x="12886" y="2780"/>
                  </a:lnTo>
                  <a:cubicBezTo>
                    <a:pt x="13264" y="2591"/>
                    <a:pt x="13422" y="2055"/>
                    <a:pt x="13233" y="1677"/>
                  </a:cubicBezTo>
                  <a:cubicBezTo>
                    <a:pt x="13102" y="1394"/>
                    <a:pt x="12822" y="1217"/>
                    <a:pt x="12526" y="1217"/>
                  </a:cubicBezTo>
                  <a:cubicBezTo>
                    <a:pt x="12393" y="1217"/>
                    <a:pt x="12257" y="1252"/>
                    <a:pt x="12130" y="1331"/>
                  </a:cubicBezTo>
                  <a:lnTo>
                    <a:pt x="7342" y="4008"/>
                  </a:lnTo>
                  <a:cubicBezTo>
                    <a:pt x="6774" y="3158"/>
                    <a:pt x="6302" y="2307"/>
                    <a:pt x="6302" y="889"/>
                  </a:cubicBezTo>
                  <a:cubicBezTo>
                    <a:pt x="6270" y="574"/>
                    <a:pt x="6239" y="322"/>
                    <a:pt x="6018" y="165"/>
                  </a:cubicBezTo>
                  <a:cubicBezTo>
                    <a:pt x="5893" y="58"/>
                    <a:pt x="5707" y="1"/>
                    <a:pt x="5523" y="1"/>
                  </a:cubicBezTo>
                  <a:close/>
                </a:path>
              </a:pathLst>
            </a:custGeom>
            <a:solidFill>
              <a:schemeClr val="dk2"/>
            </a:solidFill>
            <a:ln w="19050"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2" name="Google Shape;792;p56"/>
            <p:cNvSpPr/>
            <p:nvPr/>
          </p:nvSpPr>
          <p:spPr>
            <a:xfrm>
              <a:off x="-9947450" y="3657100"/>
              <a:ext cx="106350" cy="50650"/>
            </a:xfrm>
            <a:custGeom>
              <a:avLst/>
              <a:gdLst/>
              <a:ahLst/>
              <a:cxnLst/>
              <a:rect l="l" t="t" r="r" b="b"/>
              <a:pathLst>
                <a:path w="4254" h="2026" extrusionOk="0">
                  <a:moveTo>
                    <a:pt x="910" y="0"/>
                  </a:moveTo>
                  <a:cubicBezTo>
                    <a:pt x="499" y="0"/>
                    <a:pt x="178" y="268"/>
                    <a:pt x="64" y="639"/>
                  </a:cubicBezTo>
                  <a:cubicBezTo>
                    <a:pt x="1" y="1112"/>
                    <a:pt x="253" y="1553"/>
                    <a:pt x="694" y="1616"/>
                  </a:cubicBezTo>
                  <a:lnTo>
                    <a:pt x="2427" y="2025"/>
                  </a:lnTo>
                  <a:lnTo>
                    <a:pt x="4254" y="891"/>
                  </a:lnTo>
                  <a:lnTo>
                    <a:pt x="1041" y="9"/>
                  </a:lnTo>
                  <a:cubicBezTo>
                    <a:pt x="996" y="3"/>
                    <a:pt x="953" y="0"/>
                    <a:pt x="910" y="0"/>
                  </a:cubicBezTo>
                  <a:close/>
                </a:path>
              </a:pathLst>
            </a:custGeom>
            <a:solidFill>
              <a:schemeClr val="dk2"/>
            </a:solidFill>
            <a:ln w="19050"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3" name="Google Shape;793;p56"/>
          <p:cNvGrpSpPr/>
          <p:nvPr/>
        </p:nvGrpSpPr>
        <p:grpSpPr>
          <a:xfrm>
            <a:off x="3467474" y="3131541"/>
            <a:ext cx="438786" cy="435368"/>
            <a:chOff x="-47892800" y="3200500"/>
            <a:chExt cx="301675" cy="299325"/>
          </a:xfrm>
        </p:grpSpPr>
        <p:sp>
          <p:nvSpPr>
            <p:cNvPr id="794" name="Google Shape;794;p56"/>
            <p:cNvSpPr/>
            <p:nvPr/>
          </p:nvSpPr>
          <p:spPr>
            <a:xfrm>
              <a:off x="-47892800" y="3200500"/>
              <a:ext cx="301675" cy="177225"/>
            </a:xfrm>
            <a:custGeom>
              <a:avLst/>
              <a:gdLst/>
              <a:ahLst/>
              <a:cxnLst/>
              <a:rect l="l" t="t" r="r" b="b"/>
              <a:pathLst>
                <a:path w="12067" h="7089" extrusionOk="0">
                  <a:moveTo>
                    <a:pt x="347" y="0"/>
                  </a:moveTo>
                  <a:cubicBezTo>
                    <a:pt x="158" y="0"/>
                    <a:pt x="0" y="158"/>
                    <a:pt x="0" y="378"/>
                  </a:cubicBezTo>
                  <a:lnTo>
                    <a:pt x="0" y="1796"/>
                  </a:lnTo>
                  <a:cubicBezTo>
                    <a:pt x="0" y="1985"/>
                    <a:pt x="158" y="2143"/>
                    <a:pt x="347" y="2143"/>
                  </a:cubicBezTo>
                  <a:lnTo>
                    <a:pt x="1765" y="2143"/>
                  </a:lnTo>
                  <a:cubicBezTo>
                    <a:pt x="1985" y="2143"/>
                    <a:pt x="2143" y="1985"/>
                    <a:pt x="2143" y="1796"/>
                  </a:cubicBezTo>
                  <a:lnTo>
                    <a:pt x="2143" y="1418"/>
                  </a:lnTo>
                  <a:lnTo>
                    <a:pt x="5010" y="1418"/>
                  </a:lnTo>
                  <a:cubicBezTo>
                    <a:pt x="4915" y="1576"/>
                    <a:pt x="3277" y="4506"/>
                    <a:pt x="3182" y="4663"/>
                  </a:cubicBezTo>
                  <a:lnTo>
                    <a:pt x="4821" y="7089"/>
                  </a:lnTo>
                  <a:lnTo>
                    <a:pt x="5671" y="7089"/>
                  </a:lnTo>
                  <a:lnTo>
                    <a:pt x="5671" y="5577"/>
                  </a:lnTo>
                  <a:cubicBezTo>
                    <a:pt x="5293" y="5419"/>
                    <a:pt x="4978" y="5010"/>
                    <a:pt x="4978" y="4569"/>
                  </a:cubicBezTo>
                  <a:cubicBezTo>
                    <a:pt x="4978" y="4001"/>
                    <a:pt x="5451" y="3529"/>
                    <a:pt x="6018" y="3529"/>
                  </a:cubicBezTo>
                  <a:cubicBezTo>
                    <a:pt x="6616" y="3529"/>
                    <a:pt x="7089" y="4001"/>
                    <a:pt x="7089" y="4569"/>
                  </a:cubicBezTo>
                  <a:cubicBezTo>
                    <a:pt x="7089" y="5041"/>
                    <a:pt x="6805" y="5419"/>
                    <a:pt x="6396" y="5577"/>
                  </a:cubicBezTo>
                  <a:lnTo>
                    <a:pt x="6396" y="7026"/>
                  </a:lnTo>
                  <a:lnTo>
                    <a:pt x="7247" y="7026"/>
                  </a:lnTo>
                  <a:lnTo>
                    <a:pt x="8853" y="4569"/>
                  </a:lnTo>
                  <a:cubicBezTo>
                    <a:pt x="8790" y="4411"/>
                    <a:pt x="7120" y="1513"/>
                    <a:pt x="7057" y="1355"/>
                  </a:cubicBezTo>
                  <a:lnTo>
                    <a:pt x="9924" y="1355"/>
                  </a:lnTo>
                  <a:lnTo>
                    <a:pt x="9924" y="1702"/>
                  </a:lnTo>
                  <a:cubicBezTo>
                    <a:pt x="9924" y="1891"/>
                    <a:pt x="10082" y="2048"/>
                    <a:pt x="10271" y="2048"/>
                  </a:cubicBezTo>
                  <a:lnTo>
                    <a:pt x="11689" y="2048"/>
                  </a:lnTo>
                  <a:cubicBezTo>
                    <a:pt x="11909" y="2048"/>
                    <a:pt x="12067" y="1891"/>
                    <a:pt x="12067" y="1702"/>
                  </a:cubicBezTo>
                  <a:lnTo>
                    <a:pt x="12067" y="284"/>
                  </a:lnTo>
                  <a:cubicBezTo>
                    <a:pt x="12004" y="158"/>
                    <a:pt x="11846" y="0"/>
                    <a:pt x="11657" y="0"/>
                  </a:cubicBezTo>
                  <a:lnTo>
                    <a:pt x="10239" y="0"/>
                  </a:lnTo>
                  <a:cubicBezTo>
                    <a:pt x="10050" y="0"/>
                    <a:pt x="9893" y="158"/>
                    <a:pt x="9893" y="378"/>
                  </a:cubicBezTo>
                  <a:lnTo>
                    <a:pt x="9893" y="725"/>
                  </a:lnTo>
                  <a:lnTo>
                    <a:pt x="6616" y="725"/>
                  </a:lnTo>
                  <a:lnTo>
                    <a:pt x="6301" y="221"/>
                  </a:lnTo>
                  <a:cubicBezTo>
                    <a:pt x="6238" y="95"/>
                    <a:pt x="6120" y="32"/>
                    <a:pt x="6002" y="32"/>
                  </a:cubicBezTo>
                  <a:cubicBezTo>
                    <a:pt x="5884" y="32"/>
                    <a:pt x="5766" y="95"/>
                    <a:pt x="5703" y="221"/>
                  </a:cubicBezTo>
                  <a:lnTo>
                    <a:pt x="5388" y="725"/>
                  </a:lnTo>
                  <a:lnTo>
                    <a:pt x="2143" y="725"/>
                  </a:lnTo>
                  <a:lnTo>
                    <a:pt x="2143" y="378"/>
                  </a:lnTo>
                  <a:cubicBezTo>
                    <a:pt x="2143" y="158"/>
                    <a:pt x="1985" y="0"/>
                    <a:pt x="17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5" name="Google Shape;795;p56"/>
            <p:cNvSpPr/>
            <p:nvPr/>
          </p:nvSpPr>
          <p:spPr>
            <a:xfrm>
              <a:off x="-47751825" y="3306025"/>
              <a:ext cx="17350" cy="18150"/>
            </a:xfrm>
            <a:custGeom>
              <a:avLst/>
              <a:gdLst/>
              <a:ahLst/>
              <a:cxnLst/>
              <a:rect l="l" t="t" r="r" b="b"/>
              <a:pathLst>
                <a:path w="694" h="726" extrusionOk="0">
                  <a:moveTo>
                    <a:pt x="347" y="1"/>
                  </a:moveTo>
                  <a:cubicBezTo>
                    <a:pt x="158" y="1"/>
                    <a:pt x="1" y="159"/>
                    <a:pt x="1" y="348"/>
                  </a:cubicBezTo>
                  <a:cubicBezTo>
                    <a:pt x="1" y="568"/>
                    <a:pt x="158" y="726"/>
                    <a:pt x="347" y="726"/>
                  </a:cubicBezTo>
                  <a:cubicBezTo>
                    <a:pt x="536" y="726"/>
                    <a:pt x="694" y="568"/>
                    <a:pt x="694" y="348"/>
                  </a:cubicBezTo>
                  <a:cubicBezTo>
                    <a:pt x="694" y="159"/>
                    <a:pt x="536"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6" name="Google Shape;796;p56"/>
            <p:cNvSpPr/>
            <p:nvPr/>
          </p:nvSpPr>
          <p:spPr>
            <a:xfrm>
              <a:off x="-47786475" y="3395050"/>
              <a:ext cx="87450" cy="17350"/>
            </a:xfrm>
            <a:custGeom>
              <a:avLst/>
              <a:gdLst/>
              <a:ahLst/>
              <a:cxnLst/>
              <a:rect l="l" t="t" r="r" b="b"/>
              <a:pathLst>
                <a:path w="3498" h="694" extrusionOk="0">
                  <a:moveTo>
                    <a:pt x="347" y="0"/>
                  </a:moveTo>
                  <a:cubicBezTo>
                    <a:pt x="158" y="0"/>
                    <a:pt x="1" y="158"/>
                    <a:pt x="1" y="347"/>
                  </a:cubicBezTo>
                  <a:lnTo>
                    <a:pt x="1" y="693"/>
                  </a:lnTo>
                  <a:lnTo>
                    <a:pt x="3498" y="693"/>
                  </a:lnTo>
                  <a:lnTo>
                    <a:pt x="3498" y="347"/>
                  </a:lnTo>
                  <a:cubicBezTo>
                    <a:pt x="3498" y="158"/>
                    <a:pt x="3372" y="0"/>
                    <a:pt x="315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7" name="Google Shape;797;p56"/>
            <p:cNvSpPr/>
            <p:nvPr/>
          </p:nvSpPr>
          <p:spPr>
            <a:xfrm>
              <a:off x="-47692750" y="3271375"/>
              <a:ext cx="101625" cy="140225"/>
            </a:xfrm>
            <a:custGeom>
              <a:avLst/>
              <a:gdLst/>
              <a:ahLst/>
              <a:cxnLst/>
              <a:rect l="l" t="t" r="r" b="b"/>
              <a:pathLst>
                <a:path w="4065" h="5609" extrusionOk="0">
                  <a:moveTo>
                    <a:pt x="631" y="1"/>
                  </a:moveTo>
                  <a:lnTo>
                    <a:pt x="1576" y="1639"/>
                  </a:lnTo>
                  <a:cubicBezTo>
                    <a:pt x="1639" y="1734"/>
                    <a:pt x="1639" y="1891"/>
                    <a:pt x="1576" y="1986"/>
                  </a:cubicBezTo>
                  <a:lnTo>
                    <a:pt x="1" y="4348"/>
                  </a:lnTo>
                  <a:cubicBezTo>
                    <a:pt x="316" y="4537"/>
                    <a:pt x="505" y="4853"/>
                    <a:pt x="505" y="5262"/>
                  </a:cubicBezTo>
                  <a:lnTo>
                    <a:pt x="505" y="5609"/>
                  </a:lnTo>
                  <a:lnTo>
                    <a:pt x="4065" y="5609"/>
                  </a:lnTo>
                  <a:lnTo>
                    <a:pt x="4065" y="1040"/>
                  </a:lnTo>
                  <a:cubicBezTo>
                    <a:pt x="4002" y="473"/>
                    <a:pt x="3561" y="1"/>
                    <a:pt x="296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8" name="Google Shape;798;p56"/>
            <p:cNvSpPr/>
            <p:nvPr/>
          </p:nvSpPr>
          <p:spPr>
            <a:xfrm>
              <a:off x="-47891225" y="3272950"/>
              <a:ext cx="100050" cy="140225"/>
            </a:xfrm>
            <a:custGeom>
              <a:avLst/>
              <a:gdLst/>
              <a:ahLst/>
              <a:cxnLst/>
              <a:rect l="l" t="t" r="r" b="b"/>
              <a:pathLst>
                <a:path w="4002" h="5609" extrusionOk="0">
                  <a:moveTo>
                    <a:pt x="1040" y="1"/>
                  </a:moveTo>
                  <a:cubicBezTo>
                    <a:pt x="473" y="1"/>
                    <a:pt x="0" y="442"/>
                    <a:pt x="0" y="1040"/>
                  </a:cubicBezTo>
                  <a:lnTo>
                    <a:pt x="0" y="5609"/>
                  </a:lnTo>
                  <a:lnTo>
                    <a:pt x="3529" y="5609"/>
                  </a:lnTo>
                  <a:lnTo>
                    <a:pt x="3529" y="5231"/>
                  </a:lnTo>
                  <a:lnTo>
                    <a:pt x="3497" y="5231"/>
                  </a:lnTo>
                  <a:cubicBezTo>
                    <a:pt x="3497" y="4821"/>
                    <a:pt x="3686" y="4506"/>
                    <a:pt x="4002" y="4317"/>
                  </a:cubicBezTo>
                  <a:lnTo>
                    <a:pt x="2426" y="1954"/>
                  </a:lnTo>
                  <a:cubicBezTo>
                    <a:pt x="2363" y="1828"/>
                    <a:pt x="2363" y="1734"/>
                    <a:pt x="2426" y="1608"/>
                  </a:cubicBezTo>
                  <a:lnTo>
                    <a:pt x="337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 name="Google Shape;799;p56"/>
            <p:cNvSpPr/>
            <p:nvPr/>
          </p:nvSpPr>
          <p:spPr>
            <a:xfrm>
              <a:off x="-47892800" y="3428900"/>
              <a:ext cx="300100" cy="70925"/>
            </a:xfrm>
            <a:custGeom>
              <a:avLst/>
              <a:gdLst/>
              <a:ahLst/>
              <a:cxnLst/>
              <a:rect l="l" t="t" r="r" b="b"/>
              <a:pathLst>
                <a:path w="12004" h="2837" extrusionOk="0">
                  <a:moveTo>
                    <a:pt x="0" y="1"/>
                  </a:moveTo>
                  <a:lnTo>
                    <a:pt x="0" y="379"/>
                  </a:lnTo>
                  <a:cubicBezTo>
                    <a:pt x="0" y="946"/>
                    <a:pt x="473" y="1418"/>
                    <a:pt x="1072" y="1418"/>
                  </a:cubicBezTo>
                  <a:lnTo>
                    <a:pt x="4978" y="1418"/>
                  </a:lnTo>
                  <a:lnTo>
                    <a:pt x="4978" y="2143"/>
                  </a:lnTo>
                  <a:lnTo>
                    <a:pt x="3907" y="2143"/>
                  </a:lnTo>
                  <a:cubicBezTo>
                    <a:pt x="3718" y="2143"/>
                    <a:pt x="3560" y="2301"/>
                    <a:pt x="3560" y="2490"/>
                  </a:cubicBezTo>
                  <a:cubicBezTo>
                    <a:pt x="3560" y="2679"/>
                    <a:pt x="3718" y="2836"/>
                    <a:pt x="3907" y="2836"/>
                  </a:cubicBezTo>
                  <a:lnTo>
                    <a:pt x="8129" y="2836"/>
                  </a:lnTo>
                  <a:cubicBezTo>
                    <a:pt x="8318" y="2836"/>
                    <a:pt x="8475" y="2679"/>
                    <a:pt x="8475" y="2490"/>
                  </a:cubicBezTo>
                  <a:cubicBezTo>
                    <a:pt x="8475" y="2301"/>
                    <a:pt x="8318" y="2143"/>
                    <a:pt x="8129" y="2143"/>
                  </a:cubicBezTo>
                  <a:lnTo>
                    <a:pt x="7057" y="2143"/>
                  </a:lnTo>
                  <a:lnTo>
                    <a:pt x="7057" y="1418"/>
                  </a:lnTo>
                  <a:lnTo>
                    <a:pt x="10964" y="1418"/>
                  </a:lnTo>
                  <a:cubicBezTo>
                    <a:pt x="11531" y="1418"/>
                    <a:pt x="12004" y="946"/>
                    <a:pt x="12004" y="379"/>
                  </a:cubicBezTo>
                  <a:lnTo>
                    <a:pt x="1200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00" name="Google Shape;800;p56"/>
          <p:cNvSpPr txBox="1"/>
          <p:nvPr/>
        </p:nvSpPr>
        <p:spPr>
          <a:xfrm>
            <a:off x="1113563" y="3975125"/>
            <a:ext cx="1613700" cy="4422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dk1"/>
                </a:solidFill>
                <a:latin typeface="Comic Neue"/>
                <a:ea typeface="Comic Neue"/>
                <a:cs typeface="Comic Neue"/>
                <a:sym typeface="Comic Neue"/>
              </a:rPr>
              <a:t>Mercury is a very small planet</a:t>
            </a:r>
            <a:endParaRPr>
              <a:solidFill>
                <a:schemeClr val="lt2"/>
              </a:solidFill>
              <a:latin typeface="Comic Neue"/>
              <a:ea typeface="Comic Neue"/>
              <a:cs typeface="Comic Neue"/>
              <a:sym typeface="Comic Neue"/>
            </a:endParaRPr>
          </a:p>
        </p:txBody>
      </p:sp>
      <p:sp>
        <p:nvSpPr>
          <p:cNvPr id="801" name="Google Shape;801;p56"/>
          <p:cNvSpPr txBox="1"/>
          <p:nvPr/>
        </p:nvSpPr>
        <p:spPr>
          <a:xfrm>
            <a:off x="6416744" y="3975125"/>
            <a:ext cx="1613700" cy="4422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dk1"/>
                </a:solidFill>
                <a:latin typeface="Comic Neue"/>
                <a:ea typeface="Comic Neue"/>
                <a:cs typeface="Comic Neue"/>
                <a:sym typeface="Comic Neue"/>
              </a:rPr>
              <a:t>Jupiter is a very big planet</a:t>
            </a:r>
            <a:endParaRPr>
              <a:solidFill>
                <a:schemeClr val="dk1"/>
              </a:solidFill>
              <a:latin typeface="Comic Neue"/>
              <a:ea typeface="Comic Neue"/>
              <a:cs typeface="Comic Neue"/>
              <a:sym typeface="Comic Neue"/>
            </a:endParaRPr>
          </a:p>
        </p:txBody>
      </p:sp>
      <p:sp>
        <p:nvSpPr>
          <p:cNvPr id="802" name="Google Shape;802;p56"/>
          <p:cNvSpPr txBox="1"/>
          <p:nvPr/>
        </p:nvSpPr>
        <p:spPr>
          <a:xfrm>
            <a:off x="4651563" y="3975125"/>
            <a:ext cx="1613700" cy="4422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dk1"/>
                </a:solidFill>
                <a:latin typeface="Comic Neue"/>
                <a:ea typeface="Comic Neue"/>
                <a:cs typeface="Comic Neue"/>
                <a:sym typeface="Comic Neue"/>
              </a:rPr>
              <a:t>Mars is actually a very cold place</a:t>
            </a:r>
            <a:endParaRPr>
              <a:solidFill>
                <a:schemeClr val="dk1"/>
              </a:solidFill>
              <a:latin typeface="Comic Neue"/>
              <a:ea typeface="Comic Neue"/>
              <a:cs typeface="Comic Neue"/>
              <a:sym typeface="Comic Neue"/>
            </a:endParaRPr>
          </a:p>
        </p:txBody>
      </p:sp>
      <p:sp>
        <p:nvSpPr>
          <p:cNvPr id="803" name="Google Shape;803;p56"/>
          <p:cNvSpPr txBox="1"/>
          <p:nvPr/>
        </p:nvSpPr>
        <p:spPr>
          <a:xfrm>
            <a:off x="2882563" y="3975125"/>
            <a:ext cx="1613700" cy="4422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dk1"/>
                </a:solidFill>
                <a:latin typeface="Comic Neue"/>
                <a:ea typeface="Comic Neue"/>
                <a:cs typeface="Comic Neue"/>
                <a:sym typeface="Comic Neue"/>
              </a:rPr>
              <a:t>Saturn is a gas giant with rings</a:t>
            </a:r>
            <a:endParaRPr>
              <a:solidFill>
                <a:schemeClr val="dk1"/>
              </a:solidFill>
              <a:latin typeface="Comic Neue"/>
              <a:ea typeface="Comic Neue"/>
              <a:cs typeface="Comic Neue"/>
              <a:sym typeface="Comic Neue"/>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807"/>
        <p:cNvGrpSpPr/>
        <p:nvPr/>
      </p:nvGrpSpPr>
      <p:grpSpPr>
        <a:xfrm>
          <a:off x="0" y="0"/>
          <a:ext cx="0" cy="0"/>
          <a:chOff x="0" y="0"/>
          <a:chExt cx="0" cy="0"/>
        </a:xfrm>
      </p:grpSpPr>
      <p:sp>
        <p:nvSpPr>
          <p:cNvPr id="808" name="Google Shape;808;p57"/>
          <p:cNvSpPr txBox="1">
            <a:spLocks noGrp="1"/>
          </p:cNvSpPr>
          <p:nvPr>
            <p:ph type="title"/>
          </p:nvPr>
        </p:nvSpPr>
        <p:spPr>
          <a:xfrm>
            <a:off x="720000" y="532925"/>
            <a:ext cx="7704000" cy="440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TOPIC DATA</a:t>
            </a:r>
            <a:endParaRPr/>
          </a:p>
        </p:txBody>
      </p:sp>
      <p:pic>
        <p:nvPicPr>
          <p:cNvPr id="809" name="Google Shape;809;p57" title="Chart">
            <a:hlinkClick r:id="rId3"/>
          </p:cNvPr>
          <p:cNvPicPr preferRelativeResize="0"/>
          <p:nvPr/>
        </p:nvPicPr>
        <p:blipFill>
          <a:blip r:embed="rId4">
            <a:alphaModFix/>
          </a:blip>
          <a:stretch>
            <a:fillRect/>
          </a:stretch>
        </p:blipFill>
        <p:spPr>
          <a:xfrm>
            <a:off x="1096100" y="1250225"/>
            <a:ext cx="4214374" cy="3358275"/>
          </a:xfrm>
          <a:prstGeom prst="rect">
            <a:avLst/>
          </a:prstGeom>
          <a:noFill/>
          <a:ln>
            <a:noFill/>
          </a:ln>
          <a:effectLst>
            <a:outerShdw blurRad="71438" dist="47625" dir="3000000" algn="bl" rotWithShape="0">
              <a:srgbClr val="000000">
                <a:alpha val="21000"/>
              </a:srgbClr>
            </a:outerShdw>
          </a:effectLst>
        </p:spPr>
      </p:pic>
      <p:sp>
        <p:nvSpPr>
          <p:cNvPr id="810" name="Google Shape;810;p57"/>
          <p:cNvSpPr txBox="1"/>
          <p:nvPr/>
        </p:nvSpPr>
        <p:spPr>
          <a:xfrm>
            <a:off x="6134099" y="1825400"/>
            <a:ext cx="1820400" cy="400200"/>
          </a:xfrm>
          <a:prstGeom prst="rect">
            <a:avLst/>
          </a:prstGeom>
          <a:noFill/>
          <a:ln>
            <a:noFill/>
          </a:ln>
          <a:effectLst>
            <a:outerShdw blurRad="71438" dist="47625" dir="2940000" algn="bl" rotWithShape="0">
              <a:srgbClr val="000000">
                <a:alpha val="21000"/>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r>
              <a:rPr lang="en" sz="2500">
                <a:solidFill>
                  <a:schemeClr val="lt2"/>
                </a:solidFill>
                <a:latin typeface="Righteous"/>
                <a:ea typeface="Righteous"/>
                <a:cs typeface="Righteous"/>
                <a:sym typeface="Righteous"/>
              </a:rPr>
              <a:t>Mars</a:t>
            </a:r>
            <a:endParaRPr sz="2500">
              <a:solidFill>
                <a:schemeClr val="lt2"/>
              </a:solidFill>
              <a:latin typeface="Righteous"/>
              <a:ea typeface="Righteous"/>
              <a:cs typeface="Righteous"/>
              <a:sym typeface="Righteous"/>
            </a:endParaRPr>
          </a:p>
        </p:txBody>
      </p:sp>
      <p:sp>
        <p:nvSpPr>
          <p:cNvPr id="811" name="Google Shape;811;p57"/>
          <p:cNvSpPr txBox="1"/>
          <p:nvPr/>
        </p:nvSpPr>
        <p:spPr>
          <a:xfrm>
            <a:off x="6134099" y="2230625"/>
            <a:ext cx="1820400" cy="522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chemeClr val="dk1"/>
                </a:solidFill>
                <a:latin typeface="Comic Neue"/>
                <a:ea typeface="Comic Neue"/>
                <a:cs typeface="Comic Neue"/>
                <a:sym typeface="Comic Neue"/>
              </a:rPr>
              <a:t>Despite being red, Mars is actually cold</a:t>
            </a:r>
            <a:endParaRPr>
              <a:solidFill>
                <a:schemeClr val="dk1"/>
              </a:solidFill>
              <a:latin typeface="Comic Neue"/>
              <a:ea typeface="Comic Neue"/>
              <a:cs typeface="Comic Neue"/>
              <a:sym typeface="Comic Neue"/>
            </a:endParaRPr>
          </a:p>
        </p:txBody>
      </p:sp>
      <p:sp>
        <p:nvSpPr>
          <p:cNvPr id="812" name="Google Shape;812;p57"/>
          <p:cNvSpPr/>
          <p:nvPr/>
        </p:nvSpPr>
        <p:spPr>
          <a:xfrm>
            <a:off x="5813545" y="1465550"/>
            <a:ext cx="279000" cy="279000"/>
          </a:xfrm>
          <a:prstGeom prst="ellipse">
            <a:avLst/>
          </a:prstGeom>
          <a:solidFill>
            <a:schemeClr val="dk2"/>
          </a:solidFill>
          <a:ln>
            <a:noFill/>
          </a:ln>
          <a:effectLst>
            <a:outerShdw blurRad="71438" dist="47625" dir="3000000" algn="bl" rotWithShape="0">
              <a:srgbClr val="000000">
                <a:alpha val="22000"/>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3" name="Google Shape;813;p57"/>
          <p:cNvSpPr/>
          <p:nvPr/>
        </p:nvSpPr>
        <p:spPr>
          <a:xfrm>
            <a:off x="5813545" y="3125000"/>
            <a:ext cx="279000" cy="279000"/>
          </a:xfrm>
          <a:prstGeom prst="ellipse">
            <a:avLst/>
          </a:prstGeom>
          <a:solidFill>
            <a:schemeClr val="lt2"/>
          </a:solidFill>
          <a:ln>
            <a:noFill/>
          </a:ln>
          <a:effectLst>
            <a:outerShdw blurRad="71438" dist="47625" dir="3000000" algn="bl" rotWithShape="0">
              <a:srgbClr val="000000">
                <a:alpha val="22000"/>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4" name="Google Shape;814;p57"/>
          <p:cNvSpPr txBox="1"/>
          <p:nvPr/>
        </p:nvSpPr>
        <p:spPr>
          <a:xfrm>
            <a:off x="6134099" y="1384700"/>
            <a:ext cx="1820400" cy="440700"/>
          </a:xfrm>
          <a:prstGeom prst="rect">
            <a:avLst/>
          </a:prstGeom>
          <a:noFill/>
          <a:ln>
            <a:noFill/>
          </a:ln>
          <a:effectLst>
            <a:outerShdw blurRad="71438" dist="47625" algn="bl" rotWithShape="0">
              <a:srgbClr val="000000">
                <a:alpha val="21000"/>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r>
              <a:rPr lang="en" sz="2500">
                <a:solidFill>
                  <a:schemeClr val="accent1"/>
                </a:solidFill>
                <a:latin typeface="Righteous"/>
                <a:ea typeface="Righteous"/>
                <a:cs typeface="Righteous"/>
                <a:sym typeface="Righteous"/>
              </a:rPr>
              <a:t>30%</a:t>
            </a:r>
            <a:endParaRPr sz="2500">
              <a:solidFill>
                <a:schemeClr val="accent1"/>
              </a:solidFill>
              <a:latin typeface="Righteous"/>
              <a:ea typeface="Righteous"/>
              <a:cs typeface="Righteous"/>
              <a:sym typeface="Righteous"/>
            </a:endParaRPr>
          </a:p>
        </p:txBody>
      </p:sp>
      <p:sp>
        <p:nvSpPr>
          <p:cNvPr id="815" name="Google Shape;815;p57"/>
          <p:cNvSpPr txBox="1"/>
          <p:nvPr/>
        </p:nvSpPr>
        <p:spPr>
          <a:xfrm>
            <a:off x="6134099" y="3484850"/>
            <a:ext cx="1820400" cy="400200"/>
          </a:xfrm>
          <a:prstGeom prst="rect">
            <a:avLst/>
          </a:prstGeom>
          <a:noFill/>
          <a:ln>
            <a:noFill/>
          </a:ln>
          <a:effectLst>
            <a:outerShdw blurRad="71438" dist="47625" dir="2940000" algn="bl" rotWithShape="0">
              <a:srgbClr val="000000">
                <a:alpha val="21000"/>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r>
              <a:rPr lang="en" sz="2500">
                <a:solidFill>
                  <a:schemeClr val="lt2"/>
                </a:solidFill>
                <a:latin typeface="Righteous"/>
                <a:ea typeface="Righteous"/>
                <a:cs typeface="Righteous"/>
                <a:sym typeface="Righteous"/>
              </a:rPr>
              <a:t>Saturn</a:t>
            </a:r>
            <a:endParaRPr sz="2500">
              <a:solidFill>
                <a:schemeClr val="lt2"/>
              </a:solidFill>
              <a:latin typeface="Righteous"/>
              <a:ea typeface="Righteous"/>
              <a:cs typeface="Righteous"/>
              <a:sym typeface="Righteous"/>
            </a:endParaRPr>
          </a:p>
        </p:txBody>
      </p:sp>
      <p:sp>
        <p:nvSpPr>
          <p:cNvPr id="816" name="Google Shape;816;p57"/>
          <p:cNvSpPr txBox="1"/>
          <p:nvPr/>
        </p:nvSpPr>
        <p:spPr>
          <a:xfrm>
            <a:off x="6134099" y="3890075"/>
            <a:ext cx="1820400" cy="522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chemeClr val="dk1"/>
                </a:solidFill>
                <a:latin typeface="Comic Neue"/>
                <a:ea typeface="Comic Neue"/>
                <a:cs typeface="Comic Neue"/>
                <a:sym typeface="Comic Neue"/>
              </a:rPr>
              <a:t>Saturn is a gas giant with several rings</a:t>
            </a:r>
            <a:endParaRPr>
              <a:solidFill>
                <a:schemeClr val="dk1"/>
              </a:solidFill>
              <a:latin typeface="Comic Neue"/>
              <a:ea typeface="Comic Neue"/>
              <a:cs typeface="Comic Neue"/>
              <a:sym typeface="Comic Neue"/>
            </a:endParaRPr>
          </a:p>
        </p:txBody>
      </p:sp>
      <p:sp>
        <p:nvSpPr>
          <p:cNvPr id="817" name="Google Shape;817;p57"/>
          <p:cNvSpPr txBox="1"/>
          <p:nvPr/>
        </p:nvSpPr>
        <p:spPr>
          <a:xfrm>
            <a:off x="6134099" y="3044150"/>
            <a:ext cx="1820400" cy="440700"/>
          </a:xfrm>
          <a:prstGeom prst="rect">
            <a:avLst/>
          </a:prstGeom>
          <a:noFill/>
          <a:ln>
            <a:noFill/>
          </a:ln>
          <a:effectLst>
            <a:outerShdw blurRad="71438" dist="47625" algn="bl" rotWithShape="0">
              <a:srgbClr val="000000">
                <a:alpha val="21000"/>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r>
              <a:rPr lang="en" sz="2500">
                <a:solidFill>
                  <a:schemeClr val="accent1"/>
                </a:solidFill>
                <a:latin typeface="Righteous"/>
                <a:ea typeface="Righteous"/>
                <a:cs typeface="Righteous"/>
                <a:sym typeface="Righteous"/>
              </a:rPr>
              <a:t>50%</a:t>
            </a:r>
            <a:endParaRPr sz="2500">
              <a:solidFill>
                <a:schemeClr val="accent1"/>
              </a:solidFill>
              <a:latin typeface="Righteous"/>
              <a:ea typeface="Righteous"/>
              <a:cs typeface="Righteous"/>
              <a:sym typeface="Righteous"/>
            </a:endParaRP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821"/>
        <p:cNvGrpSpPr/>
        <p:nvPr/>
      </p:nvGrpSpPr>
      <p:grpSpPr>
        <a:xfrm>
          <a:off x="0" y="0"/>
          <a:ext cx="0" cy="0"/>
          <a:chOff x="0" y="0"/>
          <a:chExt cx="0" cy="0"/>
        </a:xfrm>
      </p:grpSpPr>
      <p:sp>
        <p:nvSpPr>
          <p:cNvPr id="822" name="Google Shape;822;p58"/>
          <p:cNvSpPr txBox="1">
            <a:spLocks noGrp="1"/>
          </p:cNvSpPr>
          <p:nvPr>
            <p:ph type="title"/>
          </p:nvPr>
        </p:nvSpPr>
        <p:spPr>
          <a:xfrm>
            <a:off x="720000" y="532925"/>
            <a:ext cx="7704000" cy="440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INTERNATIONAL WORKSHOP</a:t>
            </a:r>
            <a:endParaRPr/>
          </a:p>
        </p:txBody>
      </p:sp>
      <p:grpSp>
        <p:nvGrpSpPr>
          <p:cNvPr id="823" name="Google Shape;823;p58"/>
          <p:cNvGrpSpPr/>
          <p:nvPr/>
        </p:nvGrpSpPr>
        <p:grpSpPr>
          <a:xfrm>
            <a:off x="1024809" y="1714041"/>
            <a:ext cx="5017522" cy="2673017"/>
            <a:chOff x="233350" y="949250"/>
            <a:chExt cx="7137300" cy="3802300"/>
          </a:xfrm>
        </p:grpSpPr>
        <p:sp>
          <p:nvSpPr>
            <p:cNvPr id="824" name="Google Shape;824;p58"/>
            <p:cNvSpPr/>
            <p:nvPr/>
          </p:nvSpPr>
          <p:spPr>
            <a:xfrm>
              <a:off x="4428450" y="2808675"/>
              <a:ext cx="1478900" cy="330100"/>
            </a:xfrm>
            <a:custGeom>
              <a:avLst/>
              <a:gdLst/>
              <a:ahLst/>
              <a:cxnLst/>
              <a:rect l="l" t="t" r="r" b="b"/>
              <a:pathLst>
                <a:path w="59156" h="13204" extrusionOk="0">
                  <a:moveTo>
                    <a:pt x="1" y="0"/>
                  </a:moveTo>
                  <a:lnTo>
                    <a:pt x="1" y="0"/>
                  </a:lnTo>
                  <a:close/>
                  <a:moveTo>
                    <a:pt x="59155" y="13203"/>
                  </a:moveTo>
                  <a:close/>
                </a:path>
              </a:pathLst>
            </a:custGeom>
            <a:solidFill>
              <a:schemeClr val="dk2"/>
            </a:solidFill>
            <a:ln>
              <a:noFill/>
            </a:ln>
            <a:effectLst>
              <a:outerShdw blurRad="71438" dist="47625" dir="3000000" algn="bl" rotWithShape="0">
                <a:srgbClr val="000000">
                  <a:alpha val="21000"/>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5" name="Google Shape;825;p58"/>
            <p:cNvSpPr/>
            <p:nvPr/>
          </p:nvSpPr>
          <p:spPr>
            <a:xfrm>
              <a:off x="2909400" y="1076125"/>
              <a:ext cx="4118650" cy="3109225"/>
            </a:xfrm>
            <a:custGeom>
              <a:avLst/>
              <a:gdLst/>
              <a:ahLst/>
              <a:cxnLst/>
              <a:rect l="l" t="t" r="r" b="b"/>
              <a:pathLst>
                <a:path w="164746" h="124369" extrusionOk="0">
                  <a:moveTo>
                    <a:pt x="49520" y="11070"/>
                  </a:moveTo>
                  <a:cubicBezTo>
                    <a:pt x="49737" y="11070"/>
                    <a:pt x="49861" y="11136"/>
                    <a:pt x="49875" y="11358"/>
                  </a:cubicBezTo>
                  <a:cubicBezTo>
                    <a:pt x="49875" y="11575"/>
                    <a:pt x="49818" y="11698"/>
                    <a:pt x="49684" y="11698"/>
                  </a:cubicBezTo>
                  <a:cubicBezTo>
                    <a:pt x="49636" y="11698"/>
                    <a:pt x="49580" y="11683"/>
                    <a:pt x="49512" y="11651"/>
                  </a:cubicBezTo>
                  <a:cubicBezTo>
                    <a:pt x="49305" y="11565"/>
                    <a:pt x="49115" y="11444"/>
                    <a:pt x="48925" y="11323"/>
                  </a:cubicBezTo>
                  <a:lnTo>
                    <a:pt x="49339" y="11081"/>
                  </a:lnTo>
                  <a:cubicBezTo>
                    <a:pt x="49405" y="11074"/>
                    <a:pt x="49465" y="11070"/>
                    <a:pt x="49520" y="11070"/>
                  </a:cubicBezTo>
                  <a:close/>
                  <a:moveTo>
                    <a:pt x="46983" y="11081"/>
                  </a:moveTo>
                  <a:cubicBezTo>
                    <a:pt x="47014" y="11081"/>
                    <a:pt x="47051" y="11087"/>
                    <a:pt x="47093" y="11098"/>
                  </a:cubicBezTo>
                  <a:cubicBezTo>
                    <a:pt x="47369" y="11185"/>
                    <a:pt x="47870" y="11168"/>
                    <a:pt x="47767" y="11686"/>
                  </a:cubicBezTo>
                  <a:cubicBezTo>
                    <a:pt x="47732" y="11893"/>
                    <a:pt x="47888" y="12274"/>
                    <a:pt x="47490" y="12343"/>
                  </a:cubicBezTo>
                  <a:cubicBezTo>
                    <a:pt x="47110" y="12222"/>
                    <a:pt x="46834" y="11893"/>
                    <a:pt x="46799" y="11496"/>
                  </a:cubicBezTo>
                  <a:cubicBezTo>
                    <a:pt x="46784" y="11302"/>
                    <a:pt x="46782" y="11081"/>
                    <a:pt x="46983" y="11081"/>
                  </a:cubicBezTo>
                  <a:close/>
                  <a:moveTo>
                    <a:pt x="38158" y="11530"/>
                  </a:moveTo>
                  <a:cubicBezTo>
                    <a:pt x="38279" y="11530"/>
                    <a:pt x="38417" y="11703"/>
                    <a:pt x="38642" y="11876"/>
                  </a:cubicBezTo>
                  <a:cubicBezTo>
                    <a:pt x="38366" y="12118"/>
                    <a:pt x="38089" y="12360"/>
                    <a:pt x="37778" y="12585"/>
                  </a:cubicBezTo>
                  <a:cubicBezTo>
                    <a:pt x="35549" y="13967"/>
                    <a:pt x="35514" y="15903"/>
                    <a:pt x="37692" y="17268"/>
                  </a:cubicBezTo>
                  <a:cubicBezTo>
                    <a:pt x="38003" y="17458"/>
                    <a:pt x="38227" y="17631"/>
                    <a:pt x="38158" y="18080"/>
                  </a:cubicBezTo>
                  <a:cubicBezTo>
                    <a:pt x="38106" y="18529"/>
                    <a:pt x="37951" y="18599"/>
                    <a:pt x="37553" y="18737"/>
                  </a:cubicBezTo>
                  <a:cubicBezTo>
                    <a:pt x="36568" y="19117"/>
                    <a:pt x="36309" y="19981"/>
                    <a:pt x="36378" y="20949"/>
                  </a:cubicBezTo>
                  <a:cubicBezTo>
                    <a:pt x="36427" y="21679"/>
                    <a:pt x="36279" y="22143"/>
                    <a:pt x="35819" y="22143"/>
                  </a:cubicBezTo>
                  <a:cubicBezTo>
                    <a:pt x="35625" y="22143"/>
                    <a:pt x="35377" y="22061"/>
                    <a:pt x="35065" y="21882"/>
                  </a:cubicBezTo>
                  <a:cubicBezTo>
                    <a:pt x="34913" y="21798"/>
                    <a:pt x="34745" y="21754"/>
                    <a:pt x="34578" y="21754"/>
                  </a:cubicBezTo>
                  <a:cubicBezTo>
                    <a:pt x="34403" y="21754"/>
                    <a:pt x="34230" y="21802"/>
                    <a:pt x="34080" y="21899"/>
                  </a:cubicBezTo>
                  <a:cubicBezTo>
                    <a:pt x="33134" y="22372"/>
                    <a:pt x="32094" y="22613"/>
                    <a:pt x="31041" y="22613"/>
                  </a:cubicBezTo>
                  <a:cubicBezTo>
                    <a:pt x="30747" y="22613"/>
                    <a:pt x="30451" y="22594"/>
                    <a:pt x="30157" y="22556"/>
                  </a:cubicBezTo>
                  <a:cubicBezTo>
                    <a:pt x="29915" y="22521"/>
                    <a:pt x="29759" y="22608"/>
                    <a:pt x="29829" y="22262"/>
                  </a:cubicBezTo>
                  <a:lnTo>
                    <a:pt x="29829" y="22262"/>
                  </a:lnTo>
                  <a:lnTo>
                    <a:pt x="29829" y="22279"/>
                  </a:lnTo>
                  <a:cubicBezTo>
                    <a:pt x="29898" y="21986"/>
                    <a:pt x="29984" y="21882"/>
                    <a:pt x="30364" y="21830"/>
                  </a:cubicBezTo>
                  <a:cubicBezTo>
                    <a:pt x="31505" y="21675"/>
                    <a:pt x="32836" y="21467"/>
                    <a:pt x="33354" y="20361"/>
                  </a:cubicBezTo>
                  <a:cubicBezTo>
                    <a:pt x="33821" y="19342"/>
                    <a:pt x="33872" y="18184"/>
                    <a:pt x="34927" y="17458"/>
                  </a:cubicBezTo>
                  <a:cubicBezTo>
                    <a:pt x="35238" y="17216"/>
                    <a:pt x="34978" y="16836"/>
                    <a:pt x="34667" y="16594"/>
                  </a:cubicBezTo>
                  <a:cubicBezTo>
                    <a:pt x="33216" y="15436"/>
                    <a:pt x="33907" y="14572"/>
                    <a:pt x="35099" y="13846"/>
                  </a:cubicBezTo>
                  <a:cubicBezTo>
                    <a:pt x="35860" y="13380"/>
                    <a:pt x="36724" y="13086"/>
                    <a:pt x="37018" y="12066"/>
                  </a:cubicBezTo>
                  <a:cubicBezTo>
                    <a:pt x="37156" y="11582"/>
                    <a:pt x="37709" y="11548"/>
                    <a:pt x="38158" y="11530"/>
                  </a:cubicBezTo>
                  <a:close/>
                  <a:moveTo>
                    <a:pt x="46802" y="32066"/>
                  </a:moveTo>
                  <a:cubicBezTo>
                    <a:pt x="47245" y="32066"/>
                    <a:pt x="47720" y="32469"/>
                    <a:pt x="47888" y="33080"/>
                  </a:cubicBezTo>
                  <a:cubicBezTo>
                    <a:pt x="48059" y="33754"/>
                    <a:pt x="48393" y="34225"/>
                    <a:pt x="48918" y="34225"/>
                  </a:cubicBezTo>
                  <a:cubicBezTo>
                    <a:pt x="49080" y="34225"/>
                    <a:pt x="49261" y="34181"/>
                    <a:pt x="49460" y="34083"/>
                  </a:cubicBezTo>
                  <a:cubicBezTo>
                    <a:pt x="50103" y="33764"/>
                    <a:pt x="50701" y="33627"/>
                    <a:pt x="51269" y="33627"/>
                  </a:cubicBezTo>
                  <a:cubicBezTo>
                    <a:pt x="52489" y="33627"/>
                    <a:pt x="53566" y="34260"/>
                    <a:pt x="54628" y="35085"/>
                  </a:cubicBezTo>
                  <a:cubicBezTo>
                    <a:pt x="54818" y="35223"/>
                    <a:pt x="55008" y="35396"/>
                    <a:pt x="55163" y="35586"/>
                  </a:cubicBezTo>
                  <a:cubicBezTo>
                    <a:pt x="55543" y="36053"/>
                    <a:pt x="56684" y="36070"/>
                    <a:pt x="56321" y="36917"/>
                  </a:cubicBezTo>
                  <a:lnTo>
                    <a:pt x="56321" y="36934"/>
                  </a:lnTo>
                  <a:cubicBezTo>
                    <a:pt x="56149" y="37350"/>
                    <a:pt x="55751" y="37415"/>
                    <a:pt x="55318" y="37415"/>
                  </a:cubicBezTo>
                  <a:cubicBezTo>
                    <a:pt x="55122" y="37415"/>
                    <a:pt x="54919" y="37401"/>
                    <a:pt x="54727" y="37401"/>
                  </a:cubicBezTo>
                  <a:cubicBezTo>
                    <a:pt x="54620" y="37401"/>
                    <a:pt x="54517" y="37405"/>
                    <a:pt x="54420" y="37418"/>
                  </a:cubicBezTo>
                  <a:cubicBezTo>
                    <a:pt x="54278" y="37432"/>
                    <a:pt x="54136" y="37440"/>
                    <a:pt x="53995" y="37440"/>
                  </a:cubicBezTo>
                  <a:cubicBezTo>
                    <a:pt x="53292" y="37440"/>
                    <a:pt x="52602" y="37262"/>
                    <a:pt x="51983" y="36917"/>
                  </a:cubicBezTo>
                  <a:cubicBezTo>
                    <a:pt x="51332" y="36539"/>
                    <a:pt x="50680" y="36418"/>
                    <a:pt x="50028" y="36418"/>
                  </a:cubicBezTo>
                  <a:cubicBezTo>
                    <a:pt x="48867" y="36418"/>
                    <a:pt x="47706" y="36802"/>
                    <a:pt x="46545" y="36802"/>
                  </a:cubicBezTo>
                  <a:cubicBezTo>
                    <a:pt x="46302" y="36802"/>
                    <a:pt x="46058" y="36785"/>
                    <a:pt x="45814" y="36744"/>
                  </a:cubicBezTo>
                  <a:cubicBezTo>
                    <a:pt x="44881" y="36588"/>
                    <a:pt x="44552" y="36105"/>
                    <a:pt x="44673" y="35241"/>
                  </a:cubicBezTo>
                  <a:cubicBezTo>
                    <a:pt x="44846" y="34083"/>
                    <a:pt x="45537" y="33115"/>
                    <a:pt x="46263" y="32320"/>
                  </a:cubicBezTo>
                  <a:cubicBezTo>
                    <a:pt x="46417" y="32145"/>
                    <a:pt x="46607" y="32066"/>
                    <a:pt x="46802" y="32066"/>
                  </a:cubicBezTo>
                  <a:close/>
                  <a:moveTo>
                    <a:pt x="64554" y="31370"/>
                  </a:moveTo>
                  <a:cubicBezTo>
                    <a:pt x="64860" y="31370"/>
                    <a:pt x="65185" y="31437"/>
                    <a:pt x="65532" y="31594"/>
                  </a:cubicBezTo>
                  <a:cubicBezTo>
                    <a:pt x="65878" y="31767"/>
                    <a:pt x="65930" y="32251"/>
                    <a:pt x="65636" y="32493"/>
                  </a:cubicBezTo>
                  <a:cubicBezTo>
                    <a:pt x="64063" y="34065"/>
                    <a:pt x="64184" y="35085"/>
                    <a:pt x="65895" y="36588"/>
                  </a:cubicBezTo>
                  <a:cubicBezTo>
                    <a:pt x="67243" y="37815"/>
                    <a:pt x="67762" y="39544"/>
                    <a:pt x="68211" y="41237"/>
                  </a:cubicBezTo>
                  <a:cubicBezTo>
                    <a:pt x="68364" y="41802"/>
                    <a:pt x="68057" y="41990"/>
                    <a:pt x="67435" y="41990"/>
                  </a:cubicBezTo>
                  <a:cubicBezTo>
                    <a:pt x="67353" y="41990"/>
                    <a:pt x="67266" y="41986"/>
                    <a:pt x="67174" y="41980"/>
                  </a:cubicBezTo>
                  <a:cubicBezTo>
                    <a:pt x="66517" y="41064"/>
                    <a:pt x="64271" y="41825"/>
                    <a:pt x="64547" y="39146"/>
                  </a:cubicBezTo>
                  <a:lnTo>
                    <a:pt x="64547" y="39146"/>
                  </a:lnTo>
                  <a:lnTo>
                    <a:pt x="64547" y="39181"/>
                  </a:lnTo>
                  <a:cubicBezTo>
                    <a:pt x="64685" y="37885"/>
                    <a:pt x="63113" y="36295"/>
                    <a:pt x="62076" y="35050"/>
                  </a:cubicBezTo>
                  <a:cubicBezTo>
                    <a:pt x="61281" y="34100"/>
                    <a:pt x="61385" y="33288"/>
                    <a:pt x="62076" y="32683"/>
                  </a:cubicBezTo>
                  <a:cubicBezTo>
                    <a:pt x="62786" y="32052"/>
                    <a:pt x="63577" y="31370"/>
                    <a:pt x="64554" y="31370"/>
                  </a:cubicBezTo>
                  <a:close/>
                  <a:moveTo>
                    <a:pt x="30705" y="33465"/>
                  </a:moveTo>
                  <a:cubicBezTo>
                    <a:pt x="30874" y="33465"/>
                    <a:pt x="31043" y="33637"/>
                    <a:pt x="31090" y="33720"/>
                  </a:cubicBezTo>
                  <a:cubicBezTo>
                    <a:pt x="31920" y="35120"/>
                    <a:pt x="33579" y="35258"/>
                    <a:pt x="34719" y="36226"/>
                  </a:cubicBezTo>
                  <a:cubicBezTo>
                    <a:pt x="36205" y="37487"/>
                    <a:pt x="36275" y="39354"/>
                    <a:pt x="37191" y="40822"/>
                  </a:cubicBezTo>
                  <a:cubicBezTo>
                    <a:pt x="37484" y="41289"/>
                    <a:pt x="37571" y="41980"/>
                    <a:pt x="37968" y="42274"/>
                  </a:cubicBezTo>
                  <a:cubicBezTo>
                    <a:pt x="38403" y="42594"/>
                    <a:pt x="39075" y="43217"/>
                    <a:pt x="39556" y="43217"/>
                  </a:cubicBezTo>
                  <a:cubicBezTo>
                    <a:pt x="39725" y="43217"/>
                    <a:pt x="39870" y="43141"/>
                    <a:pt x="39973" y="42948"/>
                  </a:cubicBezTo>
                  <a:cubicBezTo>
                    <a:pt x="40336" y="42274"/>
                    <a:pt x="41234" y="41289"/>
                    <a:pt x="40543" y="40183"/>
                  </a:cubicBezTo>
                  <a:cubicBezTo>
                    <a:pt x="40301" y="39803"/>
                    <a:pt x="39610" y="39215"/>
                    <a:pt x="40284" y="38904"/>
                  </a:cubicBezTo>
                  <a:cubicBezTo>
                    <a:pt x="40592" y="38765"/>
                    <a:pt x="41024" y="38302"/>
                    <a:pt x="41439" y="38302"/>
                  </a:cubicBezTo>
                  <a:cubicBezTo>
                    <a:pt x="41746" y="38302"/>
                    <a:pt x="42043" y="38557"/>
                    <a:pt x="42271" y="39388"/>
                  </a:cubicBezTo>
                  <a:cubicBezTo>
                    <a:pt x="42782" y="41200"/>
                    <a:pt x="43748" y="43327"/>
                    <a:pt x="46038" y="43327"/>
                  </a:cubicBezTo>
                  <a:cubicBezTo>
                    <a:pt x="46150" y="43327"/>
                    <a:pt x="46266" y="43321"/>
                    <a:pt x="46384" y="43311"/>
                  </a:cubicBezTo>
                  <a:cubicBezTo>
                    <a:pt x="46463" y="43304"/>
                    <a:pt x="46542" y="43300"/>
                    <a:pt x="46620" y="43300"/>
                  </a:cubicBezTo>
                  <a:cubicBezTo>
                    <a:pt x="47585" y="43300"/>
                    <a:pt x="48526" y="43802"/>
                    <a:pt x="49487" y="43802"/>
                  </a:cubicBezTo>
                  <a:cubicBezTo>
                    <a:pt x="49955" y="43802"/>
                    <a:pt x="50429" y="43683"/>
                    <a:pt x="50912" y="43328"/>
                  </a:cubicBezTo>
                  <a:cubicBezTo>
                    <a:pt x="51106" y="43191"/>
                    <a:pt x="51242" y="43135"/>
                    <a:pt x="51336" y="43135"/>
                  </a:cubicBezTo>
                  <a:cubicBezTo>
                    <a:pt x="51643" y="43135"/>
                    <a:pt x="51508" y="43736"/>
                    <a:pt x="51534" y="44054"/>
                  </a:cubicBezTo>
                  <a:cubicBezTo>
                    <a:pt x="51845" y="45488"/>
                    <a:pt x="50843" y="46629"/>
                    <a:pt x="50618" y="47942"/>
                  </a:cubicBezTo>
                  <a:cubicBezTo>
                    <a:pt x="50585" y="48144"/>
                    <a:pt x="50240" y="48444"/>
                    <a:pt x="50046" y="48444"/>
                  </a:cubicBezTo>
                  <a:cubicBezTo>
                    <a:pt x="50041" y="48444"/>
                    <a:pt x="50036" y="48444"/>
                    <a:pt x="50031" y="48444"/>
                  </a:cubicBezTo>
                  <a:cubicBezTo>
                    <a:pt x="49523" y="48389"/>
                    <a:pt x="49010" y="48372"/>
                    <a:pt x="48494" y="48372"/>
                  </a:cubicBezTo>
                  <a:cubicBezTo>
                    <a:pt x="47534" y="48372"/>
                    <a:pt x="46564" y="48433"/>
                    <a:pt x="45600" y="48433"/>
                  </a:cubicBezTo>
                  <a:cubicBezTo>
                    <a:pt x="43779" y="48433"/>
                    <a:pt x="41984" y="48215"/>
                    <a:pt x="40336" y="46957"/>
                  </a:cubicBezTo>
                  <a:cubicBezTo>
                    <a:pt x="40033" y="46726"/>
                    <a:pt x="39675" y="46623"/>
                    <a:pt x="39308" y="46623"/>
                  </a:cubicBezTo>
                  <a:cubicBezTo>
                    <a:pt x="38250" y="46623"/>
                    <a:pt x="37116" y="47478"/>
                    <a:pt x="37000" y="48582"/>
                  </a:cubicBezTo>
                  <a:cubicBezTo>
                    <a:pt x="36972" y="48947"/>
                    <a:pt x="36796" y="49426"/>
                    <a:pt x="36527" y="49426"/>
                  </a:cubicBezTo>
                  <a:cubicBezTo>
                    <a:pt x="36465" y="49426"/>
                    <a:pt x="36398" y="49400"/>
                    <a:pt x="36326" y="49342"/>
                  </a:cubicBezTo>
                  <a:cubicBezTo>
                    <a:pt x="35376" y="48582"/>
                    <a:pt x="34045" y="48772"/>
                    <a:pt x="33147" y="47752"/>
                  </a:cubicBezTo>
                  <a:cubicBezTo>
                    <a:pt x="32334" y="46819"/>
                    <a:pt x="30900" y="46785"/>
                    <a:pt x="29673" y="46525"/>
                  </a:cubicBezTo>
                  <a:cubicBezTo>
                    <a:pt x="28913" y="46370"/>
                    <a:pt x="27807" y="46422"/>
                    <a:pt x="28567" y="44953"/>
                  </a:cubicBezTo>
                  <a:cubicBezTo>
                    <a:pt x="28982" y="44158"/>
                    <a:pt x="29034" y="43000"/>
                    <a:pt x="28515" y="42257"/>
                  </a:cubicBezTo>
                  <a:cubicBezTo>
                    <a:pt x="28230" y="41853"/>
                    <a:pt x="27848" y="41722"/>
                    <a:pt x="27412" y="41722"/>
                  </a:cubicBezTo>
                  <a:cubicBezTo>
                    <a:pt x="27028" y="41722"/>
                    <a:pt x="26602" y="41823"/>
                    <a:pt x="26165" y="41928"/>
                  </a:cubicBezTo>
                  <a:cubicBezTo>
                    <a:pt x="25497" y="42091"/>
                    <a:pt x="24818" y="42128"/>
                    <a:pt x="24133" y="42128"/>
                  </a:cubicBezTo>
                  <a:cubicBezTo>
                    <a:pt x="23569" y="42128"/>
                    <a:pt x="23001" y="42103"/>
                    <a:pt x="22432" y="42103"/>
                  </a:cubicBezTo>
                  <a:cubicBezTo>
                    <a:pt x="21707" y="42103"/>
                    <a:pt x="20980" y="42143"/>
                    <a:pt x="20255" y="42326"/>
                  </a:cubicBezTo>
                  <a:cubicBezTo>
                    <a:pt x="19287" y="42585"/>
                    <a:pt x="18319" y="42862"/>
                    <a:pt x="17559" y="43380"/>
                  </a:cubicBezTo>
                  <a:cubicBezTo>
                    <a:pt x="17082" y="43705"/>
                    <a:pt x="16613" y="43798"/>
                    <a:pt x="16149" y="43798"/>
                  </a:cubicBezTo>
                  <a:cubicBezTo>
                    <a:pt x="15538" y="43798"/>
                    <a:pt x="14935" y="43638"/>
                    <a:pt x="14326" y="43638"/>
                  </a:cubicBezTo>
                  <a:cubicBezTo>
                    <a:pt x="14292" y="43638"/>
                    <a:pt x="14258" y="43638"/>
                    <a:pt x="14223" y="43639"/>
                  </a:cubicBezTo>
                  <a:cubicBezTo>
                    <a:pt x="14120" y="43622"/>
                    <a:pt x="14016" y="43570"/>
                    <a:pt x="13930" y="43466"/>
                  </a:cubicBezTo>
                  <a:cubicBezTo>
                    <a:pt x="14043" y="43169"/>
                    <a:pt x="14308" y="43115"/>
                    <a:pt x="14562" y="43115"/>
                  </a:cubicBezTo>
                  <a:cubicBezTo>
                    <a:pt x="14617" y="43115"/>
                    <a:pt x="14672" y="43118"/>
                    <a:pt x="14725" y="43121"/>
                  </a:cubicBezTo>
                  <a:cubicBezTo>
                    <a:pt x="14838" y="43129"/>
                    <a:pt x="14949" y="43134"/>
                    <a:pt x="15058" y="43134"/>
                  </a:cubicBezTo>
                  <a:cubicBezTo>
                    <a:pt x="16723" y="43134"/>
                    <a:pt x="17967" y="42165"/>
                    <a:pt x="18388" y="40771"/>
                  </a:cubicBezTo>
                  <a:cubicBezTo>
                    <a:pt x="18976" y="38921"/>
                    <a:pt x="20808" y="38282"/>
                    <a:pt x="21482" y="37090"/>
                  </a:cubicBezTo>
                  <a:cubicBezTo>
                    <a:pt x="22174" y="35865"/>
                    <a:pt x="22770" y="35535"/>
                    <a:pt x="23579" y="35535"/>
                  </a:cubicBezTo>
                  <a:cubicBezTo>
                    <a:pt x="23899" y="35535"/>
                    <a:pt x="24254" y="35587"/>
                    <a:pt x="24661" y="35655"/>
                  </a:cubicBezTo>
                  <a:cubicBezTo>
                    <a:pt x="24682" y="35658"/>
                    <a:pt x="24703" y="35660"/>
                    <a:pt x="24725" y="35660"/>
                  </a:cubicBezTo>
                  <a:cubicBezTo>
                    <a:pt x="25065" y="35660"/>
                    <a:pt x="25513" y="35293"/>
                    <a:pt x="25854" y="35033"/>
                  </a:cubicBezTo>
                  <a:cubicBezTo>
                    <a:pt x="26267" y="34730"/>
                    <a:pt x="26584" y="34570"/>
                    <a:pt x="26849" y="34570"/>
                  </a:cubicBezTo>
                  <a:cubicBezTo>
                    <a:pt x="27249" y="34570"/>
                    <a:pt x="27529" y="34935"/>
                    <a:pt x="27841" y="35724"/>
                  </a:cubicBezTo>
                  <a:cubicBezTo>
                    <a:pt x="28325" y="36969"/>
                    <a:pt x="29742" y="37574"/>
                    <a:pt x="30952" y="38161"/>
                  </a:cubicBezTo>
                  <a:cubicBezTo>
                    <a:pt x="31712" y="38524"/>
                    <a:pt x="32732" y="38852"/>
                    <a:pt x="32680" y="39716"/>
                  </a:cubicBezTo>
                  <a:cubicBezTo>
                    <a:pt x="32594" y="40753"/>
                    <a:pt x="31488" y="40546"/>
                    <a:pt x="30710" y="40615"/>
                  </a:cubicBezTo>
                  <a:cubicBezTo>
                    <a:pt x="30312" y="40650"/>
                    <a:pt x="29794" y="40598"/>
                    <a:pt x="29673" y="41134"/>
                  </a:cubicBezTo>
                  <a:cubicBezTo>
                    <a:pt x="29552" y="41669"/>
                    <a:pt x="30036" y="41825"/>
                    <a:pt x="30382" y="42032"/>
                  </a:cubicBezTo>
                  <a:cubicBezTo>
                    <a:pt x="30898" y="42336"/>
                    <a:pt x="31474" y="42934"/>
                    <a:pt x="32011" y="42934"/>
                  </a:cubicBezTo>
                  <a:cubicBezTo>
                    <a:pt x="32175" y="42934"/>
                    <a:pt x="32336" y="42878"/>
                    <a:pt x="32490" y="42741"/>
                  </a:cubicBezTo>
                  <a:cubicBezTo>
                    <a:pt x="33354" y="41963"/>
                    <a:pt x="33890" y="40788"/>
                    <a:pt x="34512" y="39751"/>
                  </a:cubicBezTo>
                  <a:cubicBezTo>
                    <a:pt x="34586" y="39617"/>
                    <a:pt x="34289" y="39329"/>
                    <a:pt x="34602" y="39329"/>
                  </a:cubicBezTo>
                  <a:cubicBezTo>
                    <a:pt x="34653" y="39329"/>
                    <a:pt x="34719" y="39337"/>
                    <a:pt x="34806" y="39354"/>
                  </a:cubicBezTo>
                  <a:cubicBezTo>
                    <a:pt x="34890" y="39373"/>
                    <a:pt x="34965" y="39381"/>
                    <a:pt x="35031" y="39381"/>
                  </a:cubicBezTo>
                  <a:cubicBezTo>
                    <a:pt x="35567" y="39381"/>
                    <a:pt x="35557" y="38814"/>
                    <a:pt x="35341" y="38507"/>
                  </a:cubicBezTo>
                  <a:cubicBezTo>
                    <a:pt x="34806" y="37781"/>
                    <a:pt x="34546" y="36658"/>
                    <a:pt x="33561" y="36468"/>
                  </a:cubicBezTo>
                  <a:cubicBezTo>
                    <a:pt x="32248" y="36208"/>
                    <a:pt x="31591" y="35206"/>
                    <a:pt x="30727" y="34411"/>
                  </a:cubicBezTo>
                  <a:cubicBezTo>
                    <a:pt x="30468" y="34169"/>
                    <a:pt x="30278" y="33910"/>
                    <a:pt x="30485" y="33599"/>
                  </a:cubicBezTo>
                  <a:cubicBezTo>
                    <a:pt x="30551" y="33501"/>
                    <a:pt x="30628" y="33465"/>
                    <a:pt x="30705" y="33465"/>
                  </a:cubicBezTo>
                  <a:close/>
                  <a:moveTo>
                    <a:pt x="65829" y="50622"/>
                  </a:moveTo>
                  <a:cubicBezTo>
                    <a:pt x="66138" y="50622"/>
                    <a:pt x="66376" y="50877"/>
                    <a:pt x="66569" y="51209"/>
                  </a:cubicBezTo>
                  <a:cubicBezTo>
                    <a:pt x="67601" y="52923"/>
                    <a:pt x="68767" y="54401"/>
                    <a:pt x="70703" y="54401"/>
                  </a:cubicBezTo>
                  <a:cubicBezTo>
                    <a:pt x="71167" y="54401"/>
                    <a:pt x="71676" y="54316"/>
                    <a:pt x="72237" y="54129"/>
                  </a:cubicBezTo>
                  <a:cubicBezTo>
                    <a:pt x="72263" y="54119"/>
                    <a:pt x="72291" y="54114"/>
                    <a:pt x="72320" y="54114"/>
                  </a:cubicBezTo>
                  <a:cubicBezTo>
                    <a:pt x="72487" y="54114"/>
                    <a:pt x="72701" y="54260"/>
                    <a:pt x="72877" y="54319"/>
                  </a:cubicBezTo>
                  <a:cubicBezTo>
                    <a:pt x="72687" y="54406"/>
                    <a:pt x="72514" y="54527"/>
                    <a:pt x="72358" y="54665"/>
                  </a:cubicBezTo>
                  <a:lnTo>
                    <a:pt x="72358" y="54682"/>
                  </a:lnTo>
                  <a:cubicBezTo>
                    <a:pt x="71675" y="55659"/>
                    <a:pt x="71022" y="56681"/>
                    <a:pt x="69648" y="56681"/>
                  </a:cubicBezTo>
                  <a:cubicBezTo>
                    <a:pt x="69564" y="56681"/>
                    <a:pt x="69476" y="56678"/>
                    <a:pt x="69386" y="56669"/>
                  </a:cubicBezTo>
                  <a:cubicBezTo>
                    <a:pt x="69196" y="56600"/>
                    <a:pt x="68850" y="56549"/>
                    <a:pt x="68850" y="56445"/>
                  </a:cubicBezTo>
                  <a:cubicBezTo>
                    <a:pt x="68660" y="54216"/>
                    <a:pt x="66258" y="53559"/>
                    <a:pt x="65532" y="51727"/>
                  </a:cubicBezTo>
                  <a:cubicBezTo>
                    <a:pt x="65394" y="51381"/>
                    <a:pt x="64945" y="50932"/>
                    <a:pt x="65584" y="50673"/>
                  </a:cubicBezTo>
                  <a:cubicBezTo>
                    <a:pt x="65670" y="50638"/>
                    <a:pt x="65752" y="50622"/>
                    <a:pt x="65829" y="50622"/>
                  </a:cubicBezTo>
                  <a:close/>
                  <a:moveTo>
                    <a:pt x="50497" y="52695"/>
                  </a:moveTo>
                  <a:lnTo>
                    <a:pt x="50497" y="52695"/>
                  </a:lnTo>
                  <a:cubicBezTo>
                    <a:pt x="51016" y="52885"/>
                    <a:pt x="51863" y="52937"/>
                    <a:pt x="52001" y="53265"/>
                  </a:cubicBezTo>
                  <a:cubicBezTo>
                    <a:pt x="53055" y="55840"/>
                    <a:pt x="55734" y="57464"/>
                    <a:pt x="56114" y="60420"/>
                  </a:cubicBezTo>
                  <a:cubicBezTo>
                    <a:pt x="56252" y="61439"/>
                    <a:pt x="57323" y="61802"/>
                    <a:pt x="57859" y="62580"/>
                  </a:cubicBezTo>
                  <a:cubicBezTo>
                    <a:pt x="59294" y="64654"/>
                    <a:pt x="60106" y="66952"/>
                    <a:pt x="60763" y="69337"/>
                  </a:cubicBezTo>
                  <a:cubicBezTo>
                    <a:pt x="58533" y="67643"/>
                    <a:pt x="56615" y="65656"/>
                    <a:pt x="55336" y="63133"/>
                  </a:cubicBezTo>
                  <a:cubicBezTo>
                    <a:pt x="55198" y="62874"/>
                    <a:pt x="55008" y="62614"/>
                    <a:pt x="55008" y="62355"/>
                  </a:cubicBezTo>
                  <a:cubicBezTo>
                    <a:pt x="54990" y="58916"/>
                    <a:pt x="52139" y="56739"/>
                    <a:pt x="51189" y="53697"/>
                  </a:cubicBezTo>
                  <a:cubicBezTo>
                    <a:pt x="51085" y="53334"/>
                    <a:pt x="50739" y="53040"/>
                    <a:pt x="50497" y="52695"/>
                  </a:cubicBezTo>
                  <a:close/>
                  <a:moveTo>
                    <a:pt x="87976" y="1"/>
                  </a:moveTo>
                  <a:cubicBezTo>
                    <a:pt x="87018" y="1"/>
                    <a:pt x="85745" y="1010"/>
                    <a:pt x="84455" y="1127"/>
                  </a:cubicBezTo>
                  <a:cubicBezTo>
                    <a:pt x="83776" y="1176"/>
                    <a:pt x="83111" y="1512"/>
                    <a:pt x="82448" y="1512"/>
                  </a:cubicBezTo>
                  <a:cubicBezTo>
                    <a:pt x="82403" y="1512"/>
                    <a:pt x="82358" y="1511"/>
                    <a:pt x="82313" y="1507"/>
                  </a:cubicBezTo>
                  <a:cubicBezTo>
                    <a:pt x="82281" y="1506"/>
                    <a:pt x="82250" y="1506"/>
                    <a:pt x="82218" y="1506"/>
                  </a:cubicBezTo>
                  <a:cubicBezTo>
                    <a:pt x="80376" y="1506"/>
                    <a:pt x="79245" y="3375"/>
                    <a:pt x="77443" y="3375"/>
                  </a:cubicBezTo>
                  <a:cubicBezTo>
                    <a:pt x="77340" y="3375"/>
                    <a:pt x="77235" y="3369"/>
                    <a:pt x="77128" y="3356"/>
                  </a:cubicBezTo>
                  <a:cubicBezTo>
                    <a:pt x="77026" y="3344"/>
                    <a:pt x="76928" y="3335"/>
                    <a:pt x="76837" y="3335"/>
                  </a:cubicBezTo>
                  <a:cubicBezTo>
                    <a:pt x="76434" y="3335"/>
                    <a:pt x="76136" y="3491"/>
                    <a:pt x="75953" y="4082"/>
                  </a:cubicBezTo>
                  <a:cubicBezTo>
                    <a:pt x="75843" y="4459"/>
                    <a:pt x="75132" y="4980"/>
                    <a:pt x="74758" y="4980"/>
                  </a:cubicBezTo>
                  <a:cubicBezTo>
                    <a:pt x="74720" y="4980"/>
                    <a:pt x="74687" y="4974"/>
                    <a:pt x="74657" y="4964"/>
                  </a:cubicBezTo>
                  <a:cubicBezTo>
                    <a:pt x="73910" y="4715"/>
                    <a:pt x="73366" y="4590"/>
                    <a:pt x="73013" y="4590"/>
                  </a:cubicBezTo>
                  <a:cubicBezTo>
                    <a:pt x="72190" y="4590"/>
                    <a:pt x="72409" y="5268"/>
                    <a:pt x="73534" y="6623"/>
                  </a:cubicBezTo>
                  <a:cubicBezTo>
                    <a:pt x="73585" y="6692"/>
                    <a:pt x="73499" y="6882"/>
                    <a:pt x="73482" y="7003"/>
                  </a:cubicBezTo>
                  <a:cubicBezTo>
                    <a:pt x="73413" y="6968"/>
                    <a:pt x="73292" y="6951"/>
                    <a:pt x="73240" y="6882"/>
                  </a:cubicBezTo>
                  <a:cubicBezTo>
                    <a:pt x="72877" y="6381"/>
                    <a:pt x="72324" y="5914"/>
                    <a:pt x="72220" y="5344"/>
                  </a:cubicBezTo>
                  <a:cubicBezTo>
                    <a:pt x="72065" y="4531"/>
                    <a:pt x="71961" y="3840"/>
                    <a:pt x="71010" y="3650"/>
                  </a:cubicBezTo>
                  <a:cubicBezTo>
                    <a:pt x="70839" y="3615"/>
                    <a:pt x="70680" y="3599"/>
                    <a:pt x="70533" y="3599"/>
                  </a:cubicBezTo>
                  <a:cubicBezTo>
                    <a:pt x="69359" y="3599"/>
                    <a:pt x="68898" y="4626"/>
                    <a:pt x="68315" y="5517"/>
                  </a:cubicBezTo>
                  <a:cubicBezTo>
                    <a:pt x="67865" y="6208"/>
                    <a:pt x="68349" y="6536"/>
                    <a:pt x="68729" y="6934"/>
                  </a:cubicBezTo>
                  <a:cubicBezTo>
                    <a:pt x="68798" y="7003"/>
                    <a:pt x="68850" y="7089"/>
                    <a:pt x="68902" y="7176"/>
                  </a:cubicBezTo>
                  <a:cubicBezTo>
                    <a:pt x="68817" y="7188"/>
                    <a:pt x="68731" y="7200"/>
                    <a:pt x="68645" y="7200"/>
                  </a:cubicBezTo>
                  <a:cubicBezTo>
                    <a:pt x="68610" y="7200"/>
                    <a:pt x="68575" y="7198"/>
                    <a:pt x="68539" y="7193"/>
                  </a:cubicBezTo>
                  <a:cubicBezTo>
                    <a:pt x="67376" y="7024"/>
                    <a:pt x="66212" y="6691"/>
                    <a:pt x="65033" y="6691"/>
                  </a:cubicBezTo>
                  <a:cubicBezTo>
                    <a:pt x="65003" y="6691"/>
                    <a:pt x="64974" y="6691"/>
                    <a:pt x="64945" y="6692"/>
                  </a:cubicBezTo>
                  <a:cubicBezTo>
                    <a:pt x="64584" y="6692"/>
                    <a:pt x="63909" y="6196"/>
                    <a:pt x="63437" y="6196"/>
                  </a:cubicBezTo>
                  <a:cubicBezTo>
                    <a:pt x="63072" y="6196"/>
                    <a:pt x="62827" y="6492"/>
                    <a:pt x="62940" y="7538"/>
                  </a:cubicBezTo>
                  <a:cubicBezTo>
                    <a:pt x="62940" y="7608"/>
                    <a:pt x="62525" y="7711"/>
                    <a:pt x="62283" y="7798"/>
                  </a:cubicBezTo>
                  <a:cubicBezTo>
                    <a:pt x="61879" y="7955"/>
                    <a:pt x="61464" y="8005"/>
                    <a:pt x="61043" y="8005"/>
                  </a:cubicBezTo>
                  <a:cubicBezTo>
                    <a:pt x="60325" y="8005"/>
                    <a:pt x="59591" y="7860"/>
                    <a:pt x="58870" y="7860"/>
                  </a:cubicBezTo>
                  <a:cubicBezTo>
                    <a:pt x="58295" y="7860"/>
                    <a:pt x="57729" y="7952"/>
                    <a:pt x="57185" y="8282"/>
                  </a:cubicBezTo>
                  <a:cubicBezTo>
                    <a:pt x="56736" y="8610"/>
                    <a:pt x="56304" y="8938"/>
                    <a:pt x="55837" y="9267"/>
                  </a:cubicBezTo>
                  <a:cubicBezTo>
                    <a:pt x="55671" y="9381"/>
                    <a:pt x="55417" y="9527"/>
                    <a:pt x="55226" y="9527"/>
                  </a:cubicBezTo>
                  <a:cubicBezTo>
                    <a:pt x="55100" y="9527"/>
                    <a:pt x="55001" y="9463"/>
                    <a:pt x="54973" y="9284"/>
                  </a:cubicBezTo>
                  <a:cubicBezTo>
                    <a:pt x="54819" y="8258"/>
                    <a:pt x="54209" y="8003"/>
                    <a:pt x="53545" y="8003"/>
                  </a:cubicBezTo>
                  <a:cubicBezTo>
                    <a:pt x="53313" y="8003"/>
                    <a:pt x="53075" y="8034"/>
                    <a:pt x="52848" y="8074"/>
                  </a:cubicBezTo>
                  <a:cubicBezTo>
                    <a:pt x="51897" y="8264"/>
                    <a:pt x="52416" y="9232"/>
                    <a:pt x="52295" y="9854"/>
                  </a:cubicBezTo>
                  <a:cubicBezTo>
                    <a:pt x="52156" y="10615"/>
                    <a:pt x="51344" y="10096"/>
                    <a:pt x="50998" y="10545"/>
                  </a:cubicBezTo>
                  <a:cubicBezTo>
                    <a:pt x="50949" y="10609"/>
                    <a:pt x="50910" y="10635"/>
                    <a:pt x="50880" y="10635"/>
                  </a:cubicBezTo>
                  <a:cubicBezTo>
                    <a:pt x="50805" y="10635"/>
                    <a:pt x="50789" y="10469"/>
                    <a:pt x="50826" y="10321"/>
                  </a:cubicBezTo>
                  <a:cubicBezTo>
                    <a:pt x="51033" y="8990"/>
                    <a:pt x="50221" y="8541"/>
                    <a:pt x="49115" y="8161"/>
                  </a:cubicBezTo>
                  <a:cubicBezTo>
                    <a:pt x="46903" y="7400"/>
                    <a:pt x="44535" y="7176"/>
                    <a:pt x="42392" y="6070"/>
                  </a:cubicBezTo>
                  <a:cubicBezTo>
                    <a:pt x="41667" y="5697"/>
                    <a:pt x="40852" y="5536"/>
                    <a:pt x="40032" y="5536"/>
                  </a:cubicBezTo>
                  <a:cubicBezTo>
                    <a:pt x="39367" y="5536"/>
                    <a:pt x="38699" y="5642"/>
                    <a:pt x="38072" y="5828"/>
                  </a:cubicBezTo>
                  <a:cubicBezTo>
                    <a:pt x="36033" y="6432"/>
                    <a:pt x="33838" y="6502"/>
                    <a:pt x="31989" y="7642"/>
                  </a:cubicBezTo>
                  <a:cubicBezTo>
                    <a:pt x="31263" y="8074"/>
                    <a:pt x="29206" y="7296"/>
                    <a:pt x="30226" y="9457"/>
                  </a:cubicBezTo>
                  <a:cubicBezTo>
                    <a:pt x="30278" y="9578"/>
                    <a:pt x="29984" y="9854"/>
                    <a:pt x="29863" y="10079"/>
                  </a:cubicBezTo>
                  <a:cubicBezTo>
                    <a:pt x="28653" y="12412"/>
                    <a:pt x="26234" y="13224"/>
                    <a:pt x="24229" y="14555"/>
                  </a:cubicBezTo>
                  <a:cubicBezTo>
                    <a:pt x="22536" y="15661"/>
                    <a:pt x="23486" y="17112"/>
                    <a:pt x="24022" y="18236"/>
                  </a:cubicBezTo>
                  <a:cubicBezTo>
                    <a:pt x="24328" y="18880"/>
                    <a:pt x="24972" y="19241"/>
                    <a:pt x="25627" y="19241"/>
                  </a:cubicBezTo>
                  <a:cubicBezTo>
                    <a:pt x="26008" y="19241"/>
                    <a:pt x="26393" y="19119"/>
                    <a:pt x="26718" y="18858"/>
                  </a:cubicBezTo>
                  <a:cubicBezTo>
                    <a:pt x="27228" y="18470"/>
                    <a:pt x="27609" y="18306"/>
                    <a:pt x="27903" y="18306"/>
                  </a:cubicBezTo>
                  <a:cubicBezTo>
                    <a:pt x="28524" y="18306"/>
                    <a:pt x="28748" y="19042"/>
                    <a:pt x="28947" y="19946"/>
                  </a:cubicBezTo>
                  <a:cubicBezTo>
                    <a:pt x="28982" y="20223"/>
                    <a:pt x="28999" y="20499"/>
                    <a:pt x="28982" y="20776"/>
                  </a:cubicBezTo>
                  <a:cubicBezTo>
                    <a:pt x="28774" y="20551"/>
                    <a:pt x="28446" y="20396"/>
                    <a:pt x="28342" y="20119"/>
                  </a:cubicBezTo>
                  <a:cubicBezTo>
                    <a:pt x="28124" y="19474"/>
                    <a:pt x="27849" y="19234"/>
                    <a:pt x="27528" y="19234"/>
                  </a:cubicBezTo>
                  <a:cubicBezTo>
                    <a:pt x="27212" y="19234"/>
                    <a:pt x="26853" y="19465"/>
                    <a:pt x="26459" y="19774"/>
                  </a:cubicBezTo>
                  <a:cubicBezTo>
                    <a:pt x="25646" y="20379"/>
                    <a:pt x="25958" y="21260"/>
                    <a:pt x="26130" y="21899"/>
                  </a:cubicBezTo>
                  <a:cubicBezTo>
                    <a:pt x="26459" y="23092"/>
                    <a:pt x="25802" y="23420"/>
                    <a:pt x="24938" y="23627"/>
                  </a:cubicBezTo>
                  <a:cubicBezTo>
                    <a:pt x="23901" y="23852"/>
                    <a:pt x="23072" y="24267"/>
                    <a:pt x="22553" y="25269"/>
                  </a:cubicBezTo>
                  <a:cubicBezTo>
                    <a:pt x="22273" y="25790"/>
                    <a:pt x="21682" y="26043"/>
                    <a:pt x="21157" y="26043"/>
                  </a:cubicBezTo>
                  <a:cubicBezTo>
                    <a:pt x="21003" y="26043"/>
                    <a:pt x="20855" y="26021"/>
                    <a:pt x="20721" y="25978"/>
                  </a:cubicBezTo>
                  <a:cubicBezTo>
                    <a:pt x="20116" y="25788"/>
                    <a:pt x="20963" y="25390"/>
                    <a:pt x="20946" y="24993"/>
                  </a:cubicBezTo>
                  <a:cubicBezTo>
                    <a:pt x="20929" y="24543"/>
                    <a:pt x="20738" y="24129"/>
                    <a:pt x="20410" y="23835"/>
                  </a:cubicBezTo>
                  <a:cubicBezTo>
                    <a:pt x="19477" y="22798"/>
                    <a:pt x="18354" y="21709"/>
                    <a:pt x="18215" y="20327"/>
                  </a:cubicBezTo>
                  <a:cubicBezTo>
                    <a:pt x="18098" y="19205"/>
                    <a:pt x="17332" y="17921"/>
                    <a:pt x="16200" y="17921"/>
                  </a:cubicBezTo>
                  <a:cubicBezTo>
                    <a:pt x="16163" y="17921"/>
                    <a:pt x="16127" y="17922"/>
                    <a:pt x="16090" y="17925"/>
                  </a:cubicBezTo>
                  <a:cubicBezTo>
                    <a:pt x="15105" y="17976"/>
                    <a:pt x="14068" y="18391"/>
                    <a:pt x="13930" y="19221"/>
                  </a:cubicBezTo>
                  <a:cubicBezTo>
                    <a:pt x="13670" y="20430"/>
                    <a:pt x="14137" y="21709"/>
                    <a:pt x="15122" y="22470"/>
                  </a:cubicBezTo>
                  <a:cubicBezTo>
                    <a:pt x="15952" y="23109"/>
                    <a:pt x="15952" y="23161"/>
                    <a:pt x="15589" y="23489"/>
                  </a:cubicBezTo>
                  <a:cubicBezTo>
                    <a:pt x="14448" y="24526"/>
                    <a:pt x="14915" y="26116"/>
                    <a:pt x="14292" y="27377"/>
                  </a:cubicBezTo>
                  <a:cubicBezTo>
                    <a:pt x="14143" y="27687"/>
                    <a:pt x="14420" y="27822"/>
                    <a:pt x="14760" y="27822"/>
                  </a:cubicBezTo>
                  <a:cubicBezTo>
                    <a:pt x="14932" y="27822"/>
                    <a:pt x="15121" y="27787"/>
                    <a:pt x="15278" y="27723"/>
                  </a:cubicBezTo>
                  <a:cubicBezTo>
                    <a:pt x="16510" y="27249"/>
                    <a:pt x="17772" y="26919"/>
                    <a:pt x="19089" y="26919"/>
                  </a:cubicBezTo>
                  <a:cubicBezTo>
                    <a:pt x="19212" y="26919"/>
                    <a:pt x="19336" y="26922"/>
                    <a:pt x="19460" y="26928"/>
                  </a:cubicBezTo>
                  <a:lnTo>
                    <a:pt x="19874" y="26928"/>
                  </a:lnTo>
                  <a:cubicBezTo>
                    <a:pt x="19840" y="26997"/>
                    <a:pt x="19823" y="27136"/>
                    <a:pt x="19753" y="27153"/>
                  </a:cubicBezTo>
                  <a:cubicBezTo>
                    <a:pt x="18630" y="27585"/>
                    <a:pt x="17507" y="28138"/>
                    <a:pt x="16349" y="28414"/>
                  </a:cubicBezTo>
                  <a:cubicBezTo>
                    <a:pt x="15692" y="28570"/>
                    <a:pt x="14915" y="28432"/>
                    <a:pt x="14707" y="29209"/>
                  </a:cubicBezTo>
                  <a:cubicBezTo>
                    <a:pt x="14500" y="30004"/>
                    <a:pt x="15260" y="30194"/>
                    <a:pt x="15813" y="30505"/>
                  </a:cubicBezTo>
                  <a:cubicBezTo>
                    <a:pt x="17161" y="31318"/>
                    <a:pt x="17369" y="32493"/>
                    <a:pt x="16867" y="33910"/>
                  </a:cubicBezTo>
                  <a:cubicBezTo>
                    <a:pt x="16664" y="34503"/>
                    <a:pt x="16349" y="34660"/>
                    <a:pt x="15995" y="34660"/>
                  </a:cubicBezTo>
                  <a:cubicBezTo>
                    <a:pt x="15626" y="34660"/>
                    <a:pt x="15216" y="34489"/>
                    <a:pt x="14846" y="34463"/>
                  </a:cubicBezTo>
                  <a:cubicBezTo>
                    <a:pt x="13916" y="34396"/>
                    <a:pt x="12987" y="34203"/>
                    <a:pt x="12042" y="34203"/>
                  </a:cubicBezTo>
                  <a:cubicBezTo>
                    <a:pt x="12003" y="34203"/>
                    <a:pt x="11964" y="34203"/>
                    <a:pt x="11925" y="34204"/>
                  </a:cubicBezTo>
                  <a:cubicBezTo>
                    <a:pt x="10957" y="34221"/>
                    <a:pt x="9834" y="34446"/>
                    <a:pt x="9989" y="35759"/>
                  </a:cubicBezTo>
                  <a:cubicBezTo>
                    <a:pt x="10128" y="37072"/>
                    <a:pt x="9834" y="38196"/>
                    <a:pt x="9592" y="39440"/>
                  </a:cubicBezTo>
                  <a:cubicBezTo>
                    <a:pt x="9385" y="40425"/>
                    <a:pt x="8693" y="42136"/>
                    <a:pt x="10542" y="42464"/>
                  </a:cubicBezTo>
                  <a:cubicBezTo>
                    <a:pt x="12305" y="42758"/>
                    <a:pt x="12668" y="43173"/>
                    <a:pt x="11735" y="44693"/>
                  </a:cubicBezTo>
                  <a:cubicBezTo>
                    <a:pt x="11389" y="45298"/>
                    <a:pt x="10888" y="45817"/>
                    <a:pt x="10300" y="46180"/>
                  </a:cubicBezTo>
                  <a:cubicBezTo>
                    <a:pt x="9108" y="46871"/>
                    <a:pt x="8175" y="47752"/>
                    <a:pt x="8313" y="49342"/>
                  </a:cubicBezTo>
                  <a:cubicBezTo>
                    <a:pt x="8365" y="49964"/>
                    <a:pt x="8140" y="50707"/>
                    <a:pt x="7535" y="50967"/>
                  </a:cubicBezTo>
                  <a:cubicBezTo>
                    <a:pt x="5168" y="52021"/>
                    <a:pt x="3768" y="53991"/>
                    <a:pt x="2662" y="56168"/>
                  </a:cubicBezTo>
                  <a:cubicBezTo>
                    <a:pt x="1781" y="57931"/>
                    <a:pt x="122" y="59469"/>
                    <a:pt x="1279" y="61888"/>
                  </a:cubicBezTo>
                  <a:cubicBezTo>
                    <a:pt x="1936" y="63236"/>
                    <a:pt x="1573" y="64792"/>
                    <a:pt x="830" y="66209"/>
                  </a:cubicBezTo>
                  <a:cubicBezTo>
                    <a:pt x="1" y="67781"/>
                    <a:pt x="744" y="70477"/>
                    <a:pt x="2126" y="71687"/>
                  </a:cubicBezTo>
                  <a:cubicBezTo>
                    <a:pt x="2420" y="71946"/>
                    <a:pt x="2662" y="72240"/>
                    <a:pt x="2818" y="72586"/>
                  </a:cubicBezTo>
                  <a:cubicBezTo>
                    <a:pt x="4027" y="75040"/>
                    <a:pt x="5462" y="77303"/>
                    <a:pt x="7881" y="78755"/>
                  </a:cubicBezTo>
                  <a:cubicBezTo>
                    <a:pt x="8455" y="79100"/>
                    <a:pt x="9053" y="79742"/>
                    <a:pt x="9645" y="79742"/>
                  </a:cubicBezTo>
                  <a:cubicBezTo>
                    <a:pt x="9766" y="79742"/>
                    <a:pt x="9887" y="79715"/>
                    <a:pt x="10007" y="79654"/>
                  </a:cubicBezTo>
                  <a:cubicBezTo>
                    <a:pt x="12824" y="78254"/>
                    <a:pt x="16142" y="79844"/>
                    <a:pt x="18889" y="77874"/>
                  </a:cubicBezTo>
                  <a:cubicBezTo>
                    <a:pt x="19326" y="77562"/>
                    <a:pt x="19938" y="77352"/>
                    <a:pt x="20558" y="77352"/>
                  </a:cubicBezTo>
                  <a:cubicBezTo>
                    <a:pt x="21313" y="77352"/>
                    <a:pt x="22079" y="77663"/>
                    <a:pt x="22553" y="78479"/>
                  </a:cubicBezTo>
                  <a:cubicBezTo>
                    <a:pt x="23034" y="79313"/>
                    <a:pt x="23538" y="79650"/>
                    <a:pt x="24283" y="79650"/>
                  </a:cubicBezTo>
                  <a:cubicBezTo>
                    <a:pt x="24448" y="79650"/>
                    <a:pt x="24626" y="79633"/>
                    <a:pt x="24817" y="79602"/>
                  </a:cubicBezTo>
                  <a:cubicBezTo>
                    <a:pt x="24994" y="79574"/>
                    <a:pt x="25161" y="79561"/>
                    <a:pt x="25317" y="79561"/>
                  </a:cubicBezTo>
                  <a:cubicBezTo>
                    <a:pt x="26715" y="79561"/>
                    <a:pt x="27271" y="80640"/>
                    <a:pt x="26960" y="82194"/>
                  </a:cubicBezTo>
                  <a:cubicBezTo>
                    <a:pt x="26683" y="83611"/>
                    <a:pt x="25750" y="85218"/>
                    <a:pt x="26545" y="86480"/>
                  </a:cubicBezTo>
                  <a:cubicBezTo>
                    <a:pt x="27461" y="87966"/>
                    <a:pt x="28515" y="89400"/>
                    <a:pt x="29206" y="90973"/>
                  </a:cubicBezTo>
                  <a:cubicBezTo>
                    <a:pt x="30416" y="93721"/>
                    <a:pt x="31298" y="96641"/>
                    <a:pt x="29777" y="99631"/>
                  </a:cubicBezTo>
                  <a:cubicBezTo>
                    <a:pt x="28809" y="101515"/>
                    <a:pt x="28619" y="103502"/>
                    <a:pt x="29535" y="105369"/>
                  </a:cubicBezTo>
                  <a:cubicBezTo>
                    <a:pt x="30503" y="107321"/>
                    <a:pt x="31228" y="109274"/>
                    <a:pt x="31488" y="111469"/>
                  </a:cubicBezTo>
                  <a:cubicBezTo>
                    <a:pt x="31712" y="113456"/>
                    <a:pt x="31695" y="115599"/>
                    <a:pt x="33371" y="117172"/>
                  </a:cubicBezTo>
                  <a:cubicBezTo>
                    <a:pt x="34322" y="118088"/>
                    <a:pt x="34581" y="119436"/>
                    <a:pt x="35013" y="120645"/>
                  </a:cubicBezTo>
                  <a:cubicBezTo>
                    <a:pt x="35393" y="121717"/>
                    <a:pt x="34546" y="123065"/>
                    <a:pt x="35843" y="123998"/>
                  </a:cubicBezTo>
                  <a:cubicBezTo>
                    <a:pt x="36206" y="124270"/>
                    <a:pt x="36549" y="124368"/>
                    <a:pt x="36881" y="124368"/>
                  </a:cubicBezTo>
                  <a:cubicBezTo>
                    <a:pt x="37735" y="124368"/>
                    <a:pt x="38515" y="123721"/>
                    <a:pt x="39372" y="123721"/>
                  </a:cubicBezTo>
                  <a:cubicBezTo>
                    <a:pt x="39388" y="123721"/>
                    <a:pt x="39404" y="123721"/>
                    <a:pt x="39420" y="123721"/>
                  </a:cubicBezTo>
                  <a:cubicBezTo>
                    <a:pt x="39526" y="123724"/>
                    <a:pt x="39630" y="123725"/>
                    <a:pt x="39734" y="123725"/>
                  </a:cubicBezTo>
                  <a:cubicBezTo>
                    <a:pt x="44937" y="123725"/>
                    <a:pt x="47636" y="120353"/>
                    <a:pt x="49754" y="116100"/>
                  </a:cubicBezTo>
                  <a:cubicBezTo>
                    <a:pt x="50186" y="115236"/>
                    <a:pt x="49720" y="113957"/>
                    <a:pt x="50826" y="113508"/>
                  </a:cubicBezTo>
                  <a:cubicBezTo>
                    <a:pt x="52761" y="112713"/>
                    <a:pt x="53193" y="111175"/>
                    <a:pt x="52692" y="109499"/>
                  </a:cubicBezTo>
                  <a:cubicBezTo>
                    <a:pt x="51949" y="107028"/>
                    <a:pt x="53297" y="106112"/>
                    <a:pt x="55181" y="105282"/>
                  </a:cubicBezTo>
                  <a:cubicBezTo>
                    <a:pt x="57773" y="104107"/>
                    <a:pt x="59449" y="98370"/>
                    <a:pt x="57963" y="96071"/>
                  </a:cubicBezTo>
                  <a:cubicBezTo>
                    <a:pt x="56770" y="94239"/>
                    <a:pt x="57099" y="92217"/>
                    <a:pt x="57444" y="90316"/>
                  </a:cubicBezTo>
                  <a:cubicBezTo>
                    <a:pt x="57911" y="87621"/>
                    <a:pt x="59933" y="85823"/>
                    <a:pt x="61851" y="84164"/>
                  </a:cubicBezTo>
                  <a:cubicBezTo>
                    <a:pt x="65601" y="80915"/>
                    <a:pt x="68055" y="76992"/>
                    <a:pt x="69109" y="72171"/>
                  </a:cubicBezTo>
                  <a:cubicBezTo>
                    <a:pt x="69271" y="71459"/>
                    <a:pt x="69266" y="70656"/>
                    <a:pt x="68371" y="70656"/>
                  </a:cubicBezTo>
                  <a:cubicBezTo>
                    <a:pt x="68311" y="70656"/>
                    <a:pt x="68246" y="70660"/>
                    <a:pt x="68176" y="70667"/>
                  </a:cubicBezTo>
                  <a:cubicBezTo>
                    <a:pt x="67157" y="70788"/>
                    <a:pt x="66154" y="71151"/>
                    <a:pt x="65152" y="71462"/>
                  </a:cubicBezTo>
                  <a:cubicBezTo>
                    <a:pt x="63960" y="71826"/>
                    <a:pt x="63201" y="72060"/>
                    <a:pt x="62664" y="72060"/>
                  </a:cubicBezTo>
                  <a:cubicBezTo>
                    <a:pt x="61727" y="72060"/>
                    <a:pt x="61469" y="71346"/>
                    <a:pt x="60772" y="69363"/>
                  </a:cubicBezTo>
                  <a:lnTo>
                    <a:pt x="60772" y="69363"/>
                  </a:lnTo>
                  <a:cubicBezTo>
                    <a:pt x="61180" y="69747"/>
                    <a:pt x="61467" y="70422"/>
                    <a:pt x="62074" y="70422"/>
                  </a:cubicBezTo>
                  <a:cubicBezTo>
                    <a:pt x="62180" y="70422"/>
                    <a:pt x="62295" y="70402"/>
                    <a:pt x="62422" y="70356"/>
                  </a:cubicBezTo>
                  <a:cubicBezTo>
                    <a:pt x="63925" y="69769"/>
                    <a:pt x="65359" y="68957"/>
                    <a:pt x="66897" y="68455"/>
                  </a:cubicBezTo>
                  <a:cubicBezTo>
                    <a:pt x="68660" y="67868"/>
                    <a:pt x="69732" y="66209"/>
                    <a:pt x="71391" y="65639"/>
                  </a:cubicBezTo>
                  <a:cubicBezTo>
                    <a:pt x="73706" y="64844"/>
                    <a:pt x="76713" y="61716"/>
                    <a:pt x="76852" y="59383"/>
                  </a:cubicBezTo>
                  <a:cubicBezTo>
                    <a:pt x="76834" y="59072"/>
                    <a:pt x="76713" y="58778"/>
                    <a:pt x="76506" y="58553"/>
                  </a:cubicBezTo>
                  <a:cubicBezTo>
                    <a:pt x="75918" y="57810"/>
                    <a:pt x="75279" y="57153"/>
                    <a:pt x="74294" y="56894"/>
                  </a:cubicBezTo>
                  <a:cubicBezTo>
                    <a:pt x="73724" y="56739"/>
                    <a:pt x="73378" y="56151"/>
                    <a:pt x="73516" y="55581"/>
                  </a:cubicBezTo>
                  <a:cubicBezTo>
                    <a:pt x="73547" y="55481"/>
                    <a:pt x="73596" y="55443"/>
                    <a:pt x="73658" y="55443"/>
                  </a:cubicBezTo>
                  <a:cubicBezTo>
                    <a:pt x="73842" y="55443"/>
                    <a:pt x="74139" y="55775"/>
                    <a:pt x="74398" y="55788"/>
                  </a:cubicBezTo>
                  <a:cubicBezTo>
                    <a:pt x="75366" y="55855"/>
                    <a:pt x="76333" y="56083"/>
                    <a:pt x="77301" y="56083"/>
                  </a:cubicBezTo>
                  <a:cubicBezTo>
                    <a:pt x="77336" y="56083"/>
                    <a:pt x="77370" y="56083"/>
                    <a:pt x="77405" y="56082"/>
                  </a:cubicBezTo>
                  <a:cubicBezTo>
                    <a:pt x="77727" y="56077"/>
                    <a:pt x="78047" y="56073"/>
                    <a:pt x="78365" y="56073"/>
                  </a:cubicBezTo>
                  <a:cubicBezTo>
                    <a:pt x="81373" y="56073"/>
                    <a:pt x="84145" y="56432"/>
                    <a:pt x="85786" y="59746"/>
                  </a:cubicBezTo>
                  <a:cubicBezTo>
                    <a:pt x="86136" y="60461"/>
                    <a:pt x="86996" y="61297"/>
                    <a:pt x="88011" y="61297"/>
                  </a:cubicBezTo>
                  <a:cubicBezTo>
                    <a:pt x="88148" y="61297"/>
                    <a:pt x="88288" y="61282"/>
                    <a:pt x="88430" y="61249"/>
                  </a:cubicBezTo>
                  <a:cubicBezTo>
                    <a:pt x="88585" y="61214"/>
                    <a:pt x="88707" y="61197"/>
                    <a:pt x="88805" y="61197"/>
                  </a:cubicBezTo>
                  <a:cubicBezTo>
                    <a:pt x="89186" y="61197"/>
                    <a:pt x="89184" y="61451"/>
                    <a:pt x="89225" y="61837"/>
                  </a:cubicBezTo>
                  <a:cubicBezTo>
                    <a:pt x="89830" y="66554"/>
                    <a:pt x="91990" y="70685"/>
                    <a:pt x="94133" y="74832"/>
                  </a:cubicBezTo>
                  <a:cubicBezTo>
                    <a:pt x="94475" y="75487"/>
                    <a:pt x="94875" y="75911"/>
                    <a:pt x="95290" y="75911"/>
                  </a:cubicBezTo>
                  <a:cubicBezTo>
                    <a:pt x="95652" y="75911"/>
                    <a:pt x="96025" y="75588"/>
                    <a:pt x="96380" y="74815"/>
                  </a:cubicBezTo>
                  <a:cubicBezTo>
                    <a:pt x="96622" y="74297"/>
                    <a:pt x="97036" y="73847"/>
                    <a:pt x="97382" y="73381"/>
                  </a:cubicBezTo>
                  <a:lnTo>
                    <a:pt x="97538" y="73225"/>
                  </a:lnTo>
                  <a:cubicBezTo>
                    <a:pt x="98212" y="71618"/>
                    <a:pt x="98056" y="69993"/>
                    <a:pt x="97831" y="68317"/>
                  </a:cubicBezTo>
                  <a:cubicBezTo>
                    <a:pt x="97762" y="67833"/>
                    <a:pt x="97589" y="67211"/>
                    <a:pt x="98194" y="67073"/>
                  </a:cubicBezTo>
                  <a:cubicBezTo>
                    <a:pt x="99784" y="66693"/>
                    <a:pt x="100268" y="65258"/>
                    <a:pt x="101149" y="64187"/>
                  </a:cubicBezTo>
                  <a:cubicBezTo>
                    <a:pt x="102117" y="63029"/>
                    <a:pt x="103137" y="61629"/>
                    <a:pt x="104243" y="60903"/>
                  </a:cubicBezTo>
                  <a:cubicBezTo>
                    <a:pt x="104825" y="60515"/>
                    <a:pt x="105739" y="59942"/>
                    <a:pt x="106690" y="59942"/>
                  </a:cubicBezTo>
                  <a:cubicBezTo>
                    <a:pt x="107432" y="59942"/>
                    <a:pt x="108196" y="60292"/>
                    <a:pt x="108840" y="61353"/>
                  </a:cubicBezTo>
                  <a:cubicBezTo>
                    <a:pt x="109600" y="62632"/>
                    <a:pt x="110965" y="63565"/>
                    <a:pt x="111017" y="65258"/>
                  </a:cubicBezTo>
                  <a:cubicBezTo>
                    <a:pt x="111034" y="65777"/>
                    <a:pt x="110793" y="66433"/>
                    <a:pt x="111536" y="66693"/>
                  </a:cubicBezTo>
                  <a:cubicBezTo>
                    <a:pt x="111822" y="66788"/>
                    <a:pt x="112112" y="66862"/>
                    <a:pt x="112391" y="66862"/>
                  </a:cubicBezTo>
                  <a:cubicBezTo>
                    <a:pt x="112769" y="66862"/>
                    <a:pt x="113129" y="66727"/>
                    <a:pt x="113437" y="66330"/>
                  </a:cubicBezTo>
                  <a:cubicBezTo>
                    <a:pt x="113540" y="66205"/>
                    <a:pt x="113700" y="66031"/>
                    <a:pt x="113856" y="66031"/>
                  </a:cubicBezTo>
                  <a:cubicBezTo>
                    <a:pt x="113960" y="66031"/>
                    <a:pt x="114062" y="66109"/>
                    <a:pt x="114145" y="66330"/>
                  </a:cubicBezTo>
                  <a:cubicBezTo>
                    <a:pt x="114543" y="67470"/>
                    <a:pt x="114802" y="68663"/>
                    <a:pt x="115286" y="69769"/>
                  </a:cubicBezTo>
                  <a:cubicBezTo>
                    <a:pt x="116271" y="72033"/>
                    <a:pt x="114940" y="74677"/>
                    <a:pt x="116858" y="76871"/>
                  </a:cubicBezTo>
                  <a:cubicBezTo>
                    <a:pt x="118241" y="78461"/>
                    <a:pt x="118362" y="80915"/>
                    <a:pt x="119900" y="82540"/>
                  </a:cubicBezTo>
                  <a:cubicBezTo>
                    <a:pt x="120401" y="82799"/>
                    <a:pt x="120885" y="83058"/>
                    <a:pt x="121386" y="83300"/>
                  </a:cubicBezTo>
                  <a:cubicBezTo>
                    <a:pt x="121538" y="83368"/>
                    <a:pt x="121699" y="83403"/>
                    <a:pt x="121846" y="83403"/>
                  </a:cubicBezTo>
                  <a:cubicBezTo>
                    <a:pt x="122184" y="83403"/>
                    <a:pt x="122445" y="83219"/>
                    <a:pt x="122337" y="82834"/>
                  </a:cubicBezTo>
                  <a:cubicBezTo>
                    <a:pt x="121818" y="80915"/>
                    <a:pt x="121991" y="78790"/>
                    <a:pt x="119969" y="77355"/>
                  </a:cubicBezTo>
                  <a:cubicBezTo>
                    <a:pt x="118414" y="76249"/>
                    <a:pt x="117239" y="74521"/>
                    <a:pt x="117463" y="72378"/>
                  </a:cubicBezTo>
                  <a:cubicBezTo>
                    <a:pt x="117528" y="71821"/>
                    <a:pt x="116912" y="70437"/>
                    <a:pt x="117695" y="70437"/>
                  </a:cubicBezTo>
                  <a:cubicBezTo>
                    <a:pt x="117955" y="70437"/>
                    <a:pt x="118371" y="70590"/>
                    <a:pt x="119019" y="70979"/>
                  </a:cubicBezTo>
                  <a:cubicBezTo>
                    <a:pt x="120194" y="71704"/>
                    <a:pt x="121386" y="72655"/>
                    <a:pt x="121749" y="73605"/>
                  </a:cubicBezTo>
                  <a:cubicBezTo>
                    <a:pt x="122096" y="74553"/>
                    <a:pt x="122434" y="74868"/>
                    <a:pt x="122776" y="74868"/>
                  </a:cubicBezTo>
                  <a:cubicBezTo>
                    <a:pt x="123251" y="74868"/>
                    <a:pt x="123732" y="74261"/>
                    <a:pt x="124255" y="73899"/>
                  </a:cubicBezTo>
                  <a:cubicBezTo>
                    <a:pt x="124531" y="73709"/>
                    <a:pt x="124721" y="73363"/>
                    <a:pt x="125015" y="73208"/>
                  </a:cubicBezTo>
                  <a:cubicBezTo>
                    <a:pt x="126743" y="72292"/>
                    <a:pt x="127210" y="70961"/>
                    <a:pt x="126743" y="69043"/>
                  </a:cubicBezTo>
                  <a:cubicBezTo>
                    <a:pt x="126294" y="67159"/>
                    <a:pt x="125292" y="65725"/>
                    <a:pt x="123892" y="64533"/>
                  </a:cubicBezTo>
                  <a:cubicBezTo>
                    <a:pt x="122596" y="63409"/>
                    <a:pt x="122285" y="62459"/>
                    <a:pt x="123546" y="61059"/>
                  </a:cubicBezTo>
                  <a:cubicBezTo>
                    <a:pt x="123952" y="60621"/>
                    <a:pt x="124332" y="60388"/>
                    <a:pt x="124705" y="60388"/>
                  </a:cubicBezTo>
                  <a:cubicBezTo>
                    <a:pt x="124936" y="60388"/>
                    <a:pt x="125164" y="60477"/>
                    <a:pt x="125395" y="60661"/>
                  </a:cubicBezTo>
                  <a:cubicBezTo>
                    <a:pt x="126000" y="61145"/>
                    <a:pt x="125810" y="61750"/>
                    <a:pt x="125119" y="62234"/>
                  </a:cubicBezTo>
                  <a:cubicBezTo>
                    <a:pt x="124618" y="62580"/>
                    <a:pt x="124445" y="63219"/>
                    <a:pt x="125050" y="63651"/>
                  </a:cubicBezTo>
                  <a:cubicBezTo>
                    <a:pt x="125442" y="63952"/>
                    <a:pt x="125858" y="64171"/>
                    <a:pt x="126268" y="64171"/>
                  </a:cubicBezTo>
                  <a:cubicBezTo>
                    <a:pt x="126635" y="64171"/>
                    <a:pt x="126996" y="63996"/>
                    <a:pt x="127331" y="63547"/>
                  </a:cubicBezTo>
                  <a:cubicBezTo>
                    <a:pt x="127694" y="63046"/>
                    <a:pt x="128247" y="62407"/>
                    <a:pt x="127469" y="61940"/>
                  </a:cubicBezTo>
                  <a:cubicBezTo>
                    <a:pt x="126398" y="61318"/>
                    <a:pt x="127037" y="61042"/>
                    <a:pt x="127590" y="60696"/>
                  </a:cubicBezTo>
                  <a:cubicBezTo>
                    <a:pt x="130061" y="59210"/>
                    <a:pt x="133449" y="59106"/>
                    <a:pt x="134693" y="55788"/>
                  </a:cubicBezTo>
                  <a:cubicBezTo>
                    <a:pt x="135298" y="54146"/>
                    <a:pt x="136093" y="52591"/>
                    <a:pt x="135851" y="50725"/>
                  </a:cubicBezTo>
                  <a:cubicBezTo>
                    <a:pt x="135522" y="48288"/>
                    <a:pt x="133932" y="46629"/>
                    <a:pt x="132498" y="44918"/>
                  </a:cubicBezTo>
                  <a:cubicBezTo>
                    <a:pt x="131772" y="44054"/>
                    <a:pt x="131859" y="43622"/>
                    <a:pt x="132775" y="43173"/>
                  </a:cubicBezTo>
                  <a:cubicBezTo>
                    <a:pt x="133120" y="43017"/>
                    <a:pt x="133397" y="42793"/>
                    <a:pt x="133362" y="42378"/>
                  </a:cubicBezTo>
                  <a:cubicBezTo>
                    <a:pt x="133345" y="41980"/>
                    <a:pt x="133051" y="41635"/>
                    <a:pt x="132671" y="41548"/>
                  </a:cubicBezTo>
                  <a:cubicBezTo>
                    <a:pt x="132227" y="41462"/>
                    <a:pt x="131713" y="41297"/>
                    <a:pt x="131292" y="41297"/>
                  </a:cubicBezTo>
                  <a:cubicBezTo>
                    <a:pt x="131122" y="41297"/>
                    <a:pt x="130968" y="41323"/>
                    <a:pt x="130839" y="41393"/>
                  </a:cubicBezTo>
                  <a:cubicBezTo>
                    <a:pt x="130667" y="41486"/>
                    <a:pt x="130517" y="41524"/>
                    <a:pt x="130385" y="41524"/>
                  </a:cubicBezTo>
                  <a:cubicBezTo>
                    <a:pt x="129751" y="41524"/>
                    <a:pt x="129496" y="40648"/>
                    <a:pt x="128935" y="40648"/>
                  </a:cubicBezTo>
                  <a:cubicBezTo>
                    <a:pt x="128871" y="40648"/>
                    <a:pt x="128804" y="40659"/>
                    <a:pt x="128731" y="40684"/>
                  </a:cubicBezTo>
                  <a:cubicBezTo>
                    <a:pt x="129025" y="40425"/>
                    <a:pt x="129336" y="40166"/>
                    <a:pt x="129612" y="39889"/>
                  </a:cubicBezTo>
                  <a:cubicBezTo>
                    <a:pt x="129699" y="39786"/>
                    <a:pt x="129768" y="39647"/>
                    <a:pt x="129802" y="39509"/>
                  </a:cubicBezTo>
                  <a:cubicBezTo>
                    <a:pt x="129896" y="39229"/>
                    <a:pt x="130059" y="38963"/>
                    <a:pt x="130355" y="38963"/>
                  </a:cubicBezTo>
                  <a:cubicBezTo>
                    <a:pt x="130388" y="38963"/>
                    <a:pt x="130423" y="38966"/>
                    <a:pt x="130459" y="38973"/>
                  </a:cubicBezTo>
                  <a:cubicBezTo>
                    <a:pt x="130822" y="39025"/>
                    <a:pt x="130718" y="39405"/>
                    <a:pt x="130753" y="39665"/>
                  </a:cubicBezTo>
                  <a:cubicBezTo>
                    <a:pt x="130885" y="40368"/>
                    <a:pt x="131150" y="40680"/>
                    <a:pt x="131522" y="40680"/>
                  </a:cubicBezTo>
                  <a:cubicBezTo>
                    <a:pt x="131781" y="40680"/>
                    <a:pt x="132092" y="40529"/>
                    <a:pt x="132446" y="40252"/>
                  </a:cubicBezTo>
                  <a:cubicBezTo>
                    <a:pt x="132816" y="39963"/>
                    <a:pt x="133198" y="39825"/>
                    <a:pt x="133552" y="39825"/>
                  </a:cubicBezTo>
                  <a:cubicBezTo>
                    <a:pt x="134190" y="39825"/>
                    <a:pt x="134735" y="40276"/>
                    <a:pt x="134935" y="41099"/>
                  </a:cubicBezTo>
                  <a:cubicBezTo>
                    <a:pt x="135004" y="41410"/>
                    <a:pt x="135246" y="41911"/>
                    <a:pt x="135436" y="41928"/>
                  </a:cubicBezTo>
                  <a:cubicBezTo>
                    <a:pt x="136836" y="42067"/>
                    <a:pt x="137130" y="43259"/>
                    <a:pt x="137441" y="44192"/>
                  </a:cubicBezTo>
                  <a:cubicBezTo>
                    <a:pt x="137757" y="45176"/>
                    <a:pt x="138205" y="45491"/>
                    <a:pt x="138710" y="45491"/>
                  </a:cubicBezTo>
                  <a:cubicBezTo>
                    <a:pt x="139226" y="45491"/>
                    <a:pt x="139803" y="45163"/>
                    <a:pt x="140361" y="44884"/>
                  </a:cubicBezTo>
                  <a:cubicBezTo>
                    <a:pt x="141813" y="44175"/>
                    <a:pt x="140586" y="43363"/>
                    <a:pt x="140327" y="42654"/>
                  </a:cubicBezTo>
                  <a:cubicBezTo>
                    <a:pt x="140188" y="42188"/>
                    <a:pt x="139739" y="41773"/>
                    <a:pt x="139324" y="41479"/>
                  </a:cubicBezTo>
                  <a:cubicBezTo>
                    <a:pt x="137717" y="40356"/>
                    <a:pt x="137648" y="38921"/>
                    <a:pt x="138305" y="37245"/>
                  </a:cubicBezTo>
                  <a:cubicBezTo>
                    <a:pt x="138533" y="36644"/>
                    <a:pt x="138753" y="36160"/>
                    <a:pt x="139216" y="36160"/>
                  </a:cubicBezTo>
                  <a:cubicBezTo>
                    <a:pt x="139418" y="36160"/>
                    <a:pt x="139666" y="36252"/>
                    <a:pt x="139981" y="36468"/>
                  </a:cubicBezTo>
                  <a:cubicBezTo>
                    <a:pt x="140121" y="36569"/>
                    <a:pt x="140268" y="36617"/>
                    <a:pt x="140413" y="36617"/>
                  </a:cubicBezTo>
                  <a:cubicBezTo>
                    <a:pt x="140661" y="36617"/>
                    <a:pt x="140902" y="36477"/>
                    <a:pt x="141087" y="36226"/>
                  </a:cubicBezTo>
                  <a:cubicBezTo>
                    <a:pt x="142573" y="34255"/>
                    <a:pt x="142850" y="29797"/>
                    <a:pt x="141640" y="27706"/>
                  </a:cubicBezTo>
                  <a:cubicBezTo>
                    <a:pt x="141485" y="27447"/>
                    <a:pt x="141104" y="27187"/>
                    <a:pt x="141398" y="26807"/>
                  </a:cubicBezTo>
                  <a:lnTo>
                    <a:pt x="141398" y="26807"/>
                  </a:lnTo>
                  <a:cubicBezTo>
                    <a:pt x="141623" y="26997"/>
                    <a:pt x="141917" y="27153"/>
                    <a:pt x="142072" y="27395"/>
                  </a:cubicBezTo>
                  <a:cubicBezTo>
                    <a:pt x="142988" y="28812"/>
                    <a:pt x="143869" y="30229"/>
                    <a:pt x="144733" y="31663"/>
                  </a:cubicBezTo>
                  <a:cubicBezTo>
                    <a:pt x="144984" y="32062"/>
                    <a:pt x="145261" y="32460"/>
                    <a:pt x="145713" y="32460"/>
                  </a:cubicBezTo>
                  <a:cubicBezTo>
                    <a:pt x="145790" y="32460"/>
                    <a:pt x="145872" y="32449"/>
                    <a:pt x="145960" y="32424"/>
                  </a:cubicBezTo>
                  <a:cubicBezTo>
                    <a:pt x="146323" y="32320"/>
                    <a:pt x="146825" y="32043"/>
                    <a:pt x="146928" y="31750"/>
                  </a:cubicBezTo>
                  <a:cubicBezTo>
                    <a:pt x="147118" y="31197"/>
                    <a:pt x="146496" y="30972"/>
                    <a:pt x="146151" y="30644"/>
                  </a:cubicBezTo>
                  <a:cubicBezTo>
                    <a:pt x="145805" y="30298"/>
                    <a:pt x="144889" y="29935"/>
                    <a:pt x="145511" y="29348"/>
                  </a:cubicBezTo>
                  <a:cubicBezTo>
                    <a:pt x="146220" y="28674"/>
                    <a:pt x="145701" y="28363"/>
                    <a:pt x="145373" y="27982"/>
                  </a:cubicBezTo>
                  <a:cubicBezTo>
                    <a:pt x="144924" y="27464"/>
                    <a:pt x="144353" y="27049"/>
                    <a:pt x="143904" y="26513"/>
                  </a:cubicBezTo>
                  <a:cubicBezTo>
                    <a:pt x="142452" y="24803"/>
                    <a:pt x="140309" y="24008"/>
                    <a:pt x="138927" y="23455"/>
                  </a:cubicBezTo>
                  <a:cubicBezTo>
                    <a:pt x="137233" y="22781"/>
                    <a:pt x="135350" y="23368"/>
                    <a:pt x="133794" y="22349"/>
                  </a:cubicBezTo>
                  <a:cubicBezTo>
                    <a:pt x="133621" y="22228"/>
                    <a:pt x="133120" y="22141"/>
                    <a:pt x="133379" y="21934"/>
                  </a:cubicBezTo>
                  <a:cubicBezTo>
                    <a:pt x="134416" y="21156"/>
                    <a:pt x="134192" y="19843"/>
                    <a:pt x="134814" y="18910"/>
                  </a:cubicBezTo>
                  <a:cubicBezTo>
                    <a:pt x="135183" y="18357"/>
                    <a:pt x="137525" y="17996"/>
                    <a:pt x="139389" y="17996"/>
                  </a:cubicBezTo>
                  <a:cubicBezTo>
                    <a:pt x="140321" y="17996"/>
                    <a:pt x="141133" y="18086"/>
                    <a:pt x="141519" y="18287"/>
                  </a:cubicBezTo>
                  <a:cubicBezTo>
                    <a:pt x="141913" y="18491"/>
                    <a:pt x="142318" y="18567"/>
                    <a:pt x="142722" y="18567"/>
                  </a:cubicBezTo>
                  <a:cubicBezTo>
                    <a:pt x="143310" y="18567"/>
                    <a:pt x="143896" y="18407"/>
                    <a:pt x="144440" y="18253"/>
                  </a:cubicBezTo>
                  <a:cubicBezTo>
                    <a:pt x="145183" y="18028"/>
                    <a:pt x="144301" y="17320"/>
                    <a:pt x="144440" y="16905"/>
                  </a:cubicBezTo>
                  <a:cubicBezTo>
                    <a:pt x="144595" y="16473"/>
                    <a:pt x="144232" y="15764"/>
                    <a:pt x="144803" y="15626"/>
                  </a:cubicBezTo>
                  <a:cubicBezTo>
                    <a:pt x="144894" y="15602"/>
                    <a:pt x="144986" y="15590"/>
                    <a:pt x="145078" y="15590"/>
                  </a:cubicBezTo>
                  <a:cubicBezTo>
                    <a:pt x="145503" y="15590"/>
                    <a:pt x="145922" y="15838"/>
                    <a:pt x="146306" y="16179"/>
                  </a:cubicBezTo>
                  <a:cubicBezTo>
                    <a:pt x="146709" y="16532"/>
                    <a:pt x="147171" y="16997"/>
                    <a:pt x="147617" y="16997"/>
                  </a:cubicBezTo>
                  <a:cubicBezTo>
                    <a:pt x="147935" y="16997"/>
                    <a:pt x="148244" y="16760"/>
                    <a:pt x="148518" y="16075"/>
                  </a:cubicBezTo>
                  <a:cubicBezTo>
                    <a:pt x="148584" y="15900"/>
                    <a:pt x="148692" y="15801"/>
                    <a:pt x="148828" y="15801"/>
                  </a:cubicBezTo>
                  <a:cubicBezTo>
                    <a:pt x="148906" y="15801"/>
                    <a:pt x="148994" y="15833"/>
                    <a:pt x="149088" y="15903"/>
                  </a:cubicBezTo>
                  <a:cubicBezTo>
                    <a:pt x="149348" y="16110"/>
                    <a:pt x="149348" y="16335"/>
                    <a:pt x="149192" y="16646"/>
                  </a:cubicBezTo>
                  <a:cubicBezTo>
                    <a:pt x="148743" y="17596"/>
                    <a:pt x="147965" y="18547"/>
                    <a:pt x="147965" y="19497"/>
                  </a:cubicBezTo>
                  <a:cubicBezTo>
                    <a:pt x="147931" y="21122"/>
                    <a:pt x="148708" y="22677"/>
                    <a:pt x="150022" y="23627"/>
                  </a:cubicBezTo>
                  <a:cubicBezTo>
                    <a:pt x="151231" y="24561"/>
                    <a:pt x="152631" y="25269"/>
                    <a:pt x="153582" y="26513"/>
                  </a:cubicBezTo>
                  <a:cubicBezTo>
                    <a:pt x="153835" y="26852"/>
                    <a:pt x="154112" y="27339"/>
                    <a:pt x="154580" y="27339"/>
                  </a:cubicBezTo>
                  <a:cubicBezTo>
                    <a:pt x="154686" y="27339"/>
                    <a:pt x="154802" y="27314"/>
                    <a:pt x="154930" y="27257"/>
                  </a:cubicBezTo>
                  <a:cubicBezTo>
                    <a:pt x="155621" y="26928"/>
                    <a:pt x="155673" y="26271"/>
                    <a:pt x="155604" y="25615"/>
                  </a:cubicBezTo>
                  <a:cubicBezTo>
                    <a:pt x="155448" y="24025"/>
                    <a:pt x="155863" y="22435"/>
                    <a:pt x="154739" y="20845"/>
                  </a:cubicBezTo>
                  <a:cubicBezTo>
                    <a:pt x="154065" y="19877"/>
                    <a:pt x="153772" y="18823"/>
                    <a:pt x="152406" y="18737"/>
                  </a:cubicBezTo>
                  <a:cubicBezTo>
                    <a:pt x="152044" y="18720"/>
                    <a:pt x="151940" y="18478"/>
                    <a:pt x="151888" y="18201"/>
                  </a:cubicBezTo>
                  <a:cubicBezTo>
                    <a:pt x="151820" y="17931"/>
                    <a:pt x="151918" y="17578"/>
                    <a:pt x="152229" y="17578"/>
                  </a:cubicBezTo>
                  <a:cubicBezTo>
                    <a:pt x="152236" y="17578"/>
                    <a:pt x="152243" y="17579"/>
                    <a:pt x="152251" y="17579"/>
                  </a:cubicBezTo>
                  <a:cubicBezTo>
                    <a:pt x="152284" y="17581"/>
                    <a:pt x="152317" y="17582"/>
                    <a:pt x="152350" y="17582"/>
                  </a:cubicBezTo>
                  <a:cubicBezTo>
                    <a:pt x="153000" y="17582"/>
                    <a:pt x="153628" y="17254"/>
                    <a:pt x="154277" y="17254"/>
                  </a:cubicBezTo>
                  <a:cubicBezTo>
                    <a:pt x="154558" y="17254"/>
                    <a:pt x="154844" y="17316"/>
                    <a:pt x="155137" y="17493"/>
                  </a:cubicBezTo>
                  <a:cubicBezTo>
                    <a:pt x="155393" y="17649"/>
                    <a:pt x="155627" y="17726"/>
                    <a:pt x="155836" y="17726"/>
                  </a:cubicBezTo>
                  <a:cubicBezTo>
                    <a:pt x="156249" y="17726"/>
                    <a:pt x="156566" y="17427"/>
                    <a:pt x="156761" y="16853"/>
                  </a:cubicBezTo>
                  <a:cubicBezTo>
                    <a:pt x="157072" y="15920"/>
                    <a:pt x="157954" y="15505"/>
                    <a:pt x="158662" y="15039"/>
                  </a:cubicBezTo>
                  <a:cubicBezTo>
                    <a:pt x="158771" y="14969"/>
                    <a:pt x="158912" y="14953"/>
                    <a:pt x="159064" y="14953"/>
                  </a:cubicBezTo>
                  <a:cubicBezTo>
                    <a:pt x="159192" y="14953"/>
                    <a:pt x="159327" y="14964"/>
                    <a:pt x="159458" y="14964"/>
                  </a:cubicBezTo>
                  <a:cubicBezTo>
                    <a:pt x="159792" y="14964"/>
                    <a:pt x="160100" y="14892"/>
                    <a:pt x="160183" y="14382"/>
                  </a:cubicBezTo>
                  <a:cubicBezTo>
                    <a:pt x="160304" y="13501"/>
                    <a:pt x="159475" y="13310"/>
                    <a:pt x="158887" y="12965"/>
                  </a:cubicBezTo>
                  <a:cubicBezTo>
                    <a:pt x="158662" y="12827"/>
                    <a:pt x="158334" y="12550"/>
                    <a:pt x="158351" y="12395"/>
                  </a:cubicBezTo>
                  <a:cubicBezTo>
                    <a:pt x="158404" y="12154"/>
                    <a:pt x="158582" y="12097"/>
                    <a:pt x="158776" y="12097"/>
                  </a:cubicBezTo>
                  <a:cubicBezTo>
                    <a:pt x="158903" y="12097"/>
                    <a:pt x="159037" y="12122"/>
                    <a:pt x="159146" y="12135"/>
                  </a:cubicBezTo>
                  <a:cubicBezTo>
                    <a:pt x="160460" y="12308"/>
                    <a:pt x="161652" y="12999"/>
                    <a:pt x="163017" y="12999"/>
                  </a:cubicBezTo>
                  <a:cubicBezTo>
                    <a:pt x="163570" y="12999"/>
                    <a:pt x="163795" y="12913"/>
                    <a:pt x="164002" y="12274"/>
                  </a:cubicBezTo>
                  <a:cubicBezTo>
                    <a:pt x="164745" y="10182"/>
                    <a:pt x="163311" y="10010"/>
                    <a:pt x="161998" y="9923"/>
                  </a:cubicBezTo>
                  <a:cubicBezTo>
                    <a:pt x="160218" y="9820"/>
                    <a:pt x="158438" y="9543"/>
                    <a:pt x="156710" y="9076"/>
                  </a:cubicBezTo>
                  <a:cubicBezTo>
                    <a:pt x="153313" y="8169"/>
                    <a:pt x="149984" y="6872"/>
                    <a:pt x="146431" y="6872"/>
                  </a:cubicBezTo>
                  <a:cubicBezTo>
                    <a:pt x="145249" y="6872"/>
                    <a:pt x="144041" y="7016"/>
                    <a:pt x="142798" y="7366"/>
                  </a:cubicBezTo>
                  <a:cubicBezTo>
                    <a:pt x="142441" y="7468"/>
                    <a:pt x="142044" y="7507"/>
                    <a:pt x="141624" y="7507"/>
                  </a:cubicBezTo>
                  <a:cubicBezTo>
                    <a:pt x="140475" y="7507"/>
                    <a:pt x="139148" y="7211"/>
                    <a:pt x="137959" y="7072"/>
                  </a:cubicBezTo>
                  <a:cubicBezTo>
                    <a:pt x="135760" y="6810"/>
                    <a:pt x="133765" y="5577"/>
                    <a:pt x="131513" y="5577"/>
                  </a:cubicBezTo>
                  <a:cubicBezTo>
                    <a:pt x="131235" y="5577"/>
                    <a:pt x="130953" y="5596"/>
                    <a:pt x="130666" y="5637"/>
                  </a:cubicBezTo>
                  <a:cubicBezTo>
                    <a:pt x="130197" y="5701"/>
                    <a:pt x="129713" y="5752"/>
                    <a:pt x="129231" y="5752"/>
                  </a:cubicBezTo>
                  <a:cubicBezTo>
                    <a:pt x="128525" y="5752"/>
                    <a:pt x="127823" y="5641"/>
                    <a:pt x="127175" y="5292"/>
                  </a:cubicBezTo>
                  <a:cubicBezTo>
                    <a:pt x="124583" y="3857"/>
                    <a:pt x="121352" y="4808"/>
                    <a:pt x="118811" y="3097"/>
                  </a:cubicBezTo>
                  <a:cubicBezTo>
                    <a:pt x="118623" y="2965"/>
                    <a:pt x="118385" y="2894"/>
                    <a:pt x="118144" y="2894"/>
                  </a:cubicBezTo>
                  <a:cubicBezTo>
                    <a:pt x="117786" y="2894"/>
                    <a:pt x="117421" y="3050"/>
                    <a:pt x="117204" y="3391"/>
                  </a:cubicBezTo>
                  <a:cubicBezTo>
                    <a:pt x="116737" y="4117"/>
                    <a:pt x="117601" y="4134"/>
                    <a:pt x="117930" y="4462"/>
                  </a:cubicBezTo>
                  <a:cubicBezTo>
                    <a:pt x="118103" y="4670"/>
                    <a:pt x="118154" y="4946"/>
                    <a:pt x="118068" y="5188"/>
                  </a:cubicBezTo>
                  <a:cubicBezTo>
                    <a:pt x="117958" y="5398"/>
                    <a:pt x="116241" y="5510"/>
                    <a:pt x="114740" y="5510"/>
                  </a:cubicBezTo>
                  <a:cubicBezTo>
                    <a:pt x="113645" y="5510"/>
                    <a:pt x="112664" y="5450"/>
                    <a:pt x="112503" y="5326"/>
                  </a:cubicBezTo>
                  <a:cubicBezTo>
                    <a:pt x="111242" y="4410"/>
                    <a:pt x="109825" y="3719"/>
                    <a:pt x="108321" y="3287"/>
                  </a:cubicBezTo>
                  <a:cubicBezTo>
                    <a:pt x="108108" y="3224"/>
                    <a:pt x="107902" y="3198"/>
                    <a:pt x="107703" y="3198"/>
                  </a:cubicBezTo>
                  <a:cubicBezTo>
                    <a:pt x="106742" y="3198"/>
                    <a:pt x="105934" y="3807"/>
                    <a:pt x="105084" y="3807"/>
                  </a:cubicBezTo>
                  <a:cubicBezTo>
                    <a:pt x="105000" y="3807"/>
                    <a:pt x="104915" y="3801"/>
                    <a:pt x="104830" y="3788"/>
                  </a:cubicBezTo>
                  <a:cubicBezTo>
                    <a:pt x="102083" y="3391"/>
                    <a:pt x="99266" y="3909"/>
                    <a:pt x="96760" y="1559"/>
                  </a:cubicBezTo>
                  <a:cubicBezTo>
                    <a:pt x="95295" y="185"/>
                    <a:pt x="93272" y="50"/>
                    <a:pt x="91223" y="50"/>
                  </a:cubicBezTo>
                  <a:cubicBezTo>
                    <a:pt x="90718" y="50"/>
                    <a:pt x="90212" y="58"/>
                    <a:pt x="89713" y="58"/>
                  </a:cubicBezTo>
                  <a:cubicBezTo>
                    <a:pt x="89152" y="58"/>
                    <a:pt x="88600" y="48"/>
                    <a:pt x="88067" y="4"/>
                  </a:cubicBezTo>
                  <a:cubicBezTo>
                    <a:pt x="88037" y="2"/>
                    <a:pt x="88007" y="1"/>
                    <a:pt x="87976" y="1"/>
                  </a:cubicBezTo>
                  <a:close/>
                </a:path>
              </a:pathLst>
            </a:custGeom>
            <a:solidFill>
              <a:schemeClr val="dk2"/>
            </a:solidFill>
            <a:ln>
              <a:noFill/>
            </a:ln>
            <a:effectLst>
              <a:outerShdw blurRad="71438" dist="47625" dir="3000000" algn="bl" rotWithShape="0">
                <a:srgbClr val="000000">
                  <a:alpha val="21000"/>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6" name="Google Shape;826;p58"/>
            <p:cNvSpPr/>
            <p:nvPr/>
          </p:nvSpPr>
          <p:spPr>
            <a:xfrm>
              <a:off x="5913800" y="3523050"/>
              <a:ext cx="1109075" cy="813875"/>
            </a:xfrm>
            <a:custGeom>
              <a:avLst/>
              <a:gdLst/>
              <a:ahLst/>
              <a:cxnLst/>
              <a:rect l="l" t="t" r="r" b="b"/>
              <a:pathLst>
                <a:path w="44363" h="32555" extrusionOk="0">
                  <a:moveTo>
                    <a:pt x="28245" y="1"/>
                  </a:moveTo>
                  <a:cubicBezTo>
                    <a:pt x="27747" y="1"/>
                    <a:pt x="27602" y="373"/>
                    <a:pt x="27634" y="804"/>
                  </a:cubicBezTo>
                  <a:cubicBezTo>
                    <a:pt x="27737" y="2117"/>
                    <a:pt x="27979" y="3482"/>
                    <a:pt x="27996" y="4778"/>
                  </a:cubicBezTo>
                  <a:cubicBezTo>
                    <a:pt x="28014" y="5660"/>
                    <a:pt x="28567" y="7094"/>
                    <a:pt x="27634" y="7267"/>
                  </a:cubicBezTo>
                  <a:cubicBezTo>
                    <a:pt x="27521" y="7286"/>
                    <a:pt x="27406" y="7295"/>
                    <a:pt x="27290" y="7295"/>
                  </a:cubicBezTo>
                  <a:cubicBezTo>
                    <a:pt x="25431" y="7295"/>
                    <a:pt x="23230" y="4918"/>
                    <a:pt x="23555" y="3275"/>
                  </a:cubicBezTo>
                  <a:cubicBezTo>
                    <a:pt x="23754" y="2264"/>
                    <a:pt x="23333" y="1317"/>
                    <a:pt x="22034" y="1317"/>
                  </a:cubicBezTo>
                  <a:cubicBezTo>
                    <a:pt x="21978" y="1317"/>
                    <a:pt x="21920" y="1318"/>
                    <a:pt x="21862" y="1322"/>
                  </a:cubicBezTo>
                  <a:cubicBezTo>
                    <a:pt x="21814" y="1325"/>
                    <a:pt x="21765" y="1327"/>
                    <a:pt x="21716" y="1327"/>
                  </a:cubicBezTo>
                  <a:cubicBezTo>
                    <a:pt x="20777" y="1327"/>
                    <a:pt x="19668" y="752"/>
                    <a:pt x="18692" y="752"/>
                  </a:cubicBezTo>
                  <a:cubicBezTo>
                    <a:pt x="18107" y="752"/>
                    <a:pt x="17570" y="958"/>
                    <a:pt x="17144" y="1616"/>
                  </a:cubicBezTo>
                  <a:cubicBezTo>
                    <a:pt x="16642" y="2376"/>
                    <a:pt x="15295" y="2826"/>
                    <a:pt x="15191" y="4035"/>
                  </a:cubicBezTo>
                  <a:cubicBezTo>
                    <a:pt x="15162" y="4430"/>
                    <a:pt x="15144" y="4616"/>
                    <a:pt x="15002" y="4616"/>
                  </a:cubicBezTo>
                  <a:cubicBezTo>
                    <a:pt x="14889" y="4616"/>
                    <a:pt x="14698" y="4499"/>
                    <a:pt x="14361" y="4277"/>
                  </a:cubicBezTo>
                  <a:cubicBezTo>
                    <a:pt x="13724" y="3844"/>
                    <a:pt x="13113" y="3612"/>
                    <a:pt x="12606" y="3612"/>
                  </a:cubicBezTo>
                  <a:cubicBezTo>
                    <a:pt x="12042" y="3612"/>
                    <a:pt x="11607" y="3900"/>
                    <a:pt x="11406" y="4519"/>
                  </a:cubicBezTo>
                  <a:cubicBezTo>
                    <a:pt x="10784" y="6334"/>
                    <a:pt x="8710" y="7215"/>
                    <a:pt x="8624" y="9392"/>
                  </a:cubicBezTo>
                  <a:cubicBezTo>
                    <a:pt x="8607" y="10153"/>
                    <a:pt x="7933" y="10619"/>
                    <a:pt x="7086" y="10879"/>
                  </a:cubicBezTo>
                  <a:cubicBezTo>
                    <a:pt x="5669" y="11311"/>
                    <a:pt x="4355" y="11864"/>
                    <a:pt x="3007" y="12382"/>
                  </a:cubicBezTo>
                  <a:cubicBezTo>
                    <a:pt x="1003" y="13160"/>
                    <a:pt x="0" y="16910"/>
                    <a:pt x="1538" y="19018"/>
                  </a:cubicBezTo>
                  <a:cubicBezTo>
                    <a:pt x="2835" y="20798"/>
                    <a:pt x="3128" y="22595"/>
                    <a:pt x="3992" y="24375"/>
                  </a:cubicBezTo>
                  <a:cubicBezTo>
                    <a:pt x="4494" y="25360"/>
                    <a:pt x="4424" y="26276"/>
                    <a:pt x="3750" y="26950"/>
                  </a:cubicBezTo>
                  <a:cubicBezTo>
                    <a:pt x="3353" y="27348"/>
                    <a:pt x="3509" y="27797"/>
                    <a:pt x="4148" y="28298"/>
                  </a:cubicBezTo>
                  <a:cubicBezTo>
                    <a:pt x="5020" y="28962"/>
                    <a:pt x="5824" y="29302"/>
                    <a:pt x="6549" y="29302"/>
                  </a:cubicBezTo>
                  <a:cubicBezTo>
                    <a:pt x="7089" y="29302"/>
                    <a:pt x="7586" y="29114"/>
                    <a:pt x="8036" y="28730"/>
                  </a:cubicBezTo>
                  <a:cubicBezTo>
                    <a:pt x="8740" y="28095"/>
                    <a:pt x="9643" y="27747"/>
                    <a:pt x="10576" y="27747"/>
                  </a:cubicBezTo>
                  <a:cubicBezTo>
                    <a:pt x="10811" y="27747"/>
                    <a:pt x="11049" y="27769"/>
                    <a:pt x="11285" y="27814"/>
                  </a:cubicBezTo>
                  <a:cubicBezTo>
                    <a:pt x="11420" y="27836"/>
                    <a:pt x="11551" y="27846"/>
                    <a:pt x="11676" y="27846"/>
                  </a:cubicBezTo>
                  <a:cubicBezTo>
                    <a:pt x="12065" y="27846"/>
                    <a:pt x="12402" y="27743"/>
                    <a:pt x="12650" y="27521"/>
                  </a:cubicBezTo>
                  <a:cubicBezTo>
                    <a:pt x="14551" y="25793"/>
                    <a:pt x="17368" y="25343"/>
                    <a:pt x="20047" y="24790"/>
                  </a:cubicBezTo>
                  <a:cubicBezTo>
                    <a:pt x="20247" y="24746"/>
                    <a:pt x="20464" y="24721"/>
                    <a:pt x="20691" y="24721"/>
                  </a:cubicBezTo>
                  <a:cubicBezTo>
                    <a:pt x="21623" y="24721"/>
                    <a:pt x="22712" y="25150"/>
                    <a:pt x="23365" y="26484"/>
                  </a:cubicBezTo>
                  <a:cubicBezTo>
                    <a:pt x="23667" y="27105"/>
                    <a:pt x="23855" y="28198"/>
                    <a:pt x="25083" y="28198"/>
                  </a:cubicBezTo>
                  <a:cubicBezTo>
                    <a:pt x="25120" y="28198"/>
                    <a:pt x="25158" y="28197"/>
                    <a:pt x="25197" y="28195"/>
                  </a:cubicBezTo>
                  <a:cubicBezTo>
                    <a:pt x="25345" y="28183"/>
                    <a:pt x="25455" y="28022"/>
                    <a:pt x="25593" y="28022"/>
                  </a:cubicBezTo>
                  <a:cubicBezTo>
                    <a:pt x="25664" y="28022"/>
                    <a:pt x="25742" y="28065"/>
                    <a:pt x="25836" y="28195"/>
                  </a:cubicBezTo>
                  <a:cubicBezTo>
                    <a:pt x="25923" y="28298"/>
                    <a:pt x="25767" y="28592"/>
                    <a:pt x="25612" y="28713"/>
                  </a:cubicBezTo>
                  <a:cubicBezTo>
                    <a:pt x="25318" y="28938"/>
                    <a:pt x="24903" y="29128"/>
                    <a:pt x="25283" y="29646"/>
                  </a:cubicBezTo>
                  <a:cubicBezTo>
                    <a:pt x="25508" y="29871"/>
                    <a:pt x="25802" y="30026"/>
                    <a:pt x="26113" y="30078"/>
                  </a:cubicBezTo>
                  <a:cubicBezTo>
                    <a:pt x="26172" y="30086"/>
                    <a:pt x="26229" y="30090"/>
                    <a:pt x="26283" y="30090"/>
                  </a:cubicBezTo>
                  <a:cubicBezTo>
                    <a:pt x="26710" y="30090"/>
                    <a:pt x="27006" y="29856"/>
                    <a:pt x="27098" y="29473"/>
                  </a:cubicBezTo>
                  <a:cubicBezTo>
                    <a:pt x="27115" y="29335"/>
                    <a:pt x="27098" y="29197"/>
                    <a:pt x="27029" y="29076"/>
                  </a:cubicBezTo>
                  <a:cubicBezTo>
                    <a:pt x="26976" y="28903"/>
                    <a:pt x="26992" y="28848"/>
                    <a:pt x="27041" y="28848"/>
                  </a:cubicBezTo>
                  <a:cubicBezTo>
                    <a:pt x="27105" y="28848"/>
                    <a:pt x="27225" y="28941"/>
                    <a:pt x="27322" y="28990"/>
                  </a:cubicBezTo>
                  <a:cubicBezTo>
                    <a:pt x="27824" y="29266"/>
                    <a:pt x="28463" y="29473"/>
                    <a:pt x="28169" y="30113"/>
                  </a:cubicBezTo>
                  <a:cubicBezTo>
                    <a:pt x="27945" y="30597"/>
                    <a:pt x="28117" y="31029"/>
                    <a:pt x="28809" y="31461"/>
                  </a:cubicBezTo>
                  <a:cubicBezTo>
                    <a:pt x="30199" y="32318"/>
                    <a:pt x="31628" y="32554"/>
                    <a:pt x="32898" y="32554"/>
                  </a:cubicBezTo>
                  <a:cubicBezTo>
                    <a:pt x="33522" y="32554"/>
                    <a:pt x="34108" y="32497"/>
                    <a:pt x="34633" y="32429"/>
                  </a:cubicBezTo>
                  <a:cubicBezTo>
                    <a:pt x="36672" y="32135"/>
                    <a:pt x="39299" y="31824"/>
                    <a:pt x="39299" y="29145"/>
                  </a:cubicBezTo>
                  <a:cubicBezTo>
                    <a:pt x="39299" y="28938"/>
                    <a:pt x="39541" y="28799"/>
                    <a:pt x="39592" y="28575"/>
                  </a:cubicBezTo>
                  <a:cubicBezTo>
                    <a:pt x="40024" y="26968"/>
                    <a:pt x="41804" y="26363"/>
                    <a:pt x="42496" y="24998"/>
                  </a:cubicBezTo>
                  <a:cubicBezTo>
                    <a:pt x="44224" y="21559"/>
                    <a:pt x="44362" y="17722"/>
                    <a:pt x="40232" y="13661"/>
                  </a:cubicBezTo>
                  <a:cubicBezTo>
                    <a:pt x="38953" y="12399"/>
                    <a:pt x="38037" y="10671"/>
                    <a:pt x="36309" y="9859"/>
                  </a:cubicBezTo>
                  <a:cubicBezTo>
                    <a:pt x="34494" y="9012"/>
                    <a:pt x="34080" y="7716"/>
                    <a:pt x="33509" y="6472"/>
                  </a:cubicBezTo>
                  <a:cubicBezTo>
                    <a:pt x="33388" y="5608"/>
                    <a:pt x="33008" y="4761"/>
                    <a:pt x="32213" y="4346"/>
                  </a:cubicBezTo>
                  <a:cubicBezTo>
                    <a:pt x="30658" y="3465"/>
                    <a:pt x="30278" y="2100"/>
                    <a:pt x="29414" y="942"/>
                  </a:cubicBezTo>
                  <a:cubicBezTo>
                    <a:pt x="29120" y="544"/>
                    <a:pt x="28947" y="78"/>
                    <a:pt x="28377" y="9"/>
                  </a:cubicBezTo>
                  <a:cubicBezTo>
                    <a:pt x="28330" y="3"/>
                    <a:pt x="28287" y="1"/>
                    <a:pt x="28245" y="1"/>
                  </a:cubicBezTo>
                  <a:close/>
                </a:path>
              </a:pathLst>
            </a:custGeom>
            <a:solidFill>
              <a:schemeClr val="dk2"/>
            </a:solidFill>
            <a:ln>
              <a:noFill/>
            </a:ln>
            <a:effectLst>
              <a:outerShdw blurRad="71438" dist="47625" dir="3000000" algn="bl" rotWithShape="0">
                <a:srgbClr val="000000">
                  <a:alpha val="21000"/>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7" name="Google Shape;827;p58"/>
            <p:cNvSpPr/>
            <p:nvPr/>
          </p:nvSpPr>
          <p:spPr>
            <a:xfrm>
              <a:off x="6442175" y="3238700"/>
              <a:ext cx="571625" cy="311800"/>
            </a:xfrm>
            <a:custGeom>
              <a:avLst/>
              <a:gdLst/>
              <a:ahLst/>
              <a:cxnLst/>
              <a:rect l="l" t="t" r="r" b="b"/>
              <a:pathLst>
                <a:path w="22865" h="12472" extrusionOk="0">
                  <a:moveTo>
                    <a:pt x="3070" y="1"/>
                  </a:moveTo>
                  <a:cubicBezTo>
                    <a:pt x="2939" y="1"/>
                    <a:pt x="2792" y="15"/>
                    <a:pt x="2627" y="46"/>
                  </a:cubicBezTo>
                  <a:cubicBezTo>
                    <a:pt x="1833" y="202"/>
                    <a:pt x="830" y="29"/>
                    <a:pt x="415" y="927"/>
                  </a:cubicBezTo>
                  <a:cubicBezTo>
                    <a:pt x="1" y="1826"/>
                    <a:pt x="934" y="1861"/>
                    <a:pt x="1400" y="2189"/>
                  </a:cubicBezTo>
                  <a:cubicBezTo>
                    <a:pt x="1504" y="2258"/>
                    <a:pt x="1366" y="2569"/>
                    <a:pt x="1435" y="2742"/>
                  </a:cubicBezTo>
                  <a:cubicBezTo>
                    <a:pt x="1757" y="3623"/>
                    <a:pt x="1963" y="4886"/>
                    <a:pt x="3062" y="4886"/>
                  </a:cubicBezTo>
                  <a:cubicBezTo>
                    <a:pt x="3084" y="4886"/>
                    <a:pt x="3106" y="4886"/>
                    <a:pt x="3129" y="4885"/>
                  </a:cubicBezTo>
                  <a:cubicBezTo>
                    <a:pt x="3207" y="4880"/>
                    <a:pt x="3284" y="4878"/>
                    <a:pt x="3360" y="4878"/>
                  </a:cubicBezTo>
                  <a:cubicBezTo>
                    <a:pt x="4698" y="4878"/>
                    <a:pt x="5731" y="5570"/>
                    <a:pt x="6810" y="6077"/>
                  </a:cubicBezTo>
                  <a:cubicBezTo>
                    <a:pt x="7328" y="6319"/>
                    <a:pt x="8019" y="7322"/>
                    <a:pt x="7207" y="8203"/>
                  </a:cubicBezTo>
                  <a:cubicBezTo>
                    <a:pt x="6913" y="8531"/>
                    <a:pt x="6948" y="8911"/>
                    <a:pt x="7121" y="9292"/>
                  </a:cubicBezTo>
                  <a:cubicBezTo>
                    <a:pt x="7274" y="9613"/>
                    <a:pt x="7597" y="9810"/>
                    <a:pt x="7934" y="9810"/>
                  </a:cubicBezTo>
                  <a:cubicBezTo>
                    <a:pt x="8014" y="9810"/>
                    <a:pt x="8095" y="9799"/>
                    <a:pt x="8175" y="9775"/>
                  </a:cubicBezTo>
                  <a:cubicBezTo>
                    <a:pt x="8275" y="9755"/>
                    <a:pt x="8368" y="9745"/>
                    <a:pt x="8457" y="9745"/>
                  </a:cubicBezTo>
                  <a:cubicBezTo>
                    <a:pt x="8811" y="9745"/>
                    <a:pt x="9087" y="9900"/>
                    <a:pt x="9419" y="10121"/>
                  </a:cubicBezTo>
                  <a:cubicBezTo>
                    <a:pt x="10079" y="10569"/>
                    <a:pt x="10930" y="10787"/>
                    <a:pt x="11688" y="10787"/>
                  </a:cubicBezTo>
                  <a:cubicBezTo>
                    <a:pt x="12538" y="10787"/>
                    <a:pt x="13270" y="10513"/>
                    <a:pt x="13480" y="9983"/>
                  </a:cubicBezTo>
                  <a:cubicBezTo>
                    <a:pt x="13648" y="9563"/>
                    <a:pt x="13555" y="9014"/>
                    <a:pt x="14230" y="9014"/>
                  </a:cubicBezTo>
                  <a:cubicBezTo>
                    <a:pt x="14250" y="9014"/>
                    <a:pt x="14271" y="9014"/>
                    <a:pt x="14293" y="9015"/>
                  </a:cubicBezTo>
                  <a:cubicBezTo>
                    <a:pt x="15036" y="9050"/>
                    <a:pt x="15381" y="9516"/>
                    <a:pt x="15450" y="10138"/>
                  </a:cubicBezTo>
                  <a:cubicBezTo>
                    <a:pt x="15640" y="11486"/>
                    <a:pt x="16522" y="11953"/>
                    <a:pt x="17697" y="11988"/>
                  </a:cubicBezTo>
                  <a:cubicBezTo>
                    <a:pt x="18224" y="11988"/>
                    <a:pt x="18870" y="12472"/>
                    <a:pt x="19366" y="12472"/>
                  </a:cubicBezTo>
                  <a:cubicBezTo>
                    <a:pt x="19602" y="12472"/>
                    <a:pt x="19804" y="12362"/>
                    <a:pt x="19944" y="12039"/>
                  </a:cubicBezTo>
                  <a:cubicBezTo>
                    <a:pt x="20289" y="11210"/>
                    <a:pt x="19287" y="10398"/>
                    <a:pt x="18596" y="9758"/>
                  </a:cubicBezTo>
                  <a:cubicBezTo>
                    <a:pt x="18164" y="9361"/>
                    <a:pt x="17420" y="8825"/>
                    <a:pt x="17749" y="8272"/>
                  </a:cubicBezTo>
                  <a:cubicBezTo>
                    <a:pt x="17984" y="7884"/>
                    <a:pt x="18253" y="7197"/>
                    <a:pt x="18937" y="7197"/>
                  </a:cubicBezTo>
                  <a:cubicBezTo>
                    <a:pt x="19107" y="7197"/>
                    <a:pt x="19302" y="7239"/>
                    <a:pt x="19529" y="7339"/>
                  </a:cubicBezTo>
                  <a:cubicBezTo>
                    <a:pt x="19732" y="7429"/>
                    <a:pt x="19935" y="7468"/>
                    <a:pt x="20135" y="7468"/>
                  </a:cubicBezTo>
                  <a:cubicBezTo>
                    <a:pt x="20854" y="7468"/>
                    <a:pt x="21544" y="6970"/>
                    <a:pt x="22138" y="6578"/>
                  </a:cubicBezTo>
                  <a:cubicBezTo>
                    <a:pt x="22795" y="6146"/>
                    <a:pt x="22864" y="5248"/>
                    <a:pt x="22311" y="4643"/>
                  </a:cubicBezTo>
                  <a:cubicBezTo>
                    <a:pt x="22115" y="4425"/>
                    <a:pt x="21948" y="4340"/>
                    <a:pt x="21799" y="4340"/>
                  </a:cubicBezTo>
                  <a:cubicBezTo>
                    <a:pt x="21465" y="4340"/>
                    <a:pt x="21227" y="4774"/>
                    <a:pt x="20963" y="5110"/>
                  </a:cubicBezTo>
                  <a:cubicBezTo>
                    <a:pt x="20756" y="5334"/>
                    <a:pt x="20479" y="5472"/>
                    <a:pt x="20168" y="5507"/>
                  </a:cubicBezTo>
                  <a:cubicBezTo>
                    <a:pt x="20112" y="5512"/>
                    <a:pt x="20051" y="5514"/>
                    <a:pt x="19986" y="5514"/>
                  </a:cubicBezTo>
                  <a:cubicBezTo>
                    <a:pt x="18639" y="5514"/>
                    <a:pt x="15548" y="4518"/>
                    <a:pt x="14344" y="3727"/>
                  </a:cubicBezTo>
                  <a:cubicBezTo>
                    <a:pt x="13999" y="3485"/>
                    <a:pt x="13636" y="3295"/>
                    <a:pt x="13238" y="3139"/>
                  </a:cubicBezTo>
                  <a:cubicBezTo>
                    <a:pt x="11925" y="2690"/>
                    <a:pt x="10473" y="2465"/>
                    <a:pt x="9298" y="1774"/>
                  </a:cubicBezTo>
                  <a:cubicBezTo>
                    <a:pt x="8770" y="1458"/>
                    <a:pt x="8301" y="1322"/>
                    <a:pt x="7877" y="1322"/>
                  </a:cubicBezTo>
                  <a:cubicBezTo>
                    <a:pt x="7093" y="1322"/>
                    <a:pt x="6459" y="1787"/>
                    <a:pt x="5876" y="2448"/>
                  </a:cubicBezTo>
                  <a:cubicBezTo>
                    <a:pt x="5497" y="2886"/>
                    <a:pt x="5240" y="3062"/>
                    <a:pt x="5050" y="3062"/>
                  </a:cubicBezTo>
                  <a:cubicBezTo>
                    <a:pt x="4739" y="3062"/>
                    <a:pt x="4614" y="2586"/>
                    <a:pt x="4442" y="2016"/>
                  </a:cubicBezTo>
                  <a:cubicBezTo>
                    <a:pt x="4193" y="1191"/>
                    <a:pt x="4266" y="1"/>
                    <a:pt x="3070" y="1"/>
                  </a:cubicBezTo>
                  <a:close/>
                </a:path>
              </a:pathLst>
            </a:custGeom>
            <a:solidFill>
              <a:schemeClr val="dk2"/>
            </a:solidFill>
            <a:ln>
              <a:noFill/>
            </a:ln>
            <a:effectLst>
              <a:outerShdw blurRad="71438" dist="47625" dir="3000000" algn="bl" rotWithShape="0">
                <a:srgbClr val="000000">
                  <a:alpha val="21000"/>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8" name="Google Shape;828;p58"/>
            <p:cNvSpPr/>
            <p:nvPr/>
          </p:nvSpPr>
          <p:spPr>
            <a:xfrm>
              <a:off x="5898675" y="3029225"/>
              <a:ext cx="282150" cy="318450"/>
            </a:xfrm>
            <a:custGeom>
              <a:avLst/>
              <a:gdLst/>
              <a:ahLst/>
              <a:cxnLst/>
              <a:rect l="l" t="t" r="r" b="b"/>
              <a:pathLst>
                <a:path w="11286" h="12738" extrusionOk="0">
                  <a:moveTo>
                    <a:pt x="8163" y="0"/>
                  </a:moveTo>
                  <a:cubicBezTo>
                    <a:pt x="7646" y="0"/>
                    <a:pt x="7307" y="634"/>
                    <a:pt x="7121" y="1115"/>
                  </a:cubicBezTo>
                  <a:cubicBezTo>
                    <a:pt x="6498" y="2618"/>
                    <a:pt x="5081" y="3362"/>
                    <a:pt x="4027" y="4450"/>
                  </a:cubicBezTo>
                  <a:cubicBezTo>
                    <a:pt x="3562" y="4916"/>
                    <a:pt x="2753" y="5709"/>
                    <a:pt x="2170" y="5709"/>
                  </a:cubicBezTo>
                  <a:cubicBezTo>
                    <a:pt x="2125" y="5709"/>
                    <a:pt x="2082" y="5704"/>
                    <a:pt x="2040" y="5695"/>
                  </a:cubicBezTo>
                  <a:cubicBezTo>
                    <a:pt x="1767" y="5631"/>
                    <a:pt x="1536" y="5602"/>
                    <a:pt x="1339" y="5602"/>
                  </a:cubicBezTo>
                  <a:cubicBezTo>
                    <a:pt x="150" y="5602"/>
                    <a:pt x="215" y="6659"/>
                    <a:pt x="52" y="7475"/>
                  </a:cubicBezTo>
                  <a:cubicBezTo>
                    <a:pt x="1" y="9410"/>
                    <a:pt x="1625" y="11518"/>
                    <a:pt x="3267" y="12123"/>
                  </a:cubicBezTo>
                  <a:cubicBezTo>
                    <a:pt x="3638" y="12262"/>
                    <a:pt x="4019" y="12277"/>
                    <a:pt x="4389" y="12277"/>
                  </a:cubicBezTo>
                  <a:cubicBezTo>
                    <a:pt x="4488" y="12277"/>
                    <a:pt x="4586" y="12276"/>
                    <a:pt x="4683" y="12276"/>
                  </a:cubicBezTo>
                  <a:cubicBezTo>
                    <a:pt x="5034" y="12276"/>
                    <a:pt x="5369" y="12290"/>
                    <a:pt x="5669" y="12417"/>
                  </a:cubicBezTo>
                  <a:cubicBezTo>
                    <a:pt x="6156" y="12630"/>
                    <a:pt x="6559" y="12738"/>
                    <a:pt x="6895" y="12738"/>
                  </a:cubicBezTo>
                  <a:cubicBezTo>
                    <a:pt x="7678" y="12738"/>
                    <a:pt x="8093" y="12148"/>
                    <a:pt x="8348" y="10914"/>
                  </a:cubicBezTo>
                  <a:cubicBezTo>
                    <a:pt x="8572" y="9773"/>
                    <a:pt x="9073" y="8235"/>
                    <a:pt x="9937" y="7786"/>
                  </a:cubicBezTo>
                  <a:cubicBezTo>
                    <a:pt x="11268" y="7094"/>
                    <a:pt x="10577" y="6697"/>
                    <a:pt x="10231" y="6023"/>
                  </a:cubicBezTo>
                  <a:cubicBezTo>
                    <a:pt x="9782" y="5124"/>
                    <a:pt x="8797" y="4278"/>
                    <a:pt x="10058" y="3189"/>
                  </a:cubicBezTo>
                  <a:cubicBezTo>
                    <a:pt x="10404" y="2895"/>
                    <a:pt x="11285" y="2618"/>
                    <a:pt x="10853" y="1945"/>
                  </a:cubicBezTo>
                  <a:cubicBezTo>
                    <a:pt x="10266" y="1063"/>
                    <a:pt x="9402" y="286"/>
                    <a:pt x="8348" y="26"/>
                  </a:cubicBezTo>
                  <a:cubicBezTo>
                    <a:pt x="8284" y="9"/>
                    <a:pt x="8222" y="0"/>
                    <a:pt x="8163" y="0"/>
                  </a:cubicBezTo>
                  <a:close/>
                </a:path>
              </a:pathLst>
            </a:custGeom>
            <a:solidFill>
              <a:schemeClr val="dk2"/>
            </a:solidFill>
            <a:ln>
              <a:noFill/>
            </a:ln>
            <a:effectLst>
              <a:outerShdw blurRad="71438" dist="47625" dir="3000000" algn="bl" rotWithShape="0">
                <a:srgbClr val="000000">
                  <a:alpha val="21000"/>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9" name="Google Shape;829;p58"/>
            <p:cNvSpPr/>
            <p:nvPr/>
          </p:nvSpPr>
          <p:spPr>
            <a:xfrm>
              <a:off x="5544400" y="3065225"/>
              <a:ext cx="541800" cy="430700"/>
            </a:xfrm>
            <a:custGeom>
              <a:avLst/>
              <a:gdLst/>
              <a:ahLst/>
              <a:cxnLst/>
              <a:rect l="l" t="t" r="r" b="b"/>
              <a:pathLst>
                <a:path w="21672" h="17228" extrusionOk="0">
                  <a:moveTo>
                    <a:pt x="7484" y="4583"/>
                  </a:moveTo>
                  <a:lnTo>
                    <a:pt x="7484" y="4583"/>
                  </a:lnTo>
                  <a:cubicBezTo>
                    <a:pt x="7486" y="4586"/>
                    <a:pt x="7488" y="4589"/>
                    <a:pt x="7491" y="4592"/>
                  </a:cubicBezTo>
                  <a:lnTo>
                    <a:pt x="7491" y="4592"/>
                  </a:lnTo>
                  <a:cubicBezTo>
                    <a:pt x="7494" y="4595"/>
                    <a:pt x="7498" y="4597"/>
                    <a:pt x="7501" y="4600"/>
                  </a:cubicBezTo>
                  <a:lnTo>
                    <a:pt x="7484" y="4583"/>
                  </a:lnTo>
                  <a:close/>
                  <a:moveTo>
                    <a:pt x="1210" y="0"/>
                  </a:moveTo>
                  <a:cubicBezTo>
                    <a:pt x="910" y="0"/>
                    <a:pt x="646" y="84"/>
                    <a:pt x="415" y="314"/>
                  </a:cubicBezTo>
                  <a:cubicBezTo>
                    <a:pt x="1" y="712"/>
                    <a:pt x="260" y="1127"/>
                    <a:pt x="571" y="1403"/>
                  </a:cubicBezTo>
                  <a:cubicBezTo>
                    <a:pt x="1833" y="2561"/>
                    <a:pt x="2939" y="3874"/>
                    <a:pt x="3872" y="5309"/>
                  </a:cubicBezTo>
                  <a:cubicBezTo>
                    <a:pt x="5894" y="8264"/>
                    <a:pt x="6948" y="12014"/>
                    <a:pt x="10663" y="13552"/>
                  </a:cubicBezTo>
                  <a:cubicBezTo>
                    <a:pt x="10715" y="13587"/>
                    <a:pt x="10733" y="13656"/>
                    <a:pt x="10733" y="13725"/>
                  </a:cubicBezTo>
                  <a:cubicBezTo>
                    <a:pt x="10007" y="15522"/>
                    <a:pt x="11579" y="15401"/>
                    <a:pt x="12478" y="15660"/>
                  </a:cubicBezTo>
                  <a:cubicBezTo>
                    <a:pt x="14932" y="16334"/>
                    <a:pt x="17420" y="16801"/>
                    <a:pt x="19961" y="17043"/>
                  </a:cubicBezTo>
                  <a:cubicBezTo>
                    <a:pt x="20276" y="17079"/>
                    <a:pt x="20618" y="17227"/>
                    <a:pt x="20904" y="17227"/>
                  </a:cubicBezTo>
                  <a:cubicBezTo>
                    <a:pt x="21167" y="17227"/>
                    <a:pt x="21382" y="17101"/>
                    <a:pt x="21482" y="16645"/>
                  </a:cubicBezTo>
                  <a:cubicBezTo>
                    <a:pt x="21672" y="15816"/>
                    <a:pt x="20842" y="15626"/>
                    <a:pt x="20306" y="15280"/>
                  </a:cubicBezTo>
                  <a:cubicBezTo>
                    <a:pt x="18129" y="13932"/>
                    <a:pt x="15502" y="14347"/>
                    <a:pt x="13204" y="13448"/>
                  </a:cubicBezTo>
                  <a:cubicBezTo>
                    <a:pt x="13103" y="13410"/>
                    <a:pt x="12986" y="13400"/>
                    <a:pt x="12863" y="13400"/>
                  </a:cubicBezTo>
                  <a:cubicBezTo>
                    <a:pt x="12726" y="13400"/>
                    <a:pt x="12582" y="13412"/>
                    <a:pt x="12448" y="13412"/>
                  </a:cubicBezTo>
                  <a:cubicBezTo>
                    <a:pt x="12162" y="13412"/>
                    <a:pt x="11919" y="13355"/>
                    <a:pt x="11873" y="12999"/>
                  </a:cubicBezTo>
                  <a:cubicBezTo>
                    <a:pt x="11769" y="12221"/>
                    <a:pt x="11614" y="11288"/>
                    <a:pt x="12409" y="10666"/>
                  </a:cubicBezTo>
                  <a:cubicBezTo>
                    <a:pt x="12979" y="10199"/>
                    <a:pt x="12806" y="9836"/>
                    <a:pt x="12478" y="9249"/>
                  </a:cubicBezTo>
                  <a:cubicBezTo>
                    <a:pt x="11908" y="8195"/>
                    <a:pt x="10352" y="8558"/>
                    <a:pt x="10076" y="7849"/>
                  </a:cubicBezTo>
                  <a:cubicBezTo>
                    <a:pt x="9542" y="6419"/>
                    <a:pt x="8354" y="5659"/>
                    <a:pt x="7491" y="4592"/>
                  </a:cubicBezTo>
                  <a:lnTo>
                    <a:pt x="7491" y="4592"/>
                  </a:lnTo>
                  <a:cubicBezTo>
                    <a:pt x="6993" y="4179"/>
                    <a:pt x="6512" y="3733"/>
                    <a:pt x="5980" y="3339"/>
                  </a:cubicBezTo>
                  <a:cubicBezTo>
                    <a:pt x="4563" y="2285"/>
                    <a:pt x="3682" y="522"/>
                    <a:pt x="1763" y="72"/>
                  </a:cubicBezTo>
                  <a:cubicBezTo>
                    <a:pt x="1567" y="28"/>
                    <a:pt x="1383" y="0"/>
                    <a:pt x="1210" y="0"/>
                  </a:cubicBezTo>
                  <a:close/>
                </a:path>
              </a:pathLst>
            </a:custGeom>
            <a:solidFill>
              <a:schemeClr val="dk2"/>
            </a:solidFill>
            <a:ln>
              <a:noFill/>
            </a:ln>
            <a:effectLst>
              <a:outerShdw blurRad="71438" dist="47625" dir="3000000" algn="bl" rotWithShape="0">
                <a:srgbClr val="000000">
                  <a:alpha val="21000"/>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0" name="Google Shape;830;p58"/>
            <p:cNvSpPr/>
            <p:nvPr/>
          </p:nvSpPr>
          <p:spPr>
            <a:xfrm>
              <a:off x="4388700" y="3530600"/>
              <a:ext cx="227275" cy="395425"/>
            </a:xfrm>
            <a:custGeom>
              <a:avLst/>
              <a:gdLst/>
              <a:ahLst/>
              <a:cxnLst/>
              <a:rect l="l" t="t" r="r" b="b"/>
              <a:pathLst>
                <a:path w="9091" h="15817" extrusionOk="0">
                  <a:moveTo>
                    <a:pt x="7622" y="0"/>
                  </a:moveTo>
                  <a:cubicBezTo>
                    <a:pt x="7155" y="0"/>
                    <a:pt x="6965" y="363"/>
                    <a:pt x="6740" y="761"/>
                  </a:cubicBezTo>
                  <a:cubicBezTo>
                    <a:pt x="5963" y="2212"/>
                    <a:pt x="5323" y="3802"/>
                    <a:pt x="3405" y="4200"/>
                  </a:cubicBezTo>
                  <a:cubicBezTo>
                    <a:pt x="2645" y="4338"/>
                    <a:pt x="2247" y="4891"/>
                    <a:pt x="2109" y="5738"/>
                  </a:cubicBezTo>
                  <a:cubicBezTo>
                    <a:pt x="1781" y="7587"/>
                    <a:pt x="1971" y="9471"/>
                    <a:pt x="917" y="11285"/>
                  </a:cubicBezTo>
                  <a:cubicBezTo>
                    <a:pt x="1" y="12910"/>
                    <a:pt x="1660" y="15813"/>
                    <a:pt x="3077" y="15813"/>
                  </a:cubicBezTo>
                  <a:cubicBezTo>
                    <a:pt x="3125" y="15815"/>
                    <a:pt x="3172" y="15816"/>
                    <a:pt x="3219" y="15816"/>
                  </a:cubicBezTo>
                  <a:cubicBezTo>
                    <a:pt x="4640" y="15816"/>
                    <a:pt x="5279" y="14808"/>
                    <a:pt x="5496" y="13670"/>
                  </a:cubicBezTo>
                  <a:cubicBezTo>
                    <a:pt x="6049" y="11095"/>
                    <a:pt x="7034" y="8676"/>
                    <a:pt x="8002" y="6256"/>
                  </a:cubicBezTo>
                  <a:cubicBezTo>
                    <a:pt x="8745" y="4373"/>
                    <a:pt x="9091" y="2645"/>
                    <a:pt x="8192" y="778"/>
                  </a:cubicBezTo>
                  <a:cubicBezTo>
                    <a:pt x="8054" y="467"/>
                    <a:pt x="8106" y="18"/>
                    <a:pt x="7622" y="0"/>
                  </a:cubicBezTo>
                  <a:close/>
                </a:path>
              </a:pathLst>
            </a:custGeom>
            <a:solidFill>
              <a:schemeClr val="dk2"/>
            </a:solidFill>
            <a:ln>
              <a:noFill/>
            </a:ln>
            <a:effectLst>
              <a:outerShdw blurRad="71438" dist="47625" dir="3000000" algn="bl" rotWithShape="0">
                <a:srgbClr val="000000">
                  <a:alpha val="21000"/>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1" name="Google Shape;831;p58"/>
            <p:cNvSpPr/>
            <p:nvPr/>
          </p:nvSpPr>
          <p:spPr>
            <a:xfrm>
              <a:off x="6438300" y="1893850"/>
              <a:ext cx="267450" cy="418275"/>
            </a:xfrm>
            <a:custGeom>
              <a:avLst/>
              <a:gdLst/>
              <a:ahLst/>
              <a:cxnLst/>
              <a:rect l="l" t="t" r="r" b="b"/>
              <a:pathLst>
                <a:path w="10698" h="16731" extrusionOk="0">
                  <a:moveTo>
                    <a:pt x="4909" y="1"/>
                  </a:moveTo>
                  <a:cubicBezTo>
                    <a:pt x="4667" y="1"/>
                    <a:pt x="4504" y="61"/>
                    <a:pt x="4562" y="216"/>
                  </a:cubicBezTo>
                  <a:cubicBezTo>
                    <a:pt x="5064" y="1633"/>
                    <a:pt x="3992" y="3465"/>
                    <a:pt x="5444" y="4502"/>
                  </a:cubicBezTo>
                  <a:cubicBezTo>
                    <a:pt x="6654" y="5366"/>
                    <a:pt x="6515" y="6627"/>
                    <a:pt x="6913" y="7647"/>
                  </a:cubicBezTo>
                  <a:cubicBezTo>
                    <a:pt x="6804" y="8207"/>
                    <a:pt x="6835" y="9062"/>
                    <a:pt x="6426" y="9062"/>
                  </a:cubicBezTo>
                  <a:cubicBezTo>
                    <a:pt x="6380" y="9062"/>
                    <a:pt x="6330" y="9052"/>
                    <a:pt x="6273" y="9029"/>
                  </a:cubicBezTo>
                  <a:cubicBezTo>
                    <a:pt x="6019" y="8928"/>
                    <a:pt x="5817" y="8884"/>
                    <a:pt x="5657" y="8884"/>
                  </a:cubicBezTo>
                  <a:cubicBezTo>
                    <a:pt x="5131" y="8884"/>
                    <a:pt x="5047" y="9360"/>
                    <a:pt x="4995" y="9876"/>
                  </a:cubicBezTo>
                  <a:cubicBezTo>
                    <a:pt x="4925" y="10533"/>
                    <a:pt x="4614" y="10757"/>
                    <a:pt x="4044" y="10896"/>
                  </a:cubicBezTo>
                  <a:cubicBezTo>
                    <a:pt x="726" y="11673"/>
                    <a:pt x="0" y="13229"/>
                    <a:pt x="1659" y="16028"/>
                  </a:cubicBezTo>
                  <a:cubicBezTo>
                    <a:pt x="1834" y="16314"/>
                    <a:pt x="1935" y="16730"/>
                    <a:pt x="2351" y="16730"/>
                  </a:cubicBezTo>
                  <a:cubicBezTo>
                    <a:pt x="2389" y="16730"/>
                    <a:pt x="2429" y="16727"/>
                    <a:pt x="2471" y="16720"/>
                  </a:cubicBezTo>
                  <a:cubicBezTo>
                    <a:pt x="3007" y="16633"/>
                    <a:pt x="3197" y="16236"/>
                    <a:pt x="3301" y="15752"/>
                  </a:cubicBezTo>
                  <a:cubicBezTo>
                    <a:pt x="3405" y="15251"/>
                    <a:pt x="3301" y="14784"/>
                    <a:pt x="4009" y="14542"/>
                  </a:cubicBezTo>
                  <a:cubicBezTo>
                    <a:pt x="5651" y="13955"/>
                    <a:pt x="7241" y="13194"/>
                    <a:pt x="8866" y="12555"/>
                  </a:cubicBezTo>
                  <a:cubicBezTo>
                    <a:pt x="9298" y="12399"/>
                    <a:pt x="9643" y="12261"/>
                    <a:pt x="9799" y="11829"/>
                  </a:cubicBezTo>
                  <a:cubicBezTo>
                    <a:pt x="10300" y="10308"/>
                    <a:pt x="8866" y="5746"/>
                    <a:pt x="7604" y="4709"/>
                  </a:cubicBezTo>
                  <a:cubicBezTo>
                    <a:pt x="7397" y="4536"/>
                    <a:pt x="6809" y="4571"/>
                    <a:pt x="7016" y="4139"/>
                  </a:cubicBezTo>
                  <a:cubicBezTo>
                    <a:pt x="7082" y="4008"/>
                    <a:pt x="7166" y="3963"/>
                    <a:pt x="7262" y="3963"/>
                  </a:cubicBezTo>
                  <a:cubicBezTo>
                    <a:pt x="7468" y="3963"/>
                    <a:pt x="7725" y="4173"/>
                    <a:pt x="7950" y="4173"/>
                  </a:cubicBezTo>
                  <a:cubicBezTo>
                    <a:pt x="7979" y="4174"/>
                    <a:pt x="8009" y="4175"/>
                    <a:pt x="8039" y="4175"/>
                  </a:cubicBezTo>
                  <a:cubicBezTo>
                    <a:pt x="9008" y="4175"/>
                    <a:pt x="9913" y="3634"/>
                    <a:pt x="10265" y="2946"/>
                  </a:cubicBezTo>
                  <a:cubicBezTo>
                    <a:pt x="10697" y="2117"/>
                    <a:pt x="9695" y="1667"/>
                    <a:pt x="8987" y="1581"/>
                  </a:cubicBezTo>
                  <a:cubicBezTo>
                    <a:pt x="7811" y="1443"/>
                    <a:pt x="6930" y="786"/>
                    <a:pt x="5962" y="250"/>
                  </a:cubicBezTo>
                  <a:cubicBezTo>
                    <a:pt x="5704" y="111"/>
                    <a:pt x="5235" y="1"/>
                    <a:pt x="4909" y="1"/>
                  </a:cubicBezTo>
                  <a:close/>
                </a:path>
              </a:pathLst>
            </a:custGeom>
            <a:solidFill>
              <a:schemeClr val="dk2"/>
            </a:solidFill>
            <a:ln>
              <a:noFill/>
            </a:ln>
            <a:effectLst>
              <a:outerShdw blurRad="71438" dist="47625" dir="3000000" algn="bl" rotWithShape="0">
                <a:srgbClr val="000000">
                  <a:alpha val="21000"/>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2" name="Google Shape;832;p58"/>
            <p:cNvSpPr/>
            <p:nvPr/>
          </p:nvSpPr>
          <p:spPr>
            <a:xfrm>
              <a:off x="6901875" y="4220725"/>
              <a:ext cx="468775" cy="354550"/>
            </a:xfrm>
            <a:custGeom>
              <a:avLst/>
              <a:gdLst/>
              <a:ahLst/>
              <a:cxnLst/>
              <a:rect l="l" t="t" r="r" b="b"/>
              <a:pathLst>
                <a:path w="18751" h="14182" extrusionOk="0">
                  <a:moveTo>
                    <a:pt x="15666" y="0"/>
                  </a:moveTo>
                  <a:cubicBezTo>
                    <a:pt x="15588" y="0"/>
                    <a:pt x="15504" y="9"/>
                    <a:pt x="15415" y="28"/>
                  </a:cubicBezTo>
                  <a:cubicBezTo>
                    <a:pt x="14690" y="184"/>
                    <a:pt x="14759" y="772"/>
                    <a:pt x="14897" y="1290"/>
                  </a:cubicBezTo>
                  <a:cubicBezTo>
                    <a:pt x="15294" y="2845"/>
                    <a:pt x="14880" y="4038"/>
                    <a:pt x="13463" y="4850"/>
                  </a:cubicBezTo>
                  <a:cubicBezTo>
                    <a:pt x="13013" y="5109"/>
                    <a:pt x="12823" y="5472"/>
                    <a:pt x="13065" y="5991"/>
                  </a:cubicBezTo>
                  <a:cubicBezTo>
                    <a:pt x="13324" y="6578"/>
                    <a:pt x="12823" y="6803"/>
                    <a:pt x="12512" y="7097"/>
                  </a:cubicBezTo>
                  <a:cubicBezTo>
                    <a:pt x="12410" y="7191"/>
                    <a:pt x="12303" y="7233"/>
                    <a:pt x="12200" y="7233"/>
                  </a:cubicBezTo>
                  <a:cubicBezTo>
                    <a:pt x="12041" y="7233"/>
                    <a:pt x="11891" y="7133"/>
                    <a:pt x="11786" y="6976"/>
                  </a:cubicBezTo>
                  <a:cubicBezTo>
                    <a:pt x="11531" y="6610"/>
                    <a:pt x="11284" y="6477"/>
                    <a:pt x="11039" y="6477"/>
                  </a:cubicBezTo>
                  <a:cubicBezTo>
                    <a:pt x="10705" y="6477"/>
                    <a:pt x="10373" y="6726"/>
                    <a:pt x="10024" y="6976"/>
                  </a:cubicBezTo>
                  <a:cubicBezTo>
                    <a:pt x="8797" y="7891"/>
                    <a:pt x="7811" y="9188"/>
                    <a:pt x="6308" y="9637"/>
                  </a:cubicBezTo>
                  <a:cubicBezTo>
                    <a:pt x="4303" y="10242"/>
                    <a:pt x="2696" y="11572"/>
                    <a:pt x="812" y="12385"/>
                  </a:cubicBezTo>
                  <a:cubicBezTo>
                    <a:pt x="242" y="12627"/>
                    <a:pt x="0" y="13214"/>
                    <a:pt x="692" y="13577"/>
                  </a:cubicBezTo>
                  <a:cubicBezTo>
                    <a:pt x="1262" y="13888"/>
                    <a:pt x="1936" y="13992"/>
                    <a:pt x="2610" y="14182"/>
                  </a:cubicBezTo>
                  <a:cubicBezTo>
                    <a:pt x="3819" y="13854"/>
                    <a:pt x="4943" y="13249"/>
                    <a:pt x="5893" y="12436"/>
                  </a:cubicBezTo>
                  <a:cubicBezTo>
                    <a:pt x="7829" y="10743"/>
                    <a:pt x="10144" y="9447"/>
                    <a:pt x="12357" y="8496"/>
                  </a:cubicBezTo>
                  <a:cubicBezTo>
                    <a:pt x="14396" y="7615"/>
                    <a:pt x="15847" y="6042"/>
                    <a:pt x="17817" y="5213"/>
                  </a:cubicBezTo>
                  <a:cubicBezTo>
                    <a:pt x="18301" y="4988"/>
                    <a:pt x="18751" y="4452"/>
                    <a:pt x="18612" y="3848"/>
                  </a:cubicBezTo>
                  <a:cubicBezTo>
                    <a:pt x="18539" y="3538"/>
                    <a:pt x="18402" y="3442"/>
                    <a:pt x="18239" y="3442"/>
                  </a:cubicBezTo>
                  <a:cubicBezTo>
                    <a:pt x="18019" y="3442"/>
                    <a:pt x="17752" y="3615"/>
                    <a:pt x="17524" y="3675"/>
                  </a:cubicBezTo>
                  <a:cubicBezTo>
                    <a:pt x="17487" y="3682"/>
                    <a:pt x="17451" y="3686"/>
                    <a:pt x="17417" y="3686"/>
                  </a:cubicBezTo>
                  <a:cubicBezTo>
                    <a:pt x="17207" y="3686"/>
                    <a:pt x="17050" y="3554"/>
                    <a:pt x="17109" y="3346"/>
                  </a:cubicBezTo>
                  <a:cubicBezTo>
                    <a:pt x="17385" y="2431"/>
                    <a:pt x="16625" y="1791"/>
                    <a:pt x="16556" y="962"/>
                  </a:cubicBezTo>
                  <a:cubicBezTo>
                    <a:pt x="16526" y="461"/>
                    <a:pt x="16229" y="0"/>
                    <a:pt x="15666" y="0"/>
                  </a:cubicBezTo>
                  <a:close/>
                </a:path>
              </a:pathLst>
            </a:custGeom>
            <a:solidFill>
              <a:schemeClr val="dk2"/>
            </a:solidFill>
            <a:ln>
              <a:noFill/>
            </a:ln>
            <a:effectLst>
              <a:outerShdw blurRad="71438" dist="47625" dir="3000000" algn="bl" rotWithShape="0">
                <a:srgbClr val="000000">
                  <a:alpha val="21000"/>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3" name="Google Shape;833;p58"/>
            <p:cNvSpPr/>
            <p:nvPr/>
          </p:nvSpPr>
          <p:spPr>
            <a:xfrm>
              <a:off x="6306100" y="2654825"/>
              <a:ext cx="232875" cy="385425"/>
            </a:xfrm>
            <a:custGeom>
              <a:avLst/>
              <a:gdLst/>
              <a:ahLst/>
              <a:cxnLst/>
              <a:rect l="l" t="t" r="r" b="b"/>
              <a:pathLst>
                <a:path w="9315" h="15417" extrusionOk="0">
                  <a:moveTo>
                    <a:pt x="6907" y="9941"/>
                  </a:moveTo>
                  <a:cubicBezTo>
                    <a:pt x="6738" y="10523"/>
                    <a:pt x="6645" y="11167"/>
                    <a:pt x="5910" y="11304"/>
                  </a:cubicBezTo>
                  <a:cubicBezTo>
                    <a:pt x="5905" y="11305"/>
                    <a:pt x="5899" y="11305"/>
                    <a:pt x="5892" y="11305"/>
                  </a:cubicBezTo>
                  <a:cubicBezTo>
                    <a:pt x="5767" y="11305"/>
                    <a:pt x="5547" y="11146"/>
                    <a:pt x="5547" y="11097"/>
                  </a:cubicBezTo>
                  <a:cubicBezTo>
                    <a:pt x="5616" y="10270"/>
                    <a:pt x="6304" y="10147"/>
                    <a:pt x="6907" y="9941"/>
                  </a:cubicBezTo>
                  <a:close/>
                  <a:moveTo>
                    <a:pt x="2345" y="1"/>
                  </a:moveTo>
                  <a:cubicBezTo>
                    <a:pt x="2049" y="1"/>
                    <a:pt x="1708" y="93"/>
                    <a:pt x="1419" y="93"/>
                  </a:cubicBezTo>
                  <a:cubicBezTo>
                    <a:pt x="1383" y="93"/>
                    <a:pt x="1348" y="92"/>
                    <a:pt x="1313" y="88"/>
                  </a:cubicBezTo>
                  <a:cubicBezTo>
                    <a:pt x="1306" y="88"/>
                    <a:pt x="1299" y="88"/>
                    <a:pt x="1292" y="88"/>
                  </a:cubicBezTo>
                  <a:cubicBezTo>
                    <a:pt x="885" y="88"/>
                    <a:pt x="504" y="561"/>
                    <a:pt x="639" y="883"/>
                  </a:cubicBezTo>
                  <a:cubicBezTo>
                    <a:pt x="1244" y="2283"/>
                    <a:pt x="0" y="3977"/>
                    <a:pt x="1348" y="5273"/>
                  </a:cubicBezTo>
                  <a:cubicBezTo>
                    <a:pt x="1538" y="5446"/>
                    <a:pt x="1383" y="5964"/>
                    <a:pt x="1538" y="6241"/>
                  </a:cubicBezTo>
                  <a:cubicBezTo>
                    <a:pt x="1851" y="6738"/>
                    <a:pt x="1941" y="7889"/>
                    <a:pt x="2501" y="7889"/>
                  </a:cubicBezTo>
                  <a:cubicBezTo>
                    <a:pt x="2623" y="7889"/>
                    <a:pt x="2766" y="7836"/>
                    <a:pt x="2938" y="7710"/>
                  </a:cubicBezTo>
                  <a:cubicBezTo>
                    <a:pt x="3345" y="7411"/>
                    <a:pt x="3664" y="7306"/>
                    <a:pt x="3951" y="7306"/>
                  </a:cubicBezTo>
                  <a:cubicBezTo>
                    <a:pt x="4345" y="7306"/>
                    <a:pt x="4678" y="7505"/>
                    <a:pt x="5098" y="7675"/>
                  </a:cubicBezTo>
                  <a:cubicBezTo>
                    <a:pt x="5375" y="7796"/>
                    <a:pt x="5651" y="7848"/>
                    <a:pt x="5668" y="8176"/>
                  </a:cubicBezTo>
                  <a:cubicBezTo>
                    <a:pt x="5668" y="8297"/>
                    <a:pt x="5547" y="8401"/>
                    <a:pt x="5478" y="8504"/>
                  </a:cubicBezTo>
                  <a:cubicBezTo>
                    <a:pt x="5288" y="8384"/>
                    <a:pt x="5098" y="8263"/>
                    <a:pt x="4908" y="8107"/>
                  </a:cubicBezTo>
                  <a:cubicBezTo>
                    <a:pt x="4670" y="7869"/>
                    <a:pt x="4349" y="7740"/>
                    <a:pt x="4020" y="7740"/>
                  </a:cubicBezTo>
                  <a:cubicBezTo>
                    <a:pt x="3895" y="7740"/>
                    <a:pt x="3770" y="7758"/>
                    <a:pt x="3646" y="7796"/>
                  </a:cubicBezTo>
                  <a:cubicBezTo>
                    <a:pt x="3059" y="7951"/>
                    <a:pt x="3284" y="8470"/>
                    <a:pt x="3249" y="8850"/>
                  </a:cubicBezTo>
                  <a:cubicBezTo>
                    <a:pt x="3180" y="10008"/>
                    <a:pt x="4701" y="11270"/>
                    <a:pt x="4580" y="11408"/>
                  </a:cubicBezTo>
                  <a:cubicBezTo>
                    <a:pt x="3042" y="13170"/>
                    <a:pt x="4251" y="13205"/>
                    <a:pt x="5599" y="13758"/>
                  </a:cubicBezTo>
                  <a:cubicBezTo>
                    <a:pt x="6014" y="13948"/>
                    <a:pt x="6429" y="15244"/>
                    <a:pt x="7379" y="15400"/>
                  </a:cubicBezTo>
                  <a:cubicBezTo>
                    <a:pt x="7454" y="15411"/>
                    <a:pt x="7523" y="15417"/>
                    <a:pt x="7586" y="15417"/>
                  </a:cubicBezTo>
                  <a:cubicBezTo>
                    <a:pt x="8462" y="15417"/>
                    <a:pt x="8316" y="14362"/>
                    <a:pt x="8606" y="13879"/>
                  </a:cubicBezTo>
                  <a:cubicBezTo>
                    <a:pt x="9315" y="12687"/>
                    <a:pt x="8554" y="11529"/>
                    <a:pt x="8105" y="10423"/>
                  </a:cubicBezTo>
                  <a:cubicBezTo>
                    <a:pt x="7967" y="10058"/>
                    <a:pt x="7709" y="9812"/>
                    <a:pt x="7353" y="9812"/>
                  </a:cubicBezTo>
                  <a:cubicBezTo>
                    <a:pt x="7222" y="9812"/>
                    <a:pt x="7078" y="9845"/>
                    <a:pt x="6922" y="9917"/>
                  </a:cubicBezTo>
                  <a:lnTo>
                    <a:pt x="6922" y="9917"/>
                  </a:lnTo>
                  <a:cubicBezTo>
                    <a:pt x="7290" y="9072"/>
                    <a:pt x="8114" y="7913"/>
                    <a:pt x="7103" y="7433"/>
                  </a:cubicBezTo>
                  <a:cubicBezTo>
                    <a:pt x="5789" y="6828"/>
                    <a:pt x="5530" y="5048"/>
                    <a:pt x="3854" y="4927"/>
                  </a:cubicBezTo>
                  <a:cubicBezTo>
                    <a:pt x="3335" y="4893"/>
                    <a:pt x="2886" y="4167"/>
                    <a:pt x="3318" y="3424"/>
                  </a:cubicBezTo>
                  <a:cubicBezTo>
                    <a:pt x="3975" y="2318"/>
                    <a:pt x="3353" y="1298"/>
                    <a:pt x="2955" y="348"/>
                  </a:cubicBezTo>
                  <a:cubicBezTo>
                    <a:pt x="2833" y="73"/>
                    <a:pt x="2607" y="1"/>
                    <a:pt x="2345" y="1"/>
                  </a:cubicBezTo>
                  <a:close/>
                </a:path>
              </a:pathLst>
            </a:custGeom>
            <a:solidFill>
              <a:schemeClr val="dk2"/>
            </a:solidFill>
            <a:ln>
              <a:noFill/>
            </a:ln>
            <a:effectLst>
              <a:outerShdw blurRad="71438" dist="47625" dir="3000000" algn="bl" rotWithShape="0">
                <a:srgbClr val="000000">
                  <a:alpha val="21000"/>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4" name="Google Shape;834;p58"/>
            <p:cNvSpPr/>
            <p:nvPr/>
          </p:nvSpPr>
          <p:spPr>
            <a:xfrm>
              <a:off x="6139750" y="3178550"/>
              <a:ext cx="185375" cy="227425"/>
            </a:xfrm>
            <a:custGeom>
              <a:avLst/>
              <a:gdLst/>
              <a:ahLst/>
              <a:cxnLst/>
              <a:rect l="l" t="t" r="r" b="b"/>
              <a:pathLst>
                <a:path w="7415" h="9097" extrusionOk="0">
                  <a:moveTo>
                    <a:pt x="6576" y="0"/>
                  </a:moveTo>
                  <a:cubicBezTo>
                    <a:pt x="6440" y="0"/>
                    <a:pt x="6314" y="46"/>
                    <a:pt x="6222" y="154"/>
                  </a:cubicBezTo>
                  <a:cubicBezTo>
                    <a:pt x="5928" y="483"/>
                    <a:pt x="5611" y="592"/>
                    <a:pt x="5290" y="592"/>
                  </a:cubicBezTo>
                  <a:cubicBezTo>
                    <a:pt x="4988" y="592"/>
                    <a:pt x="4683" y="496"/>
                    <a:pt x="4390" y="396"/>
                  </a:cubicBezTo>
                  <a:cubicBezTo>
                    <a:pt x="3964" y="242"/>
                    <a:pt x="3597" y="173"/>
                    <a:pt x="3279" y="173"/>
                  </a:cubicBezTo>
                  <a:cubicBezTo>
                    <a:pt x="1986" y="173"/>
                    <a:pt x="1492" y="1318"/>
                    <a:pt x="1020" y="2608"/>
                  </a:cubicBezTo>
                  <a:cubicBezTo>
                    <a:pt x="364" y="4353"/>
                    <a:pt x="1" y="6064"/>
                    <a:pt x="796" y="7360"/>
                  </a:cubicBezTo>
                  <a:cubicBezTo>
                    <a:pt x="847" y="8362"/>
                    <a:pt x="761" y="8984"/>
                    <a:pt x="1470" y="9088"/>
                  </a:cubicBezTo>
                  <a:cubicBezTo>
                    <a:pt x="1519" y="9094"/>
                    <a:pt x="1568" y="9097"/>
                    <a:pt x="1614" y="9097"/>
                  </a:cubicBezTo>
                  <a:cubicBezTo>
                    <a:pt x="2117" y="9097"/>
                    <a:pt x="2435" y="8762"/>
                    <a:pt x="2593" y="8224"/>
                  </a:cubicBezTo>
                  <a:cubicBezTo>
                    <a:pt x="2634" y="8075"/>
                    <a:pt x="2578" y="7743"/>
                    <a:pt x="2746" y="7743"/>
                  </a:cubicBezTo>
                  <a:cubicBezTo>
                    <a:pt x="2792" y="7743"/>
                    <a:pt x="2854" y="7768"/>
                    <a:pt x="2938" y="7827"/>
                  </a:cubicBezTo>
                  <a:cubicBezTo>
                    <a:pt x="3173" y="7995"/>
                    <a:pt x="3380" y="8062"/>
                    <a:pt x="3567" y="8062"/>
                  </a:cubicBezTo>
                  <a:cubicBezTo>
                    <a:pt x="4013" y="8062"/>
                    <a:pt x="4340" y="7677"/>
                    <a:pt x="4632" y="7360"/>
                  </a:cubicBezTo>
                  <a:cubicBezTo>
                    <a:pt x="5116" y="6842"/>
                    <a:pt x="4563" y="6358"/>
                    <a:pt x="4373" y="5839"/>
                  </a:cubicBezTo>
                  <a:cubicBezTo>
                    <a:pt x="4183" y="5321"/>
                    <a:pt x="3491" y="4750"/>
                    <a:pt x="4442" y="4249"/>
                  </a:cubicBezTo>
                  <a:cubicBezTo>
                    <a:pt x="4943" y="3990"/>
                    <a:pt x="5790" y="3852"/>
                    <a:pt x="5427" y="3057"/>
                  </a:cubicBezTo>
                  <a:cubicBezTo>
                    <a:pt x="5274" y="2713"/>
                    <a:pt x="5030" y="2616"/>
                    <a:pt x="4752" y="2616"/>
                  </a:cubicBezTo>
                  <a:cubicBezTo>
                    <a:pt x="4400" y="2616"/>
                    <a:pt x="3994" y="2771"/>
                    <a:pt x="3647" y="2780"/>
                  </a:cubicBezTo>
                  <a:cubicBezTo>
                    <a:pt x="3388" y="2815"/>
                    <a:pt x="3129" y="2850"/>
                    <a:pt x="2887" y="2919"/>
                  </a:cubicBezTo>
                  <a:cubicBezTo>
                    <a:pt x="2887" y="2746"/>
                    <a:pt x="2800" y="2487"/>
                    <a:pt x="2887" y="2435"/>
                  </a:cubicBezTo>
                  <a:cubicBezTo>
                    <a:pt x="3111" y="2262"/>
                    <a:pt x="3405" y="2037"/>
                    <a:pt x="3664" y="2037"/>
                  </a:cubicBezTo>
                  <a:cubicBezTo>
                    <a:pt x="4321" y="2055"/>
                    <a:pt x="4995" y="2262"/>
                    <a:pt x="5634" y="2262"/>
                  </a:cubicBezTo>
                  <a:cubicBezTo>
                    <a:pt x="6481" y="2262"/>
                    <a:pt x="6861" y="1553"/>
                    <a:pt x="7242" y="931"/>
                  </a:cubicBezTo>
                  <a:cubicBezTo>
                    <a:pt x="7414" y="689"/>
                    <a:pt x="7328" y="344"/>
                    <a:pt x="7086" y="188"/>
                  </a:cubicBezTo>
                  <a:cubicBezTo>
                    <a:pt x="6932" y="73"/>
                    <a:pt x="6746" y="0"/>
                    <a:pt x="6576" y="0"/>
                  </a:cubicBezTo>
                  <a:close/>
                </a:path>
              </a:pathLst>
            </a:custGeom>
            <a:solidFill>
              <a:schemeClr val="dk2"/>
            </a:solidFill>
            <a:ln>
              <a:noFill/>
            </a:ln>
            <a:effectLst>
              <a:outerShdw blurRad="71438" dist="47625" dir="3000000" algn="bl" rotWithShape="0">
                <a:srgbClr val="000000">
                  <a:alpha val="21000"/>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5" name="Google Shape;835;p58"/>
            <p:cNvSpPr/>
            <p:nvPr/>
          </p:nvSpPr>
          <p:spPr>
            <a:xfrm>
              <a:off x="4320000" y="1079225"/>
              <a:ext cx="260125" cy="163000"/>
            </a:xfrm>
            <a:custGeom>
              <a:avLst/>
              <a:gdLst/>
              <a:ahLst/>
              <a:cxnLst/>
              <a:rect l="l" t="t" r="r" b="b"/>
              <a:pathLst>
                <a:path w="10405" h="6520" extrusionOk="0">
                  <a:moveTo>
                    <a:pt x="8970" y="1"/>
                  </a:moveTo>
                  <a:cubicBezTo>
                    <a:pt x="6620" y="778"/>
                    <a:pt x="3786" y="294"/>
                    <a:pt x="1764" y="2576"/>
                  </a:cubicBezTo>
                  <a:cubicBezTo>
                    <a:pt x="502" y="3993"/>
                    <a:pt x="1" y="5410"/>
                    <a:pt x="1038" y="5876"/>
                  </a:cubicBezTo>
                  <a:cubicBezTo>
                    <a:pt x="2057" y="6274"/>
                    <a:pt x="3146" y="6499"/>
                    <a:pt x="4252" y="6516"/>
                  </a:cubicBezTo>
                  <a:cubicBezTo>
                    <a:pt x="4303" y="6518"/>
                    <a:pt x="4355" y="6520"/>
                    <a:pt x="4406" y="6520"/>
                  </a:cubicBezTo>
                  <a:cubicBezTo>
                    <a:pt x="4717" y="6520"/>
                    <a:pt x="5012" y="6455"/>
                    <a:pt x="5116" y="6084"/>
                  </a:cubicBezTo>
                  <a:cubicBezTo>
                    <a:pt x="5237" y="5652"/>
                    <a:pt x="4892" y="5479"/>
                    <a:pt x="4563" y="5323"/>
                  </a:cubicBezTo>
                  <a:cubicBezTo>
                    <a:pt x="3094" y="4598"/>
                    <a:pt x="3630" y="3924"/>
                    <a:pt x="4598" y="3198"/>
                  </a:cubicBezTo>
                  <a:cubicBezTo>
                    <a:pt x="5980" y="2144"/>
                    <a:pt x="7726" y="2126"/>
                    <a:pt x="9264" y="1487"/>
                  </a:cubicBezTo>
                  <a:cubicBezTo>
                    <a:pt x="9696" y="1331"/>
                    <a:pt x="10404" y="1556"/>
                    <a:pt x="10352" y="796"/>
                  </a:cubicBezTo>
                  <a:cubicBezTo>
                    <a:pt x="10301" y="35"/>
                    <a:pt x="9627" y="70"/>
                    <a:pt x="8970" y="1"/>
                  </a:cubicBezTo>
                  <a:close/>
                </a:path>
              </a:pathLst>
            </a:custGeom>
            <a:solidFill>
              <a:schemeClr val="dk2"/>
            </a:solidFill>
            <a:ln>
              <a:noFill/>
            </a:ln>
            <a:effectLst>
              <a:outerShdw blurRad="71438" dist="47625" dir="3000000" algn="bl" rotWithShape="0">
                <a:srgbClr val="000000">
                  <a:alpha val="21000"/>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6" name="Google Shape;836;p58"/>
            <p:cNvSpPr/>
            <p:nvPr/>
          </p:nvSpPr>
          <p:spPr>
            <a:xfrm>
              <a:off x="3605850" y="1017225"/>
              <a:ext cx="246275" cy="88775"/>
            </a:xfrm>
            <a:custGeom>
              <a:avLst/>
              <a:gdLst/>
              <a:ahLst/>
              <a:cxnLst/>
              <a:rect l="l" t="t" r="r" b="b"/>
              <a:pathLst>
                <a:path w="9851" h="3551" extrusionOk="0">
                  <a:moveTo>
                    <a:pt x="3896" y="1"/>
                  </a:moveTo>
                  <a:cubicBezTo>
                    <a:pt x="2951" y="1"/>
                    <a:pt x="1998" y="113"/>
                    <a:pt x="1055" y="130"/>
                  </a:cubicBezTo>
                  <a:cubicBezTo>
                    <a:pt x="674" y="130"/>
                    <a:pt x="260" y="217"/>
                    <a:pt x="121" y="649"/>
                  </a:cubicBezTo>
                  <a:cubicBezTo>
                    <a:pt x="0" y="1046"/>
                    <a:pt x="173" y="1461"/>
                    <a:pt x="536" y="1651"/>
                  </a:cubicBezTo>
                  <a:cubicBezTo>
                    <a:pt x="1487" y="2256"/>
                    <a:pt x="2489" y="2792"/>
                    <a:pt x="3474" y="3345"/>
                  </a:cubicBezTo>
                  <a:cubicBezTo>
                    <a:pt x="3715" y="3472"/>
                    <a:pt x="3939" y="3551"/>
                    <a:pt x="4149" y="3551"/>
                  </a:cubicBezTo>
                  <a:cubicBezTo>
                    <a:pt x="4450" y="3551"/>
                    <a:pt x="4723" y="3389"/>
                    <a:pt x="4978" y="2982"/>
                  </a:cubicBezTo>
                  <a:cubicBezTo>
                    <a:pt x="5203" y="2650"/>
                    <a:pt x="5511" y="2104"/>
                    <a:pt x="5931" y="2104"/>
                  </a:cubicBezTo>
                  <a:cubicBezTo>
                    <a:pt x="6058" y="2104"/>
                    <a:pt x="6195" y="2153"/>
                    <a:pt x="6343" y="2273"/>
                  </a:cubicBezTo>
                  <a:cubicBezTo>
                    <a:pt x="6982" y="2809"/>
                    <a:pt x="7673" y="2826"/>
                    <a:pt x="8365" y="2895"/>
                  </a:cubicBezTo>
                  <a:cubicBezTo>
                    <a:pt x="8588" y="2920"/>
                    <a:pt x="8869" y="3004"/>
                    <a:pt x="9118" y="3004"/>
                  </a:cubicBezTo>
                  <a:cubicBezTo>
                    <a:pt x="9390" y="3004"/>
                    <a:pt x="9623" y="2904"/>
                    <a:pt x="9695" y="2515"/>
                  </a:cubicBezTo>
                  <a:cubicBezTo>
                    <a:pt x="9851" y="1789"/>
                    <a:pt x="9142" y="1668"/>
                    <a:pt x="8641" y="1478"/>
                  </a:cubicBezTo>
                  <a:lnTo>
                    <a:pt x="6585" y="493"/>
                  </a:lnTo>
                  <a:cubicBezTo>
                    <a:pt x="5704" y="104"/>
                    <a:pt x="4803" y="1"/>
                    <a:pt x="3896" y="1"/>
                  </a:cubicBezTo>
                  <a:close/>
                </a:path>
              </a:pathLst>
            </a:custGeom>
            <a:solidFill>
              <a:schemeClr val="dk2"/>
            </a:solidFill>
            <a:ln>
              <a:noFill/>
            </a:ln>
            <a:effectLst>
              <a:outerShdw blurRad="71438" dist="47625" dir="3000000" algn="bl" rotWithShape="0">
                <a:srgbClr val="000000">
                  <a:alpha val="21000"/>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7" name="Google Shape;837;p58"/>
            <p:cNvSpPr/>
            <p:nvPr/>
          </p:nvSpPr>
          <p:spPr>
            <a:xfrm>
              <a:off x="3161275" y="1612775"/>
              <a:ext cx="115825" cy="115825"/>
            </a:xfrm>
            <a:custGeom>
              <a:avLst/>
              <a:gdLst/>
              <a:ahLst/>
              <a:cxnLst/>
              <a:rect l="l" t="t" r="r" b="b"/>
              <a:pathLst>
                <a:path w="4633" h="4633" extrusionOk="0">
                  <a:moveTo>
                    <a:pt x="2966" y="1"/>
                  </a:moveTo>
                  <a:cubicBezTo>
                    <a:pt x="2951" y="1"/>
                    <a:pt x="2936" y="1"/>
                    <a:pt x="2921" y="1"/>
                  </a:cubicBezTo>
                  <a:cubicBezTo>
                    <a:pt x="1729" y="36"/>
                    <a:pt x="1" y="2421"/>
                    <a:pt x="139" y="3803"/>
                  </a:cubicBezTo>
                  <a:cubicBezTo>
                    <a:pt x="139" y="4252"/>
                    <a:pt x="502" y="4615"/>
                    <a:pt x="951" y="4633"/>
                  </a:cubicBezTo>
                  <a:cubicBezTo>
                    <a:pt x="2956" y="4581"/>
                    <a:pt x="4632" y="3026"/>
                    <a:pt x="4529" y="1297"/>
                  </a:cubicBezTo>
                  <a:cubicBezTo>
                    <a:pt x="4478" y="482"/>
                    <a:pt x="3809" y="1"/>
                    <a:pt x="2966" y="1"/>
                  </a:cubicBezTo>
                  <a:close/>
                </a:path>
              </a:pathLst>
            </a:custGeom>
            <a:solidFill>
              <a:schemeClr val="dk2"/>
            </a:solidFill>
            <a:ln>
              <a:noFill/>
            </a:ln>
            <a:effectLst>
              <a:outerShdw blurRad="71438" dist="47625" dir="3000000" algn="bl" rotWithShape="0">
                <a:srgbClr val="000000">
                  <a:alpha val="21000"/>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8" name="Google Shape;838;p58"/>
            <p:cNvSpPr/>
            <p:nvPr/>
          </p:nvSpPr>
          <p:spPr>
            <a:xfrm>
              <a:off x="6082850" y="3458350"/>
              <a:ext cx="215350" cy="82375"/>
            </a:xfrm>
            <a:custGeom>
              <a:avLst/>
              <a:gdLst/>
              <a:ahLst/>
              <a:cxnLst/>
              <a:rect l="l" t="t" r="r" b="b"/>
              <a:pathLst>
                <a:path w="8614" h="3295" extrusionOk="0">
                  <a:moveTo>
                    <a:pt x="8412" y="834"/>
                  </a:moveTo>
                  <a:lnTo>
                    <a:pt x="8412" y="834"/>
                  </a:lnTo>
                  <a:cubicBezTo>
                    <a:pt x="8408" y="835"/>
                    <a:pt x="8404" y="836"/>
                    <a:pt x="8401" y="837"/>
                  </a:cubicBezTo>
                  <a:lnTo>
                    <a:pt x="8401" y="837"/>
                  </a:lnTo>
                  <a:cubicBezTo>
                    <a:pt x="8399" y="842"/>
                    <a:pt x="8396" y="846"/>
                    <a:pt x="8394" y="851"/>
                  </a:cubicBezTo>
                  <a:lnTo>
                    <a:pt x="8412" y="834"/>
                  </a:lnTo>
                  <a:close/>
                  <a:moveTo>
                    <a:pt x="6441" y="1"/>
                  </a:moveTo>
                  <a:cubicBezTo>
                    <a:pt x="5426" y="1"/>
                    <a:pt x="4424" y="103"/>
                    <a:pt x="3504" y="557"/>
                  </a:cubicBezTo>
                  <a:cubicBezTo>
                    <a:pt x="3268" y="683"/>
                    <a:pt x="3156" y="756"/>
                    <a:pt x="3064" y="756"/>
                  </a:cubicBezTo>
                  <a:cubicBezTo>
                    <a:pt x="2968" y="756"/>
                    <a:pt x="2895" y="675"/>
                    <a:pt x="2726" y="488"/>
                  </a:cubicBezTo>
                  <a:cubicBezTo>
                    <a:pt x="2440" y="160"/>
                    <a:pt x="2158" y="41"/>
                    <a:pt x="1882" y="41"/>
                  </a:cubicBezTo>
                  <a:cubicBezTo>
                    <a:pt x="1373" y="41"/>
                    <a:pt x="881" y="443"/>
                    <a:pt x="410" y="678"/>
                  </a:cubicBezTo>
                  <a:cubicBezTo>
                    <a:pt x="0" y="866"/>
                    <a:pt x="164" y="1612"/>
                    <a:pt x="452" y="1612"/>
                  </a:cubicBezTo>
                  <a:cubicBezTo>
                    <a:pt x="455" y="1612"/>
                    <a:pt x="459" y="1612"/>
                    <a:pt x="462" y="1612"/>
                  </a:cubicBezTo>
                  <a:cubicBezTo>
                    <a:pt x="518" y="1607"/>
                    <a:pt x="572" y="1605"/>
                    <a:pt x="625" y="1605"/>
                  </a:cubicBezTo>
                  <a:cubicBezTo>
                    <a:pt x="1895" y="1605"/>
                    <a:pt x="2508" y="2753"/>
                    <a:pt x="3504" y="3184"/>
                  </a:cubicBezTo>
                  <a:cubicBezTo>
                    <a:pt x="3665" y="3259"/>
                    <a:pt x="3818" y="3295"/>
                    <a:pt x="3955" y="3295"/>
                  </a:cubicBezTo>
                  <a:cubicBezTo>
                    <a:pt x="4389" y="3295"/>
                    <a:pt x="4667" y="2934"/>
                    <a:pt x="4575" y="2303"/>
                  </a:cubicBezTo>
                  <a:cubicBezTo>
                    <a:pt x="4523" y="1905"/>
                    <a:pt x="4541" y="1784"/>
                    <a:pt x="4973" y="1698"/>
                  </a:cubicBezTo>
                  <a:cubicBezTo>
                    <a:pt x="6127" y="1457"/>
                    <a:pt x="7264" y="1130"/>
                    <a:pt x="8401" y="837"/>
                  </a:cubicBezTo>
                  <a:lnTo>
                    <a:pt x="8401" y="837"/>
                  </a:lnTo>
                  <a:cubicBezTo>
                    <a:pt x="8535" y="525"/>
                    <a:pt x="8613" y="56"/>
                    <a:pt x="8256" y="56"/>
                  </a:cubicBezTo>
                  <a:cubicBezTo>
                    <a:pt x="7656" y="37"/>
                    <a:pt x="7046" y="1"/>
                    <a:pt x="6441" y="1"/>
                  </a:cubicBezTo>
                  <a:close/>
                </a:path>
              </a:pathLst>
            </a:custGeom>
            <a:solidFill>
              <a:schemeClr val="dk2"/>
            </a:solidFill>
            <a:ln>
              <a:noFill/>
            </a:ln>
            <a:effectLst>
              <a:outerShdw blurRad="71438" dist="47625" dir="3000000" algn="bl" rotWithShape="0">
                <a:srgbClr val="000000">
                  <a:alpha val="21000"/>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9" name="Google Shape;839;p58"/>
            <p:cNvSpPr/>
            <p:nvPr/>
          </p:nvSpPr>
          <p:spPr>
            <a:xfrm>
              <a:off x="5726825" y="1103850"/>
              <a:ext cx="262175" cy="54825"/>
            </a:xfrm>
            <a:custGeom>
              <a:avLst/>
              <a:gdLst/>
              <a:ahLst/>
              <a:cxnLst/>
              <a:rect l="l" t="t" r="r" b="b"/>
              <a:pathLst>
                <a:path w="10487" h="2193" extrusionOk="0">
                  <a:moveTo>
                    <a:pt x="2675" y="1"/>
                  </a:moveTo>
                  <a:cubicBezTo>
                    <a:pt x="2260" y="122"/>
                    <a:pt x="1984" y="208"/>
                    <a:pt x="1707" y="260"/>
                  </a:cubicBezTo>
                  <a:cubicBezTo>
                    <a:pt x="1625" y="276"/>
                    <a:pt x="1533" y="281"/>
                    <a:pt x="1436" y="281"/>
                  </a:cubicBezTo>
                  <a:cubicBezTo>
                    <a:pt x="1238" y="281"/>
                    <a:pt x="1018" y="259"/>
                    <a:pt x="814" y="259"/>
                  </a:cubicBezTo>
                  <a:cubicBezTo>
                    <a:pt x="370" y="259"/>
                    <a:pt x="1" y="367"/>
                    <a:pt x="83" y="1055"/>
                  </a:cubicBezTo>
                  <a:cubicBezTo>
                    <a:pt x="160" y="1671"/>
                    <a:pt x="629" y="1783"/>
                    <a:pt x="1147" y="1783"/>
                  </a:cubicBezTo>
                  <a:cubicBezTo>
                    <a:pt x="1443" y="1783"/>
                    <a:pt x="1754" y="1746"/>
                    <a:pt x="2018" y="1746"/>
                  </a:cubicBezTo>
                  <a:cubicBezTo>
                    <a:pt x="3176" y="1729"/>
                    <a:pt x="4334" y="1625"/>
                    <a:pt x="5488" y="1625"/>
                  </a:cubicBezTo>
                  <a:cubicBezTo>
                    <a:pt x="6641" y="1625"/>
                    <a:pt x="7790" y="1729"/>
                    <a:pt x="8931" y="2126"/>
                  </a:cubicBezTo>
                  <a:cubicBezTo>
                    <a:pt x="9064" y="2171"/>
                    <a:pt x="9201" y="2192"/>
                    <a:pt x="9336" y="2192"/>
                  </a:cubicBezTo>
                  <a:cubicBezTo>
                    <a:pt x="9780" y="2192"/>
                    <a:pt x="10194" y="1955"/>
                    <a:pt x="10314" y="1504"/>
                  </a:cubicBezTo>
                  <a:cubicBezTo>
                    <a:pt x="10486" y="813"/>
                    <a:pt x="9761" y="744"/>
                    <a:pt x="9294" y="606"/>
                  </a:cubicBezTo>
                  <a:cubicBezTo>
                    <a:pt x="8746" y="426"/>
                    <a:pt x="8189" y="370"/>
                    <a:pt x="7630" y="370"/>
                  </a:cubicBezTo>
                  <a:cubicBezTo>
                    <a:pt x="6715" y="370"/>
                    <a:pt x="5795" y="519"/>
                    <a:pt x="4900" y="519"/>
                  </a:cubicBezTo>
                  <a:cubicBezTo>
                    <a:pt x="4133" y="519"/>
                    <a:pt x="3384" y="409"/>
                    <a:pt x="2675" y="1"/>
                  </a:cubicBezTo>
                  <a:close/>
                </a:path>
              </a:pathLst>
            </a:custGeom>
            <a:solidFill>
              <a:schemeClr val="dk2"/>
            </a:solidFill>
            <a:ln>
              <a:noFill/>
            </a:ln>
            <a:effectLst>
              <a:outerShdw blurRad="71438" dist="47625" dir="3000000" algn="bl" rotWithShape="0">
                <a:srgbClr val="000000">
                  <a:alpha val="21000"/>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0" name="Google Shape;840;p58"/>
            <p:cNvSpPr/>
            <p:nvPr/>
          </p:nvSpPr>
          <p:spPr>
            <a:xfrm>
              <a:off x="6497925" y="4391525"/>
              <a:ext cx="125725" cy="97375"/>
            </a:xfrm>
            <a:custGeom>
              <a:avLst/>
              <a:gdLst/>
              <a:ahLst/>
              <a:cxnLst/>
              <a:rect l="l" t="t" r="r" b="b"/>
              <a:pathLst>
                <a:path w="5029" h="3895" extrusionOk="0">
                  <a:moveTo>
                    <a:pt x="4062" y="0"/>
                  </a:moveTo>
                  <a:cubicBezTo>
                    <a:pt x="3557" y="0"/>
                    <a:pt x="2937" y="491"/>
                    <a:pt x="2445" y="491"/>
                  </a:cubicBezTo>
                  <a:cubicBezTo>
                    <a:pt x="2234" y="491"/>
                    <a:pt x="2046" y="401"/>
                    <a:pt x="1901" y="144"/>
                  </a:cubicBezTo>
                  <a:cubicBezTo>
                    <a:pt x="0" y="403"/>
                    <a:pt x="570" y="1975"/>
                    <a:pt x="225" y="2960"/>
                  </a:cubicBezTo>
                  <a:cubicBezTo>
                    <a:pt x="38" y="3485"/>
                    <a:pt x="566" y="3894"/>
                    <a:pt x="1172" y="3894"/>
                  </a:cubicBezTo>
                  <a:cubicBezTo>
                    <a:pt x="1185" y="3894"/>
                    <a:pt x="1197" y="3894"/>
                    <a:pt x="1210" y="3894"/>
                  </a:cubicBezTo>
                  <a:cubicBezTo>
                    <a:pt x="2298" y="3876"/>
                    <a:pt x="5029" y="1630"/>
                    <a:pt x="4804" y="783"/>
                  </a:cubicBezTo>
                  <a:cubicBezTo>
                    <a:pt x="4638" y="185"/>
                    <a:pt x="4372" y="0"/>
                    <a:pt x="4062" y="0"/>
                  </a:cubicBezTo>
                  <a:close/>
                </a:path>
              </a:pathLst>
            </a:custGeom>
            <a:solidFill>
              <a:schemeClr val="dk2"/>
            </a:solidFill>
            <a:ln>
              <a:noFill/>
            </a:ln>
            <a:effectLst>
              <a:outerShdw blurRad="71438" dist="47625" dir="3000000" algn="bl" rotWithShape="0">
                <a:srgbClr val="000000">
                  <a:alpha val="21000"/>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1" name="Google Shape;841;p58"/>
            <p:cNvSpPr/>
            <p:nvPr/>
          </p:nvSpPr>
          <p:spPr>
            <a:xfrm>
              <a:off x="5334875" y="2906300"/>
              <a:ext cx="82100" cy="128050"/>
            </a:xfrm>
            <a:custGeom>
              <a:avLst/>
              <a:gdLst/>
              <a:ahLst/>
              <a:cxnLst/>
              <a:rect l="l" t="t" r="r" b="b"/>
              <a:pathLst>
                <a:path w="3284" h="5122" extrusionOk="0">
                  <a:moveTo>
                    <a:pt x="519" y="1"/>
                  </a:moveTo>
                  <a:lnTo>
                    <a:pt x="380" y="139"/>
                  </a:lnTo>
                  <a:cubicBezTo>
                    <a:pt x="104" y="1452"/>
                    <a:pt x="0" y="2766"/>
                    <a:pt x="380" y="4062"/>
                  </a:cubicBezTo>
                  <a:cubicBezTo>
                    <a:pt x="534" y="4660"/>
                    <a:pt x="796" y="5122"/>
                    <a:pt x="1420" y="5122"/>
                  </a:cubicBezTo>
                  <a:cubicBezTo>
                    <a:pt x="1500" y="5122"/>
                    <a:pt x="1585" y="5114"/>
                    <a:pt x="1676" y="5099"/>
                  </a:cubicBezTo>
                  <a:cubicBezTo>
                    <a:pt x="2471" y="4978"/>
                    <a:pt x="3284" y="4408"/>
                    <a:pt x="3111" y="3734"/>
                  </a:cubicBezTo>
                  <a:cubicBezTo>
                    <a:pt x="2748" y="2213"/>
                    <a:pt x="2108" y="744"/>
                    <a:pt x="519" y="1"/>
                  </a:cubicBezTo>
                  <a:close/>
                </a:path>
              </a:pathLst>
            </a:custGeom>
            <a:solidFill>
              <a:schemeClr val="dk2"/>
            </a:solidFill>
            <a:ln>
              <a:noFill/>
            </a:ln>
            <a:effectLst>
              <a:outerShdw blurRad="71438" dist="47625" dir="3000000" algn="bl" rotWithShape="0">
                <a:srgbClr val="000000">
                  <a:alpha val="21000"/>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2" name="Google Shape;842;p58"/>
            <p:cNvSpPr/>
            <p:nvPr/>
          </p:nvSpPr>
          <p:spPr>
            <a:xfrm>
              <a:off x="4869125" y="997550"/>
              <a:ext cx="160750" cy="66150"/>
            </a:xfrm>
            <a:custGeom>
              <a:avLst/>
              <a:gdLst/>
              <a:ahLst/>
              <a:cxnLst/>
              <a:rect l="l" t="t" r="r" b="b"/>
              <a:pathLst>
                <a:path w="6430" h="2646" extrusionOk="0">
                  <a:moveTo>
                    <a:pt x="1040" y="1"/>
                  </a:moveTo>
                  <a:cubicBezTo>
                    <a:pt x="589" y="1"/>
                    <a:pt x="239" y="358"/>
                    <a:pt x="104" y="814"/>
                  </a:cubicBezTo>
                  <a:cubicBezTo>
                    <a:pt x="1" y="1108"/>
                    <a:pt x="191" y="1419"/>
                    <a:pt x="502" y="1470"/>
                  </a:cubicBezTo>
                  <a:cubicBezTo>
                    <a:pt x="1971" y="1885"/>
                    <a:pt x="3440" y="2283"/>
                    <a:pt x="4736" y="2646"/>
                  </a:cubicBezTo>
                  <a:cubicBezTo>
                    <a:pt x="5427" y="2611"/>
                    <a:pt x="5928" y="2611"/>
                    <a:pt x="6239" y="2127"/>
                  </a:cubicBezTo>
                  <a:cubicBezTo>
                    <a:pt x="6429" y="1851"/>
                    <a:pt x="6308" y="1470"/>
                    <a:pt x="6066" y="1419"/>
                  </a:cubicBezTo>
                  <a:cubicBezTo>
                    <a:pt x="4373" y="1021"/>
                    <a:pt x="2852" y="36"/>
                    <a:pt x="1072" y="2"/>
                  </a:cubicBezTo>
                  <a:cubicBezTo>
                    <a:pt x="1061" y="1"/>
                    <a:pt x="1051" y="1"/>
                    <a:pt x="1040" y="1"/>
                  </a:cubicBezTo>
                  <a:close/>
                </a:path>
              </a:pathLst>
            </a:custGeom>
            <a:solidFill>
              <a:schemeClr val="dk2"/>
            </a:solidFill>
            <a:ln>
              <a:noFill/>
            </a:ln>
            <a:effectLst>
              <a:outerShdw blurRad="71438" dist="47625" dir="3000000" algn="bl" rotWithShape="0">
                <a:srgbClr val="000000">
                  <a:alpha val="21000"/>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3" name="Google Shape;843;p58"/>
            <p:cNvSpPr/>
            <p:nvPr/>
          </p:nvSpPr>
          <p:spPr>
            <a:xfrm>
              <a:off x="3763550" y="998475"/>
              <a:ext cx="117975" cy="55725"/>
            </a:xfrm>
            <a:custGeom>
              <a:avLst/>
              <a:gdLst/>
              <a:ahLst/>
              <a:cxnLst/>
              <a:rect l="l" t="t" r="r" b="b"/>
              <a:pathLst>
                <a:path w="4719" h="2229" extrusionOk="0">
                  <a:moveTo>
                    <a:pt x="747" y="0"/>
                  </a:moveTo>
                  <a:cubicBezTo>
                    <a:pt x="407" y="0"/>
                    <a:pt x="65" y="161"/>
                    <a:pt x="18" y="690"/>
                  </a:cubicBezTo>
                  <a:cubicBezTo>
                    <a:pt x="0" y="863"/>
                    <a:pt x="190" y="1053"/>
                    <a:pt x="277" y="1243"/>
                  </a:cubicBezTo>
                  <a:lnTo>
                    <a:pt x="2333" y="2228"/>
                  </a:lnTo>
                  <a:cubicBezTo>
                    <a:pt x="2437" y="2220"/>
                    <a:pt x="2541" y="2220"/>
                    <a:pt x="2644" y="2220"/>
                  </a:cubicBezTo>
                  <a:cubicBezTo>
                    <a:pt x="2748" y="2220"/>
                    <a:pt x="2852" y="2220"/>
                    <a:pt x="2955" y="2211"/>
                  </a:cubicBezTo>
                  <a:cubicBezTo>
                    <a:pt x="3647" y="2142"/>
                    <a:pt x="4718" y="2090"/>
                    <a:pt x="4511" y="1261"/>
                  </a:cubicBezTo>
                  <a:cubicBezTo>
                    <a:pt x="4255" y="308"/>
                    <a:pt x="3582" y="187"/>
                    <a:pt x="2842" y="187"/>
                  </a:cubicBezTo>
                  <a:cubicBezTo>
                    <a:pt x="2589" y="187"/>
                    <a:pt x="2328" y="201"/>
                    <a:pt x="2074" y="201"/>
                  </a:cubicBezTo>
                  <a:cubicBezTo>
                    <a:pt x="1762" y="201"/>
                    <a:pt x="1460" y="180"/>
                    <a:pt x="1193" y="85"/>
                  </a:cubicBezTo>
                  <a:cubicBezTo>
                    <a:pt x="1066" y="36"/>
                    <a:pt x="907" y="0"/>
                    <a:pt x="747" y="0"/>
                  </a:cubicBezTo>
                  <a:close/>
                </a:path>
              </a:pathLst>
            </a:custGeom>
            <a:solidFill>
              <a:schemeClr val="dk2"/>
            </a:solidFill>
            <a:ln>
              <a:noFill/>
            </a:ln>
            <a:effectLst>
              <a:outerShdw blurRad="71438" dist="47625" dir="3000000" algn="bl" rotWithShape="0">
                <a:srgbClr val="000000">
                  <a:alpha val="21000"/>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4" name="Google Shape;844;p58"/>
            <p:cNvSpPr/>
            <p:nvPr/>
          </p:nvSpPr>
          <p:spPr>
            <a:xfrm>
              <a:off x="6244750" y="3463175"/>
              <a:ext cx="127900" cy="76650"/>
            </a:xfrm>
            <a:custGeom>
              <a:avLst/>
              <a:gdLst/>
              <a:ahLst/>
              <a:cxnLst/>
              <a:rect l="l" t="t" r="r" b="b"/>
              <a:pathLst>
                <a:path w="5116" h="3066" extrusionOk="0">
                  <a:moveTo>
                    <a:pt x="4184" y="1"/>
                  </a:moveTo>
                  <a:cubicBezTo>
                    <a:pt x="4093" y="1"/>
                    <a:pt x="4000" y="13"/>
                    <a:pt x="3906" y="36"/>
                  </a:cubicBezTo>
                  <a:cubicBezTo>
                    <a:pt x="3232" y="209"/>
                    <a:pt x="2575" y="416"/>
                    <a:pt x="1918" y="641"/>
                  </a:cubicBezTo>
                  <a:lnTo>
                    <a:pt x="1936" y="641"/>
                  </a:lnTo>
                  <a:cubicBezTo>
                    <a:pt x="1659" y="848"/>
                    <a:pt x="1383" y="1038"/>
                    <a:pt x="1089" y="1194"/>
                  </a:cubicBezTo>
                  <a:cubicBezTo>
                    <a:pt x="432" y="1505"/>
                    <a:pt x="0" y="2093"/>
                    <a:pt x="311" y="2680"/>
                  </a:cubicBezTo>
                  <a:cubicBezTo>
                    <a:pt x="460" y="2964"/>
                    <a:pt x="650" y="3065"/>
                    <a:pt x="856" y="3065"/>
                  </a:cubicBezTo>
                  <a:cubicBezTo>
                    <a:pt x="1178" y="3065"/>
                    <a:pt x="1537" y="2818"/>
                    <a:pt x="1832" y="2628"/>
                  </a:cubicBezTo>
                  <a:cubicBezTo>
                    <a:pt x="2558" y="2093"/>
                    <a:pt x="3370" y="1695"/>
                    <a:pt x="4234" y="1436"/>
                  </a:cubicBezTo>
                  <a:cubicBezTo>
                    <a:pt x="4631" y="1332"/>
                    <a:pt x="5115" y="1108"/>
                    <a:pt x="4994" y="606"/>
                  </a:cubicBezTo>
                  <a:cubicBezTo>
                    <a:pt x="4883" y="203"/>
                    <a:pt x="4559" y="1"/>
                    <a:pt x="4184" y="1"/>
                  </a:cubicBezTo>
                  <a:close/>
                </a:path>
              </a:pathLst>
            </a:custGeom>
            <a:solidFill>
              <a:schemeClr val="dk2"/>
            </a:solidFill>
            <a:ln>
              <a:noFill/>
            </a:ln>
            <a:effectLst>
              <a:outerShdw blurRad="71438" dist="47625" dir="3000000" algn="bl" rotWithShape="0">
                <a:srgbClr val="000000">
                  <a:alpha val="21000"/>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5" name="Google Shape;845;p58"/>
            <p:cNvSpPr/>
            <p:nvPr/>
          </p:nvSpPr>
          <p:spPr>
            <a:xfrm>
              <a:off x="6286725" y="2464325"/>
              <a:ext cx="67775" cy="93850"/>
            </a:xfrm>
            <a:custGeom>
              <a:avLst/>
              <a:gdLst/>
              <a:ahLst/>
              <a:cxnLst/>
              <a:rect l="l" t="t" r="r" b="b"/>
              <a:pathLst>
                <a:path w="2711" h="3754" extrusionOk="0">
                  <a:moveTo>
                    <a:pt x="1532" y="0"/>
                  </a:moveTo>
                  <a:cubicBezTo>
                    <a:pt x="1516" y="0"/>
                    <a:pt x="1500" y="0"/>
                    <a:pt x="1484" y="1"/>
                  </a:cubicBezTo>
                  <a:cubicBezTo>
                    <a:pt x="187" y="53"/>
                    <a:pt x="239" y="1332"/>
                    <a:pt x="101" y="2265"/>
                  </a:cubicBezTo>
                  <a:cubicBezTo>
                    <a:pt x="1" y="3066"/>
                    <a:pt x="465" y="3754"/>
                    <a:pt x="1243" y="3754"/>
                  </a:cubicBezTo>
                  <a:cubicBezTo>
                    <a:pt x="1271" y="3754"/>
                    <a:pt x="1299" y="3753"/>
                    <a:pt x="1328" y="3751"/>
                  </a:cubicBezTo>
                  <a:cubicBezTo>
                    <a:pt x="2711" y="3682"/>
                    <a:pt x="1967" y="2403"/>
                    <a:pt x="2313" y="1815"/>
                  </a:cubicBezTo>
                  <a:cubicBezTo>
                    <a:pt x="2228" y="1050"/>
                    <a:pt x="2528" y="0"/>
                    <a:pt x="1532" y="0"/>
                  </a:cubicBezTo>
                  <a:close/>
                </a:path>
              </a:pathLst>
            </a:custGeom>
            <a:solidFill>
              <a:schemeClr val="dk2"/>
            </a:solidFill>
            <a:ln>
              <a:noFill/>
            </a:ln>
            <a:effectLst>
              <a:outerShdw blurRad="71438" dist="47625" dir="3000000" algn="bl" rotWithShape="0">
                <a:srgbClr val="000000">
                  <a:alpha val="21000"/>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6" name="Google Shape;846;p58"/>
            <p:cNvSpPr/>
            <p:nvPr/>
          </p:nvSpPr>
          <p:spPr>
            <a:xfrm>
              <a:off x="6279300" y="2861375"/>
              <a:ext cx="75625" cy="97275"/>
            </a:xfrm>
            <a:custGeom>
              <a:avLst/>
              <a:gdLst/>
              <a:ahLst/>
              <a:cxnLst/>
              <a:rect l="l" t="t" r="r" b="b"/>
              <a:pathLst>
                <a:path w="3025" h="3891" extrusionOk="0">
                  <a:moveTo>
                    <a:pt x="2403" y="1"/>
                  </a:moveTo>
                  <a:cubicBezTo>
                    <a:pt x="2178" y="1"/>
                    <a:pt x="1971" y="104"/>
                    <a:pt x="1850" y="277"/>
                  </a:cubicBezTo>
                  <a:cubicBezTo>
                    <a:pt x="1504" y="1193"/>
                    <a:pt x="882" y="1884"/>
                    <a:pt x="277" y="2610"/>
                  </a:cubicBezTo>
                  <a:cubicBezTo>
                    <a:pt x="35" y="2869"/>
                    <a:pt x="1" y="3284"/>
                    <a:pt x="208" y="3578"/>
                  </a:cubicBezTo>
                  <a:cubicBezTo>
                    <a:pt x="326" y="3766"/>
                    <a:pt x="507" y="3890"/>
                    <a:pt x="682" y="3890"/>
                  </a:cubicBezTo>
                  <a:cubicBezTo>
                    <a:pt x="764" y="3890"/>
                    <a:pt x="845" y="3863"/>
                    <a:pt x="916" y="3802"/>
                  </a:cubicBezTo>
                  <a:cubicBezTo>
                    <a:pt x="1815" y="3128"/>
                    <a:pt x="2731" y="2420"/>
                    <a:pt x="3025" y="1452"/>
                  </a:cubicBezTo>
                  <a:cubicBezTo>
                    <a:pt x="2973" y="744"/>
                    <a:pt x="2921" y="225"/>
                    <a:pt x="2403" y="1"/>
                  </a:cubicBezTo>
                  <a:close/>
                </a:path>
              </a:pathLst>
            </a:custGeom>
            <a:solidFill>
              <a:schemeClr val="dk2"/>
            </a:solidFill>
            <a:ln>
              <a:noFill/>
            </a:ln>
            <a:effectLst>
              <a:outerShdw blurRad="71438" dist="47625" dir="3000000" algn="bl" rotWithShape="0">
                <a:srgbClr val="000000">
                  <a:alpha val="21000"/>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7" name="Google Shape;847;p58"/>
            <p:cNvSpPr/>
            <p:nvPr/>
          </p:nvSpPr>
          <p:spPr>
            <a:xfrm>
              <a:off x="4145025" y="994975"/>
              <a:ext cx="111500" cy="47325"/>
            </a:xfrm>
            <a:custGeom>
              <a:avLst/>
              <a:gdLst/>
              <a:ahLst/>
              <a:cxnLst/>
              <a:rect l="l" t="t" r="r" b="b"/>
              <a:pathLst>
                <a:path w="4460" h="1893" extrusionOk="0">
                  <a:moveTo>
                    <a:pt x="1539" y="105"/>
                  </a:moveTo>
                  <a:cubicBezTo>
                    <a:pt x="969" y="243"/>
                    <a:pt x="139" y="1"/>
                    <a:pt x="70" y="744"/>
                  </a:cubicBezTo>
                  <a:cubicBezTo>
                    <a:pt x="1" y="1418"/>
                    <a:pt x="813" y="1418"/>
                    <a:pt x="1332" y="1556"/>
                  </a:cubicBezTo>
                  <a:cubicBezTo>
                    <a:pt x="1764" y="1677"/>
                    <a:pt x="2213" y="1764"/>
                    <a:pt x="2645" y="1815"/>
                  </a:cubicBezTo>
                  <a:cubicBezTo>
                    <a:pt x="2898" y="1847"/>
                    <a:pt x="3179" y="1893"/>
                    <a:pt x="3440" y="1893"/>
                  </a:cubicBezTo>
                  <a:cubicBezTo>
                    <a:pt x="3890" y="1893"/>
                    <a:pt x="4279" y="1756"/>
                    <a:pt x="4356" y="1176"/>
                  </a:cubicBezTo>
                  <a:cubicBezTo>
                    <a:pt x="4459" y="346"/>
                    <a:pt x="3561" y="416"/>
                    <a:pt x="2956" y="329"/>
                  </a:cubicBezTo>
                  <a:lnTo>
                    <a:pt x="1539" y="105"/>
                  </a:lnTo>
                  <a:close/>
                </a:path>
              </a:pathLst>
            </a:custGeom>
            <a:solidFill>
              <a:schemeClr val="dk2"/>
            </a:solidFill>
            <a:ln>
              <a:noFill/>
            </a:ln>
            <a:effectLst>
              <a:outerShdw blurRad="71438" dist="47625" dir="3000000" algn="bl" rotWithShape="0">
                <a:srgbClr val="000000">
                  <a:alpha val="21000"/>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8" name="Google Shape;848;p58"/>
            <p:cNvSpPr/>
            <p:nvPr/>
          </p:nvSpPr>
          <p:spPr>
            <a:xfrm>
              <a:off x="7213625" y="3803350"/>
              <a:ext cx="74075" cy="80050"/>
            </a:xfrm>
            <a:custGeom>
              <a:avLst/>
              <a:gdLst/>
              <a:ahLst/>
              <a:cxnLst/>
              <a:rect l="l" t="t" r="r" b="b"/>
              <a:pathLst>
                <a:path w="2963" h="3202" extrusionOk="0">
                  <a:moveTo>
                    <a:pt x="573" y="1"/>
                  </a:moveTo>
                  <a:cubicBezTo>
                    <a:pt x="233" y="1"/>
                    <a:pt x="0" y="333"/>
                    <a:pt x="59" y="704"/>
                  </a:cubicBezTo>
                  <a:cubicBezTo>
                    <a:pt x="284" y="1965"/>
                    <a:pt x="1096" y="2777"/>
                    <a:pt x="2289" y="3175"/>
                  </a:cubicBezTo>
                  <a:cubicBezTo>
                    <a:pt x="2343" y="3193"/>
                    <a:pt x="2395" y="3202"/>
                    <a:pt x="2445" y="3202"/>
                  </a:cubicBezTo>
                  <a:cubicBezTo>
                    <a:pt x="2729" y="3202"/>
                    <a:pt x="2933" y="2914"/>
                    <a:pt x="2963" y="2414"/>
                  </a:cubicBezTo>
                  <a:cubicBezTo>
                    <a:pt x="2341" y="1619"/>
                    <a:pt x="1960" y="427"/>
                    <a:pt x="751" y="30"/>
                  </a:cubicBezTo>
                  <a:cubicBezTo>
                    <a:pt x="689" y="10"/>
                    <a:pt x="630" y="1"/>
                    <a:pt x="573" y="1"/>
                  </a:cubicBezTo>
                  <a:close/>
                </a:path>
              </a:pathLst>
            </a:custGeom>
            <a:solidFill>
              <a:schemeClr val="dk2"/>
            </a:solidFill>
            <a:ln>
              <a:noFill/>
            </a:ln>
            <a:effectLst>
              <a:outerShdw blurRad="71438" dist="47625" dir="3000000" algn="bl" rotWithShape="0">
                <a:srgbClr val="000000">
                  <a:alpha val="21000"/>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9" name="Google Shape;849;p58"/>
            <p:cNvSpPr/>
            <p:nvPr/>
          </p:nvSpPr>
          <p:spPr>
            <a:xfrm>
              <a:off x="6542025" y="3118350"/>
              <a:ext cx="66075" cy="79800"/>
            </a:xfrm>
            <a:custGeom>
              <a:avLst/>
              <a:gdLst/>
              <a:ahLst/>
              <a:cxnLst/>
              <a:rect l="l" t="t" r="r" b="b"/>
              <a:pathLst>
                <a:path w="2643" h="3192" extrusionOk="0">
                  <a:moveTo>
                    <a:pt x="1295" y="1"/>
                  </a:moveTo>
                  <a:cubicBezTo>
                    <a:pt x="1273" y="1"/>
                    <a:pt x="1250" y="2"/>
                    <a:pt x="1226" y="4"/>
                  </a:cubicBezTo>
                  <a:cubicBezTo>
                    <a:pt x="275" y="108"/>
                    <a:pt x="51" y="954"/>
                    <a:pt x="33" y="1732"/>
                  </a:cubicBezTo>
                  <a:cubicBezTo>
                    <a:pt x="1" y="2354"/>
                    <a:pt x="200" y="3192"/>
                    <a:pt x="910" y="3192"/>
                  </a:cubicBezTo>
                  <a:cubicBezTo>
                    <a:pt x="950" y="3192"/>
                    <a:pt x="992" y="3189"/>
                    <a:pt x="1036" y="3184"/>
                  </a:cubicBezTo>
                  <a:cubicBezTo>
                    <a:pt x="2643" y="2959"/>
                    <a:pt x="1640" y="1767"/>
                    <a:pt x="1640" y="1110"/>
                  </a:cubicBezTo>
                  <a:cubicBezTo>
                    <a:pt x="1740" y="547"/>
                    <a:pt x="1792" y="1"/>
                    <a:pt x="1295" y="1"/>
                  </a:cubicBezTo>
                  <a:close/>
                </a:path>
              </a:pathLst>
            </a:custGeom>
            <a:solidFill>
              <a:schemeClr val="dk2"/>
            </a:solidFill>
            <a:ln>
              <a:noFill/>
            </a:ln>
            <a:effectLst>
              <a:outerShdw blurRad="71438" dist="47625" dir="3000000" algn="bl" rotWithShape="0">
                <a:srgbClr val="000000">
                  <a:alpha val="21000"/>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0" name="Google Shape;850;p58"/>
            <p:cNvSpPr/>
            <p:nvPr/>
          </p:nvSpPr>
          <p:spPr>
            <a:xfrm>
              <a:off x="4278100" y="987200"/>
              <a:ext cx="87225" cy="50150"/>
            </a:xfrm>
            <a:custGeom>
              <a:avLst/>
              <a:gdLst/>
              <a:ahLst/>
              <a:cxnLst/>
              <a:rect l="l" t="t" r="r" b="b"/>
              <a:pathLst>
                <a:path w="3489" h="2006" extrusionOk="0">
                  <a:moveTo>
                    <a:pt x="2519" y="46"/>
                  </a:moveTo>
                  <a:cubicBezTo>
                    <a:pt x="2407" y="46"/>
                    <a:pt x="2296" y="60"/>
                    <a:pt x="2195" y="87"/>
                  </a:cubicBezTo>
                  <a:cubicBezTo>
                    <a:pt x="1435" y="312"/>
                    <a:pt x="191" y="1"/>
                    <a:pt x="87" y="1107"/>
                  </a:cubicBezTo>
                  <a:cubicBezTo>
                    <a:pt x="1" y="1798"/>
                    <a:pt x="986" y="1746"/>
                    <a:pt x="1642" y="1781"/>
                  </a:cubicBezTo>
                  <a:cubicBezTo>
                    <a:pt x="2299" y="1556"/>
                    <a:pt x="3422" y="2005"/>
                    <a:pt x="3474" y="813"/>
                  </a:cubicBezTo>
                  <a:cubicBezTo>
                    <a:pt x="3488" y="284"/>
                    <a:pt x="2986" y="46"/>
                    <a:pt x="2519" y="46"/>
                  </a:cubicBezTo>
                  <a:close/>
                </a:path>
              </a:pathLst>
            </a:custGeom>
            <a:solidFill>
              <a:schemeClr val="dk2"/>
            </a:solidFill>
            <a:ln>
              <a:noFill/>
            </a:ln>
            <a:effectLst>
              <a:outerShdw blurRad="71438" dist="47625" dir="3000000" algn="bl" rotWithShape="0">
                <a:srgbClr val="000000">
                  <a:alpha val="21000"/>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1" name="Google Shape;851;p58"/>
            <p:cNvSpPr/>
            <p:nvPr/>
          </p:nvSpPr>
          <p:spPr>
            <a:xfrm>
              <a:off x="6595650" y="1204100"/>
              <a:ext cx="81075" cy="41800"/>
            </a:xfrm>
            <a:custGeom>
              <a:avLst/>
              <a:gdLst/>
              <a:ahLst/>
              <a:cxnLst/>
              <a:rect l="l" t="t" r="r" b="b"/>
              <a:pathLst>
                <a:path w="3243" h="1672" extrusionOk="0">
                  <a:moveTo>
                    <a:pt x="1466" y="121"/>
                  </a:moveTo>
                  <a:cubicBezTo>
                    <a:pt x="1366" y="163"/>
                    <a:pt x="1241" y="173"/>
                    <a:pt x="1106" y="173"/>
                  </a:cubicBezTo>
                  <a:cubicBezTo>
                    <a:pt x="987" y="173"/>
                    <a:pt x="861" y="165"/>
                    <a:pt x="738" y="165"/>
                  </a:cubicBezTo>
                  <a:cubicBezTo>
                    <a:pt x="371" y="165"/>
                    <a:pt x="34" y="234"/>
                    <a:pt x="14" y="778"/>
                  </a:cubicBezTo>
                  <a:cubicBezTo>
                    <a:pt x="0" y="1593"/>
                    <a:pt x="628" y="1660"/>
                    <a:pt x="1232" y="1660"/>
                  </a:cubicBezTo>
                  <a:cubicBezTo>
                    <a:pt x="1352" y="1660"/>
                    <a:pt x="1472" y="1658"/>
                    <a:pt x="1585" y="1658"/>
                  </a:cubicBezTo>
                  <a:cubicBezTo>
                    <a:pt x="1627" y="1658"/>
                    <a:pt x="1668" y="1658"/>
                    <a:pt x="1708" y="1659"/>
                  </a:cubicBezTo>
                  <a:cubicBezTo>
                    <a:pt x="1826" y="1666"/>
                    <a:pt x="1954" y="1672"/>
                    <a:pt x="2085" y="1672"/>
                  </a:cubicBezTo>
                  <a:cubicBezTo>
                    <a:pt x="2644" y="1672"/>
                    <a:pt x="3242" y="1563"/>
                    <a:pt x="3228" y="933"/>
                  </a:cubicBezTo>
                  <a:cubicBezTo>
                    <a:pt x="3194" y="0"/>
                    <a:pt x="2209" y="207"/>
                    <a:pt x="1466" y="121"/>
                  </a:cubicBezTo>
                  <a:close/>
                </a:path>
              </a:pathLst>
            </a:custGeom>
            <a:solidFill>
              <a:schemeClr val="dk2"/>
            </a:solidFill>
            <a:ln>
              <a:noFill/>
            </a:ln>
            <a:effectLst>
              <a:outerShdw blurRad="71438" dist="47625" dir="3000000" algn="bl" rotWithShape="0">
                <a:srgbClr val="000000">
                  <a:alpha val="21000"/>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2" name="Google Shape;852;p58"/>
            <p:cNvSpPr/>
            <p:nvPr/>
          </p:nvSpPr>
          <p:spPr>
            <a:xfrm>
              <a:off x="5040350" y="1034625"/>
              <a:ext cx="81550" cy="46975"/>
            </a:xfrm>
            <a:custGeom>
              <a:avLst/>
              <a:gdLst/>
              <a:ahLst/>
              <a:cxnLst/>
              <a:rect l="l" t="t" r="r" b="b"/>
              <a:pathLst>
                <a:path w="3262" h="1879" extrusionOk="0">
                  <a:moveTo>
                    <a:pt x="1625" y="1"/>
                  </a:moveTo>
                  <a:cubicBezTo>
                    <a:pt x="803" y="1"/>
                    <a:pt x="279" y="461"/>
                    <a:pt x="99" y="1249"/>
                  </a:cubicBezTo>
                  <a:cubicBezTo>
                    <a:pt x="0" y="1616"/>
                    <a:pt x="339" y="1879"/>
                    <a:pt x="645" y="1879"/>
                  </a:cubicBezTo>
                  <a:cubicBezTo>
                    <a:pt x="714" y="1879"/>
                    <a:pt x="781" y="1865"/>
                    <a:pt x="842" y="1837"/>
                  </a:cubicBezTo>
                  <a:cubicBezTo>
                    <a:pt x="1620" y="1474"/>
                    <a:pt x="2829" y="1750"/>
                    <a:pt x="3106" y="800"/>
                  </a:cubicBezTo>
                  <a:cubicBezTo>
                    <a:pt x="3261" y="229"/>
                    <a:pt x="2363" y="22"/>
                    <a:pt x="1758" y="5"/>
                  </a:cubicBezTo>
                  <a:cubicBezTo>
                    <a:pt x="1713" y="2"/>
                    <a:pt x="1668" y="1"/>
                    <a:pt x="1625" y="1"/>
                  </a:cubicBezTo>
                  <a:close/>
                </a:path>
              </a:pathLst>
            </a:custGeom>
            <a:solidFill>
              <a:schemeClr val="dk2"/>
            </a:solidFill>
            <a:ln>
              <a:noFill/>
            </a:ln>
            <a:effectLst>
              <a:outerShdw blurRad="71438" dist="47625" dir="3000000" algn="bl" rotWithShape="0">
                <a:srgbClr val="000000">
                  <a:alpha val="21000"/>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3" name="Google Shape;853;p58"/>
            <p:cNvSpPr/>
            <p:nvPr/>
          </p:nvSpPr>
          <p:spPr>
            <a:xfrm>
              <a:off x="6380950" y="3302475"/>
              <a:ext cx="77800" cy="40225"/>
            </a:xfrm>
            <a:custGeom>
              <a:avLst/>
              <a:gdLst/>
              <a:ahLst/>
              <a:cxnLst/>
              <a:rect l="l" t="t" r="r" b="b"/>
              <a:pathLst>
                <a:path w="3112" h="1609" extrusionOk="0">
                  <a:moveTo>
                    <a:pt x="843" y="80"/>
                  </a:moveTo>
                  <a:cubicBezTo>
                    <a:pt x="352" y="80"/>
                    <a:pt x="1" y="466"/>
                    <a:pt x="65" y="882"/>
                  </a:cubicBezTo>
                  <a:cubicBezTo>
                    <a:pt x="161" y="1545"/>
                    <a:pt x="602" y="1578"/>
                    <a:pt x="1054" y="1578"/>
                  </a:cubicBezTo>
                  <a:cubicBezTo>
                    <a:pt x="1103" y="1578"/>
                    <a:pt x="1152" y="1577"/>
                    <a:pt x="1201" y="1577"/>
                  </a:cubicBezTo>
                  <a:cubicBezTo>
                    <a:pt x="1347" y="1577"/>
                    <a:pt x="1491" y="1581"/>
                    <a:pt x="1620" y="1608"/>
                  </a:cubicBezTo>
                  <a:cubicBezTo>
                    <a:pt x="1746" y="1549"/>
                    <a:pt x="1903" y="1535"/>
                    <a:pt x="2065" y="1535"/>
                  </a:cubicBezTo>
                  <a:cubicBezTo>
                    <a:pt x="2212" y="1535"/>
                    <a:pt x="2363" y="1547"/>
                    <a:pt x="2502" y="1547"/>
                  </a:cubicBezTo>
                  <a:cubicBezTo>
                    <a:pt x="2845" y="1547"/>
                    <a:pt x="3112" y="1478"/>
                    <a:pt x="3037" y="1003"/>
                  </a:cubicBezTo>
                  <a:cubicBezTo>
                    <a:pt x="2882" y="1"/>
                    <a:pt x="1741" y="191"/>
                    <a:pt x="963" y="87"/>
                  </a:cubicBezTo>
                  <a:cubicBezTo>
                    <a:pt x="923" y="82"/>
                    <a:pt x="882" y="80"/>
                    <a:pt x="843" y="80"/>
                  </a:cubicBezTo>
                  <a:close/>
                </a:path>
              </a:pathLst>
            </a:custGeom>
            <a:solidFill>
              <a:schemeClr val="dk2"/>
            </a:solidFill>
            <a:ln>
              <a:noFill/>
            </a:ln>
            <a:effectLst>
              <a:outerShdw blurRad="71438" dist="47625" dir="3000000" algn="bl" rotWithShape="0">
                <a:srgbClr val="000000">
                  <a:alpha val="21000"/>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4" name="Google Shape;854;p58"/>
            <p:cNvSpPr/>
            <p:nvPr/>
          </p:nvSpPr>
          <p:spPr>
            <a:xfrm>
              <a:off x="4384825" y="996700"/>
              <a:ext cx="62025" cy="39775"/>
            </a:xfrm>
            <a:custGeom>
              <a:avLst/>
              <a:gdLst/>
              <a:ahLst/>
              <a:cxnLst/>
              <a:rect l="l" t="t" r="r" b="b"/>
              <a:pathLst>
                <a:path w="2481" h="1591" extrusionOk="0">
                  <a:moveTo>
                    <a:pt x="1811" y="155"/>
                  </a:moveTo>
                  <a:cubicBezTo>
                    <a:pt x="1713" y="155"/>
                    <a:pt x="1613" y="168"/>
                    <a:pt x="1521" y="191"/>
                  </a:cubicBezTo>
                  <a:cubicBezTo>
                    <a:pt x="985" y="312"/>
                    <a:pt x="121" y="1"/>
                    <a:pt x="52" y="917"/>
                  </a:cubicBezTo>
                  <a:cubicBezTo>
                    <a:pt x="0" y="1487"/>
                    <a:pt x="536" y="1574"/>
                    <a:pt x="1054" y="1591"/>
                  </a:cubicBezTo>
                  <a:cubicBezTo>
                    <a:pt x="1573" y="1418"/>
                    <a:pt x="2385" y="1556"/>
                    <a:pt x="2454" y="727"/>
                  </a:cubicBezTo>
                  <a:cubicBezTo>
                    <a:pt x="2481" y="311"/>
                    <a:pt x="2153" y="155"/>
                    <a:pt x="1811" y="155"/>
                  </a:cubicBezTo>
                  <a:close/>
                </a:path>
              </a:pathLst>
            </a:custGeom>
            <a:solidFill>
              <a:schemeClr val="dk2"/>
            </a:solidFill>
            <a:ln>
              <a:noFill/>
            </a:ln>
            <a:effectLst>
              <a:outerShdw blurRad="71438" dist="47625" dir="3000000" algn="bl" rotWithShape="0">
                <a:srgbClr val="000000">
                  <a:alpha val="21000"/>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5" name="Google Shape;855;p58"/>
            <p:cNvSpPr/>
            <p:nvPr/>
          </p:nvSpPr>
          <p:spPr>
            <a:xfrm>
              <a:off x="2100625" y="1004500"/>
              <a:ext cx="520200" cy="95050"/>
            </a:xfrm>
            <a:custGeom>
              <a:avLst/>
              <a:gdLst/>
              <a:ahLst/>
              <a:cxnLst/>
              <a:rect l="l" t="t" r="r" b="b"/>
              <a:pathLst>
                <a:path w="20808" h="3802" extrusionOk="0">
                  <a:moveTo>
                    <a:pt x="20756" y="0"/>
                  </a:moveTo>
                  <a:lnTo>
                    <a:pt x="20738" y="17"/>
                  </a:lnTo>
                  <a:lnTo>
                    <a:pt x="20773" y="17"/>
                  </a:lnTo>
                  <a:lnTo>
                    <a:pt x="20808" y="0"/>
                  </a:lnTo>
                  <a:close/>
                  <a:moveTo>
                    <a:pt x="1" y="3785"/>
                  </a:moveTo>
                  <a:lnTo>
                    <a:pt x="1" y="3802"/>
                  </a:lnTo>
                  <a:lnTo>
                    <a:pt x="18" y="3802"/>
                  </a:lnTo>
                  <a:lnTo>
                    <a:pt x="18" y="3785"/>
                  </a:lnTo>
                  <a:close/>
                </a:path>
              </a:pathLst>
            </a:custGeom>
            <a:solidFill>
              <a:schemeClr val="dk2"/>
            </a:solidFill>
            <a:ln>
              <a:noFill/>
            </a:ln>
            <a:effectLst>
              <a:outerShdw blurRad="71438" dist="47625" dir="3000000" algn="bl" rotWithShape="0">
                <a:srgbClr val="000000">
                  <a:alpha val="21000"/>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6" name="Google Shape;856;p58"/>
            <p:cNvSpPr/>
            <p:nvPr/>
          </p:nvSpPr>
          <p:spPr>
            <a:xfrm>
              <a:off x="233350" y="949250"/>
              <a:ext cx="3232550" cy="3802300"/>
            </a:xfrm>
            <a:custGeom>
              <a:avLst/>
              <a:gdLst/>
              <a:ahLst/>
              <a:cxnLst/>
              <a:rect l="l" t="t" r="r" b="b"/>
              <a:pathLst>
                <a:path w="129302" h="152092" extrusionOk="0">
                  <a:moveTo>
                    <a:pt x="97270" y="1644"/>
                  </a:moveTo>
                  <a:cubicBezTo>
                    <a:pt x="97347" y="1644"/>
                    <a:pt x="97424" y="1648"/>
                    <a:pt x="97503" y="1657"/>
                  </a:cubicBezTo>
                  <a:cubicBezTo>
                    <a:pt x="97555" y="1674"/>
                    <a:pt x="97607" y="1692"/>
                    <a:pt x="97642" y="1709"/>
                  </a:cubicBezTo>
                  <a:lnTo>
                    <a:pt x="95601" y="2170"/>
                  </a:lnTo>
                  <a:lnTo>
                    <a:pt x="95601" y="2170"/>
                  </a:lnTo>
                  <a:cubicBezTo>
                    <a:pt x="96129" y="1917"/>
                    <a:pt x="96661" y="1644"/>
                    <a:pt x="97270" y="1644"/>
                  </a:cubicBezTo>
                  <a:close/>
                  <a:moveTo>
                    <a:pt x="95473" y="2210"/>
                  </a:moveTo>
                  <a:lnTo>
                    <a:pt x="95447" y="2227"/>
                  </a:lnTo>
                  <a:lnTo>
                    <a:pt x="95429" y="2227"/>
                  </a:lnTo>
                  <a:lnTo>
                    <a:pt x="95464" y="2210"/>
                  </a:lnTo>
                  <a:close/>
                  <a:moveTo>
                    <a:pt x="68358" y="8951"/>
                  </a:moveTo>
                  <a:cubicBezTo>
                    <a:pt x="68553" y="8951"/>
                    <a:pt x="68761" y="9049"/>
                    <a:pt x="68989" y="9313"/>
                  </a:cubicBezTo>
                  <a:cubicBezTo>
                    <a:pt x="69208" y="9280"/>
                    <a:pt x="69420" y="9268"/>
                    <a:pt x="69634" y="9268"/>
                  </a:cubicBezTo>
                  <a:cubicBezTo>
                    <a:pt x="69758" y="9268"/>
                    <a:pt x="69882" y="9272"/>
                    <a:pt x="70008" y="9278"/>
                  </a:cubicBezTo>
                  <a:cubicBezTo>
                    <a:pt x="70061" y="9286"/>
                    <a:pt x="70117" y="9289"/>
                    <a:pt x="70177" y="9289"/>
                  </a:cubicBezTo>
                  <a:cubicBezTo>
                    <a:pt x="70522" y="9289"/>
                    <a:pt x="70965" y="9176"/>
                    <a:pt x="71318" y="9176"/>
                  </a:cubicBezTo>
                  <a:cubicBezTo>
                    <a:pt x="71841" y="9176"/>
                    <a:pt x="72167" y="9425"/>
                    <a:pt x="71685" y="10661"/>
                  </a:cubicBezTo>
                  <a:cubicBezTo>
                    <a:pt x="71581" y="10937"/>
                    <a:pt x="71823" y="11265"/>
                    <a:pt x="72151" y="11386"/>
                  </a:cubicBezTo>
                  <a:cubicBezTo>
                    <a:pt x="72428" y="11438"/>
                    <a:pt x="72722" y="11490"/>
                    <a:pt x="72998" y="11507"/>
                  </a:cubicBezTo>
                  <a:cubicBezTo>
                    <a:pt x="72652" y="11922"/>
                    <a:pt x="72359" y="12406"/>
                    <a:pt x="71927" y="12717"/>
                  </a:cubicBezTo>
                  <a:cubicBezTo>
                    <a:pt x="71831" y="12786"/>
                    <a:pt x="71741" y="12813"/>
                    <a:pt x="71654" y="12813"/>
                  </a:cubicBezTo>
                  <a:cubicBezTo>
                    <a:pt x="71349" y="12813"/>
                    <a:pt x="71090" y="12473"/>
                    <a:pt x="70821" y="12406"/>
                  </a:cubicBezTo>
                  <a:cubicBezTo>
                    <a:pt x="69127" y="11939"/>
                    <a:pt x="69334" y="10488"/>
                    <a:pt x="68989" y="9313"/>
                  </a:cubicBezTo>
                  <a:lnTo>
                    <a:pt x="67330" y="9520"/>
                  </a:lnTo>
                  <a:cubicBezTo>
                    <a:pt x="67668" y="9295"/>
                    <a:pt x="67992" y="8951"/>
                    <a:pt x="68358" y="8951"/>
                  </a:cubicBezTo>
                  <a:close/>
                  <a:moveTo>
                    <a:pt x="51546" y="12467"/>
                  </a:moveTo>
                  <a:cubicBezTo>
                    <a:pt x="51593" y="12467"/>
                    <a:pt x="51647" y="12470"/>
                    <a:pt x="51707" y="12475"/>
                  </a:cubicBezTo>
                  <a:cubicBezTo>
                    <a:pt x="51897" y="12648"/>
                    <a:pt x="52157" y="12890"/>
                    <a:pt x="52433" y="13115"/>
                  </a:cubicBezTo>
                  <a:cubicBezTo>
                    <a:pt x="52260" y="13270"/>
                    <a:pt x="52053" y="13374"/>
                    <a:pt x="51845" y="13460"/>
                  </a:cubicBezTo>
                  <a:cubicBezTo>
                    <a:pt x="51802" y="13467"/>
                    <a:pt x="51764" y="13470"/>
                    <a:pt x="51729" y="13470"/>
                  </a:cubicBezTo>
                  <a:cubicBezTo>
                    <a:pt x="51300" y="13470"/>
                    <a:pt x="51439" y="13007"/>
                    <a:pt x="51327" y="12752"/>
                  </a:cubicBezTo>
                  <a:cubicBezTo>
                    <a:pt x="51225" y="12548"/>
                    <a:pt x="51295" y="12467"/>
                    <a:pt x="51546" y="12467"/>
                  </a:cubicBezTo>
                  <a:close/>
                  <a:moveTo>
                    <a:pt x="55481" y="12549"/>
                  </a:moveTo>
                  <a:cubicBezTo>
                    <a:pt x="55526" y="12549"/>
                    <a:pt x="55570" y="12553"/>
                    <a:pt x="55613" y="12562"/>
                  </a:cubicBezTo>
                  <a:lnTo>
                    <a:pt x="54576" y="13789"/>
                  </a:lnTo>
                  <a:lnTo>
                    <a:pt x="53954" y="13184"/>
                  </a:lnTo>
                  <a:cubicBezTo>
                    <a:pt x="54420" y="12976"/>
                    <a:pt x="54870" y="12752"/>
                    <a:pt x="55336" y="12562"/>
                  </a:cubicBezTo>
                  <a:cubicBezTo>
                    <a:pt x="55388" y="12553"/>
                    <a:pt x="55436" y="12549"/>
                    <a:pt x="55481" y="12549"/>
                  </a:cubicBezTo>
                  <a:close/>
                  <a:moveTo>
                    <a:pt x="116966" y="0"/>
                  </a:moveTo>
                  <a:cubicBezTo>
                    <a:pt x="112339" y="0"/>
                    <a:pt x="107712" y="747"/>
                    <a:pt x="103085" y="1035"/>
                  </a:cubicBezTo>
                  <a:cubicBezTo>
                    <a:pt x="101910" y="1104"/>
                    <a:pt x="100735" y="983"/>
                    <a:pt x="99542" y="1260"/>
                  </a:cubicBezTo>
                  <a:cubicBezTo>
                    <a:pt x="99533" y="1262"/>
                    <a:pt x="99523" y="1263"/>
                    <a:pt x="99512" y="1263"/>
                  </a:cubicBezTo>
                  <a:cubicBezTo>
                    <a:pt x="99194" y="1263"/>
                    <a:pt x="98389" y="307"/>
                    <a:pt x="97503" y="240"/>
                  </a:cubicBezTo>
                  <a:cubicBezTo>
                    <a:pt x="96554" y="172"/>
                    <a:pt x="95607" y="143"/>
                    <a:pt x="94661" y="143"/>
                  </a:cubicBezTo>
                  <a:cubicBezTo>
                    <a:pt x="91541" y="143"/>
                    <a:pt x="88432" y="459"/>
                    <a:pt x="85303" y="724"/>
                  </a:cubicBezTo>
                  <a:cubicBezTo>
                    <a:pt x="83379" y="875"/>
                    <a:pt x="81549" y="1637"/>
                    <a:pt x="79578" y="1637"/>
                  </a:cubicBezTo>
                  <a:cubicBezTo>
                    <a:pt x="79300" y="1637"/>
                    <a:pt x="79020" y="1622"/>
                    <a:pt x="78736" y="1588"/>
                  </a:cubicBezTo>
                  <a:cubicBezTo>
                    <a:pt x="78573" y="1568"/>
                    <a:pt x="78403" y="1557"/>
                    <a:pt x="78229" y="1557"/>
                  </a:cubicBezTo>
                  <a:cubicBezTo>
                    <a:pt x="77349" y="1557"/>
                    <a:pt x="76386" y="1840"/>
                    <a:pt x="75953" y="2677"/>
                  </a:cubicBezTo>
                  <a:cubicBezTo>
                    <a:pt x="75538" y="3489"/>
                    <a:pt x="76333" y="4163"/>
                    <a:pt x="76956" y="4750"/>
                  </a:cubicBezTo>
                  <a:cubicBezTo>
                    <a:pt x="77215" y="4992"/>
                    <a:pt x="77232" y="5511"/>
                    <a:pt x="77370" y="5891"/>
                  </a:cubicBezTo>
                  <a:cubicBezTo>
                    <a:pt x="77348" y="5890"/>
                    <a:pt x="77325" y="5889"/>
                    <a:pt x="77301" y="5889"/>
                  </a:cubicBezTo>
                  <a:cubicBezTo>
                    <a:pt x="77154" y="5889"/>
                    <a:pt x="76988" y="5912"/>
                    <a:pt x="76844" y="5912"/>
                  </a:cubicBezTo>
                  <a:cubicBezTo>
                    <a:pt x="76726" y="5912"/>
                    <a:pt x="76623" y="5896"/>
                    <a:pt x="76558" y="5839"/>
                  </a:cubicBezTo>
                  <a:cubicBezTo>
                    <a:pt x="76285" y="5586"/>
                    <a:pt x="76034" y="5489"/>
                    <a:pt x="75796" y="5489"/>
                  </a:cubicBezTo>
                  <a:cubicBezTo>
                    <a:pt x="75417" y="5489"/>
                    <a:pt x="75070" y="5733"/>
                    <a:pt x="74709" y="5977"/>
                  </a:cubicBezTo>
                  <a:lnTo>
                    <a:pt x="74709" y="5995"/>
                  </a:lnTo>
                  <a:lnTo>
                    <a:pt x="74692" y="5995"/>
                  </a:lnTo>
                  <a:cubicBezTo>
                    <a:pt x="74415" y="6358"/>
                    <a:pt x="73707" y="6479"/>
                    <a:pt x="73897" y="7066"/>
                  </a:cubicBezTo>
                  <a:cubicBezTo>
                    <a:pt x="74104" y="7654"/>
                    <a:pt x="74761" y="7671"/>
                    <a:pt x="75331" y="7723"/>
                  </a:cubicBezTo>
                  <a:lnTo>
                    <a:pt x="75625" y="7723"/>
                  </a:lnTo>
                  <a:lnTo>
                    <a:pt x="77146" y="7982"/>
                  </a:lnTo>
                  <a:cubicBezTo>
                    <a:pt x="76904" y="8068"/>
                    <a:pt x="76662" y="8120"/>
                    <a:pt x="76403" y="8120"/>
                  </a:cubicBezTo>
                  <a:cubicBezTo>
                    <a:pt x="76178" y="8103"/>
                    <a:pt x="75970" y="7930"/>
                    <a:pt x="75729" y="7861"/>
                  </a:cubicBezTo>
                  <a:cubicBezTo>
                    <a:pt x="75594" y="7823"/>
                    <a:pt x="75464" y="7807"/>
                    <a:pt x="75337" y="7807"/>
                  </a:cubicBezTo>
                  <a:cubicBezTo>
                    <a:pt x="74777" y="7807"/>
                    <a:pt x="74273" y="8116"/>
                    <a:pt x="73724" y="8172"/>
                  </a:cubicBezTo>
                  <a:cubicBezTo>
                    <a:pt x="73717" y="8173"/>
                    <a:pt x="73710" y="8174"/>
                    <a:pt x="73702" y="8174"/>
                  </a:cubicBezTo>
                  <a:cubicBezTo>
                    <a:pt x="73450" y="8174"/>
                    <a:pt x="72913" y="7613"/>
                    <a:pt x="72946" y="7394"/>
                  </a:cubicBezTo>
                  <a:cubicBezTo>
                    <a:pt x="73102" y="6479"/>
                    <a:pt x="73810" y="6098"/>
                    <a:pt x="74674" y="5995"/>
                  </a:cubicBezTo>
                  <a:lnTo>
                    <a:pt x="74674" y="5977"/>
                  </a:lnTo>
                  <a:cubicBezTo>
                    <a:pt x="74726" y="5545"/>
                    <a:pt x="74830" y="5113"/>
                    <a:pt x="74951" y="4681"/>
                  </a:cubicBezTo>
                  <a:cubicBezTo>
                    <a:pt x="75072" y="4370"/>
                    <a:pt x="75435" y="4076"/>
                    <a:pt x="75124" y="3748"/>
                  </a:cubicBezTo>
                  <a:cubicBezTo>
                    <a:pt x="74832" y="3467"/>
                    <a:pt x="74483" y="3396"/>
                    <a:pt x="74119" y="3396"/>
                  </a:cubicBezTo>
                  <a:cubicBezTo>
                    <a:pt x="73856" y="3396"/>
                    <a:pt x="73587" y="3433"/>
                    <a:pt x="73326" y="3454"/>
                  </a:cubicBezTo>
                  <a:cubicBezTo>
                    <a:pt x="72946" y="3506"/>
                    <a:pt x="72756" y="3748"/>
                    <a:pt x="72704" y="4180"/>
                  </a:cubicBezTo>
                  <a:cubicBezTo>
                    <a:pt x="72601" y="5252"/>
                    <a:pt x="72134" y="6098"/>
                    <a:pt x="70959" y="6340"/>
                  </a:cubicBezTo>
                  <a:cubicBezTo>
                    <a:pt x="70855" y="6427"/>
                    <a:pt x="70769" y="6513"/>
                    <a:pt x="70665" y="6617"/>
                  </a:cubicBezTo>
                  <a:cubicBezTo>
                    <a:pt x="70786" y="6859"/>
                    <a:pt x="70924" y="7083"/>
                    <a:pt x="71097" y="7291"/>
                  </a:cubicBezTo>
                  <a:cubicBezTo>
                    <a:pt x="71304" y="7412"/>
                    <a:pt x="71546" y="7515"/>
                    <a:pt x="71788" y="7567"/>
                  </a:cubicBezTo>
                  <a:cubicBezTo>
                    <a:pt x="71650" y="7550"/>
                    <a:pt x="71512" y="7541"/>
                    <a:pt x="71374" y="7541"/>
                  </a:cubicBezTo>
                  <a:cubicBezTo>
                    <a:pt x="71235" y="7541"/>
                    <a:pt x="71097" y="7550"/>
                    <a:pt x="70959" y="7567"/>
                  </a:cubicBezTo>
                  <a:cubicBezTo>
                    <a:pt x="70569" y="7671"/>
                    <a:pt x="70173" y="7708"/>
                    <a:pt x="69775" y="7708"/>
                  </a:cubicBezTo>
                  <a:cubicBezTo>
                    <a:pt x="68812" y="7708"/>
                    <a:pt x="67832" y="7494"/>
                    <a:pt x="66868" y="7494"/>
                  </a:cubicBezTo>
                  <a:cubicBezTo>
                    <a:pt x="66108" y="7494"/>
                    <a:pt x="65357" y="7627"/>
                    <a:pt x="64634" y="8103"/>
                  </a:cubicBezTo>
                  <a:cubicBezTo>
                    <a:pt x="64271" y="8345"/>
                    <a:pt x="63580" y="8379"/>
                    <a:pt x="63666" y="8863"/>
                  </a:cubicBezTo>
                  <a:cubicBezTo>
                    <a:pt x="63752" y="9382"/>
                    <a:pt x="64167" y="9900"/>
                    <a:pt x="64547" y="10315"/>
                  </a:cubicBezTo>
                  <a:cubicBezTo>
                    <a:pt x="64666" y="10447"/>
                    <a:pt x="64798" y="10498"/>
                    <a:pt x="64939" y="10498"/>
                  </a:cubicBezTo>
                  <a:cubicBezTo>
                    <a:pt x="65148" y="10498"/>
                    <a:pt x="65375" y="10387"/>
                    <a:pt x="65602" y="10263"/>
                  </a:cubicBezTo>
                  <a:cubicBezTo>
                    <a:pt x="66124" y="9977"/>
                    <a:pt x="66711" y="9789"/>
                    <a:pt x="67269" y="9556"/>
                  </a:cubicBezTo>
                  <a:lnTo>
                    <a:pt x="67269" y="9556"/>
                  </a:lnTo>
                  <a:cubicBezTo>
                    <a:pt x="66173" y="11022"/>
                    <a:pt x="64072" y="10911"/>
                    <a:pt x="62975" y="11974"/>
                  </a:cubicBezTo>
                  <a:cubicBezTo>
                    <a:pt x="62086" y="12850"/>
                    <a:pt x="61268" y="13162"/>
                    <a:pt x="60357" y="13162"/>
                  </a:cubicBezTo>
                  <a:cubicBezTo>
                    <a:pt x="59993" y="13162"/>
                    <a:pt x="59613" y="13112"/>
                    <a:pt x="59207" y="13028"/>
                  </a:cubicBezTo>
                  <a:cubicBezTo>
                    <a:pt x="58430" y="12873"/>
                    <a:pt x="57687" y="12510"/>
                    <a:pt x="56926" y="12233"/>
                  </a:cubicBezTo>
                  <a:cubicBezTo>
                    <a:pt x="57173" y="12050"/>
                    <a:pt x="57402" y="11981"/>
                    <a:pt x="57619" y="11981"/>
                  </a:cubicBezTo>
                  <a:cubicBezTo>
                    <a:pt x="58162" y="11981"/>
                    <a:pt x="58632" y="12416"/>
                    <a:pt x="59138" y="12613"/>
                  </a:cubicBezTo>
                  <a:cubicBezTo>
                    <a:pt x="59332" y="12687"/>
                    <a:pt x="59512" y="12718"/>
                    <a:pt x="59680" y="12718"/>
                  </a:cubicBezTo>
                  <a:cubicBezTo>
                    <a:pt x="60502" y="12718"/>
                    <a:pt x="61062" y="11967"/>
                    <a:pt x="61765" y="11680"/>
                  </a:cubicBezTo>
                  <a:cubicBezTo>
                    <a:pt x="62404" y="11421"/>
                    <a:pt x="61903" y="10851"/>
                    <a:pt x="61661" y="10384"/>
                  </a:cubicBezTo>
                  <a:cubicBezTo>
                    <a:pt x="61454" y="9987"/>
                    <a:pt x="61921" y="9745"/>
                    <a:pt x="62249" y="9537"/>
                  </a:cubicBezTo>
                  <a:cubicBezTo>
                    <a:pt x="62664" y="9295"/>
                    <a:pt x="63441" y="9226"/>
                    <a:pt x="63182" y="8518"/>
                  </a:cubicBezTo>
                  <a:cubicBezTo>
                    <a:pt x="63018" y="8098"/>
                    <a:pt x="62703" y="8030"/>
                    <a:pt x="62354" y="8030"/>
                  </a:cubicBezTo>
                  <a:cubicBezTo>
                    <a:pt x="62187" y="8030"/>
                    <a:pt x="62013" y="8045"/>
                    <a:pt x="61845" y="8045"/>
                  </a:cubicBezTo>
                  <a:cubicBezTo>
                    <a:pt x="61771" y="8045"/>
                    <a:pt x="61698" y="8042"/>
                    <a:pt x="61627" y="8034"/>
                  </a:cubicBezTo>
                  <a:cubicBezTo>
                    <a:pt x="61564" y="8027"/>
                    <a:pt x="61502" y="8024"/>
                    <a:pt x="61440" y="8024"/>
                  </a:cubicBezTo>
                  <a:cubicBezTo>
                    <a:pt x="60620" y="8024"/>
                    <a:pt x="59973" y="8583"/>
                    <a:pt x="59080" y="8583"/>
                  </a:cubicBezTo>
                  <a:cubicBezTo>
                    <a:pt x="59004" y="8583"/>
                    <a:pt x="58925" y="8579"/>
                    <a:pt x="58844" y="8570"/>
                  </a:cubicBezTo>
                  <a:cubicBezTo>
                    <a:pt x="57410" y="8414"/>
                    <a:pt x="56391" y="7671"/>
                    <a:pt x="55181" y="7187"/>
                  </a:cubicBezTo>
                  <a:cubicBezTo>
                    <a:pt x="54440" y="6892"/>
                    <a:pt x="53723" y="6767"/>
                    <a:pt x="53025" y="6767"/>
                  </a:cubicBezTo>
                  <a:cubicBezTo>
                    <a:pt x="51022" y="6767"/>
                    <a:pt x="49177" y="7799"/>
                    <a:pt x="47370" y="8812"/>
                  </a:cubicBezTo>
                  <a:cubicBezTo>
                    <a:pt x="46903" y="9071"/>
                    <a:pt x="46765" y="9434"/>
                    <a:pt x="46972" y="9969"/>
                  </a:cubicBezTo>
                  <a:cubicBezTo>
                    <a:pt x="47155" y="10426"/>
                    <a:pt x="47351" y="10748"/>
                    <a:pt x="47819" y="10748"/>
                  </a:cubicBezTo>
                  <a:cubicBezTo>
                    <a:pt x="47883" y="10748"/>
                    <a:pt x="47952" y="10742"/>
                    <a:pt x="48026" y="10730"/>
                  </a:cubicBezTo>
                  <a:lnTo>
                    <a:pt x="50498" y="10280"/>
                  </a:lnTo>
                  <a:cubicBezTo>
                    <a:pt x="50618" y="10263"/>
                    <a:pt x="50739" y="10229"/>
                    <a:pt x="50878" y="10194"/>
                  </a:cubicBezTo>
                  <a:lnTo>
                    <a:pt x="50878" y="10194"/>
                  </a:lnTo>
                  <a:cubicBezTo>
                    <a:pt x="50878" y="10298"/>
                    <a:pt x="50860" y="10401"/>
                    <a:pt x="50860" y="10505"/>
                  </a:cubicBezTo>
                  <a:cubicBezTo>
                    <a:pt x="50614" y="11663"/>
                    <a:pt x="50148" y="12321"/>
                    <a:pt x="49280" y="12321"/>
                  </a:cubicBezTo>
                  <a:cubicBezTo>
                    <a:pt x="48931" y="12321"/>
                    <a:pt x="48517" y="12214"/>
                    <a:pt x="48026" y="11991"/>
                  </a:cubicBezTo>
                  <a:cubicBezTo>
                    <a:pt x="46374" y="11254"/>
                    <a:pt x="44693" y="10979"/>
                    <a:pt x="42955" y="10979"/>
                  </a:cubicBezTo>
                  <a:cubicBezTo>
                    <a:pt x="42002" y="10979"/>
                    <a:pt x="41033" y="11062"/>
                    <a:pt x="40042" y="11196"/>
                  </a:cubicBezTo>
                  <a:cubicBezTo>
                    <a:pt x="38536" y="11404"/>
                    <a:pt x="37062" y="12285"/>
                    <a:pt x="35569" y="12285"/>
                  </a:cubicBezTo>
                  <a:cubicBezTo>
                    <a:pt x="35195" y="12285"/>
                    <a:pt x="34820" y="12230"/>
                    <a:pt x="34443" y="12095"/>
                  </a:cubicBezTo>
                  <a:cubicBezTo>
                    <a:pt x="32698" y="11490"/>
                    <a:pt x="30900" y="11110"/>
                    <a:pt x="29068" y="10920"/>
                  </a:cubicBezTo>
                  <a:cubicBezTo>
                    <a:pt x="27080" y="10698"/>
                    <a:pt x="25171" y="10202"/>
                    <a:pt x="23146" y="10202"/>
                  </a:cubicBezTo>
                  <a:cubicBezTo>
                    <a:pt x="22337" y="10202"/>
                    <a:pt x="21510" y="10281"/>
                    <a:pt x="20652" y="10488"/>
                  </a:cubicBezTo>
                  <a:cubicBezTo>
                    <a:pt x="18383" y="11055"/>
                    <a:pt x="16215" y="12269"/>
                    <a:pt x="13793" y="12269"/>
                  </a:cubicBezTo>
                  <a:cubicBezTo>
                    <a:pt x="13559" y="12269"/>
                    <a:pt x="13322" y="12258"/>
                    <a:pt x="13083" y="12233"/>
                  </a:cubicBezTo>
                  <a:cubicBezTo>
                    <a:pt x="13049" y="12230"/>
                    <a:pt x="13015" y="12229"/>
                    <a:pt x="12982" y="12229"/>
                  </a:cubicBezTo>
                  <a:cubicBezTo>
                    <a:pt x="12473" y="12229"/>
                    <a:pt x="12176" y="12605"/>
                    <a:pt x="12323" y="13287"/>
                  </a:cubicBezTo>
                  <a:cubicBezTo>
                    <a:pt x="12498" y="14071"/>
                    <a:pt x="12325" y="14707"/>
                    <a:pt x="11687" y="14707"/>
                  </a:cubicBezTo>
                  <a:cubicBezTo>
                    <a:pt x="11510" y="14707"/>
                    <a:pt x="11296" y="14658"/>
                    <a:pt x="11044" y="14549"/>
                  </a:cubicBezTo>
                  <a:cubicBezTo>
                    <a:pt x="10655" y="14378"/>
                    <a:pt x="10292" y="14308"/>
                    <a:pt x="9947" y="14308"/>
                  </a:cubicBezTo>
                  <a:cubicBezTo>
                    <a:pt x="9034" y="14308"/>
                    <a:pt x="8242" y="14801"/>
                    <a:pt x="7415" y="15240"/>
                  </a:cubicBezTo>
                  <a:cubicBezTo>
                    <a:pt x="6965" y="15482"/>
                    <a:pt x="6672" y="15914"/>
                    <a:pt x="6879" y="16467"/>
                  </a:cubicBezTo>
                  <a:cubicBezTo>
                    <a:pt x="7027" y="16886"/>
                    <a:pt x="7334" y="16988"/>
                    <a:pt x="7700" y="16988"/>
                  </a:cubicBezTo>
                  <a:cubicBezTo>
                    <a:pt x="7802" y="16988"/>
                    <a:pt x="7910" y="16980"/>
                    <a:pt x="8020" y="16968"/>
                  </a:cubicBezTo>
                  <a:cubicBezTo>
                    <a:pt x="8305" y="16929"/>
                    <a:pt x="8590" y="16910"/>
                    <a:pt x="8875" y="16910"/>
                  </a:cubicBezTo>
                  <a:cubicBezTo>
                    <a:pt x="8970" y="16910"/>
                    <a:pt x="9065" y="16912"/>
                    <a:pt x="9160" y="16917"/>
                  </a:cubicBezTo>
                  <a:cubicBezTo>
                    <a:pt x="9186" y="16919"/>
                    <a:pt x="9214" y="16920"/>
                    <a:pt x="9242" y="16920"/>
                  </a:cubicBezTo>
                  <a:cubicBezTo>
                    <a:pt x="9458" y="16920"/>
                    <a:pt x="9735" y="16862"/>
                    <a:pt x="9947" y="16862"/>
                  </a:cubicBezTo>
                  <a:cubicBezTo>
                    <a:pt x="10131" y="16862"/>
                    <a:pt x="10266" y="16906"/>
                    <a:pt x="10266" y="17072"/>
                  </a:cubicBezTo>
                  <a:cubicBezTo>
                    <a:pt x="10266" y="17498"/>
                    <a:pt x="9728" y="17637"/>
                    <a:pt x="9291" y="17637"/>
                  </a:cubicBezTo>
                  <a:cubicBezTo>
                    <a:pt x="9214" y="17637"/>
                    <a:pt x="9141" y="17633"/>
                    <a:pt x="9074" y="17625"/>
                  </a:cubicBezTo>
                  <a:cubicBezTo>
                    <a:pt x="8873" y="17604"/>
                    <a:pt x="8677" y="17594"/>
                    <a:pt x="8484" y="17594"/>
                  </a:cubicBezTo>
                  <a:cubicBezTo>
                    <a:pt x="6314" y="17594"/>
                    <a:pt x="4587" y="18859"/>
                    <a:pt x="2714" y="19716"/>
                  </a:cubicBezTo>
                  <a:cubicBezTo>
                    <a:pt x="1193" y="20407"/>
                    <a:pt x="2351" y="21548"/>
                    <a:pt x="2282" y="22429"/>
                  </a:cubicBezTo>
                  <a:cubicBezTo>
                    <a:pt x="2264" y="22814"/>
                    <a:pt x="2455" y="22907"/>
                    <a:pt x="2706" y="22907"/>
                  </a:cubicBezTo>
                  <a:cubicBezTo>
                    <a:pt x="2939" y="22907"/>
                    <a:pt x="3223" y="22827"/>
                    <a:pt x="3440" y="22827"/>
                  </a:cubicBezTo>
                  <a:cubicBezTo>
                    <a:pt x="3665" y="22827"/>
                    <a:pt x="3872" y="22982"/>
                    <a:pt x="4079" y="23069"/>
                  </a:cubicBezTo>
                  <a:cubicBezTo>
                    <a:pt x="3924" y="23242"/>
                    <a:pt x="3751" y="23380"/>
                    <a:pt x="3544" y="23501"/>
                  </a:cubicBezTo>
                  <a:cubicBezTo>
                    <a:pt x="2610" y="23881"/>
                    <a:pt x="1643" y="24192"/>
                    <a:pt x="709" y="24589"/>
                  </a:cubicBezTo>
                  <a:cubicBezTo>
                    <a:pt x="329" y="24745"/>
                    <a:pt x="1" y="25142"/>
                    <a:pt x="226" y="25609"/>
                  </a:cubicBezTo>
                  <a:cubicBezTo>
                    <a:pt x="325" y="25816"/>
                    <a:pt x="462" y="25880"/>
                    <a:pt x="615" y="25880"/>
                  </a:cubicBezTo>
                  <a:cubicBezTo>
                    <a:pt x="807" y="25880"/>
                    <a:pt x="1026" y="25778"/>
                    <a:pt x="1228" y="25730"/>
                  </a:cubicBezTo>
                  <a:cubicBezTo>
                    <a:pt x="2248" y="25454"/>
                    <a:pt x="3354" y="25350"/>
                    <a:pt x="4252" y="24866"/>
                  </a:cubicBezTo>
                  <a:cubicBezTo>
                    <a:pt x="4601" y="24679"/>
                    <a:pt x="4965" y="24620"/>
                    <a:pt x="5336" y="24620"/>
                  </a:cubicBezTo>
                  <a:cubicBezTo>
                    <a:pt x="5952" y="24620"/>
                    <a:pt x="6585" y="24782"/>
                    <a:pt x="7191" y="24782"/>
                  </a:cubicBezTo>
                  <a:cubicBezTo>
                    <a:pt x="7702" y="24782"/>
                    <a:pt x="8195" y="24667"/>
                    <a:pt x="8642" y="24244"/>
                  </a:cubicBezTo>
                  <a:cubicBezTo>
                    <a:pt x="9143" y="23760"/>
                    <a:pt x="9627" y="23276"/>
                    <a:pt x="10128" y="22809"/>
                  </a:cubicBezTo>
                  <a:cubicBezTo>
                    <a:pt x="10518" y="22438"/>
                    <a:pt x="10935" y="22335"/>
                    <a:pt x="11366" y="22335"/>
                  </a:cubicBezTo>
                  <a:cubicBezTo>
                    <a:pt x="11904" y="22335"/>
                    <a:pt x="12465" y="22495"/>
                    <a:pt x="13026" y="22495"/>
                  </a:cubicBezTo>
                  <a:cubicBezTo>
                    <a:pt x="13270" y="22495"/>
                    <a:pt x="13515" y="22465"/>
                    <a:pt x="13757" y="22377"/>
                  </a:cubicBezTo>
                  <a:cubicBezTo>
                    <a:pt x="14876" y="21972"/>
                    <a:pt x="15968" y="21278"/>
                    <a:pt x="17215" y="21278"/>
                  </a:cubicBezTo>
                  <a:cubicBezTo>
                    <a:pt x="17721" y="21278"/>
                    <a:pt x="18252" y="21392"/>
                    <a:pt x="18820" y="21686"/>
                  </a:cubicBezTo>
                  <a:cubicBezTo>
                    <a:pt x="20272" y="22429"/>
                    <a:pt x="22242" y="22343"/>
                    <a:pt x="21966" y="24780"/>
                  </a:cubicBezTo>
                  <a:cubicBezTo>
                    <a:pt x="21914" y="25212"/>
                    <a:pt x="22104" y="25868"/>
                    <a:pt x="22415" y="26127"/>
                  </a:cubicBezTo>
                  <a:cubicBezTo>
                    <a:pt x="23746" y="27251"/>
                    <a:pt x="23659" y="29411"/>
                    <a:pt x="23210" y="29981"/>
                  </a:cubicBezTo>
                  <a:cubicBezTo>
                    <a:pt x="22052" y="31485"/>
                    <a:pt x="22484" y="32573"/>
                    <a:pt x="22985" y="33973"/>
                  </a:cubicBezTo>
                  <a:cubicBezTo>
                    <a:pt x="23124" y="34405"/>
                    <a:pt x="22795" y="35045"/>
                    <a:pt x="22553" y="35529"/>
                  </a:cubicBezTo>
                  <a:cubicBezTo>
                    <a:pt x="21447" y="37844"/>
                    <a:pt x="19356" y="39469"/>
                    <a:pt x="18233" y="41802"/>
                  </a:cubicBezTo>
                  <a:cubicBezTo>
                    <a:pt x="17455" y="43409"/>
                    <a:pt x="17058" y="48783"/>
                    <a:pt x="18354" y="49734"/>
                  </a:cubicBezTo>
                  <a:cubicBezTo>
                    <a:pt x="20220" y="51116"/>
                    <a:pt x="19927" y="52862"/>
                    <a:pt x="20238" y="54659"/>
                  </a:cubicBezTo>
                  <a:cubicBezTo>
                    <a:pt x="20428" y="55748"/>
                    <a:pt x="20410" y="57528"/>
                    <a:pt x="20687" y="57752"/>
                  </a:cubicBezTo>
                  <a:cubicBezTo>
                    <a:pt x="22380" y="59083"/>
                    <a:pt x="22242" y="61364"/>
                    <a:pt x="23625" y="62764"/>
                  </a:cubicBezTo>
                  <a:cubicBezTo>
                    <a:pt x="23915" y="63066"/>
                    <a:pt x="24197" y="63258"/>
                    <a:pt x="24508" y="63258"/>
                  </a:cubicBezTo>
                  <a:cubicBezTo>
                    <a:pt x="24660" y="63258"/>
                    <a:pt x="24820" y="63212"/>
                    <a:pt x="24990" y="63110"/>
                  </a:cubicBezTo>
                  <a:cubicBezTo>
                    <a:pt x="25508" y="62816"/>
                    <a:pt x="25526" y="62246"/>
                    <a:pt x="25197" y="61831"/>
                  </a:cubicBezTo>
                  <a:cubicBezTo>
                    <a:pt x="23607" y="59671"/>
                    <a:pt x="23746" y="56888"/>
                    <a:pt x="22536" y="54590"/>
                  </a:cubicBezTo>
                  <a:cubicBezTo>
                    <a:pt x="22415" y="54348"/>
                    <a:pt x="22605" y="53933"/>
                    <a:pt x="22692" y="53605"/>
                  </a:cubicBezTo>
                  <a:cubicBezTo>
                    <a:pt x="22704" y="53568"/>
                    <a:pt x="22878" y="53539"/>
                    <a:pt x="22981" y="53539"/>
                  </a:cubicBezTo>
                  <a:cubicBezTo>
                    <a:pt x="23021" y="53539"/>
                    <a:pt x="23050" y="53543"/>
                    <a:pt x="23054" y="53553"/>
                  </a:cubicBezTo>
                  <a:cubicBezTo>
                    <a:pt x="23175" y="53812"/>
                    <a:pt x="23366" y="54106"/>
                    <a:pt x="23366" y="54400"/>
                  </a:cubicBezTo>
                  <a:cubicBezTo>
                    <a:pt x="23383" y="56819"/>
                    <a:pt x="24973" y="58617"/>
                    <a:pt x="26027" y="60569"/>
                  </a:cubicBezTo>
                  <a:cubicBezTo>
                    <a:pt x="26977" y="62297"/>
                    <a:pt x="28654" y="63663"/>
                    <a:pt x="27720" y="65978"/>
                  </a:cubicBezTo>
                  <a:cubicBezTo>
                    <a:pt x="27530" y="66445"/>
                    <a:pt x="27928" y="66791"/>
                    <a:pt x="28273" y="67136"/>
                  </a:cubicBezTo>
                  <a:cubicBezTo>
                    <a:pt x="29138" y="68000"/>
                    <a:pt x="30226" y="68536"/>
                    <a:pt x="31246" y="69193"/>
                  </a:cubicBezTo>
                  <a:cubicBezTo>
                    <a:pt x="32910" y="70222"/>
                    <a:pt x="34447" y="71516"/>
                    <a:pt x="36422" y="71516"/>
                  </a:cubicBezTo>
                  <a:cubicBezTo>
                    <a:pt x="36867" y="71516"/>
                    <a:pt x="37334" y="71451"/>
                    <a:pt x="37830" y="71301"/>
                  </a:cubicBezTo>
                  <a:cubicBezTo>
                    <a:pt x="37930" y="71272"/>
                    <a:pt x="38022" y="71258"/>
                    <a:pt x="38107" y="71258"/>
                  </a:cubicBezTo>
                  <a:cubicBezTo>
                    <a:pt x="38527" y="71258"/>
                    <a:pt x="38793" y="71582"/>
                    <a:pt x="39023" y="71941"/>
                  </a:cubicBezTo>
                  <a:cubicBezTo>
                    <a:pt x="39748" y="73098"/>
                    <a:pt x="40768" y="73721"/>
                    <a:pt x="42116" y="74032"/>
                  </a:cubicBezTo>
                  <a:cubicBezTo>
                    <a:pt x="43585" y="74360"/>
                    <a:pt x="45296" y="74775"/>
                    <a:pt x="45745" y="76399"/>
                  </a:cubicBezTo>
                  <a:cubicBezTo>
                    <a:pt x="46194" y="78110"/>
                    <a:pt x="47439" y="79112"/>
                    <a:pt x="48648" y="79907"/>
                  </a:cubicBezTo>
                  <a:cubicBezTo>
                    <a:pt x="49237" y="80296"/>
                    <a:pt x="50039" y="81326"/>
                    <a:pt x="50895" y="81326"/>
                  </a:cubicBezTo>
                  <a:cubicBezTo>
                    <a:pt x="51372" y="81326"/>
                    <a:pt x="51865" y="81007"/>
                    <a:pt x="52347" y="80080"/>
                  </a:cubicBezTo>
                  <a:cubicBezTo>
                    <a:pt x="52462" y="79850"/>
                    <a:pt x="52631" y="79714"/>
                    <a:pt x="52813" y="79714"/>
                  </a:cubicBezTo>
                  <a:cubicBezTo>
                    <a:pt x="53013" y="79714"/>
                    <a:pt x="53228" y="79880"/>
                    <a:pt x="53401" y="80270"/>
                  </a:cubicBezTo>
                  <a:cubicBezTo>
                    <a:pt x="54593" y="83156"/>
                    <a:pt x="53919" y="85697"/>
                    <a:pt x="51621" y="87943"/>
                  </a:cubicBezTo>
                  <a:cubicBezTo>
                    <a:pt x="50498" y="89049"/>
                    <a:pt x="49806" y="90604"/>
                    <a:pt x="50774" y="92194"/>
                  </a:cubicBezTo>
                  <a:cubicBezTo>
                    <a:pt x="51085" y="92730"/>
                    <a:pt x="51068" y="92886"/>
                    <a:pt x="50688" y="93283"/>
                  </a:cubicBezTo>
                  <a:cubicBezTo>
                    <a:pt x="49685" y="94337"/>
                    <a:pt x="49703" y="95875"/>
                    <a:pt x="50567" y="96636"/>
                  </a:cubicBezTo>
                  <a:cubicBezTo>
                    <a:pt x="52208" y="98087"/>
                    <a:pt x="52986" y="99971"/>
                    <a:pt x="53971" y="101803"/>
                  </a:cubicBezTo>
                  <a:cubicBezTo>
                    <a:pt x="55440" y="104516"/>
                    <a:pt x="56771" y="107281"/>
                    <a:pt x="59933" y="108629"/>
                  </a:cubicBezTo>
                  <a:cubicBezTo>
                    <a:pt x="61661" y="109372"/>
                    <a:pt x="62629" y="111014"/>
                    <a:pt x="62664" y="113122"/>
                  </a:cubicBezTo>
                  <a:cubicBezTo>
                    <a:pt x="62716" y="116319"/>
                    <a:pt x="62871" y="119516"/>
                    <a:pt x="63096" y="122713"/>
                  </a:cubicBezTo>
                  <a:cubicBezTo>
                    <a:pt x="63251" y="125115"/>
                    <a:pt x="64426" y="127431"/>
                    <a:pt x="63631" y="129920"/>
                  </a:cubicBezTo>
                  <a:cubicBezTo>
                    <a:pt x="63303" y="130922"/>
                    <a:pt x="63459" y="131907"/>
                    <a:pt x="63839" y="132875"/>
                  </a:cubicBezTo>
                  <a:cubicBezTo>
                    <a:pt x="64323" y="134067"/>
                    <a:pt x="64461" y="135363"/>
                    <a:pt x="64288" y="136642"/>
                  </a:cubicBezTo>
                  <a:cubicBezTo>
                    <a:pt x="64184" y="137593"/>
                    <a:pt x="64582" y="138664"/>
                    <a:pt x="65653" y="139148"/>
                  </a:cubicBezTo>
                  <a:cubicBezTo>
                    <a:pt x="65680" y="139159"/>
                    <a:pt x="65711" y="139163"/>
                    <a:pt x="65743" y="139163"/>
                  </a:cubicBezTo>
                  <a:cubicBezTo>
                    <a:pt x="65886" y="139163"/>
                    <a:pt x="66069" y="139076"/>
                    <a:pt x="66205" y="139076"/>
                  </a:cubicBezTo>
                  <a:cubicBezTo>
                    <a:pt x="66332" y="139076"/>
                    <a:pt x="66419" y="139151"/>
                    <a:pt x="66397" y="139442"/>
                  </a:cubicBezTo>
                  <a:cubicBezTo>
                    <a:pt x="66362" y="139995"/>
                    <a:pt x="67071" y="140565"/>
                    <a:pt x="66293" y="141135"/>
                  </a:cubicBezTo>
                  <a:cubicBezTo>
                    <a:pt x="65895" y="141412"/>
                    <a:pt x="65360" y="142259"/>
                    <a:pt x="65774" y="142414"/>
                  </a:cubicBezTo>
                  <a:cubicBezTo>
                    <a:pt x="66898" y="142846"/>
                    <a:pt x="66500" y="143797"/>
                    <a:pt x="66777" y="144488"/>
                  </a:cubicBezTo>
                  <a:cubicBezTo>
                    <a:pt x="67468" y="146164"/>
                    <a:pt x="68505" y="147668"/>
                    <a:pt x="69801" y="148929"/>
                  </a:cubicBezTo>
                  <a:cubicBezTo>
                    <a:pt x="71823" y="150906"/>
                    <a:pt x="74091" y="152091"/>
                    <a:pt x="76808" y="152091"/>
                  </a:cubicBezTo>
                  <a:cubicBezTo>
                    <a:pt x="77226" y="152091"/>
                    <a:pt x="77656" y="152063"/>
                    <a:pt x="78096" y="152005"/>
                  </a:cubicBezTo>
                  <a:cubicBezTo>
                    <a:pt x="78355" y="151953"/>
                    <a:pt x="78580" y="151781"/>
                    <a:pt x="78718" y="151556"/>
                  </a:cubicBezTo>
                  <a:cubicBezTo>
                    <a:pt x="78874" y="151262"/>
                    <a:pt x="78615" y="151038"/>
                    <a:pt x="78355" y="150882"/>
                  </a:cubicBezTo>
                  <a:cubicBezTo>
                    <a:pt x="77595" y="150415"/>
                    <a:pt x="76835" y="149914"/>
                    <a:pt x="76040" y="149482"/>
                  </a:cubicBezTo>
                  <a:cubicBezTo>
                    <a:pt x="73914" y="148342"/>
                    <a:pt x="73551" y="146648"/>
                    <a:pt x="74899" y="144695"/>
                  </a:cubicBezTo>
                  <a:cubicBezTo>
                    <a:pt x="75608" y="143658"/>
                    <a:pt x="75694" y="142570"/>
                    <a:pt x="74173" y="142017"/>
                  </a:cubicBezTo>
                  <a:cubicBezTo>
                    <a:pt x="73707" y="141861"/>
                    <a:pt x="72929" y="141550"/>
                    <a:pt x="73551" y="140997"/>
                  </a:cubicBezTo>
                  <a:cubicBezTo>
                    <a:pt x="74260" y="140340"/>
                    <a:pt x="74260" y="139597"/>
                    <a:pt x="74415" y="138837"/>
                  </a:cubicBezTo>
                  <a:cubicBezTo>
                    <a:pt x="74605" y="137783"/>
                    <a:pt x="73534" y="136193"/>
                    <a:pt x="75677" y="135985"/>
                  </a:cubicBezTo>
                  <a:cubicBezTo>
                    <a:pt x="75746" y="135985"/>
                    <a:pt x="75850" y="135588"/>
                    <a:pt x="75798" y="135432"/>
                  </a:cubicBezTo>
                  <a:cubicBezTo>
                    <a:pt x="75444" y="134260"/>
                    <a:pt x="75867" y="133923"/>
                    <a:pt x="76900" y="133923"/>
                  </a:cubicBezTo>
                  <a:cubicBezTo>
                    <a:pt x="76978" y="133923"/>
                    <a:pt x="77060" y="133925"/>
                    <a:pt x="77146" y="133929"/>
                  </a:cubicBezTo>
                  <a:cubicBezTo>
                    <a:pt x="77188" y="133931"/>
                    <a:pt x="77231" y="133932"/>
                    <a:pt x="77272" y="133932"/>
                  </a:cubicBezTo>
                  <a:cubicBezTo>
                    <a:pt x="78202" y="133932"/>
                    <a:pt x="78980" y="133388"/>
                    <a:pt x="79427" y="132512"/>
                  </a:cubicBezTo>
                  <a:cubicBezTo>
                    <a:pt x="79859" y="131648"/>
                    <a:pt x="79738" y="130836"/>
                    <a:pt x="79047" y="130110"/>
                  </a:cubicBezTo>
                  <a:cubicBezTo>
                    <a:pt x="78857" y="129902"/>
                    <a:pt x="78822" y="129557"/>
                    <a:pt x="78701" y="129280"/>
                  </a:cubicBezTo>
                  <a:lnTo>
                    <a:pt x="78701" y="129280"/>
                  </a:lnTo>
                  <a:cubicBezTo>
                    <a:pt x="78977" y="129298"/>
                    <a:pt x="79237" y="129332"/>
                    <a:pt x="79513" y="129384"/>
                  </a:cubicBezTo>
                  <a:cubicBezTo>
                    <a:pt x="79669" y="129427"/>
                    <a:pt x="79830" y="129448"/>
                    <a:pt x="79991" y="129448"/>
                  </a:cubicBezTo>
                  <a:cubicBezTo>
                    <a:pt x="80347" y="129448"/>
                    <a:pt x="80702" y="129344"/>
                    <a:pt x="80999" y="129142"/>
                  </a:cubicBezTo>
                  <a:cubicBezTo>
                    <a:pt x="82900" y="128001"/>
                    <a:pt x="83350" y="125841"/>
                    <a:pt x="84473" y="124148"/>
                  </a:cubicBezTo>
                  <a:cubicBezTo>
                    <a:pt x="85216" y="123024"/>
                    <a:pt x="86149" y="121815"/>
                    <a:pt x="85544" y="120225"/>
                  </a:cubicBezTo>
                  <a:cubicBezTo>
                    <a:pt x="85026" y="118808"/>
                    <a:pt x="85959" y="118186"/>
                    <a:pt x="86927" y="117356"/>
                  </a:cubicBezTo>
                  <a:cubicBezTo>
                    <a:pt x="88258" y="116233"/>
                    <a:pt x="90314" y="116371"/>
                    <a:pt x="91230" y="115213"/>
                  </a:cubicBezTo>
                  <a:cubicBezTo>
                    <a:pt x="93096" y="112846"/>
                    <a:pt x="93788" y="109908"/>
                    <a:pt x="93874" y="106866"/>
                  </a:cubicBezTo>
                  <a:cubicBezTo>
                    <a:pt x="93909" y="105743"/>
                    <a:pt x="93563" y="104637"/>
                    <a:pt x="94635" y="103635"/>
                  </a:cubicBezTo>
                  <a:cubicBezTo>
                    <a:pt x="95637" y="102650"/>
                    <a:pt x="96432" y="101492"/>
                    <a:pt x="97002" y="100213"/>
                  </a:cubicBezTo>
                  <a:cubicBezTo>
                    <a:pt x="98350" y="97189"/>
                    <a:pt x="97555" y="95668"/>
                    <a:pt x="93770" y="93404"/>
                  </a:cubicBezTo>
                  <a:cubicBezTo>
                    <a:pt x="92864" y="92866"/>
                    <a:pt x="92012" y="92178"/>
                    <a:pt x="90923" y="92178"/>
                  </a:cubicBezTo>
                  <a:cubicBezTo>
                    <a:pt x="90787" y="92178"/>
                    <a:pt x="90648" y="92189"/>
                    <a:pt x="90504" y="92212"/>
                  </a:cubicBezTo>
                  <a:cubicBezTo>
                    <a:pt x="90375" y="92232"/>
                    <a:pt x="90250" y="92241"/>
                    <a:pt x="90128" y="92241"/>
                  </a:cubicBezTo>
                  <a:cubicBezTo>
                    <a:pt x="89316" y="92241"/>
                    <a:pt x="88640" y="91827"/>
                    <a:pt x="87964" y="91451"/>
                  </a:cubicBezTo>
                  <a:cubicBezTo>
                    <a:pt x="86720" y="90760"/>
                    <a:pt x="85423" y="90190"/>
                    <a:pt x="84076" y="89740"/>
                  </a:cubicBezTo>
                  <a:cubicBezTo>
                    <a:pt x="83419" y="89533"/>
                    <a:pt x="82365" y="89412"/>
                    <a:pt x="82226" y="88306"/>
                  </a:cubicBezTo>
                  <a:cubicBezTo>
                    <a:pt x="81898" y="85511"/>
                    <a:pt x="80349" y="82231"/>
                    <a:pt x="77208" y="82231"/>
                  </a:cubicBezTo>
                  <a:cubicBezTo>
                    <a:pt x="77047" y="82231"/>
                    <a:pt x="76883" y="82240"/>
                    <a:pt x="76714" y="82258"/>
                  </a:cubicBezTo>
                  <a:cubicBezTo>
                    <a:pt x="76610" y="82274"/>
                    <a:pt x="76507" y="82282"/>
                    <a:pt x="76405" y="82282"/>
                  </a:cubicBezTo>
                  <a:cubicBezTo>
                    <a:pt x="75873" y="82282"/>
                    <a:pt x="75365" y="82061"/>
                    <a:pt x="75003" y="81670"/>
                  </a:cubicBezTo>
                  <a:cubicBezTo>
                    <a:pt x="73810" y="80478"/>
                    <a:pt x="72722" y="79147"/>
                    <a:pt x="71356" y="78179"/>
                  </a:cubicBezTo>
                  <a:cubicBezTo>
                    <a:pt x="70652" y="77672"/>
                    <a:pt x="69937" y="76844"/>
                    <a:pt x="68958" y="76844"/>
                  </a:cubicBezTo>
                  <a:cubicBezTo>
                    <a:pt x="68735" y="76844"/>
                    <a:pt x="68499" y="76887"/>
                    <a:pt x="68246" y="76987"/>
                  </a:cubicBezTo>
                  <a:cubicBezTo>
                    <a:pt x="68013" y="77081"/>
                    <a:pt x="67785" y="77113"/>
                    <a:pt x="67562" y="77113"/>
                  </a:cubicBezTo>
                  <a:cubicBezTo>
                    <a:pt x="67089" y="77113"/>
                    <a:pt x="66635" y="76969"/>
                    <a:pt x="66189" y="76969"/>
                  </a:cubicBezTo>
                  <a:cubicBezTo>
                    <a:pt x="64783" y="76969"/>
                    <a:pt x="63941" y="75706"/>
                    <a:pt x="62605" y="75706"/>
                  </a:cubicBezTo>
                  <a:cubicBezTo>
                    <a:pt x="62579" y="75706"/>
                    <a:pt x="62552" y="75707"/>
                    <a:pt x="62525" y="75708"/>
                  </a:cubicBezTo>
                  <a:cubicBezTo>
                    <a:pt x="62280" y="75708"/>
                    <a:pt x="61828" y="76012"/>
                    <a:pt x="61511" y="76012"/>
                  </a:cubicBezTo>
                  <a:cubicBezTo>
                    <a:pt x="61248" y="76012"/>
                    <a:pt x="61077" y="75802"/>
                    <a:pt x="61195" y="75034"/>
                  </a:cubicBezTo>
                  <a:cubicBezTo>
                    <a:pt x="61232" y="74788"/>
                    <a:pt x="60883" y="74612"/>
                    <a:pt x="60617" y="74612"/>
                  </a:cubicBezTo>
                  <a:cubicBezTo>
                    <a:pt x="60509" y="74612"/>
                    <a:pt x="60415" y="74641"/>
                    <a:pt x="60365" y="74706"/>
                  </a:cubicBezTo>
                  <a:cubicBezTo>
                    <a:pt x="59225" y="76088"/>
                    <a:pt x="57099" y="76071"/>
                    <a:pt x="56166" y="77747"/>
                  </a:cubicBezTo>
                  <a:cubicBezTo>
                    <a:pt x="55842" y="78325"/>
                    <a:pt x="55457" y="78771"/>
                    <a:pt x="54917" y="78771"/>
                  </a:cubicBezTo>
                  <a:cubicBezTo>
                    <a:pt x="54649" y="78771"/>
                    <a:pt x="54343" y="78661"/>
                    <a:pt x="53988" y="78404"/>
                  </a:cubicBezTo>
                  <a:cubicBezTo>
                    <a:pt x="53637" y="78125"/>
                    <a:pt x="53206" y="77982"/>
                    <a:pt x="52772" y="77982"/>
                  </a:cubicBezTo>
                  <a:cubicBezTo>
                    <a:pt x="52480" y="77982"/>
                    <a:pt x="52186" y="78047"/>
                    <a:pt x="51915" y="78179"/>
                  </a:cubicBezTo>
                  <a:cubicBezTo>
                    <a:pt x="51373" y="78410"/>
                    <a:pt x="50918" y="78527"/>
                    <a:pt x="50541" y="78527"/>
                  </a:cubicBezTo>
                  <a:cubicBezTo>
                    <a:pt x="49618" y="78527"/>
                    <a:pt x="49166" y="77825"/>
                    <a:pt x="49080" y="76365"/>
                  </a:cubicBezTo>
                  <a:cubicBezTo>
                    <a:pt x="49046" y="75397"/>
                    <a:pt x="49184" y="74446"/>
                    <a:pt x="49478" y="73530"/>
                  </a:cubicBezTo>
                  <a:cubicBezTo>
                    <a:pt x="50012" y="71861"/>
                    <a:pt x="49095" y="70692"/>
                    <a:pt x="47366" y="70692"/>
                  </a:cubicBezTo>
                  <a:cubicBezTo>
                    <a:pt x="47305" y="70692"/>
                    <a:pt x="47243" y="70693"/>
                    <a:pt x="47179" y="70696"/>
                  </a:cubicBezTo>
                  <a:cubicBezTo>
                    <a:pt x="46730" y="70714"/>
                    <a:pt x="46281" y="70765"/>
                    <a:pt x="45814" y="70783"/>
                  </a:cubicBezTo>
                  <a:cubicBezTo>
                    <a:pt x="45755" y="70784"/>
                    <a:pt x="45699" y="70786"/>
                    <a:pt x="45645" y="70786"/>
                  </a:cubicBezTo>
                  <a:cubicBezTo>
                    <a:pt x="45148" y="70786"/>
                    <a:pt x="44886" y="70683"/>
                    <a:pt x="45088" y="69919"/>
                  </a:cubicBezTo>
                  <a:cubicBezTo>
                    <a:pt x="45469" y="68484"/>
                    <a:pt x="46143" y="67240"/>
                    <a:pt x="46886" y="65996"/>
                  </a:cubicBezTo>
                  <a:cubicBezTo>
                    <a:pt x="47214" y="65443"/>
                    <a:pt x="47231" y="64993"/>
                    <a:pt x="46747" y="64613"/>
                  </a:cubicBezTo>
                  <a:cubicBezTo>
                    <a:pt x="46406" y="64334"/>
                    <a:pt x="45929" y="64209"/>
                    <a:pt x="45417" y="64209"/>
                  </a:cubicBezTo>
                  <a:cubicBezTo>
                    <a:pt x="44221" y="64209"/>
                    <a:pt x="42833" y="64889"/>
                    <a:pt x="42531" y="65857"/>
                  </a:cubicBezTo>
                  <a:cubicBezTo>
                    <a:pt x="42161" y="67044"/>
                    <a:pt x="40793" y="67929"/>
                    <a:pt x="39553" y="67929"/>
                  </a:cubicBezTo>
                  <a:cubicBezTo>
                    <a:pt x="39113" y="67929"/>
                    <a:pt x="38689" y="67817"/>
                    <a:pt x="38331" y="67568"/>
                  </a:cubicBezTo>
                  <a:cubicBezTo>
                    <a:pt x="36966" y="66601"/>
                    <a:pt x="35998" y="64872"/>
                    <a:pt x="36517" y="63455"/>
                  </a:cubicBezTo>
                  <a:cubicBezTo>
                    <a:pt x="37571" y="60569"/>
                    <a:pt x="37986" y="56802"/>
                    <a:pt x="41822" y="56093"/>
                  </a:cubicBezTo>
                  <a:cubicBezTo>
                    <a:pt x="44259" y="55627"/>
                    <a:pt x="46696" y="55299"/>
                    <a:pt x="49167" y="55126"/>
                  </a:cubicBezTo>
                  <a:cubicBezTo>
                    <a:pt x="49252" y="55120"/>
                    <a:pt x="49338" y="55117"/>
                    <a:pt x="49425" y="55117"/>
                  </a:cubicBezTo>
                  <a:cubicBezTo>
                    <a:pt x="50819" y="55117"/>
                    <a:pt x="52364" y="55920"/>
                    <a:pt x="51811" y="58133"/>
                  </a:cubicBezTo>
                  <a:cubicBezTo>
                    <a:pt x="51707" y="58582"/>
                    <a:pt x="52087" y="59204"/>
                    <a:pt x="52329" y="59688"/>
                  </a:cubicBezTo>
                  <a:cubicBezTo>
                    <a:pt x="52602" y="60250"/>
                    <a:pt x="52992" y="60846"/>
                    <a:pt x="53666" y="60846"/>
                  </a:cubicBezTo>
                  <a:cubicBezTo>
                    <a:pt x="53675" y="60846"/>
                    <a:pt x="53685" y="60846"/>
                    <a:pt x="53695" y="60846"/>
                  </a:cubicBezTo>
                  <a:cubicBezTo>
                    <a:pt x="54455" y="60811"/>
                    <a:pt x="54628" y="60085"/>
                    <a:pt x="54852" y="59498"/>
                  </a:cubicBezTo>
                  <a:cubicBezTo>
                    <a:pt x="55146" y="58703"/>
                    <a:pt x="55146" y="57822"/>
                    <a:pt x="54887" y="57027"/>
                  </a:cubicBezTo>
                  <a:cubicBezTo>
                    <a:pt x="54127" y="54642"/>
                    <a:pt x="54922" y="53017"/>
                    <a:pt x="57116" y="51894"/>
                  </a:cubicBezTo>
                  <a:cubicBezTo>
                    <a:pt x="58291" y="51307"/>
                    <a:pt x="59328" y="50442"/>
                    <a:pt x="60469" y="49786"/>
                  </a:cubicBezTo>
                  <a:cubicBezTo>
                    <a:pt x="62128" y="48818"/>
                    <a:pt x="61575" y="46641"/>
                    <a:pt x="63096" y="45448"/>
                  </a:cubicBezTo>
                  <a:cubicBezTo>
                    <a:pt x="64720" y="44169"/>
                    <a:pt x="65757" y="42113"/>
                    <a:pt x="68194" y="42061"/>
                  </a:cubicBezTo>
                  <a:cubicBezTo>
                    <a:pt x="68574" y="42044"/>
                    <a:pt x="69006" y="41888"/>
                    <a:pt x="69075" y="41456"/>
                  </a:cubicBezTo>
                  <a:cubicBezTo>
                    <a:pt x="69369" y="39711"/>
                    <a:pt x="70924" y="39417"/>
                    <a:pt x="72151" y="38760"/>
                  </a:cubicBezTo>
                  <a:cubicBezTo>
                    <a:pt x="72321" y="38667"/>
                    <a:pt x="72565" y="38512"/>
                    <a:pt x="72753" y="38512"/>
                  </a:cubicBezTo>
                  <a:cubicBezTo>
                    <a:pt x="72950" y="38512"/>
                    <a:pt x="73086" y="38680"/>
                    <a:pt x="73015" y="39261"/>
                  </a:cubicBezTo>
                  <a:cubicBezTo>
                    <a:pt x="72956" y="39796"/>
                    <a:pt x="73330" y="40078"/>
                    <a:pt x="73743" y="40078"/>
                  </a:cubicBezTo>
                  <a:cubicBezTo>
                    <a:pt x="73931" y="40078"/>
                    <a:pt x="74127" y="40020"/>
                    <a:pt x="74294" y="39901"/>
                  </a:cubicBezTo>
                  <a:cubicBezTo>
                    <a:pt x="75746" y="38898"/>
                    <a:pt x="77457" y="38501"/>
                    <a:pt x="78995" y="37723"/>
                  </a:cubicBezTo>
                  <a:cubicBezTo>
                    <a:pt x="79738" y="37326"/>
                    <a:pt x="80291" y="36773"/>
                    <a:pt x="79790" y="35995"/>
                  </a:cubicBezTo>
                  <a:cubicBezTo>
                    <a:pt x="79597" y="35708"/>
                    <a:pt x="79414" y="35603"/>
                    <a:pt x="79239" y="35603"/>
                  </a:cubicBezTo>
                  <a:cubicBezTo>
                    <a:pt x="78865" y="35603"/>
                    <a:pt x="78524" y="36083"/>
                    <a:pt x="78183" y="36306"/>
                  </a:cubicBezTo>
                  <a:cubicBezTo>
                    <a:pt x="77820" y="36545"/>
                    <a:pt x="77447" y="36741"/>
                    <a:pt x="77083" y="36741"/>
                  </a:cubicBezTo>
                  <a:cubicBezTo>
                    <a:pt x="76789" y="36741"/>
                    <a:pt x="76501" y="36612"/>
                    <a:pt x="76230" y="36272"/>
                  </a:cubicBezTo>
                  <a:cubicBezTo>
                    <a:pt x="75677" y="35563"/>
                    <a:pt x="76126" y="35148"/>
                    <a:pt x="76731" y="34751"/>
                  </a:cubicBezTo>
                  <a:cubicBezTo>
                    <a:pt x="77318" y="34371"/>
                    <a:pt x="77284" y="33818"/>
                    <a:pt x="77025" y="33196"/>
                  </a:cubicBezTo>
                  <a:cubicBezTo>
                    <a:pt x="76921" y="32919"/>
                    <a:pt x="76161" y="33023"/>
                    <a:pt x="76593" y="32643"/>
                  </a:cubicBezTo>
                  <a:cubicBezTo>
                    <a:pt x="76708" y="32536"/>
                    <a:pt x="76805" y="32492"/>
                    <a:pt x="76888" y="32492"/>
                  </a:cubicBezTo>
                  <a:cubicBezTo>
                    <a:pt x="77143" y="32492"/>
                    <a:pt x="77279" y="32892"/>
                    <a:pt x="77474" y="33126"/>
                  </a:cubicBezTo>
                  <a:cubicBezTo>
                    <a:pt x="77830" y="33563"/>
                    <a:pt x="78559" y="33892"/>
                    <a:pt x="79019" y="33892"/>
                  </a:cubicBezTo>
                  <a:cubicBezTo>
                    <a:pt x="79251" y="33892"/>
                    <a:pt x="79415" y="33808"/>
                    <a:pt x="79427" y="33610"/>
                  </a:cubicBezTo>
                  <a:cubicBezTo>
                    <a:pt x="79485" y="32639"/>
                    <a:pt x="79866" y="32465"/>
                    <a:pt x="80317" y="32465"/>
                  </a:cubicBezTo>
                  <a:cubicBezTo>
                    <a:pt x="80569" y="32465"/>
                    <a:pt x="80843" y="32519"/>
                    <a:pt x="81095" y="32519"/>
                  </a:cubicBezTo>
                  <a:cubicBezTo>
                    <a:pt x="81194" y="32519"/>
                    <a:pt x="81290" y="32511"/>
                    <a:pt x="81380" y="32487"/>
                  </a:cubicBezTo>
                  <a:cubicBezTo>
                    <a:pt x="81894" y="32340"/>
                    <a:pt x="82271" y="31830"/>
                    <a:pt x="82830" y="31830"/>
                  </a:cubicBezTo>
                  <a:cubicBezTo>
                    <a:pt x="82928" y="31830"/>
                    <a:pt x="83031" y="31846"/>
                    <a:pt x="83142" y="31882"/>
                  </a:cubicBezTo>
                  <a:cubicBezTo>
                    <a:pt x="82658" y="32470"/>
                    <a:pt x="82192" y="33075"/>
                    <a:pt x="81708" y="33679"/>
                  </a:cubicBezTo>
                  <a:cubicBezTo>
                    <a:pt x="81604" y="33766"/>
                    <a:pt x="81483" y="33835"/>
                    <a:pt x="81362" y="33904"/>
                  </a:cubicBezTo>
                  <a:cubicBezTo>
                    <a:pt x="81034" y="34129"/>
                    <a:pt x="80775" y="34423"/>
                    <a:pt x="80878" y="34872"/>
                  </a:cubicBezTo>
                  <a:cubicBezTo>
                    <a:pt x="80999" y="35304"/>
                    <a:pt x="81380" y="35252"/>
                    <a:pt x="81673" y="35425"/>
                  </a:cubicBezTo>
                  <a:cubicBezTo>
                    <a:pt x="81973" y="35596"/>
                    <a:pt x="82292" y="35648"/>
                    <a:pt x="82615" y="35648"/>
                  </a:cubicBezTo>
                  <a:cubicBezTo>
                    <a:pt x="83130" y="35648"/>
                    <a:pt x="83658" y="35514"/>
                    <a:pt x="84141" y="35514"/>
                  </a:cubicBezTo>
                  <a:cubicBezTo>
                    <a:pt x="84489" y="35514"/>
                    <a:pt x="84814" y="35584"/>
                    <a:pt x="85095" y="35822"/>
                  </a:cubicBezTo>
                  <a:cubicBezTo>
                    <a:pt x="85535" y="36187"/>
                    <a:pt x="85875" y="36332"/>
                    <a:pt x="86134" y="36332"/>
                  </a:cubicBezTo>
                  <a:cubicBezTo>
                    <a:pt x="86710" y="36332"/>
                    <a:pt x="86887" y="35618"/>
                    <a:pt x="86875" y="35010"/>
                  </a:cubicBezTo>
                  <a:cubicBezTo>
                    <a:pt x="86858" y="34215"/>
                    <a:pt x="87601" y="32729"/>
                    <a:pt x="85665" y="32625"/>
                  </a:cubicBezTo>
                  <a:cubicBezTo>
                    <a:pt x="84991" y="32591"/>
                    <a:pt x="85130" y="31986"/>
                    <a:pt x="85596" y="31485"/>
                  </a:cubicBezTo>
                  <a:cubicBezTo>
                    <a:pt x="87186" y="29791"/>
                    <a:pt x="86650" y="27527"/>
                    <a:pt x="84508" y="26767"/>
                  </a:cubicBezTo>
                  <a:cubicBezTo>
                    <a:pt x="84006" y="26594"/>
                    <a:pt x="83557" y="26214"/>
                    <a:pt x="83661" y="25834"/>
                  </a:cubicBezTo>
                  <a:cubicBezTo>
                    <a:pt x="83972" y="24503"/>
                    <a:pt x="83039" y="23432"/>
                    <a:pt x="83090" y="22170"/>
                  </a:cubicBezTo>
                  <a:cubicBezTo>
                    <a:pt x="83108" y="21773"/>
                    <a:pt x="83073" y="21375"/>
                    <a:pt x="82624" y="21220"/>
                  </a:cubicBezTo>
                  <a:cubicBezTo>
                    <a:pt x="82529" y="21188"/>
                    <a:pt x="82437" y="21174"/>
                    <a:pt x="82348" y="21174"/>
                  </a:cubicBezTo>
                  <a:cubicBezTo>
                    <a:pt x="82049" y="21174"/>
                    <a:pt x="81787" y="21339"/>
                    <a:pt x="81587" y="21565"/>
                  </a:cubicBezTo>
                  <a:cubicBezTo>
                    <a:pt x="81086" y="22135"/>
                    <a:pt x="80464" y="22602"/>
                    <a:pt x="79755" y="22913"/>
                  </a:cubicBezTo>
                  <a:cubicBezTo>
                    <a:pt x="79583" y="22995"/>
                    <a:pt x="79411" y="23071"/>
                    <a:pt x="79247" y="23071"/>
                  </a:cubicBezTo>
                  <a:cubicBezTo>
                    <a:pt x="79097" y="23071"/>
                    <a:pt x="78954" y="23008"/>
                    <a:pt x="78822" y="22827"/>
                  </a:cubicBezTo>
                  <a:cubicBezTo>
                    <a:pt x="78563" y="22498"/>
                    <a:pt x="78753" y="22274"/>
                    <a:pt x="78960" y="22015"/>
                  </a:cubicBezTo>
                  <a:cubicBezTo>
                    <a:pt x="79496" y="21254"/>
                    <a:pt x="79254" y="20736"/>
                    <a:pt x="78459" y="20338"/>
                  </a:cubicBezTo>
                  <a:cubicBezTo>
                    <a:pt x="78131" y="20165"/>
                    <a:pt x="77837" y="19941"/>
                    <a:pt x="77578" y="19664"/>
                  </a:cubicBezTo>
                  <a:cubicBezTo>
                    <a:pt x="77168" y="19146"/>
                    <a:pt x="76356" y="18913"/>
                    <a:pt x="75491" y="18913"/>
                  </a:cubicBezTo>
                  <a:cubicBezTo>
                    <a:pt x="74278" y="18913"/>
                    <a:pt x="72961" y="19371"/>
                    <a:pt x="72497" y="20148"/>
                  </a:cubicBezTo>
                  <a:cubicBezTo>
                    <a:pt x="72065" y="20874"/>
                    <a:pt x="71788" y="21824"/>
                    <a:pt x="70803" y="22170"/>
                  </a:cubicBezTo>
                  <a:cubicBezTo>
                    <a:pt x="70354" y="22326"/>
                    <a:pt x="70043" y="22792"/>
                    <a:pt x="70337" y="23276"/>
                  </a:cubicBezTo>
                  <a:cubicBezTo>
                    <a:pt x="71356" y="25004"/>
                    <a:pt x="70043" y="25488"/>
                    <a:pt x="68902" y="26024"/>
                  </a:cubicBezTo>
                  <a:cubicBezTo>
                    <a:pt x="67693" y="26577"/>
                    <a:pt x="66241" y="26801"/>
                    <a:pt x="66345" y="28685"/>
                  </a:cubicBezTo>
                  <a:cubicBezTo>
                    <a:pt x="66379" y="29117"/>
                    <a:pt x="65895" y="29601"/>
                    <a:pt x="65584" y="30016"/>
                  </a:cubicBezTo>
                  <a:cubicBezTo>
                    <a:pt x="65442" y="30197"/>
                    <a:pt x="65232" y="30465"/>
                    <a:pt x="64983" y="30465"/>
                  </a:cubicBezTo>
                  <a:cubicBezTo>
                    <a:pt x="64899" y="30465"/>
                    <a:pt x="64811" y="30435"/>
                    <a:pt x="64720" y="30361"/>
                  </a:cubicBezTo>
                  <a:cubicBezTo>
                    <a:pt x="64409" y="30120"/>
                    <a:pt x="64288" y="29705"/>
                    <a:pt x="64409" y="29342"/>
                  </a:cubicBezTo>
                  <a:cubicBezTo>
                    <a:pt x="64893" y="27596"/>
                    <a:pt x="65083" y="25989"/>
                    <a:pt x="62508" y="25903"/>
                  </a:cubicBezTo>
                  <a:cubicBezTo>
                    <a:pt x="62249" y="25903"/>
                    <a:pt x="61938" y="25644"/>
                    <a:pt x="61748" y="25436"/>
                  </a:cubicBezTo>
                  <a:cubicBezTo>
                    <a:pt x="61084" y="24759"/>
                    <a:pt x="60400" y="24243"/>
                    <a:pt x="59552" y="24243"/>
                  </a:cubicBezTo>
                  <a:cubicBezTo>
                    <a:pt x="59252" y="24243"/>
                    <a:pt x="58932" y="24307"/>
                    <a:pt x="58585" y="24451"/>
                  </a:cubicBezTo>
                  <a:cubicBezTo>
                    <a:pt x="58566" y="24457"/>
                    <a:pt x="58545" y="24459"/>
                    <a:pt x="58523" y="24459"/>
                  </a:cubicBezTo>
                  <a:cubicBezTo>
                    <a:pt x="58409" y="24459"/>
                    <a:pt x="58269" y="24394"/>
                    <a:pt x="58153" y="24365"/>
                  </a:cubicBezTo>
                  <a:cubicBezTo>
                    <a:pt x="58758" y="23501"/>
                    <a:pt x="57687" y="22429"/>
                    <a:pt x="58827" y="21462"/>
                  </a:cubicBezTo>
                  <a:cubicBezTo>
                    <a:pt x="61800" y="18990"/>
                    <a:pt x="65757" y="18558"/>
                    <a:pt x="68781" y="16294"/>
                  </a:cubicBezTo>
                  <a:lnTo>
                    <a:pt x="69455" y="15828"/>
                  </a:lnTo>
                  <a:cubicBezTo>
                    <a:pt x="70337" y="15586"/>
                    <a:pt x="71218" y="15206"/>
                    <a:pt x="72117" y="15119"/>
                  </a:cubicBezTo>
                  <a:cubicBezTo>
                    <a:pt x="74346" y="14912"/>
                    <a:pt x="75331" y="13910"/>
                    <a:pt x="75262" y="11767"/>
                  </a:cubicBezTo>
                  <a:cubicBezTo>
                    <a:pt x="75262" y="11596"/>
                    <a:pt x="75299" y="11543"/>
                    <a:pt x="75353" y="11543"/>
                  </a:cubicBezTo>
                  <a:cubicBezTo>
                    <a:pt x="75441" y="11543"/>
                    <a:pt x="75574" y="11687"/>
                    <a:pt x="75659" y="11698"/>
                  </a:cubicBezTo>
                  <a:cubicBezTo>
                    <a:pt x="76835" y="11749"/>
                    <a:pt x="77733" y="12683"/>
                    <a:pt x="78943" y="12752"/>
                  </a:cubicBezTo>
                  <a:cubicBezTo>
                    <a:pt x="79461" y="12769"/>
                    <a:pt x="79945" y="13391"/>
                    <a:pt x="80412" y="13789"/>
                  </a:cubicBezTo>
                  <a:cubicBezTo>
                    <a:pt x="80395" y="13944"/>
                    <a:pt x="80325" y="14082"/>
                    <a:pt x="80204" y="14203"/>
                  </a:cubicBezTo>
                  <a:cubicBezTo>
                    <a:pt x="79099" y="14649"/>
                    <a:pt x="78211" y="15599"/>
                    <a:pt x="76924" y="15599"/>
                  </a:cubicBezTo>
                  <a:cubicBezTo>
                    <a:pt x="76763" y="15599"/>
                    <a:pt x="76595" y="15584"/>
                    <a:pt x="76420" y="15551"/>
                  </a:cubicBezTo>
                  <a:cubicBezTo>
                    <a:pt x="76325" y="15534"/>
                    <a:pt x="76229" y="15525"/>
                    <a:pt x="76135" y="15525"/>
                  </a:cubicBezTo>
                  <a:cubicBezTo>
                    <a:pt x="75478" y="15525"/>
                    <a:pt x="74895" y="15947"/>
                    <a:pt x="74985" y="16778"/>
                  </a:cubicBezTo>
                  <a:cubicBezTo>
                    <a:pt x="75041" y="17437"/>
                    <a:pt x="75422" y="17620"/>
                    <a:pt x="75866" y="17620"/>
                  </a:cubicBezTo>
                  <a:cubicBezTo>
                    <a:pt x="76109" y="17620"/>
                    <a:pt x="76372" y="17565"/>
                    <a:pt x="76610" y="17504"/>
                  </a:cubicBezTo>
                  <a:cubicBezTo>
                    <a:pt x="76822" y="17451"/>
                    <a:pt x="77015" y="17425"/>
                    <a:pt x="77193" y="17425"/>
                  </a:cubicBezTo>
                  <a:cubicBezTo>
                    <a:pt x="77828" y="17425"/>
                    <a:pt x="78286" y="17750"/>
                    <a:pt x="78839" y="18316"/>
                  </a:cubicBezTo>
                  <a:cubicBezTo>
                    <a:pt x="79617" y="19094"/>
                    <a:pt x="80723" y="19612"/>
                    <a:pt x="81794" y="19993"/>
                  </a:cubicBezTo>
                  <a:cubicBezTo>
                    <a:pt x="81906" y="20034"/>
                    <a:pt x="82005" y="20053"/>
                    <a:pt x="82094" y="20053"/>
                  </a:cubicBezTo>
                  <a:cubicBezTo>
                    <a:pt x="82595" y="20053"/>
                    <a:pt x="82747" y="19445"/>
                    <a:pt x="82762" y="18887"/>
                  </a:cubicBezTo>
                  <a:cubicBezTo>
                    <a:pt x="82805" y="18878"/>
                    <a:pt x="82849" y="18874"/>
                    <a:pt x="82892" y="18874"/>
                  </a:cubicBezTo>
                  <a:cubicBezTo>
                    <a:pt x="82935" y="18874"/>
                    <a:pt x="82978" y="18878"/>
                    <a:pt x="83021" y="18887"/>
                  </a:cubicBezTo>
                  <a:cubicBezTo>
                    <a:pt x="83375" y="18985"/>
                    <a:pt x="83662" y="19030"/>
                    <a:pt x="83892" y="19030"/>
                  </a:cubicBezTo>
                  <a:cubicBezTo>
                    <a:pt x="85038" y="19030"/>
                    <a:pt x="84816" y="17932"/>
                    <a:pt x="84629" y="16882"/>
                  </a:cubicBezTo>
                  <a:cubicBezTo>
                    <a:pt x="84577" y="16588"/>
                    <a:pt x="84404" y="16122"/>
                    <a:pt x="84525" y="16018"/>
                  </a:cubicBezTo>
                  <a:cubicBezTo>
                    <a:pt x="84606" y="15948"/>
                    <a:pt x="84680" y="15920"/>
                    <a:pt x="84749" y="15920"/>
                  </a:cubicBezTo>
                  <a:cubicBezTo>
                    <a:pt x="84985" y="15920"/>
                    <a:pt x="85161" y="16252"/>
                    <a:pt x="85389" y="16346"/>
                  </a:cubicBezTo>
                  <a:cubicBezTo>
                    <a:pt x="85637" y="16436"/>
                    <a:pt x="85876" y="16474"/>
                    <a:pt x="86110" y="16474"/>
                  </a:cubicBezTo>
                  <a:cubicBezTo>
                    <a:pt x="86771" y="16474"/>
                    <a:pt x="87381" y="16174"/>
                    <a:pt x="87981" y="15931"/>
                  </a:cubicBezTo>
                  <a:cubicBezTo>
                    <a:pt x="88344" y="15793"/>
                    <a:pt x="88500" y="15275"/>
                    <a:pt x="88258" y="15033"/>
                  </a:cubicBezTo>
                  <a:cubicBezTo>
                    <a:pt x="87065" y="13754"/>
                    <a:pt x="85976" y="12406"/>
                    <a:pt x="84819" y="11110"/>
                  </a:cubicBezTo>
                  <a:cubicBezTo>
                    <a:pt x="84162" y="10350"/>
                    <a:pt x="83160" y="9779"/>
                    <a:pt x="82537" y="8915"/>
                  </a:cubicBezTo>
                  <a:cubicBezTo>
                    <a:pt x="82209" y="8379"/>
                    <a:pt x="81639" y="8034"/>
                    <a:pt x="81017" y="7999"/>
                  </a:cubicBezTo>
                  <a:cubicBezTo>
                    <a:pt x="80983" y="7995"/>
                    <a:pt x="80950" y="7994"/>
                    <a:pt x="80916" y="7994"/>
                  </a:cubicBezTo>
                  <a:cubicBezTo>
                    <a:pt x="80688" y="7994"/>
                    <a:pt x="80453" y="8074"/>
                    <a:pt x="80228" y="8074"/>
                  </a:cubicBezTo>
                  <a:cubicBezTo>
                    <a:pt x="80056" y="8074"/>
                    <a:pt x="79890" y="8027"/>
                    <a:pt x="79738" y="7861"/>
                  </a:cubicBezTo>
                  <a:cubicBezTo>
                    <a:pt x="80170" y="7757"/>
                    <a:pt x="80602" y="7654"/>
                    <a:pt x="81017" y="7585"/>
                  </a:cubicBezTo>
                  <a:cubicBezTo>
                    <a:pt x="81518" y="7481"/>
                    <a:pt x="82192" y="7567"/>
                    <a:pt x="82226" y="6859"/>
                  </a:cubicBezTo>
                  <a:cubicBezTo>
                    <a:pt x="82278" y="6202"/>
                    <a:pt x="81673" y="6167"/>
                    <a:pt x="81207" y="6046"/>
                  </a:cubicBezTo>
                  <a:cubicBezTo>
                    <a:pt x="81086" y="6012"/>
                    <a:pt x="80948" y="5960"/>
                    <a:pt x="80844" y="5891"/>
                  </a:cubicBezTo>
                  <a:cubicBezTo>
                    <a:pt x="80958" y="5878"/>
                    <a:pt x="81101" y="5837"/>
                    <a:pt x="81223" y="5837"/>
                  </a:cubicBezTo>
                  <a:cubicBezTo>
                    <a:pt x="81267" y="5837"/>
                    <a:pt x="81309" y="5843"/>
                    <a:pt x="81345" y="5856"/>
                  </a:cubicBezTo>
                  <a:cubicBezTo>
                    <a:pt x="81816" y="6065"/>
                    <a:pt x="82272" y="6151"/>
                    <a:pt x="82714" y="6151"/>
                  </a:cubicBezTo>
                  <a:cubicBezTo>
                    <a:pt x="83993" y="6151"/>
                    <a:pt x="85157" y="5437"/>
                    <a:pt x="86236" y="4923"/>
                  </a:cubicBezTo>
                  <a:cubicBezTo>
                    <a:pt x="89182" y="3528"/>
                    <a:pt x="92334" y="3094"/>
                    <a:pt x="95401" y="2235"/>
                  </a:cubicBezTo>
                  <a:lnTo>
                    <a:pt x="95401" y="2235"/>
                  </a:lnTo>
                  <a:cubicBezTo>
                    <a:pt x="93986" y="3267"/>
                    <a:pt x="92263" y="3834"/>
                    <a:pt x="90504" y="3834"/>
                  </a:cubicBezTo>
                  <a:cubicBezTo>
                    <a:pt x="90401" y="3834"/>
                    <a:pt x="90295" y="3831"/>
                    <a:pt x="90191" y="3831"/>
                  </a:cubicBezTo>
                  <a:cubicBezTo>
                    <a:pt x="89827" y="3831"/>
                    <a:pt x="89479" y="3873"/>
                    <a:pt x="89277" y="4249"/>
                  </a:cubicBezTo>
                  <a:cubicBezTo>
                    <a:pt x="89018" y="4802"/>
                    <a:pt x="89467" y="5113"/>
                    <a:pt x="89744" y="5528"/>
                  </a:cubicBezTo>
                  <a:cubicBezTo>
                    <a:pt x="90251" y="6307"/>
                    <a:pt x="90887" y="6586"/>
                    <a:pt x="91608" y="6586"/>
                  </a:cubicBezTo>
                  <a:cubicBezTo>
                    <a:pt x="91943" y="6586"/>
                    <a:pt x="92297" y="6525"/>
                    <a:pt x="92664" y="6427"/>
                  </a:cubicBezTo>
                  <a:cubicBezTo>
                    <a:pt x="93037" y="6322"/>
                    <a:pt x="93404" y="6272"/>
                    <a:pt x="93755" y="6272"/>
                  </a:cubicBezTo>
                  <a:cubicBezTo>
                    <a:pt x="95314" y="6272"/>
                    <a:pt x="96561" y="7243"/>
                    <a:pt x="96518" y="8639"/>
                  </a:cubicBezTo>
                  <a:cubicBezTo>
                    <a:pt x="96501" y="9123"/>
                    <a:pt x="96000" y="9710"/>
                    <a:pt x="96155" y="10073"/>
                  </a:cubicBezTo>
                  <a:cubicBezTo>
                    <a:pt x="96656" y="11300"/>
                    <a:pt x="95758" y="12302"/>
                    <a:pt x="95378" y="13045"/>
                  </a:cubicBezTo>
                  <a:cubicBezTo>
                    <a:pt x="94393" y="15016"/>
                    <a:pt x="93649" y="16709"/>
                    <a:pt x="95412" y="18541"/>
                  </a:cubicBezTo>
                  <a:cubicBezTo>
                    <a:pt x="95602" y="18714"/>
                    <a:pt x="95723" y="18938"/>
                    <a:pt x="95758" y="19180"/>
                  </a:cubicBezTo>
                  <a:cubicBezTo>
                    <a:pt x="95810" y="21358"/>
                    <a:pt x="97901" y="20788"/>
                    <a:pt x="99007" y="21479"/>
                  </a:cubicBezTo>
                  <a:cubicBezTo>
                    <a:pt x="99192" y="21597"/>
                    <a:pt x="99367" y="21648"/>
                    <a:pt x="99531" y="21648"/>
                  </a:cubicBezTo>
                  <a:cubicBezTo>
                    <a:pt x="100207" y="21648"/>
                    <a:pt x="100708" y="20784"/>
                    <a:pt x="101098" y="20200"/>
                  </a:cubicBezTo>
                  <a:cubicBezTo>
                    <a:pt x="102256" y="18472"/>
                    <a:pt x="104088" y="17055"/>
                    <a:pt x="105729" y="16536"/>
                  </a:cubicBezTo>
                  <a:cubicBezTo>
                    <a:pt x="109220" y="15396"/>
                    <a:pt x="112486" y="13547"/>
                    <a:pt x="116254" y="13115"/>
                  </a:cubicBezTo>
                  <a:cubicBezTo>
                    <a:pt x="117965" y="12907"/>
                    <a:pt x="119935" y="12320"/>
                    <a:pt x="120021" y="9883"/>
                  </a:cubicBezTo>
                  <a:cubicBezTo>
                    <a:pt x="120021" y="9693"/>
                    <a:pt x="120349" y="9485"/>
                    <a:pt x="120557" y="9330"/>
                  </a:cubicBezTo>
                  <a:cubicBezTo>
                    <a:pt x="121663" y="8552"/>
                    <a:pt x="123132" y="8034"/>
                    <a:pt x="122631" y="6202"/>
                  </a:cubicBezTo>
                  <a:cubicBezTo>
                    <a:pt x="122594" y="6055"/>
                    <a:pt x="122626" y="6020"/>
                    <a:pt x="122682" y="6020"/>
                  </a:cubicBezTo>
                  <a:cubicBezTo>
                    <a:pt x="122731" y="6020"/>
                    <a:pt x="122799" y="6046"/>
                    <a:pt x="122855" y="6046"/>
                  </a:cubicBezTo>
                  <a:cubicBezTo>
                    <a:pt x="122928" y="6051"/>
                    <a:pt x="122998" y="6053"/>
                    <a:pt x="123064" y="6053"/>
                  </a:cubicBezTo>
                  <a:cubicBezTo>
                    <a:pt x="124269" y="6053"/>
                    <a:pt x="124381" y="5321"/>
                    <a:pt x="123840" y="4387"/>
                  </a:cubicBezTo>
                  <a:cubicBezTo>
                    <a:pt x="123581" y="3921"/>
                    <a:pt x="123875" y="3955"/>
                    <a:pt x="124048" y="3817"/>
                  </a:cubicBezTo>
                  <a:cubicBezTo>
                    <a:pt x="125240" y="2867"/>
                    <a:pt x="126640" y="2728"/>
                    <a:pt x="128092" y="2659"/>
                  </a:cubicBezTo>
                  <a:cubicBezTo>
                    <a:pt x="128575" y="2625"/>
                    <a:pt x="129180" y="2521"/>
                    <a:pt x="129249" y="1934"/>
                  </a:cubicBezTo>
                  <a:cubicBezTo>
                    <a:pt x="129301" y="1363"/>
                    <a:pt x="128714" y="1242"/>
                    <a:pt x="128299" y="1190"/>
                  </a:cubicBezTo>
                  <a:cubicBezTo>
                    <a:pt x="125707" y="948"/>
                    <a:pt x="123132" y="430"/>
                    <a:pt x="120557" y="171"/>
                  </a:cubicBezTo>
                  <a:cubicBezTo>
                    <a:pt x="119360" y="50"/>
                    <a:pt x="118163" y="0"/>
                    <a:pt x="116966" y="0"/>
                  </a:cubicBezTo>
                  <a:close/>
                </a:path>
              </a:pathLst>
            </a:custGeom>
            <a:solidFill>
              <a:schemeClr val="dk2"/>
            </a:solidFill>
            <a:ln>
              <a:noFill/>
            </a:ln>
            <a:effectLst>
              <a:outerShdw blurRad="71438" dist="47625" dir="3000000" algn="bl" rotWithShape="0">
                <a:srgbClr val="000000">
                  <a:alpha val="21000"/>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7" name="Google Shape;857;p58"/>
            <p:cNvSpPr/>
            <p:nvPr/>
          </p:nvSpPr>
          <p:spPr>
            <a:xfrm>
              <a:off x="1581325" y="1051125"/>
              <a:ext cx="283000" cy="91675"/>
            </a:xfrm>
            <a:custGeom>
              <a:avLst/>
              <a:gdLst/>
              <a:ahLst/>
              <a:cxnLst/>
              <a:rect l="l" t="t" r="r" b="b"/>
              <a:pathLst>
                <a:path w="11320" h="3667" extrusionOk="0">
                  <a:moveTo>
                    <a:pt x="6214" y="0"/>
                  </a:moveTo>
                  <a:cubicBezTo>
                    <a:pt x="5926" y="0"/>
                    <a:pt x="5584" y="48"/>
                    <a:pt x="5219" y="71"/>
                  </a:cubicBezTo>
                  <a:cubicBezTo>
                    <a:pt x="5082" y="56"/>
                    <a:pt x="4943" y="49"/>
                    <a:pt x="4804" y="49"/>
                  </a:cubicBezTo>
                  <a:cubicBezTo>
                    <a:pt x="3493" y="49"/>
                    <a:pt x="2115" y="667"/>
                    <a:pt x="709" y="1073"/>
                  </a:cubicBezTo>
                  <a:cubicBezTo>
                    <a:pt x="432" y="1177"/>
                    <a:pt x="208" y="1401"/>
                    <a:pt x="69" y="1678"/>
                  </a:cubicBezTo>
                  <a:cubicBezTo>
                    <a:pt x="0" y="1781"/>
                    <a:pt x="242" y="2213"/>
                    <a:pt x="363" y="2231"/>
                  </a:cubicBezTo>
                  <a:cubicBezTo>
                    <a:pt x="2163" y="2438"/>
                    <a:pt x="3786" y="3667"/>
                    <a:pt x="5640" y="3667"/>
                  </a:cubicBezTo>
                  <a:cubicBezTo>
                    <a:pt x="6100" y="3667"/>
                    <a:pt x="6574" y="3591"/>
                    <a:pt x="7068" y="3406"/>
                  </a:cubicBezTo>
                  <a:cubicBezTo>
                    <a:pt x="7396" y="3281"/>
                    <a:pt x="7767" y="3236"/>
                    <a:pt x="8142" y="3236"/>
                  </a:cubicBezTo>
                  <a:cubicBezTo>
                    <a:pt x="8439" y="3236"/>
                    <a:pt x="8738" y="3264"/>
                    <a:pt x="9021" y="3302"/>
                  </a:cubicBezTo>
                  <a:cubicBezTo>
                    <a:pt x="9277" y="3340"/>
                    <a:pt x="9523" y="3370"/>
                    <a:pt x="9759" y="3370"/>
                  </a:cubicBezTo>
                  <a:cubicBezTo>
                    <a:pt x="10271" y="3370"/>
                    <a:pt x="10728" y="3229"/>
                    <a:pt x="11095" y="2732"/>
                  </a:cubicBezTo>
                  <a:cubicBezTo>
                    <a:pt x="11320" y="2473"/>
                    <a:pt x="11268" y="2075"/>
                    <a:pt x="10991" y="1885"/>
                  </a:cubicBezTo>
                  <a:cubicBezTo>
                    <a:pt x="10479" y="1524"/>
                    <a:pt x="10006" y="1077"/>
                    <a:pt x="9430" y="1077"/>
                  </a:cubicBezTo>
                  <a:cubicBezTo>
                    <a:pt x="9151" y="1077"/>
                    <a:pt x="8847" y="1182"/>
                    <a:pt x="8503" y="1453"/>
                  </a:cubicBezTo>
                  <a:cubicBezTo>
                    <a:pt x="8280" y="1626"/>
                    <a:pt x="7919" y="1737"/>
                    <a:pt x="7612" y="1737"/>
                  </a:cubicBezTo>
                  <a:cubicBezTo>
                    <a:pt x="7277" y="1737"/>
                    <a:pt x="7006" y="1605"/>
                    <a:pt x="7051" y="1280"/>
                  </a:cubicBezTo>
                  <a:cubicBezTo>
                    <a:pt x="7179" y="207"/>
                    <a:pt x="6812" y="0"/>
                    <a:pt x="6214" y="0"/>
                  </a:cubicBezTo>
                  <a:close/>
                </a:path>
              </a:pathLst>
            </a:custGeom>
            <a:solidFill>
              <a:schemeClr val="dk2"/>
            </a:solidFill>
            <a:ln>
              <a:noFill/>
            </a:ln>
            <a:effectLst>
              <a:outerShdw blurRad="71438" dist="47625" dir="3000000" algn="bl" rotWithShape="0">
                <a:srgbClr val="000000">
                  <a:alpha val="21000"/>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8" name="Google Shape;858;p58"/>
            <p:cNvSpPr/>
            <p:nvPr/>
          </p:nvSpPr>
          <p:spPr>
            <a:xfrm>
              <a:off x="3144425" y="1319375"/>
              <a:ext cx="213450" cy="95575"/>
            </a:xfrm>
            <a:custGeom>
              <a:avLst/>
              <a:gdLst/>
              <a:ahLst/>
              <a:cxnLst/>
              <a:rect l="l" t="t" r="r" b="b"/>
              <a:pathLst>
                <a:path w="8538" h="3823" extrusionOk="0">
                  <a:moveTo>
                    <a:pt x="6155" y="1"/>
                  </a:moveTo>
                  <a:cubicBezTo>
                    <a:pt x="6054" y="1"/>
                    <a:pt x="5950" y="7"/>
                    <a:pt x="5842" y="20"/>
                  </a:cubicBezTo>
                  <a:cubicBezTo>
                    <a:pt x="4846" y="139"/>
                    <a:pt x="3874" y="469"/>
                    <a:pt x="2859" y="469"/>
                  </a:cubicBezTo>
                  <a:cubicBezTo>
                    <a:pt x="2396" y="469"/>
                    <a:pt x="1923" y="400"/>
                    <a:pt x="1435" y="211"/>
                  </a:cubicBezTo>
                  <a:cubicBezTo>
                    <a:pt x="1292" y="150"/>
                    <a:pt x="1133" y="113"/>
                    <a:pt x="974" y="113"/>
                  </a:cubicBezTo>
                  <a:cubicBezTo>
                    <a:pt x="501" y="113"/>
                    <a:pt x="35" y="441"/>
                    <a:pt x="35" y="1438"/>
                  </a:cubicBezTo>
                  <a:cubicBezTo>
                    <a:pt x="1" y="3771"/>
                    <a:pt x="1573" y="3580"/>
                    <a:pt x="3025" y="3822"/>
                  </a:cubicBezTo>
                  <a:cubicBezTo>
                    <a:pt x="4338" y="3753"/>
                    <a:pt x="5617" y="3408"/>
                    <a:pt x="6792" y="2837"/>
                  </a:cubicBezTo>
                  <a:cubicBezTo>
                    <a:pt x="7415" y="2526"/>
                    <a:pt x="8538" y="2474"/>
                    <a:pt x="8192" y="1541"/>
                  </a:cubicBezTo>
                  <a:cubicBezTo>
                    <a:pt x="7892" y="720"/>
                    <a:pt x="7218" y="1"/>
                    <a:pt x="6155" y="1"/>
                  </a:cubicBezTo>
                  <a:close/>
                </a:path>
              </a:pathLst>
            </a:custGeom>
            <a:solidFill>
              <a:schemeClr val="dk2"/>
            </a:solidFill>
            <a:ln>
              <a:noFill/>
            </a:ln>
            <a:effectLst>
              <a:outerShdw blurRad="71438" dist="47625" dir="3000000" algn="bl" rotWithShape="0">
                <a:srgbClr val="000000">
                  <a:alpha val="21000"/>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9" name="Google Shape;859;p58"/>
            <p:cNvSpPr/>
            <p:nvPr/>
          </p:nvSpPr>
          <p:spPr>
            <a:xfrm>
              <a:off x="1453000" y="2509000"/>
              <a:ext cx="263575" cy="113100"/>
            </a:xfrm>
            <a:custGeom>
              <a:avLst/>
              <a:gdLst/>
              <a:ahLst/>
              <a:cxnLst/>
              <a:rect l="l" t="t" r="r" b="b"/>
              <a:pathLst>
                <a:path w="10543" h="4524" extrusionOk="0">
                  <a:moveTo>
                    <a:pt x="3451" y="1"/>
                  </a:moveTo>
                  <a:cubicBezTo>
                    <a:pt x="2445" y="1"/>
                    <a:pt x="1486" y="228"/>
                    <a:pt x="761" y="702"/>
                  </a:cubicBezTo>
                  <a:cubicBezTo>
                    <a:pt x="398" y="927"/>
                    <a:pt x="1" y="1186"/>
                    <a:pt x="243" y="1687"/>
                  </a:cubicBezTo>
                  <a:cubicBezTo>
                    <a:pt x="390" y="1972"/>
                    <a:pt x="609" y="2083"/>
                    <a:pt x="855" y="2083"/>
                  </a:cubicBezTo>
                  <a:cubicBezTo>
                    <a:pt x="1012" y="2083"/>
                    <a:pt x="1180" y="2038"/>
                    <a:pt x="1349" y="1964"/>
                  </a:cubicBezTo>
                  <a:cubicBezTo>
                    <a:pt x="1677" y="1828"/>
                    <a:pt x="1990" y="1776"/>
                    <a:pt x="2298" y="1776"/>
                  </a:cubicBezTo>
                  <a:cubicBezTo>
                    <a:pt x="2932" y="1776"/>
                    <a:pt x="3543" y="1997"/>
                    <a:pt x="4217" y="2171"/>
                  </a:cubicBezTo>
                  <a:cubicBezTo>
                    <a:pt x="5708" y="2540"/>
                    <a:pt x="6405" y="4523"/>
                    <a:pt x="7868" y="4523"/>
                  </a:cubicBezTo>
                  <a:cubicBezTo>
                    <a:pt x="8118" y="4523"/>
                    <a:pt x="8391" y="4465"/>
                    <a:pt x="8693" y="4332"/>
                  </a:cubicBezTo>
                  <a:cubicBezTo>
                    <a:pt x="8824" y="4337"/>
                    <a:pt x="8947" y="4340"/>
                    <a:pt x="9062" y="4340"/>
                  </a:cubicBezTo>
                  <a:cubicBezTo>
                    <a:pt x="10032" y="4340"/>
                    <a:pt x="10475" y="4144"/>
                    <a:pt x="10491" y="3727"/>
                  </a:cubicBezTo>
                  <a:cubicBezTo>
                    <a:pt x="10542" y="2897"/>
                    <a:pt x="9817" y="2724"/>
                    <a:pt x="9264" y="2517"/>
                  </a:cubicBezTo>
                  <a:cubicBezTo>
                    <a:pt x="8711" y="2292"/>
                    <a:pt x="8209" y="1964"/>
                    <a:pt x="7777" y="1567"/>
                  </a:cubicBezTo>
                  <a:cubicBezTo>
                    <a:pt x="6685" y="547"/>
                    <a:pt x="5011" y="1"/>
                    <a:pt x="3451" y="1"/>
                  </a:cubicBezTo>
                  <a:close/>
                </a:path>
              </a:pathLst>
            </a:custGeom>
            <a:solidFill>
              <a:schemeClr val="dk2"/>
            </a:solidFill>
            <a:ln>
              <a:noFill/>
            </a:ln>
            <a:effectLst>
              <a:outerShdw blurRad="71438" dist="47625" dir="3000000" algn="bl" rotWithShape="0">
                <a:srgbClr val="000000">
                  <a:alpha val="21000"/>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0" name="Google Shape;860;p58"/>
            <p:cNvSpPr/>
            <p:nvPr/>
          </p:nvSpPr>
          <p:spPr>
            <a:xfrm>
              <a:off x="1880725" y="1020350"/>
              <a:ext cx="162025" cy="112025"/>
            </a:xfrm>
            <a:custGeom>
              <a:avLst/>
              <a:gdLst/>
              <a:ahLst/>
              <a:cxnLst/>
              <a:rect l="l" t="t" r="r" b="b"/>
              <a:pathLst>
                <a:path w="6481" h="4481" extrusionOk="0">
                  <a:moveTo>
                    <a:pt x="4294" y="0"/>
                  </a:moveTo>
                  <a:cubicBezTo>
                    <a:pt x="4062" y="0"/>
                    <a:pt x="3818" y="44"/>
                    <a:pt x="3560" y="144"/>
                  </a:cubicBezTo>
                  <a:cubicBezTo>
                    <a:pt x="3094" y="317"/>
                    <a:pt x="2593" y="541"/>
                    <a:pt x="2886" y="1198"/>
                  </a:cubicBezTo>
                  <a:cubicBezTo>
                    <a:pt x="3042" y="1509"/>
                    <a:pt x="3232" y="1820"/>
                    <a:pt x="3457" y="2114"/>
                  </a:cubicBezTo>
                  <a:cubicBezTo>
                    <a:pt x="3147" y="2260"/>
                    <a:pt x="2851" y="2348"/>
                    <a:pt x="2545" y="2348"/>
                  </a:cubicBezTo>
                  <a:cubicBezTo>
                    <a:pt x="2270" y="2348"/>
                    <a:pt x="1987" y="2277"/>
                    <a:pt x="1677" y="2114"/>
                  </a:cubicBezTo>
                  <a:cubicBezTo>
                    <a:pt x="1531" y="2037"/>
                    <a:pt x="1393" y="2002"/>
                    <a:pt x="1262" y="2002"/>
                  </a:cubicBezTo>
                  <a:cubicBezTo>
                    <a:pt x="867" y="2002"/>
                    <a:pt x="545" y="2320"/>
                    <a:pt x="311" y="2736"/>
                  </a:cubicBezTo>
                  <a:cubicBezTo>
                    <a:pt x="0" y="3289"/>
                    <a:pt x="467" y="3479"/>
                    <a:pt x="813" y="3807"/>
                  </a:cubicBezTo>
                  <a:cubicBezTo>
                    <a:pt x="1327" y="4309"/>
                    <a:pt x="1837" y="4480"/>
                    <a:pt x="2344" y="4480"/>
                  </a:cubicBezTo>
                  <a:cubicBezTo>
                    <a:pt x="3164" y="4480"/>
                    <a:pt x="3976" y="4032"/>
                    <a:pt x="4787" y="3807"/>
                  </a:cubicBezTo>
                  <a:lnTo>
                    <a:pt x="5081" y="3514"/>
                  </a:lnTo>
                  <a:cubicBezTo>
                    <a:pt x="5237" y="2788"/>
                    <a:pt x="5098" y="1924"/>
                    <a:pt x="6204" y="1734"/>
                  </a:cubicBezTo>
                  <a:cubicBezTo>
                    <a:pt x="6464" y="1699"/>
                    <a:pt x="6481" y="1129"/>
                    <a:pt x="6222" y="921"/>
                  </a:cubicBezTo>
                  <a:cubicBezTo>
                    <a:pt x="5644" y="436"/>
                    <a:pt x="5027" y="0"/>
                    <a:pt x="4294" y="0"/>
                  </a:cubicBezTo>
                  <a:close/>
                </a:path>
              </a:pathLst>
            </a:custGeom>
            <a:solidFill>
              <a:schemeClr val="dk2"/>
            </a:solidFill>
            <a:ln>
              <a:noFill/>
            </a:ln>
            <a:effectLst>
              <a:outerShdw blurRad="71438" dist="47625" dir="3000000" algn="bl" rotWithShape="0">
                <a:srgbClr val="000000">
                  <a:alpha val="21000"/>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1" name="Google Shape;861;p58"/>
            <p:cNvSpPr/>
            <p:nvPr/>
          </p:nvSpPr>
          <p:spPr>
            <a:xfrm>
              <a:off x="1688900" y="2603450"/>
              <a:ext cx="165050" cy="73950"/>
            </a:xfrm>
            <a:custGeom>
              <a:avLst/>
              <a:gdLst/>
              <a:ahLst/>
              <a:cxnLst/>
              <a:rect l="l" t="t" r="r" b="b"/>
              <a:pathLst>
                <a:path w="6602" h="2958" extrusionOk="0">
                  <a:moveTo>
                    <a:pt x="2842" y="0"/>
                  </a:moveTo>
                  <a:cubicBezTo>
                    <a:pt x="2588" y="0"/>
                    <a:pt x="2332" y="28"/>
                    <a:pt x="2074" y="87"/>
                  </a:cubicBezTo>
                  <a:cubicBezTo>
                    <a:pt x="1452" y="225"/>
                    <a:pt x="1055" y="1331"/>
                    <a:pt x="225" y="1694"/>
                  </a:cubicBezTo>
                  <a:cubicBezTo>
                    <a:pt x="0" y="1798"/>
                    <a:pt x="277" y="2247"/>
                    <a:pt x="536" y="2454"/>
                  </a:cubicBezTo>
                  <a:cubicBezTo>
                    <a:pt x="957" y="2789"/>
                    <a:pt x="2162" y="2958"/>
                    <a:pt x="3373" y="2958"/>
                  </a:cubicBezTo>
                  <a:cubicBezTo>
                    <a:pt x="4599" y="2958"/>
                    <a:pt x="5830" y="2785"/>
                    <a:pt x="6256" y="2437"/>
                  </a:cubicBezTo>
                  <a:cubicBezTo>
                    <a:pt x="6395" y="2282"/>
                    <a:pt x="6515" y="2109"/>
                    <a:pt x="6602" y="1919"/>
                  </a:cubicBezTo>
                  <a:cubicBezTo>
                    <a:pt x="6481" y="1711"/>
                    <a:pt x="6429" y="1469"/>
                    <a:pt x="6291" y="1366"/>
                  </a:cubicBezTo>
                  <a:cubicBezTo>
                    <a:pt x="5231" y="636"/>
                    <a:pt x="4065" y="0"/>
                    <a:pt x="2842" y="0"/>
                  </a:cubicBezTo>
                  <a:close/>
                </a:path>
              </a:pathLst>
            </a:custGeom>
            <a:solidFill>
              <a:schemeClr val="dk2"/>
            </a:solidFill>
            <a:ln>
              <a:noFill/>
            </a:ln>
            <a:effectLst>
              <a:outerShdw blurRad="71438" dist="47625" dir="3000000" algn="bl" rotWithShape="0">
                <a:srgbClr val="000000">
                  <a:alpha val="21000"/>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2" name="Google Shape;862;p58"/>
            <p:cNvSpPr/>
            <p:nvPr/>
          </p:nvSpPr>
          <p:spPr>
            <a:xfrm>
              <a:off x="1922200" y="1344925"/>
              <a:ext cx="129625" cy="64525"/>
            </a:xfrm>
            <a:custGeom>
              <a:avLst/>
              <a:gdLst/>
              <a:ahLst/>
              <a:cxnLst/>
              <a:rect l="l" t="t" r="r" b="b"/>
              <a:pathLst>
                <a:path w="5185" h="2581" extrusionOk="0">
                  <a:moveTo>
                    <a:pt x="1901" y="1"/>
                  </a:moveTo>
                  <a:lnTo>
                    <a:pt x="1227" y="467"/>
                  </a:lnTo>
                  <a:cubicBezTo>
                    <a:pt x="934" y="1020"/>
                    <a:pt x="0" y="1383"/>
                    <a:pt x="415" y="2144"/>
                  </a:cubicBezTo>
                  <a:cubicBezTo>
                    <a:pt x="602" y="2475"/>
                    <a:pt x="838" y="2581"/>
                    <a:pt x="1096" y="2581"/>
                  </a:cubicBezTo>
                  <a:cubicBezTo>
                    <a:pt x="1482" y="2581"/>
                    <a:pt x="1915" y="2344"/>
                    <a:pt x="2299" y="2282"/>
                  </a:cubicBezTo>
                  <a:cubicBezTo>
                    <a:pt x="2552" y="2236"/>
                    <a:pt x="2806" y="2213"/>
                    <a:pt x="3064" y="2213"/>
                  </a:cubicBezTo>
                  <a:cubicBezTo>
                    <a:pt x="3194" y="2213"/>
                    <a:pt x="3324" y="2219"/>
                    <a:pt x="3457" y="2230"/>
                  </a:cubicBezTo>
                  <a:cubicBezTo>
                    <a:pt x="3730" y="2245"/>
                    <a:pt x="4039" y="2324"/>
                    <a:pt x="4314" y="2324"/>
                  </a:cubicBezTo>
                  <a:cubicBezTo>
                    <a:pt x="4665" y="2324"/>
                    <a:pt x="4959" y="2195"/>
                    <a:pt x="5047" y="1643"/>
                  </a:cubicBezTo>
                  <a:cubicBezTo>
                    <a:pt x="5185" y="744"/>
                    <a:pt x="4563" y="277"/>
                    <a:pt x="3768" y="122"/>
                  </a:cubicBezTo>
                  <a:cubicBezTo>
                    <a:pt x="3146" y="35"/>
                    <a:pt x="2523" y="1"/>
                    <a:pt x="1901" y="1"/>
                  </a:cubicBezTo>
                  <a:close/>
                </a:path>
              </a:pathLst>
            </a:custGeom>
            <a:solidFill>
              <a:schemeClr val="dk2"/>
            </a:solidFill>
            <a:ln>
              <a:noFill/>
            </a:ln>
            <a:effectLst>
              <a:outerShdw blurRad="71438" dist="47625" dir="3000000" algn="bl" rotWithShape="0">
                <a:srgbClr val="000000">
                  <a:alpha val="21000"/>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3" name="Google Shape;863;p58"/>
            <p:cNvSpPr/>
            <p:nvPr/>
          </p:nvSpPr>
          <p:spPr>
            <a:xfrm>
              <a:off x="1787825" y="1030550"/>
              <a:ext cx="94250" cy="44825"/>
            </a:xfrm>
            <a:custGeom>
              <a:avLst/>
              <a:gdLst/>
              <a:ahLst/>
              <a:cxnLst/>
              <a:rect l="l" t="t" r="r" b="b"/>
              <a:pathLst>
                <a:path w="3770" h="1793" extrusionOk="0">
                  <a:moveTo>
                    <a:pt x="2929" y="0"/>
                  </a:moveTo>
                  <a:cubicBezTo>
                    <a:pt x="2800" y="0"/>
                    <a:pt x="2676" y="17"/>
                    <a:pt x="2576" y="47"/>
                  </a:cubicBezTo>
                  <a:cubicBezTo>
                    <a:pt x="2412" y="93"/>
                    <a:pt x="2229" y="105"/>
                    <a:pt x="2039" y="105"/>
                  </a:cubicBezTo>
                  <a:cubicBezTo>
                    <a:pt x="1817" y="105"/>
                    <a:pt x="1584" y="88"/>
                    <a:pt x="1360" y="88"/>
                  </a:cubicBezTo>
                  <a:cubicBezTo>
                    <a:pt x="763" y="88"/>
                    <a:pt x="227" y="208"/>
                    <a:pt x="105" y="1084"/>
                  </a:cubicBezTo>
                  <a:cubicBezTo>
                    <a:pt x="1" y="1792"/>
                    <a:pt x="865" y="1688"/>
                    <a:pt x="1504" y="1740"/>
                  </a:cubicBezTo>
                  <a:cubicBezTo>
                    <a:pt x="2265" y="1568"/>
                    <a:pt x="3405" y="1792"/>
                    <a:pt x="3665" y="652"/>
                  </a:cubicBezTo>
                  <a:cubicBezTo>
                    <a:pt x="3769" y="167"/>
                    <a:pt x="3329" y="0"/>
                    <a:pt x="2929" y="0"/>
                  </a:cubicBezTo>
                  <a:close/>
                </a:path>
              </a:pathLst>
            </a:custGeom>
            <a:solidFill>
              <a:schemeClr val="dk2"/>
            </a:solidFill>
            <a:ln>
              <a:noFill/>
            </a:ln>
            <a:effectLst>
              <a:outerShdw blurRad="71438" dist="47625" dir="3000000" algn="bl" rotWithShape="0">
                <a:srgbClr val="000000">
                  <a:alpha val="21000"/>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4" name="Google Shape;864;p58"/>
            <p:cNvSpPr/>
            <p:nvPr/>
          </p:nvSpPr>
          <p:spPr>
            <a:xfrm>
              <a:off x="1870350" y="2639275"/>
              <a:ext cx="59225" cy="44325"/>
            </a:xfrm>
            <a:custGeom>
              <a:avLst/>
              <a:gdLst/>
              <a:ahLst/>
              <a:cxnLst/>
              <a:rect l="l" t="t" r="r" b="b"/>
              <a:pathLst>
                <a:path w="2369" h="1773" extrusionOk="0">
                  <a:moveTo>
                    <a:pt x="922" y="1"/>
                  </a:moveTo>
                  <a:cubicBezTo>
                    <a:pt x="435" y="1"/>
                    <a:pt x="1" y="156"/>
                    <a:pt x="1" y="762"/>
                  </a:cubicBezTo>
                  <a:cubicBezTo>
                    <a:pt x="1" y="1414"/>
                    <a:pt x="337" y="1773"/>
                    <a:pt x="982" y="1773"/>
                  </a:cubicBezTo>
                  <a:cubicBezTo>
                    <a:pt x="1038" y="1773"/>
                    <a:pt x="1097" y="1770"/>
                    <a:pt x="1158" y="1765"/>
                  </a:cubicBezTo>
                  <a:cubicBezTo>
                    <a:pt x="1711" y="1730"/>
                    <a:pt x="2368" y="1678"/>
                    <a:pt x="2299" y="901"/>
                  </a:cubicBezTo>
                  <a:cubicBezTo>
                    <a:pt x="2264" y="175"/>
                    <a:pt x="1642" y="2"/>
                    <a:pt x="1003" y="2"/>
                  </a:cubicBezTo>
                  <a:cubicBezTo>
                    <a:pt x="976" y="1"/>
                    <a:pt x="949" y="1"/>
                    <a:pt x="922" y="1"/>
                  </a:cubicBezTo>
                  <a:close/>
                </a:path>
              </a:pathLst>
            </a:custGeom>
            <a:solidFill>
              <a:schemeClr val="dk2"/>
            </a:solidFill>
            <a:ln>
              <a:noFill/>
            </a:ln>
            <a:effectLst>
              <a:outerShdw blurRad="71438" dist="47625" dir="3000000" algn="bl" rotWithShape="0">
                <a:srgbClr val="000000">
                  <a:alpha val="21000"/>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5" name="Google Shape;865;p58"/>
            <p:cNvSpPr/>
            <p:nvPr/>
          </p:nvSpPr>
          <p:spPr>
            <a:xfrm>
              <a:off x="2264800" y="4630125"/>
              <a:ext cx="62675" cy="39225"/>
            </a:xfrm>
            <a:custGeom>
              <a:avLst/>
              <a:gdLst/>
              <a:ahLst/>
              <a:cxnLst/>
              <a:rect l="l" t="t" r="r" b="b"/>
              <a:pathLst>
                <a:path w="2507" h="1569" extrusionOk="0">
                  <a:moveTo>
                    <a:pt x="1176" y="52"/>
                  </a:moveTo>
                  <a:cubicBezTo>
                    <a:pt x="675" y="87"/>
                    <a:pt x="1" y="1"/>
                    <a:pt x="1" y="813"/>
                  </a:cubicBezTo>
                  <a:cubicBezTo>
                    <a:pt x="1" y="1241"/>
                    <a:pt x="341" y="1568"/>
                    <a:pt x="742" y="1568"/>
                  </a:cubicBezTo>
                  <a:cubicBezTo>
                    <a:pt x="811" y="1568"/>
                    <a:pt x="881" y="1559"/>
                    <a:pt x="951" y="1539"/>
                  </a:cubicBezTo>
                  <a:cubicBezTo>
                    <a:pt x="1077" y="1515"/>
                    <a:pt x="1221" y="1513"/>
                    <a:pt x="1369" y="1513"/>
                  </a:cubicBezTo>
                  <a:cubicBezTo>
                    <a:pt x="1403" y="1513"/>
                    <a:pt x="1437" y="1513"/>
                    <a:pt x="1471" y="1513"/>
                  </a:cubicBezTo>
                  <a:cubicBezTo>
                    <a:pt x="1947" y="1513"/>
                    <a:pt x="2434" y="1491"/>
                    <a:pt x="2472" y="830"/>
                  </a:cubicBezTo>
                  <a:cubicBezTo>
                    <a:pt x="2506" y="52"/>
                    <a:pt x="1781" y="87"/>
                    <a:pt x="1176" y="52"/>
                  </a:cubicBezTo>
                  <a:close/>
                </a:path>
              </a:pathLst>
            </a:custGeom>
            <a:solidFill>
              <a:schemeClr val="dk2"/>
            </a:solidFill>
            <a:ln>
              <a:noFill/>
            </a:ln>
            <a:effectLst>
              <a:outerShdw blurRad="71438" dist="47625" dir="3000000" algn="bl" rotWithShape="0">
                <a:srgbClr val="000000">
                  <a:alpha val="21000"/>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6" name="Google Shape;866;p58"/>
            <p:cNvSpPr/>
            <p:nvPr/>
          </p:nvSpPr>
          <p:spPr>
            <a:xfrm>
              <a:off x="1604225" y="2645350"/>
              <a:ext cx="56175" cy="38275"/>
            </a:xfrm>
            <a:custGeom>
              <a:avLst/>
              <a:gdLst/>
              <a:ahLst/>
              <a:cxnLst/>
              <a:rect l="l" t="t" r="r" b="b"/>
              <a:pathLst>
                <a:path w="2247" h="1531" extrusionOk="0">
                  <a:moveTo>
                    <a:pt x="1003" y="1"/>
                  </a:moveTo>
                  <a:cubicBezTo>
                    <a:pt x="536" y="35"/>
                    <a:pt x="0" y="1"/>
                    <a:pt x="17" y="554"/>
                  </a:cubicBezTo>
                  <a:cubicBezTo>
                    <a:pt x="17" y="1297"/>
                    <a:pt x="640" y="1452"/>
                    <a:pt x="1262" y="1522"/>
                  </a:cubicBezTo>
                  <a:cubicBezTo>
                    <a:pt x="1319" y="1528"/>
                    <a:pt x="1377" y="1531"/>
                    <a:pt x="1434" y="1531"/>
                  </a:cubicBezTo>
                  <a:cubicBezTo>
                    <a:pt x="1857" y="1531"/>
                    <a:pt x="2247" y="1352"/>
                    <a:pt x="2247" y="865"/>
                  </a:cubicBezTo>
                  <a:cubicBezTo>
                    <a:pt x="2247" y="18"/>
                    <a:pt x="1504" y="139"/>
                    <a:pt x="1003" y="1"/>
                  </a:cubicBezTo>
                  <a:close/>
                </a:path>
              </a:pathLst>
            </a:custGeom>
            <a:solidFill>
              <a:schemeClr val="dk2"/>
            </a:solidFill>
            <a:ln>
              <a:noFill/>
            </a:ln>
            <a:effectLst>
              <a:outerShdw blurRad="71438" dist="47625" dir="3000000" algn="bl" rotWithShape="0">
                <a:srgbClr val="000000">
                  <a:alpha val="21000"/>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7" name="Google Shape;867;p58"/>
            <p:cNvSpPr/>
            <p:nvPr/>
          </p:nvSpPr>
          <p:spPr>
            <a:xfrm>
              <a:off x="7045475" y="3384250"/>
              <a:ext cx="47375" cy="53550"/>
            </a:xfrm>
            <a:custGeom>
              <a:avLst/>
              <a:gdLst/>
              <a:ahLst/>
              <a:cxnLst/>
              <a:rect l="l" t="t" r="r" b="b"/>
              <a:pathLst>
                <a:path w="1895" h="2142" extrusionOk="0">
                  <a:moveTo>
                    <a:pt x="416" y="1"/>
                  </a:moveTo>
                  <a:cubicBezTo>
                    <a:pt x="93" y="1"/>
                    <a:pt x="0" y="338"/>
                    <a:pt x="63" y="618"/>
                  </a:cubicBezTo>
                  <a:cubicBezTo>
                    <a:pt x="201" y="1292"/>
                    <a:pt x="339" y="2035"/>
                    <a:pt x="1203" y="2139"/>
                  </a:cubicBezTo>
                  <a:cubicBezTo>
                    <a:pt x="1224" y="2141"/>
                    <a:pt x="1245" y="2142"/>
                    <a:pt x="1265" y="2142"/>
                  </a:cubicBezTo>
                  <a:cubicBezTo>
                    <a:pt x="1645" y="2142"/>
                    <a:pt x="1895" y="1835"/>
                    <a:pt x="1895" y="1327"/>
                  </a:cubicBezTo>
                  <a:cubicBezTo>
                    <a:pt x="1670" y="705"/>
                    <a:pt x="1273" y="169"/>
                    <a:pt x="529" y="13"/>
                  </a:cubicBezTo>
                  <a:cubicBezTo>
                    <a:pt x="489" y="5"/>
                    <a:pt x="451" y="1"/>
                    <a:pt x="416" y="1"/>
                  </a:cubicBezTo>
                  <a:close/>
                </a:path>
              </a:pathLst>
            </a:custGeom>
            <a:solidFill>
              <a:schemeClr val="dk2"/>
            </a:solidFill>
            <a:ln>
              <a:noFill/>
            </a:ln>
            <a:effectLst>
              <a:outerShdw blurRad="71438" dist="47625" dir="3000000" algn="bl" rotWithShape="0">
                <a:srgbClr val="000000">
                  <a:alpha val="21000"/>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8" name="Google Shape;868;p58"/>
            <p:cNvSpPr/>
            <p:nvPr/>
          </p:nvSpPr>
          <p:spPr>
            <a:xfrm>
              <a:off x="4291500" y="1250400"/>
              <a:ext cx="54900" cy="37900"/>
            </a:xfrm>
            <a:custGeom>
              <a:avLst/>
              <a:gdLst/>
              <a:ahLst/>
              <a:cxnLst/>
              <a:rect l="l" t="t" r="r" b="b"/>
              <a:pathLst>
                <a:path w="2196" h="1516" extrusionOk="0">
                  <a:moveTo>
                    <a:pt x="1013" y="0"/>
                  </a:moveTo>
                  <a:cubicBezTo>
                    <a:pt x="676" y="0"/>
                    <a:pt x="369" y="181"/>
                    <a:pt x="190" y="464"/>
                  </a:cubicBezTo>
                  <a:cubicBezTo>
                    <a:pt x="0" y="706"/>
                    <a:pt x="35" y="1034"/>
                    <a:pt x="259" y="1224"/>
                  </a:cubicBezTo>
                  <a:cubicBezTo>
                    <a:pt x="466" y="1444"/>
                    <a:pt x="678" y="1515"/>
                    <a:pt x="892" y="1515"/>
                  </a:cubicBezTo>
                  <a:cubicBezTo>
                    <a:pt x="1233" y="1515"/>
                    <a:pt x="1579" y="1336"/>
                    <a:pt x="1919" y="1293"/>
                  </a:cubicBezTo>
                  <a:cubicBezTo>
                    <a:pt x="2195" y="567"/>
                    <a:pt x="1901" y="153"/>
                    <a:pt x="1175" y="14"/>
                  </a:cubicBezTo>
                  <a:cubicBezTo>
                    <a:pt x="1121" y="5"/>
                    <a:pt x="1066" y="0"/>
                    <a:pt x="1013" y="0"/>
                  </a:cubicBezTo>
                  <a:close/>
                </a:path>
              </a:pathLst>
            </a:custGeom>
            <a:solidFill>
              <a:schemeClr val="dk2"/>
            </a:solidFill>
            <a:ln>
              <a:noFill/>
            </a:ln>
            <a:effectLst>
              <a:outerShdw blurRad="71438" dist="47625" dir="3000000" algn="bl" rotWithShape="0">
                <a:srgbClr val="000000">
                  <a:alpha val="21000"/>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9" name="Google Shape;869;p58"/>
            <p:cNvSpPr/>
            <p:nvPr/>
          </p:nvSpPr>
          <p:spPr>
            <a:xfrm>
              <a:off x="6323375" y="3314875"/>
              <a:ext cx="50125" cy="37325"/>
            </a:xfrm>
            <a:custGeom>
              <a:avLst/>
              <a:gdLst/>
              <a:ahLst/>
              <a:cxnLst/>
              <a:rect l="l" t="t" r="r" b="b"/>
              <a:pathLst>
                <a:path w="2005" h="1493" extrusionOk="0">
                  <a:moveTo>
                    <a:pt x="754" y="1"/>
                  </a:moveTo>
                  <a:cubicBezTo>
                    <a:pt x="409" y="1"/>
                    <a:pt x="93" y="129"/>
                    <a:pt x="52" y="542"/>
                  </a:cubicBezTo>
                  <a:cubicBezTo>
                    <a:pt x="0" y="1198"/>
                    <a:pt x="536" y="1371"/>
                    <a:pt x="1106" y="1492"/>
                  </a:cubicBezTo>
                  <a:cubicBezTo>
                    <a:pt x="1504" y="1475"/>
                    <a:pt x="1988" y="1440"/>
                    <a:pt x="1988" y="905"/>
                  </a:cubicBezTo>
                  <a:cubicBezTo>
                    <a:pt x="2005" y="317"/>
                    <a:pt x="1504" y="110"/>
                    <a:pt x="1020" y="23"/>
                  </a:cubicBezTo>
                  <a:cubicBezTo>
                    <a:pt x="932" y="9"/>
                    <a:pt x="842" y="1"/>
                    <a:pt x="754" y="1"/>
                  </a:cubicBezTo>
                  <a:close/>
                </a:path>
              </a:pathLst>
            </a:custGeom>
            <a:solidFill>
              <a:schemeClr val="dk2"/>
            </a:solidFill>
            <a:ln>
              <a:noFill/>
            </a:ln>
            <a:effectLst>
              <a:outerShdw blurRad="71438" dist="47625" dir="3000000" algn="bl" rotWithShape="0">
                <a:srgbClr val="000000">
                  <a:alpha val="21000"/>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0" name="Google Shape;870;p58"/>
            <p:cNvSpPr/>
            <p:nvPr/>
          </p:nvSpPr>
          <p:spPr>
            <a:xfrm>
              <a:off x="6680225" y="1890750"/>
              <a:ext cx="46075" cy="42200"/>
            </a:xfrm>
            <a:custGeom>
              <a:avLst/>
              <a:gdLst/>
              <a:ahLst/>
              <a:cxnLst/>
              <a:rect l="l" t="t" r="r" b="b"/>
              <a:pathLst>
                <a:path w="1843" h="1688" extrusionOk="0">
                  <a:moveTo>
                    <a:pt x="1376" y="1"/>
                  </a:moveTo>
                  <a:cubicBezTo>
                    <a:pt x="1345" y="1"/>
                    <a:pt x="1312" y="4"/>
                    <a:pt x="1280" y="11"/>
                  </a:cubicBezTo>
                  <a:cubicBezTo>
                    <a:pt x="675" y="29"/>
                    <a:pt x="156" y="478"/>
                    <a:pt x="70" y="1083"/>
                  </a:cubicBezTo>
                  <a:cubicBezTo>
                    <a:pt x="1" y="1446"/>
                    <a:pt x="208" y="1670"/>
                    <a:pt x="675" y="1688"/>
                  </a:cubicBezTo>
                  <a:cubicBezTo>
                    <a:pt x="1193" y="1480"/>
                    <a:pt x="1643" y="1135"/>
                    <a:pt x="1781" y="513"/>
                  </a:cubicBezTo>
                  <a:cubicBezTo>
                    <a:pt x="1843" y="250"/>
                    <a:pt x="1642" y="1"/>
                    <a:pt x="1376" y="1"/>
                  </a:cubicBezTo>
                  <a:close/>
                </a:path>
              </a:pathLst>
            </a:custGeom>
            <a:solidFill>
              <a:schemeClr val="dk2"/>
            </a:solidFill>
            <a:ln>
              <a:noFill/>
            </a:ln>
            <a:effectLst>
              <a:outerShdw blurRad="71438" dist="47625" dir="3000000" algn="bl" rotWithShape="0">
                <a:srgbClr val="000000">
                  <a:alpha val="21000"/>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1" name="Google Shape;871;p58"/>
            <p:cNvSpPr/>
            <p:nvPr/>
          </p:nvSpPr>
          <p:spPr>
            <a:xfrm>
              <a:off x="3550975" y="1955400"/>
              <a:ext cx="53600" cy="126175"/>
            </a:xfrm>
            <a:custGeom>
              <a:avLst/>
              <a:gdLst/>
              <a:ahLst/>
              <a:cxnLst/>
              <a:rect l="l" t="t" r="r" b="b"/>
              <a:pathLst>
                <a:path w="2144" h="5047" extrusionOk="0">
                  <a:moveTo>
                    <a:pt x="1297" y="0"/>
                  </a:moveTo>
                  <a:cubicBezTo>
                    <a:pt x="778" y="0"/>
                    <a:pt x="260" y="363"/>
                    <a:pt x="364" y="795"/>
                  </a:cubicBezTo>
                  <a:cubicBezTo>
                    <a:pt x="640" y="1850"/>
                    <a:pt x="122" y="2731"/>
                    <a:pt x="1" y="3491"/>
                  </a:cubicBezTo>
                  <a:cubicBezTo>
                    <a:pt x="70" y="4338"/>
                    <a:pt x="1" y="5047"/>
                    <a:pt x="951" y="5047"/>
                  </a:cubicBezTo>
                  <a:cubicBezTo>
                    <a:pt x="1781" y="5047"/>
                    <a:pt x="1971" y="4476"/>
                    <a:pt x="2040" y="3785"/>
                  </a:cubicBezTo>
                  <a:cubicBezTo>
                    <a:pt x="2144" y="2748"/>
                    <a:pt x="1642" y="1746"/>
                    <a:pt x="1936" y="692"/>
                  </a:cubicBezTo>
                  <a:cubicBezTo>
                    <a:pt x="2023" y="381"/>
                    <a:pt x="1712" y="0"/>
                    <a:pt x="1297" y="0"/>
                  </a:cubicBezTo>
                  <a:close/>
                </a:path>
              </a:pathLst>
            </a:custGeom>
            <a:solidFill>
              <a:schemeClr val="dk2"/>
            </a:solidFill>
            <a:ln>
              <a:noFill/>
            </a:ln>
            <a:effectLst>
              <a:outerShdw blurRad="71438" dist="47625" dir="3000000" algn="bl" rotWithShape="0">
                <a:srgbClr val="000000">
                  <a:alpha val="21000"/>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2" name="Google Shape;872;p58"/>
            <p:cNvSpPr/>
            <p:nvPr/>
          </p:nvSpPr>
          <p:spPr>
            <a:xfrm>
              <a:off x="3910000" y="2161475"/>
              <a:ext cx="93775" cy="45400"/>
            </a:xfrm>
            <a:custGeom>
              <a:avLst/>
              <a:gdLst/>
              <a:ahLst/>
              <a:cxnLst/>
              <a:rect l="l" t="t" r="r" b="b"/>
              <a:pathLst>
                <a:path w="3751" h="1816" extrusionOk="0">
                  <a:moveTo>
                    <a:pt x="1383" y="1"/>
                  </a:moveTo>
                  <a:cubicBezTo>
                    <a:pt x="778" y="87"/>
                    <a:pt x="1" y="18"/>
                    <a:pt x="122" y="640"/>
                  </a:cubicBezTo>
                  <a:cubicBezTo>
                    <a:pt x="329" y="1625"/>
                    <a:pt x="1297" y="1815"/>
                    <a:pt x="2195" y="1815"/>
                  </a:cubicBezTo>
                  <a:cubicBezTo>
                    <a:pt x="2835" y="1815"/>
                    <a:pt x="3751" y="1712"/>
                    <a:pt x="3613" y="951"/>
                  </a:cubicBezTo>
                  <a:cubicBezTo>
                    <a:pt x="3466" y="240"/>
                    <a:pt x="2970" y="188"/>
                    <a:pt x="2455" y="188"/>
                  </a:cubicBezTo>
                  <a:cubicBezTo>
                    <a:pt x="2366" y="188"/>
                    <a:pt x="2276" y="189"/>
                    <a:pt x="2187" y="189"/>
                  </a:cubicBezTo>
                  <a:cubicBezTo>
                    <a:pt x="1880" y="189"/>
                    <a:pt x="1588" y="170"/>
                    <a:pt x="1383" y="1"/>
                  </a:cubicBezTo>
                  <a:close/>
                </a:path>
              </a:pathLst>
            </a:custGeom>
            <a:solidFill>
              <a:schemeClr val="dk2"/>
            </a:solidFill>
            <a:ln>
              <a:noFill/>
            </a:ln>
            <a:effectLst>
              <a:outerShdw blurRad="71438" dist="47625" dir="3000000" algn="bl" rotWithShape="0">
                <a:srgbClr val="000000">
                  <a:alpha val="21000"/>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3" name="Google Shape;873;p58"/>
            <p:cNvSpPr/>
            <p:nvPr/>
          </p:nvSpPr>
          <p:spPr>
            <a:xfrm>
              <a:off x="4125600" y="2173875"/>
              <a:ext cx="50575" cy="37600"/>
            </a:xfrm>
            <a:custGeom>
              <a:avLst/>
              <a:gdLst/>
              <a:ahLst/>
              <a:cxnLst/>
              <a:rect l="l" t="t" r="r" b="b"/>
              <a:pathLst>
                <a:path w="2023" h="1504" extrusionOk="0">
                  <a:moveTo>
                    <a:pt x="1294" y="1"/>
                  </a:moveTo>
                  <a:cubicBezTo>
                    <a:pt x="1249" y="1"/>
                    <a:pt x="1204" y="3"/>
                    <a:pt x="1158" y="6"/>
                  </a:cubicBezTo>
                  <a:cubicBezTo>
                    <a:pt x="691" y="144"/>
                    <a:pt x="0" y="109"/>
                    <a:pt x="17" y="904"/>
                  </a:cubicBezTo>
                  <a:cubicBezTo>
                    <a:pt x="17" y="1352"/>
                    <a:pt x="364" y="1503"/>
                    <a:pt x="748" y="1503"/>
                  </a:cubicBezTo>
                  <a:cubicBezTo>
                    <a:pt x="809" y="1503"/>
                    <a:pt x="872" y="1499"/>
                    <a:pt x="933" y="1492"/>
                  </a:cubicBezTo>
                  <a:cubicBezTo>
                    <a:pt x="1486" y="1440"/>
                    <a:pt x="2022" y="1233"/>
                    <a:pt x="2022" y="593"/>
                  </a:cubicBezTo>
                  <a:cubicBezTo>
                    <a:pt x="2022" y="156"/>
                    <a:pt x="1711" y="1"/>
                    <a:pt x="1294" y="1"/>
                  </a:cubicBezTo>
                  <a:close/>
                </a:path>
              </a:pathLst>
            </a:custGeom>
            <a:solidFill>
              <a:schemeClr val="dk2"/>
            </a:solidFill>
            <a:ln>
              <a:noFill/>
            </a:ln>
            <a:effectLst>
              <a:outerShdw blurRad="71438" dist="47625" dir="3000000" algn="bl" rotWithShape="0">
                <a:srgbClr val="000000">
                  <a:alpha val="21000"/>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4" name="Google Shape;874;p58"/>
            <p:cNvSpPr/>
            <p:nvPr/>
          </p:nvSpPr>
          <p:spPr>
            <a:xfrm>
              <a:off x="3415775" y="2038325"/>
              <a:ext cx="44925" cy="38175"/>
            </a:xfrm>
            <a:custGeom>
              <a:avLst/>
              <a:gdLst/>
              <a:ahLst/>
              <a:cxnLst/>
              <a:rect l="l" t="t" r="r" b="b"/>
              <a:pathLst>
                <a:path w="1797" h="1527" extrusionOk="0">
                  <a:moveTo>
                    <a:pt x="812" y="0"/>
                  </a:moveTo>
                  <a:cubicBezTo>
                    <a:pt x="383" y="0"/>
                    <a:pt x="1" y="211"/>
                    <a:pt x="34" y="710"/>
                  </a:cubicBezTo>
                  <a:cubicBezTo>
                    <a:pt x="34" y="1164"/>
                    <a:pt x="400" y="1527"/>
                    <a:pt x="845" y="1527"/>
                  </a:cubicBezTo>
                  <a:cubicBezTo>
                    <a:pt x="874" y="1527"/>
                    <a:pt x="903" y="1525"/>
                    <a:pt x="933" y="1522"/>
                  </a:cubicBezTo>
                  <a:cubicBezTo>
                    <a:pt x="1382" y="1522"/>
                    <a:pt x="1745" y="1315"/>
                    <a:pt x="1797" y="796"/>
                  </a:cubicBezTo>
                  <a:cubicBezTo>
                    <a:pt x="1745" y="226"/>
                    <a:pt x="1330" y="19"/>
                    <a:pt x="864" y="1"/>
                  </a:cubicBezTo>
                  <a:cubicBezTo>
                    <a:pt x="847" y="1"/>
                    <a:pt x="829" y="0"/>
                    <a:pt x="812" y="0"/>
                  </a:cubicBezTo>
                  <a:close/>
                </a:path>
              </a:pathLst>
            </a:custGeom>
            <a:solidFill>
              <a:schemeClr val="dk2"/>
            </a:solidFill>
            <a:ln>
              <a:noFill/>
            </a:ln>
            <a:effectLst>
              <a:outerShdw blurRad="71438" dist="47625" dir="3000000" algn="bl" rotWithShape="0">
                <a:srgbClr val="000000">
                  <a:alpha val="21000"/>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75" name="Google Shape;875;p58"/>
          <p:cNvSpPr txBox="1"/>
          <p:nvPr/>
        </p:nvSpPr>
        <p:spPr>
          <a:xfrm>
            <a:off x="6305688" y="2034979"/>
            <a:ext cx="1935300" cy="400200"/>
          </a:xfrm>
          <a:prstGeom prst="rect">
            <a:avLst/>
          </a:prstGeom>
          <a:noFill/>
          <a:ln>
            <a:noFill/>
          </a:ln>
          <a:effectLst>
            <a:outerShdw blurRad="71438" dist="47625" dir="2940000" algn="bl" rotWithShape="0">
              <a:srgbClr val="000000">
                <a:alpha val="21000"/>
              </a:srgbClr>
            </a:outerShdw>
          </a:effectLst>
        </p:spPr>
        <p:txBody>
          <a:bodyPr spcFirstLastPara="1" wrap="square" lIns="91425" tIns="91425" rIns="91425" bIns="91425" anchor="ctr" anchorCtr="0">
            <a:noAutofit/>
          </a:bodyPr>
          <a:lstStyle/>
          <a:p>
            <a:pPr marL="0" lvl="0" indent="0" algn="ctr" rtl="0">
              <a:spcBef>
                <a:spcPts val="0"/>
              </a:spcBef>
              <a:spcAft>
                <a:spcPts val="0"/>
              </a:spcAft>
              <a:buNone/>
            </a:pPr>
            <a:r>
              <a:rPr lang="en" sz="2500">
                <a:solidFill>
                  <a:schemeClr val="lt2"/>
                </a:solidFill>
                <a:latin typeface="Righteous"/>
                <a:ea typeface="Righteous"/>
                <a:cs typeface="Righteous"/>
                <a:sym typeface="Righteous"/>
              </a:rPr>
              <a:t>Mercury</a:t>
            </a:r>
            <a:endParaRPr sz="2500">
              <a:solidFill>
                <a:schemeClr val="lt2"/>
              </a:solidFill>
              <a:latin typeface="Righteous"/>
              <a:ea typeface="Righteous"/>
              <a:cs typeface="Righteous"/>
              <a:sym typeface="Righteous"/>
            </a:endParaRPr>
          </a:p>
        </p:txBody>
      </p:sp>
      <p:sp>
        <p:nvSpPr>
          <p:cNvPr id="876" name="Google Shape;876;p58"/>
          <p:cNvSpPr txBox="1"/>
          <p:nvPr/>
        </p:nvSpPr>
        <p:spPr>
          <a:xfrm>
            <a:off x="6305688" y="2472000"/>
            <a:ext cx="1935300" cy="4002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dk1"/>
                </a:solidFill>
                <a:latin typeface="Comic Neue"/>
                <a:ea typeface="Comic Neue"/>
                <a:cs typeface="Comic Neue"/>
                <a:sym typeface="Comic Neue"/>
              </a:rPr>
              <a:t>It’s the closest planet to the Sun</a:t>
            </a:r>
            <a:endParaRPr>
              <a:solidFill>
                <a:schemeClr val="lt2"/>
              </a:solidFill>
              <a:latin typeface="Comic Neue"/>
              <a:ea typeface="Comic Neue"/>
              <a:cs typeface="Comic Neue"/>
              <a:sym typeface="Comic Neue"/>
            </a:endParaRPr>
          </a:p>
        </p:txBody>
      </p:sp>
      <p:sp>
        <p:nvSpPr>
          <p:cNvPr id="877" name="Google Shape;877;p58"/>
          <p:cNvSpPr txBox="1"/>
          <p:nvPr/>
        </p:nvSpPr>
        <p:spPr>
          <a:xfrm>
            <a:off x="6305688" y="3637367"/>
            <a:ext cx="1935300" cy="400200"/>
          </a:xfrm>
          <a:prstGeom prst="rect">
            <a:avLst/>
          </a:prstGeom>
          <a:noFill/>
          <a:ln>
            <a:noFill/>
          </a:ln>
          <a:effectLst>
            <a:outerShdw blurRad="71438" dist="47625" dir="2940000" algn="bl" rotWithShape="0">
              <a:srgbClr val="000000">
                <a:alpha val="21000"/>
              </a:srgbClr>
            </a:outerShdw>
          </a:effectLst>
        </p:spPr>
        <p:txBody>
          <a:bodyPr spcFirstLastPara="1" wrap="square" lIns="91425" tIns="91425" rIns="91425" bIns="91425" anchor="ctr" anchorCtr="0">
            <a:noAutofit/>
          </a:bodyPr>
          <a:lstStyle/>
          <a:p>
            <a:pPr marL="0" lvl="0" indent="0" algn="ctr" rtl="0">
              <a:spcBef>
                <a:spcPts val="0"/>
              </a:spcBef>
              <a:spcAft>
                <a:spcPts val="0"/>
              </a:spcAft>
              <a:buNone/>
            </a:pPr>
            <a:r>
              <a:rPr lang="en" sz="2500">
                <a:solidFill>
                  <a:schemeClr val="lt2"/>
                </a:solidFill>
                <a:latin typeface="Righteous"/>
                <a:ea typeface="Righteous"/>
                <a:cs typeface="Righteous"/>
                <a:sym typeface="Righteous"/>
              </a:rPr>
              <a:t>Venus</a:t>
            </a:r>
            <a:endParaRPr sz="2500">
              <a:solidFill>
                <a:schemeClr val="lt2"/>
              </a:solidFill>
              <a:latin typeface="Righteous"/>
              <a:ea typeface="Righteous"/>
              <a:cs typeface="Righteous"/>
              <a:sym typeface="Righteous"/>
            </a:endParaRPr>
          </a:p>
        </p:txBody>
      </p:sp>
      <p:sp>
        <p:nvSpPr>
          <p:cNvPr id="878" name="Google Shape;878;p58"/>
          <p:cNvSpPr txBox="1"/>
          <p:nvPr/>
        </p:nvSpPr>
        <p:spPr>
          <a:xfrm>
            <a:off x="6305688" y="4074388"/>
            <a:ext cx="1935300" cy="4002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dk1"/>
                </a:solidFill>
                <a:latin typeface="Comic Neue"/>
                <a:ea typeface="Comic Neue"/>
                <a:cs typeface="Comic Neue"/>
                <a:sym typeface="Comic Neue"/>
              </a:rPr>
              <a:t>Venus is the second planet from the Sun</a:t>
            </a:r>
            <a:endParaRPr>
              <a:solidFill>
                <a:schemeClr val="dk1"/>
              </a:solidFill>
              <a:latin typeface="Comic Neue"/>
              <a:ea typeface="Comic Neue"/>
              <a:cs typeface="Comic Neue"/>
              <a:sym typeface="Comic Neue"/>
            </a:endParaRPr>
          </a:p>
        </p:txBody>
      </p:sp>
      <p:sp>
        <p:nvSpPr>
          <p:cNvPr id="879" name="Google Shape;879;p58"/>
          <p:cNvSpPr/>
          <p:nvPr/>
        </p:nvSpPr>
        <p:spPr>
          <a:xfrm>
            <a:off x="7025238" y="1494375"/>
            <a:ext cx="496200" cy="496200"/>
          </a:xfrm>
          <a:prstGeom prst="ellipse">
            <a:avLst/>
          </a:prstGeom>
          <a:solidFill>
            <a:schemeClr val="accent1"/>
          </a:solidFill>
          <a:ln>
            <a:noFill/>
          </a:ln>
          <a:effectLst>
            <a:outerShdw blurRad="71438" dist="47625" dir="3000000" algn="bl" rotWithShape="0">
              <a:srgbClr val="000000">
                <a:alpha val="22000"/>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0" name="Google Shape;880;p58"/>
          <p:cNvSpPr/>
          <p:nvPr/>
        </p:nvSpPr>
        <p:spPr>
          <a:xfrm>
            <a:off x="7025238" y="3096775"/>
            <a:ext cx="496200" cy="496200"/>
          </a:xfrm>
          <a:prstGeom prst="ellipse">
            <a:avLst/>
          </a:prstGeom>
          <a:solidFill>
            <a:schemeClr val="lt2"/>
          </a:solidFill>
          <a:ln>
            <a:noFill/>
          </a:ln>
          <a:effectLst>
            <a:outerShdw blurRad="71438" dist="47625" dir="3000000" algn="bl" rotWithShape="0">
              <a:srgbClr val="000000">
                <a:alpha val="22000"/>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1" name="Google Shape;881;p58"/>
          <p:cNvSpPr/>
          <p:nvPr/>
        </p:nvSpPr>
        <p:spPr>
          <a:xfrm>
            <a:off x="4365616" y="2101575"/>
            <a:ext cx="136800" cy="136800"/>
          </a:xfrm>
          <a:prstGeom prst="ellipse">
            <a:avLst/>
          </a:prstGeom>
          <a:solidFill>
            <a:schemeClr val="lt2"/>
          </a:solidFill>
          <a:ln>
            <a:noFill/>
          </a:ln>
          <a:effectLst>
            <a:outerShdw blurRad="71438" dist="47625" dir="3000000" algn="bl" rotWithShape="0">
              <a:srgbClr val="000000">
                <a:alpha val="22000"/>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2" name="Google Shape;882;p58"/>
          <p:cNvSpPr/>
          <p:nvPr/>
        </p:nvSpPr>
        <p:spPr>
          <a:xfrm>
            <a:off x="1689091" y="2101575"/>
            <a:ext cx="136800" cy="136800"/>
          </a:xfrm>
          <a:prstGeom prst="ellipse">
            <a:avLst/>
          </a:prstGeom>
          <a:solidFill>
            <a:schemeClr val="accent1"/>
          </a:solidFill>
          <a:ln>
            <a:noFill/>
          </a:ln>
          <a:effectLst>
            <a:outerShdw blurRad="71438" dist="47625" dir="3000000" algn="bl" rotWithShape="0">
              <a:srgbClr val="000000">
                <a:alpha val="22000"/>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3" name="Google Shape;883;p58"/>
          <p:cNvSpPr/>
          <p:nvPr/>
        </p:nvSpPr>
        <p:spPr>
          <a:xfrm>
            <a:off x="3584566" y="3233575"/>
            <a:ext cx="136800" cy="136800"/>
          </a:xfrm>
          <a:prstGeom prst="ellipse">
            <a:avLst/>
          </a:prstGeom>
          <a:solidFill>
            <a:schemeClr val="accent1"/>
          </a:solidFill>
          <a:ln>
            <a:noFill/>
          </a:ln>
          <a:effectLst>
            <a:outerShdw blurRad="71438" dist="47625" dir="3000000" algn="bl" rotWithShape="0">
              <a:srgbClr val="000000">
                <a:alpha val="22000"/>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4" name="Google Shape;884;p58"/>
          <p:cNvSpPr/>
          <p:nvPr/>
        </p:nvSpPr>
        <p:spPr>
          <a:xfrm>
            <a:off x="4822816" y="2503350"/>
            <a:ext cx="136800" cy="136800"/>
          </a:xfrm>
          <a:prstGeom prst="ellipse">
            <a:avLst/>
          </a:prstGeom>
          <a:solidFill>
            <a:schemeClr val="accent1"/>
          </a:solidFill>
          <a:ln>
            <a:noFill/>
          </a:ln>
          <a:effectLst>
            <a:outerShdw blurRad="71438" dist="47625" dir="3000000" algn="bl" rotWithShape="0">
              <a:srgbClr val="000000">
                <a:alpha val="22000"/>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5" name="Google Shape;885;p58"/>
          <p:cNvSpPr/>
          <p:nvPr/>
        </p:nvSpPr>
        <p:spPr>
          <a:xfrm>
            <a:off x="3508366" y="2238375"/>
            <a:ext cx="136800" cy="136800"/>
          </a:xfrm>
          <a:prstGeom prst="ellipse">
            <a:avLst/>
          </a:prstGeom>
          <a:solidFill>
            <a:schemeClr val="accent1"/>
          </a:solidFill>
          <a:ln>
            <a:noFill/>
          </a:ln>
          <a:effectLst>
            <a:outerShdw blurRad="71438" dist="47625" dir="3000000" algn="bl" rotWithShape="0">
              <a:srgbClr val="000000">
                <a:alpha val="22000"/>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6" name="Google Shape;886;p58"/>
          <p:cNvSpPr/>
          <p:nvPr/>
        </p:nvSpPr>
        <p:spPr>
          <a:xfrm>
            <a:off x="5394316" y="3711150"/>
            <a:ext cx="136800" cy="136800"/>
          </a:xfrm>
          <a:prstGeom prst="ellipse">
            <a:avLst/>
          </a:prstGeom>
          <a:solidFill>
            <a:schemeClr val="lt2"/>
          </a:solidFill>
          <a:ln>
            <a:noFill/>
          </a:ln>
          <a:effectLst>
            <a:outerShdw blurRad="71438" dist="47625" dir="3000000" algn="bl" rotWithShape="0">
              <a:srgbClr val="000000">
                <a:alpha val="22000"/>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7" name="Google Shape;887;p58"/>
          <p:cNvSpPr/>
          <p:nvPr/>
        </p:nvSpPr>
        <p:spPr>
          <a:xfrm>
            <a:off x="2441566" y="3456175"/>
            <a:ext cx="136800" cy="136800"/>
          </a:xfrm>
          <a:prstGeom prst="ellipse">
            <a:avLst/>
          </a:prstGeom>
          <a:solidFill>
            <a:schemeClr val="accent1"/>
          </a:solidFill>
          <a:ln>
            <a:noFill/>
          </a:ln>
          <a:effectLst>
            <a:outerShdw blurRad="71438" dist="47625" dir="3000000" algn="bl" rotWithShape="0">
              <a:srgbClr val="000000">
                <a:alpha val="22000"/>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8" name="Google Shape;888;p58"/>
          <p:cNvSpPr/>
          <p:nvPr/>
        </p:nvSpPr>
        <p:spPr>
          <a:xfrm>
            <a:off x="1508116" y="2503350"/>
            <a:ext cx="136800" cy="136800"/>
          </a:xfrm>
          <a:prstGeom prst="ellipse">
            <a:avLst/>
          </a:prstGeom>
          <a:solidFill>
            <a:schemeClr val="lt2"/>
          </a:solidFill>
          <a:ln>
            <a:noFill/>
          </a:ln>
          <a:effectLst>
            <a:outerShdw blurRad="71438" dist="47625" dir="3000000" algn="bl" rotWithShape="0">
              <a:srgbClr val="000000">
                <a:alpha val="22000"/>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917"/>
        <p:cNvGrpSpPr/>
        <p:nvPr/>
      </p:nvGrpSpPr>
      <p:grpSpPr>
        <a:xfrm>
          <a:off x="0" y="0"/>
          <a:ext cx="0" cy="0"/>
          <a:chOff x="0" y="0"/>
          <a:chExt cx="0" cy="0"/>
        </a:xfrm>
      </p:grpSpPr>
      <p:sp>
        <p:nvSpPr>
          <p:cNvPr id="918" name="Google Shape;918;p60"/>
          <p:cNvSpPr txBox="1">
            <a:spLocks noGrp="1"/>
          </p:cNvSpPr>
          <p:nvPr>
            <p:ph type="title"/>
          </p:nvPr>
        </p:nvSpPr>
        <p:spPr>
          <a:xfrm>
            <a:off x="720000" y="532925"/>
            <a:ext cx="7704000" cy="440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FILLED CINEMA ICON PACK</a:t>
            </a:r>
            <a:endParaRPr/>
          </a:p>
        </p:txBody>
      </p:sp>
      <p:sp>
        <p:nvSpPr>
          <p:cNvPr id="919" name="Google Shape;919;p60"/>
          <p:cNvSpPr/>
          <p:nvPr/>
        </p:nvSpPr>
        <p:spPr>
          <a:xfrm>
            <a:off x="720000" y="1668828"/>
            <a:ext cx="376682" cy="115124"/>
          </a:xfrm>
          <a:custGeom>
            <a:avLst/>
            <a:gdLst/>
            <a:ahLst/>
            <a:cxnLst/>
            <a:rect l="l" t="t" r="r" b="b"/>
            <a:pathLst>
              <a:path w="13968" h="4269" extrusionOk="0">
                <a:moveTo>
                  <a:pt x="5043" y="1941"/>
                </a:moveTo>
                <a:lnTo>
                  <a:pt x="5043" y="2717"/>
                </a:lnTo>
                <a:lnTo>
                  <a:pt x="1940" y="2717"/>
                </a:lnTo>
                <a:lnTo>
                  <a:pt x="1940" y="1941"/>
                </a:lnTo>
                <a:close/>
                <a:moveTo>
                  <a:pt x="12027" y="1941"/>
                </a:moveTo>
                <a:lnTo>
                  <a:pt x="12027" y="2717"/>
                </a:lnTo>
                <a:lnTo>
                  <a:pt x="8923" y="2717"/>
                </a:lnTo>
                <a:lnTo>
                  <a:pt x="8923" y="1941"/>
                </a:lnTo>
                <a:close/>
                <a:moveTo>
                  <a:pt x="0" y="0"/>
                </a:moveTo>
                <a:lnTo>
                  <a:pt x="0" y="777"/>
                </a:lnTo>
                <a:lnTo>
                  <a:pt x="776" y="777"/>
                </a:lnTo>
                <a:lnTo>
                  <a:pt x="776" y="4269"/>
                </a:lnTo>
                <a:lnTo>
                  <a:pt x="5886" y="4269"/>
                </a:lnTo>
                <a:lnTo>
                  <a:pt x="6232" y="3105"/>
                </a:lnTo>
                <a:lnTo>
                  <a:pt x="7348" y="3105"/>
                </a:lnTo>
                <a:lnTo>
                  <a:pt x="7692" y="4269"/>
                </a:lnTo>
                <a:lnTo>
                  <a:pt x="12804" y="4269"/>
                </a:lnTo>
                <a:lnTo>
                  <a:pt x="12804" y="777"/>
                </a:lnTo>
                <a:lnTo>
                  <a:pt x="13968" y="777"/>
                </a:lnTo>
                <a:lnTo>
                  <a:pt x="13968"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0" name="Google Shape;920;p60"/>
          <p:cNvSpPr/>
          <p:nvPr/>
        </p:nvSpPr>
        <p:spPr>
          <a:xfrm>
            <a:off x="1536492" y="1574687"/>
            <a:ext cx="373041" cy="303438"/>
          </a:xfrm>
          <a:custGeom>
            <a:avLst/>
            <a:gdLst/>
            <a:ahLst/>
            <a:cxnLst/>
            <a:rect l="l" t="t" r="r" b="b"/>
            <a:pathLst>
              <a:path w="13833" h="11252" extrusionOk="0">
                <a:moveTo>
                  <a:pt x="10102" y="6208"/>
                </a:moveTo>
                <a:lnTo>
                  <a:pt x="10102" y="7372"/>
                </a:lnTo>
                <a:lnTo>
                  <a:pt x="3506" y="7372"/>
                </a:lnTo>
                <a:lnTo>
                  <a:pt x="3506" y="6208"/>
                </a:lnTo>
                <a:close/>
                <a:moveTo>
                  <a:pt x="3828" y="1"/>
                </a:moveTo>
                <a:cubicBezTo>
                  <a:pt x="2793" y="1"/>
                  <a:pt x="1954" y="839"/>
                  <a:pt x="1954" y="1873"/>
                </a:cubicBezTo>
                <a:lnTo>
                  <a:pt x="1954" y="3104"/>
                </a:lnTo>
                <a:lnTo>
                  <a:pt x="1800" y="3104"/>
                </a:lnTo>
                <a:cubicBezTo>
                  <a:pt x="835" y="3104"/>
                  <a:pt x="1" y="3870"/>
                  <a:pt x="15" y="4834"/>
                </a:cubicBezTo>
                <a:cubicBezTo>
                  <a:pt x="28" y="5763"/>
                  <a:pt x="718" y="6510"/>
                  <a:pt x="1567" y="6510"/>
                </a:cubicBezTo>
                <a:lnTo>
                  <a:pt x="1567" y="10087"/>
                </a:lnTo>
                <a:lnTo>
                  <a:pt x="2731" y="10087"/>
                </a:lnTo>
                <a:lnTo>
                  <a:pt x="2731" y="11251"/>
                </a:lnTo>
                <a:lnTo>
                  <a:pt x="3895" y="11251"/>
                </a:lnTo>
                <a:lnTo>
                  <a:pt x="3895" y="10087"/>
                </a:lnTo>
                <a:lnTo>
                  <a:pt x="10102" y="10087"/>
                </a:lnTo>
                <a:lnTo>
                  <a:pt x="10102" y="11251"/>
                </a:lnTo>
                <a:lnTo>
                  <a:pt x="10877" y="11251"/>
                </a:lnTo>
                <a:lnTo>
                  <a:pt x="10877" y="10087"/>
                </a:lnTo>
                <a:lnTo>
                  <a:pt x="12041" y="10087"/>
                </a:lnTo>
                <a:lnTo>
                  <a:pt x="12041" y="6510"/>
                </a:lnTo>
                <a:cubicBezTo>
                  <a:pt x="13030" y="6510"/>
                  <a:pt x="13832" y="5748"/>
                  <a:pt x="13832" y="4807"/>
                </a:cubicBezTo>
                <a:cubicBezTo>
                  <a:pt x="13832" y="3867"/>
                  <a:pt x="13030" y="3104"/>
                  <a:pt x="12042" y="3104"/>
                </a:cubicBezTo>
                <a:lnTo>
                  <a:pt x="11653" y="3104"/>
                </a:lnTo>
                <a:lnTo>
                  <a:pt x="11653" y="1873"/>
                </a:lnTo>
                <a:cubicBezTo>
                  <a:pt x="11653" y="839"/>
                  <a:pt x="10815" y="1"/>
                  <a:pt x="978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1" name="Google Shape;921;p60"/>
          <p:cNvSpPr/>
          <p:nvPr/>
        </p:nvSpPr>
        <p:spPr>
          <a:xfrm>
            <a:off x="2404247" y="1538040"/>
            <a:ext cx="267437" cy="376709"/>
          </a:xfrm>
          <a:custGeom>
            <a:avLst/>
            <a:gdLst/>
            <a:ahLst/>
            <a:cxnLst/>
            <a:rect l="l" t="t" r="r" b="b"/>
            <a:pathLst>
              <a:path w="9917" h="13969" extrusionOk="0">
                <a:moveTo>
                  <a:pt x="4959" y="3274"/>
                </a:moveTo>
                <a:lnTo>
                  <a:pt x="5528" y="4429"/>
                </a:lnTo>
                <a:lnTo>
                  <a:pt x="6804" y="4615"/>
                </a:lnTo>
                <a:lnTo>
                  <a:pt x="5881" y="5514"/>
                </a:lnTo>
                <a:lnTo>
                  <a:pt x="6100" y="6785"/>
                </a:lnTo>
                <a:lnTo>
                  <a:pt x="4959" y="6185"/>
                </a:lnTo>
                <a:lnTo>
                  <a:pt x="3818" y="6785"/>
                </a:lnTo>
                <a:lnTo>
                  <a:pt x="4036" y="5514"/>
                </a:lnTo>
                <a:lnTo>
                  <a:pt x="3114" y="4615"/>
                </a:lnTo>
                <a:lnTo>
                  <a:pt x="4389" y="4429"/>
                </a:lnTo>
                <a:lnTo>
                  <a:pt x="4959" y="3274"/>
                </a:lnTo>
                <a:close/>
                <a:moveTo>
                  <a:pt x="5993" y="12028"/>
                </a:moveTo>
                <a:lnTo>
                  <a:pt x="5993" y="12804"/>
                </a:lnTo>
                <a:lnTo>
                  <a:pt x="4054" y="12804"/>
                </a:lnTo>
                <a:lnTo>
                  <a:pt x="4054" y="12028"/>
                </a:lnTo>
                <a:close/>
                <a:moveTo>
                  <a:pt x="4959" y="1"/>
                </a:moveTo>
                <a:lnTo>
                  <a:pt x="3427" y="3106"/>
                </a:lnTo>
                <a:lnTo>
                  <a:pt x="1" y="3604"/>
                </a:lnTo>
                <a:lnTo>
                  <a:pt x="2480" y="6020"/>
                </a:lnTo>
                <a:lnTo>
                  <a:pt x="1895" y="9432"/>
                </a:lnTo>
                <a:lnTo>
                  <a:pt x="4441" y="8075"/>
                </a:lnTo>
                <a:lnTo>
                  <a:pt x="4441" y="10089"/>
                </a:lnTo>
                <a:lnTo>
                  <a:pt x="2113" y="10089"/>
                </a:lnTo>
                <a:lnTo>
                  <a:pt x="2113" y="12804"/>
                </a:lnTo>
                <a:lnTo>
                  <a:pt x="1337" y="12804"/>
                </a:lnTo>
                <a:lnTo>
                  <a:pt x="1337" y="13968"/>
                </a:lnTo>
                <a:lnTo>
                  <a:pt x="8708" y="13968"/>
                </a:lnTo>
                <a:lnTo>
                  <a:pt x="8708" y="12804"/>
                </a:lnTo>
                <a:lnTo>
                  <a:pt x="7933" y="12804"/>
                </a:lnTo>
                <a:lnTo>
                  <a:pt x="7933" y="10089"/>
                </a:lnTo>
                <a:lnTo>
                  <a:pt x="5218" y="10089"/>
                </a:lnTo>
                <a:lnTo>
                  <a:pt x="5218" y="8075"/>
                </a:lnTo>
                <a:lnTo>
                  <a:pt x="8024" y="9432"/>
                </a:lnTo>
                <a:lnTo>
                  <a:pt x="7438" y="6020"/>
                </a:lnTo>
                <a:lnTo>
                  <a:pt x="9917" y="3604"/>
                </a:lnTo>
                <a:lnTo>
                  <a:pt x="6491" y="3106"/>
                </a:lnTo>
                <a:lnTo>
                  <a:pt x="4959"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2" name="Google Shape;922;p60"/>
          <p:cNvSpPr/>
          <p:nvPr/>
        </p:nvSpPr>
        <p:spPr>
          <a:xfrm>
            <a:off x="3155561" y="1569456"/>
            <a:ext cx="376709" cy="313902"/>
          </a:xfrm>
          <a:custGeom>
            <a:avLst/>
            <a:gdLst/>
            <a:ahLst/>
            <a:cxnLst/>
            <a:rect l="l" t="t" r="r" b="b"/>
            <a:pathLst>
              <a:path w="13969" h="11640" extrusionOk="0">
                <a:moveTo>
                  <a:pt x="2134" y="0"/>
                </a:moveTo>
                <a:cubicBezTo>
                  <a:pt x="1252" y="0"/>
                  <a:pt x="535" y="784"/>
                  <a:pt x="535" y="1746"/>
                </a:cubicBezTo>
                <a:cubicBezTo>
                  <a:pt x="535" y="2294"/>
                  <a:pt x="767" y="2783"/>
                  <a:pt x="1130" y="3104"/>
                </a:cubicBezTo>
                <a:lnTo>
                  <a:pt x="1" y="3104"/>
                </a:lnTo>
                <a:lnTo>
                  <a:pt x="1" y="4268"/>
                </a:lnTo>
                <a:lnTo>
                  <a:pt x="1244" y="4268"/>
                </a:lnTo>
                <a:lnTo>
                  <a:pt x="468" y="11639"/>
                </a:lnTo>
                <a:lnTo>
                  <a:pt x="3744" y="11639"/>
                </a:lnTo>
                <a:lnTo>
                  <a:pt x="3345" y="7847"/>
                </a:lnTo>
                <a:lnTo>
                  <a:pt x="3345" y="7847"/>
                </a:lnTo>
                <a:cubicBezTo>
                  <a:pt x="4342" y="8736"/>
                  <a:pt x="5594" y="9181"/>
                  <a:pt x="6845" y="9181"/>
                </a:cubicBezTo>
                <a:cubicBezTo>
                  <a:pt x="8097" y="9181"/>
                  <a:pt x="9348" y="8736"/>
                  <a:pt x="10345" y="7847"/>
                </a:cubicBezTo>
                <a:lnTo>
                  <a:pt x="10345" y="7847"/>
                </a:lnTo>
                <a:lnTo>
                  <a:pt x="9946" y="11639"/>
                </a:lnTo>
                <a:lnTo>
                  <a:pt x="13221" y="11639"/>
                </a:lnTo>
                <a:lnTo>
                  <a:pt x="12446" y="4268"/>
                </a:lnTo>
                <a:lnTo>
                  <a:pt x="13968" y="4268"/>
                </a:lnTo>
                <a:lnTo>
                  <a:pt x="13968" y="3104"/>
                </a:lnTo>
                <a:lnTo>
                  <a:pt x="12839" y="3104"/>
                </a:lnTo>
                <a:cubicBezTo>
                  <a:pt x="13273" y="2722"/>
                  <a:pt x="13520" y="2099"/>
                  <a:pt x="13409" y="1422"/>
                </a:cubicBezTo>
                <a:cubicBezTo>
                  <a:pt x="13300" y="763"/>
                  <a:pt x="12831" y="189"/>
                  <a:pt x="12180" y="40"/>
                </a:cubicBezTo>
                <a:cubicBezTo>
                  <a:pt x="12063" y="13"/>
                  <a:pt x="11947" y="0"/>
                  <a:pt x="11834" y="0"/>
                </a:cubicBezTo>
                <a:cubicBezTo>
                  <a:pt x="10952" y="0"/>
                  <a:pt x="10235" y="784"/>
                  <a:pt x="10235" y="1746"/>
                </a:cubicBezTo>
                <a:cubicBezTo>
                  <a:pt x="10235" y="2294"/>
                  <a:pt x="10468" y="2784"/>
                  <a:pt x="10831" y="3104"/>
                </a:cubicBezTo>
                <a:lnTo>
                  <a:pt x="9702" y="3104"/>
                </a:lnTo>
                <a:lnTo>
                  <a:pt x="9702" y="4268"/>
                </a:lnTo>
                <a:lnTo>
                  <a:pt x="10866" y="4268"/>
                </a:lnTo>
                <a:lnTo>
                  <a:pt x="10686" y="6098"/>
                </a:lnTo>
                <a:cubicBezTo>
                  <a:pt x="9963" y="7549"/>
                  <a:pt x="8554" y="8535"/>
                  <a:pt x="6936" y="8535"/>
                </a:cubicBezTo>
                <a:cubicBezTo>
                  <a:pt x="5319" y="8535"/>
                  <a:pt x="3908" y="7549"/>
                  <a:pt x="3185" y="6098"/>
                </a:cubicBezTo>
                <a:lnTo>
                  <a:pt x="3008" y="4268"/>
                </a:lnTo>
                <a:lnTo>
                  <a:pt x="4268" y="4268"/>
                </a:lnTo>
                <a:lnTo>
                  <a:pt x="4268" y="3104"/>
                </a:lnTo>
                <a:lnTo>
                  <a:pt x="3139" y="3104"/>
                </a:lnTo>
                <a:cubicBezTo>
                  <a:pt x="3572" y="2721"/>
                  <a:pt x="3820" y="2099"/>
                  <a:pt x="3708" y="1422"/>
                </a:cubicBezTo>
                <a:cubicBezTo>
                  <a:pt x="3600" y="763"/>
                  <a:pt x="3131" y="189"/>
                  <a:pt x="2479" y="40"/>
                </a:cubicBezTo>
                <a:cubicBezTo>
                  <a:pt x="2362" y="13"/>
                  <a:pt x="2247" y="0"/>
                  <a:pt x="213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3" name="Google Shape;923;p60"/>
          <p:cNvSpPr/>
          <p:nvPr/>
        </p:nvSpPr>
        <p:spPr>
          <a:xfrm>
            <a:off x="4005113" y="1538040"/>
            <a:ext cx="313929" cy="376709"/>
          </a:xfrm>
          <a:custGeom>
            <a:avLst/>
            <a:gdLst/>
            <a:ahLst/>
            <a:cxnLst/>
            <a:rect l="l" t="t" r="r" b="b"/>
            <a:pathLst>
              <a:path w="11641" h="13969" extrusionOk="0">
                <a:moveTo>
                  <a:pt x="9311" y="6984"/>
                </a:moveTo>
                <a:lnTo>
                  <a:pt x="9311" y="8148"/>
                </a:lnTo>
                <a:lnTo>
                  <a:pt x="2716" y="8148"/>
                </a:lnTo>
                <a:lnTo>
                  <a:pt x="2716" y="6984"/>
                </a:lnTo>
                <a:close/>
                <a:moveTo>
                  <a:pt x="1164" y="1"/>
                </a:moveTo>
                <a:lnTo>
                  <a:pt x="1164" y="5433"/>
                </a:lnTo>
                <a:lnTo>
                  <a:pt x="1" y="5433"/>
                </a:lnTo>
                <a:lnTo>
                  <a:pt x="1" y="6597"/>
                </a:lnTo>
                <a:lnTo>
                  <a:pt x="1164" y="6597"/>
                </a:lnTo>
                <a:lnTo>
                  <a:pt x="1164" y="9312"/>
                </a:lnTo>
                <a:lnTo>
                  <a:pt x="3805" y="9312"/>
                </a:lnTo>
                <a:lnTo>
                  <a:pt x="1464" y="13968"/>
                </a:lnTo>
                <a:lnTo>
                  <a:pt x="2767" y="13968"/>
                </a:lnTo>
                <a:lnTo>
                  <a:pt x="5044" y="9440"/>
                </a:lnTo>
                <a:lnTo>
                  <a:pt x="5044" y="13968"/>
                </a:lnTo>
                <a:lnTo>
                  <a:pt x="6595" y="13968"/>
                </a:lnTo>
                <a:lnTo>
                  <a:pt x="6595" y="9438"/>
                </a:lnTo>
                <a:lnTo>
                  <a:pt x="8873" y="13968"/>
                </a:lnTo>
                <a:lnTo>
                  <a:pt x="10175" y="13968"/>
                </a:lnTo>
                <a:lnTo>
                  <a:pt x="7836" y="9312"/>
                </a:lnTo>
                <a:lnTo>
                  <a:pt x="10476" y="9312"/>
                </a:lnTo>
                <a:lnTo>
                  <a:pt x="10476" y="6597"/>
                </a:lnTo>
                <a:lnTo>
                  <a:pt x="11640" y="6597"/>
                </a:lnTo>
                <a:lnTo>
                  <a:pt x="11640" y="5433"/>
                </a:lnTo>
                <a:lnTo>
                  <a:pt x="10475" y="5433"/>
                </a:lnTo>
                <a:lnTo>
                  <a:pt x="10475" y="1"/>
                </a:lnTo>
                <a:lnTo>
                  <a:pt x="9311" y="1"/>
                </a:lnTo>
                <a:lnTo>
                  <a:pt x="9311" y="1165"/>
                </a:lnTo>
                <a:lnTo>
                  <a:pt x="2328" y="1165"/>
                </a:lnTo>
                <a:lnTo>
                  <a:pt x="2328"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24" name="Google Shape;924;p60"/>
          <p:cNvGrpSpPr/>
          <p:nvPr/>
        </p:nvGrpSpPr>
        <p:grpSpPr>
          <a:xfrm>
            <a:off x="4786142" y="1553821"/>
            <a:ext cx="376655" cy="345265"/>
            <a:chOff x="4007600" y="1580475"/>
            <a:chExt cx="349175" cy="320075"/>
          </a:xfrm>
        </p:grpSpPr>
        <p:sp>
          <p:nvSpPr>
            <p:cNvPr id="925" name="Google Shape;925;p60"/>
            <p:cNvSpPr/>
            <p:nvPr/>
          </p:nvSpPr>
          <p:spPr>
            <a:xfrm>
              <a:off x="4191900" y="1580475"/>
              <a:ext cx="164875" cy="320075"/>
            </a:xfrm>
            <a:custGeom>
              <a:avLst/>
              <a:gdLst/>
              <a:ahLst/>
              <a:cxnLst/>
              <a:rect l="l" t="t" r="r" b="b"/>
              <a:pathLst>
                <a:path w="6595" h="12803" extrusionOk="0">
                  <a:moveTo>
                    <a:pt x="2815" y="1949"/>
                  </a:moveTo>
                  <a:cubicBezTo>
                    <a:pt x="3323" y="1949"/>
                    <a:pt x="3821" y="2147"/>
                    <a:pt x="4195" y="2521"/>
                  </a:cubicBezTo>
                  <a:cubicBezTo>
                    <a:pt x="4751" y="3077"/>
                    <a:pt x="4919" y="3916"/>
                    <a:pt x="4617" y="4643"/>
                  </a:cubicBezTo>
                  <a:cubicBezTo>
                    <a:pt x="4316" y="5372"/>
                    <a:pt x="3605" y="5846"/>
                    <a:pt x="2817" y="5846"/>
                  </a:cubicBezTo>
                  <a:cubicBezTo>
                    <a:pt x="1741" y="5846"/>
                    <a:pt x="869" y="4974"/>
                    <a:pt x="868" y="3899"/>
                  </a:cubicBezTo>
                  <a:cubicBezTo>
                    <a:pt x="868" y="3109"/>
                    <a:pt x="1342" y="2399"/>
                    <a:pt x="2071" y="2097"/>
                  </a:cubicBezTo>
                  <a:cubicBezTo>
                    <a:pt x="2312" y="1997"/>
                    <a:pt x="2565" y="1949"/>
                    <a:pt x="2815" y="1949"/>
                  </a:cubicBezTo>
                  <a:close/>
                  <a:moveTo>
                    <a:pt x="1939" y="6984"/>
                  </a:moveTo>
                  <a:lnTo>
                    <a:pt x="1939" y="8923"/>
                  </a:lnTo>
                  <a:lnTo>
                    <a:pt x="775" y="8923"/>
                  </a:lnTo>
                  <a:lnTo>
                    <a:pt x="775" y="6984"/>
                  </a:lnTo>
                  <a:close/>
                  <a:moveTo>
                    <a:pt x="0" y="0"/>
                  </a:moveTo>
                  <a:lnTo>
                    <a:pt x="0" y="12802"/>
                  </a:lnTo>
                  <a:lnTo>
                    <a:pt x="6595" y="12802"/>
                  </a:lnTo>
                  <a:lnTo>
                    <a:pt x="659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6" name="Google Shape;926;p60"/>
            <p:cNvSpPr/>
            <p:nvPr/>
          </p:nvSpPr>
          <p:spPr>
            <a:xfrm>
              <a:off x="4007600" y="1580475"/>
              <a:ext cx="164900" cy="320075"/>
            </a:xfrm>
            <a:custGeom>
              <a:avLst/>
              <a:gdLst/>
              <a:ahLst/>
              <a:cxnLst/>
              <a:rect l="l" t="t" r="r" b="b"/>
              <a:pathLst>
                <a:path w="6596" h="12803" extrusionOk="0">
                  <a:moveTo>
                    <a:pt x="3694" y="1949"/>
                  </a:moveTo>
                  <a:cubicBezTo>
                    <a:pt x="3945" y="1949"/>
                    <a:pt x="4198" y="1997"/>
                    <a:pt x="4438" y="2097"/>
                  </a:cubicBezTo>
                  <a:cubicBezTo>
                    <a:pt x="5167" y="2399"/>
                    <a:pt x="5641" y="3109"/>
                    <a:pt x="5641" y="3899"/>
                  </a:cubicBezTo>
                  <a:cubicBezTo>
                    <a:pt x="5640" y="4974"/>
                    <a:pt x="4768" y="5846"/>
                    <a:pt x="3692" y="5846"/>
                  </a:cubicBezTo>
                  <a:cubicBezTo>
                    <a:pt x="2904" y="5846"/>
                    <a:pt x="2194" y="5372"/>
                    <a:pt x="1892" y="4643"/>
                  </a:cubicBezTo>
                  <a:cubicBezTo>
                    <a:pt x="1590" y="3916"/>
                    <a:pt x="1758" y="3077"/>
                    <a:pt x="2314" y="2521"/>
                  </a:cubicBezTo>
                  <a:cubicBezTo>
                    <a:pt x="2688" y="2147"/>
                    <a:pt x="3187" y="1949"/>
                    <a:pt x="3694" y="1949"/>
                  </a:cubicBezTo>
                  <a:close/>
                  <a:moveTo>
                    <a:pt x="5432" y="6984"/>
                  </a:moveTo>
                  <a:lnTo>
                    <a:pt x="5432" y="8923"/>
                  </a:lnTo>
                  <a:lnTo>
                    <a:pt x="4268" y="8923"/>
                  </a:lnTo>
                  <a:lnTo>
                    <a:pt x="4268" y="6984"/>
                  </a:lnTo>
                  <a:close/>
                  <a:moveTo>
                    <a:pt x="1" y="0"/>
                  </a:moveTo>
                  <a:lnTo>
                    <a:pt x="1" y="12802"/>
                  </a:lnTo>
                  <a:lnTo>
                    <a:pt x="6596" y="12802"/>
                  </a:lnTo>
                  <a:lnTo>
                    <a:pt x="6596"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7" name="Google Shape;927;p60"/>
          <p:cNvGrpSpPr/>
          <p:nvPr/>
        </p:nvGrpSpPr>
        <p:grpSpPr>
          <a:xfrm>
            <a:off x="5628984" y="1534997"/>
            <a:ext cx="324392" cy="382965"/>
            <a:chOff x="4788950" y="1563025"/>
            <a:chExt cx="300725" cy="355025"/>
          </a:xfrm>
        </p:grpSpPr>
        <p:sp>
          <p:nvSpPr>
            <p:cNvPr id="928" name="Google Shape;928;p60"/>
            <p:cNvSpPr/>
            <p:nvPr/>
          </p:nvSpPr>
          <p:spPr>
            <a:xfrm>
              <a:off x="4934475" y="1801625"/>
              <a:ext cx="38800" cy="38800"/>
            </a:xfrm>
            <a:custGeom>
              <a:avLst/>
              <a:gdLst/>
              <a:ahLst/>
              <a:cxnLst/>
              <a:rect l="l" t="t" r="r" b="b"/>
              <a:pathLst>
                <a:path w="1552" h="1552" extrusionOk="0">
                  <a:moveTo>
                    <a:pt x="0" y="0"/>
                  </a:moveTo>
                  <a:lnTo>
                    <a:pt x="0" y="1552"/>
                  </a:lnTo>
                  <a:lnTo>
                    <a:pt x="1552" y="1552"/>
                  </a:lnTo>
                  <a:lnTo>
                    <a:pt x="1552"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9" name="Google Shape;929;p60"/>
            <p:cNvSpPr/>
            <p:nvPr/>
          </p:nvSpPr>
          <p:spPr>
            <a:xfrm>
              <a:off x="4788950" y="1563025"/>
              <a:ext cx="300725" cy="355025"/>
            </a:xfrm>
            <a:custGeom>
              <a:avLst/>
              <a:gdLst/>
              <a:ahLst/>
              <a:cxnLst/>
              <a:rect l="l" t="t" r="r" b="b"/>
              <a:pathLst>
                <a:path w="12029" h="14201" extrusionOk="0">
                  <a:moveTo>
                    <a:pt x="8100" y="2084"/>
                  </a:moveTo>
                  <a:lnTo>
                    <a:pt x="7398" y="3916"/>
                  </a:lnTo>
                  <a:lnTo>
                    <a:pt x="6053" y="4514"/>
                  </a:lnTo>
                  <a:lnTo>
                    <a:pt x="6756" y="2682"/>
                  </a:lnTo>
                  <a:lnTo>
                    <a:pt x="8100" y="2084"/>
                  </a:lnTo>
                  <a:close/>
                  <a:moveTo>
                    <a:pt x="4931" y="3493"/>
                  </a:moveTo>
                  <a:lnTo>
                    <a:pt x="4228" y="5325"/>
                  </a:lnTo>
                  <a:lnTo>
                    <a:pt x="2883" y="5924"/>
                  </a:lnTo>
                  <a:lnTo>
                    <a:pt x="3586" y="4092"/>
                  </a:lnTo>
                  <a:lnTo>
                    <a:pt x="4931" y="3493"/>
                  </a:lnTo>
                  <a:close/>
                  <a:moveTo>
                    <a:pt x="9702" y="8768"/>
                  </a:moveTo>
                  <a:lnTo>
                    <a:pt x="9702" y="9544"/>
                  </a:lnTo>
                  <a:lnTo>
                    <a:pt x="8151" y="9544"/>
                  </a:lnTo>
                  <a:lnTo>
                    <a:pt x="8151" y="11096"/>
                  </a:lnTo>
                  <a:lnTo>
                    <a:pt x="9702" y="11096"/>
                  </a:lnTo>
                  <a:lnTo>
                    <a:pt x="9702" y="12260"/>
                  </a:lnTo>
                  <a:lnTo>
                    <a:pt x="3106" y="12260"/>
                  </a:lnTo>
                  <a:lnTo>
                    <a:pt x="3106" y="11096"/>
                  </a:lnTo>
                  <a:lnTo>
                    <a:pt x="4659" y="11096"/>
                  </a:lnTo>
                  <a:lnTo>
                    <a:pt x="4659" y="9544"/>
                  </a:lnTo>
                  <a:lnTo>
                    <a:pt x="3106" y="9544"/>
                  </a:lnTo>
                  <a:lnTo>
                    <a:pt x="3106" y="8768"/>
                  </a:lnTo>
                  <a:close/>
                  <a:moveTo>
                    <a:pt x="9925" y="0"/>
                  </a:moveTo>
                  <a:lnTo>
                    <a:pt x="0" y="4446"/>
                  </a:lnTo>
                  <a:lnTo>
                    <a:pt x="1166" y="7083"/>
                  </a:lnTo>
                  <a:lnTo>
                    <a:pt x="1166" y="14200"/>
                  </a:lnTo>
                  <a:lnTo>
                    <a:pt x="12029" y="14200"/>
                  </a:lnTo>
                  <a:lnTo>
                    <a:pt x="12029" y="6440"/>
                  </a:lnTo>
                  <a:lnTo>
                    <a:pt x="4166" y="6440"/>
                  </a:lnTo>
                  <a:lnTo>
                    <a:pt x="11349" y="3223"/>
                  </a:lnTo>
                  <a:lnTo>
                    <a:pt x="992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30" name="Google Shape;930;p60"/>
          <p:cNvSpPr/>
          <p:nvPr/>
        </p:nvSpPr>
        <p:spPr>
          <a:xfrm>
            <a:off x="6402813" y="1537473"/>
            <a:ext cx="393132" cy="377815"/>
          </a:xfrm>
          <a:custGeom>
            <a:avLst/>
            <a:gdLst/>
            <a:ahLst/>
            <a:cxnLst/>
            <a:rect l="l" t="t" r="r" b="b"/>
            <a:pathLst>
              <a:path w="14578" h="14010" extrusionOk="0">
                <a:moveTo>
                  <a:pt x="7594" y="5260"/>
                </a:moveTo>
                <a:cubicBezTo>
                  <a:pt x="8300" y="5260"/>
                  <a:pt x="8936" y="5685"/>
                  <a:pt x="9206" y="6337"/>
                </a:cubicBezTo>
                <a:cubicBezTo>
                  <a:pt x="9477" y="6989"/>
                  <a:pt x="9328" y="7741"/>
                  <a:pt x="8827" y="8240"/>
                </a:cubicBezTo>
                <a:cubicBezTo>
                  <a:pt x="8493" y="8574"/>
                  <a:pt x="8047" y="8752"/>
                  <a:pt x="7593" y="8752"/>
                </a:cubicBezTo>
                <a:cubicBezTo>
                  <a:pt x="7368" y="8752"/>
                  <a:pt x="7142" y="8708"/>
                  <a:pt x="6926" y="8619"/>
                </a:cubicBezTo>
                <a:cubicBezTo>
                  <a:pt x="6272" y="8349"/>
                  <a:pt x="5847" y="7712"/>
                  <a:pt x="5847" y="7005"/>
                </a:cubicBezTo>
                <a:cubicBezTo>
                  <a:pt x="5849" y="6042"/>
                  <a:pt x="6630" y="5262"/>
                  <a:pt x="7594" y="5260"/>
                </a:cubicBezTo>
                <a:close/>
                <a:moveTo>
                  <a:pt x="12311" y="6849"/>
                </a:moveTo>
                <a:cubicBezTo>
                  <a:pt x="12311" y="9546"/>
                  <a:pt x="10117" y="11738"/>
                  <a:pt x="7422" y="11738"/>
                </a:cubicBezTo>
                <a:lnTo>
                  <a:pt x="7420" y="11739"/>
                </a:lnTo>
                <a:lnTo>
                  <a:pt x="7420" y="10691"/>
                </a:lnTo>
                <a:cubicBezTo>
                  <a:pt x="9542" y="10691"/>
                  <a:pt x="11262" y="8970"/>
                  <a:pt x="11262" y="6849"/>
                </a:cubicBezTo>
                <a:close/>
                <a:moveTo>
                  <a:pt x="7574" y="0"/>
                </a:moveTo>
                <a:cubicBezTo>
                  <a:pt x="6890" y="0"/>
                  <a:pt x="6196" y="101"/>
                  <a:pt x="5512" y="312"/>
                </a:cubicBezTo>
                <a:cubicBezTo>
                  <a:pt x="2073" y="1372"/>
                  <a:pt x="0" y="4864"/>
                  <a:pt x="713" y="8391"/>
                </a:cubicBezTo>
                <a:cubicBezTo>
                  <a:pt x="1379" y="11685"/>
                  <a:pt x="4274" y="14010"/>
                  <a:pt x="7570" y="14010"/>
                </a:cubicBezTo>
                <a:cubicBezTo>
                  <a:pt x="7802" y="14010"/>
                  <a:pt x="8035" y="13998"/>
                  <a:pt x="8271" y="13975"/>
                </a:cubicBezTo>
                <a:cubicBezTo>
                  <a:pt x="11849" y="13616"/>
                  <a:pt x="14576" y="10604"/>
                  <a:pt x="14576" y="7005"/>
                </a:cubicBezTo>
                <a:cubicBezTo>
                  <a:pt x="14578" y="6071"/>
                  <a:pt x="14391" y="5147"/>
                  <a:pt x="14028" y="4287"/>
                </a:cubicBezTo>
                <a:cubicBezTo>
                  <a:pt x="12910" y="1632"/>
                  <a:pt x="10325" y="0"/>
                  <a:pt x="757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1" name="Google Shape;931;p60"/>
          <p:cNvSpPr/>
          <p:nvPr/>
        </p:nvSpPr>
        <p:spPr>
          <a:xfrm>
            <a:off x="7236051" y="1543298"/>
            <a:ext cx="366192" cy="366165"/>
          </a:xfrm>
          <a:custGeom>
            <a:avLst/>
            <a:gdLst/>
            <a:ahLst/>
            <a:cxnLst/>
            <a:rect l="l" t="t" r="r" b="b"/>
            <a:pathLst>
              <a:path w="13579" h="13578" extrusionOk="0">
                <a:moveTo>
                  <a:pt x="6595" y="1759"/>
                </a:moveTo>
                <a:lnTo>
                  <a:pt x="6595" y="2724"/>
                </a:lnTo>
                <a:cubicBezTo>
                  <a:pt x="4776" y="2942"/>
                  <a:pt x="3329" y="4389"/>
                  <a:pt x="3110" y="6208"/>
                </a:cubicBezTo>
                <a:lnTo>
                  <a:pt x="2147" y="6208"/>
                </a:lnTo>
                <a:cubicBezTo>
                  <a:pt x="2373" y="3860"/>
                  <a:pt x="4247" y="1986"/>
                  <a:pt x="6595" y="1759"/>
                </a:cubicBezTo>
                <a:close/>
                <a:moveTo>
                  <a:pt x="7001" y="4791"/>
                </a:moveTo>
                <a:cubicBezTo>
                  <a:pt x="7184" y="4791"/>
                  <a:pt x="7365" y="4814"/>
                  <a:pt x="7542" y="4863"/>
                </a:cubicBezTo>
                <a:cubicBezTo>
                  <a:pt x="7697" y="4904"/>
                  <a:pt x="7843" y="4975"/>
                  <a:pt x="7972" y="5070"/>
                </a:cubicBezTo>
                <a:cubicBezTo>
                  <a:pt x="8087" y="5156"/>
                  <a:pt x="8181" y="5265"/>
                  <a:pt x="8248" y="5391"/>
                </a:cubicBezTo>
                <a:cubicBezTo>
                  <a:pt x="8314" y="5520"/>
                  <a:pt x="8347" y="5663"/>
                  <a:pt x="8346" y="5808"/>
                </a:cubicBezTo>
                <a:cubicBezTo>
                  <a:pt x="8346" y="5919"/>
                  <a:pt x="8329" y="6029"/>
                  <a:pt x="8291" y="6134"/>
                </a:cubicBezTo>
                <a:cubicBezTo>
                  <a:pt x="8256" y="6236"/>
                  <a:pt x="8204" y="6331"/>
                  <a:pt x="8139" y="6416"/>
                </a:cubicBezTo>
                <a:cubicBezTo>
                  <a:pt x="8076" y="6499"/>
                  <a:pt x="7996" y="6570"/>
                  <a:pt x="7906" y="6626"/>
                </a:cubicBezTo>
                <a:cubicBezTo>
                  <a:pt x="7815" y="6681"/>
                  <a:pt x="7716" y="6720"/>
                  <a:pt x="7611" y="6737"/>
                </a:cubicBezTo>
                <a:cubicBezTo>
                  <a:pt x="7726" y="6759"/>
                  <a:pt x="7837" y="6801"/>
                  <a:pt x="7938" y="6860"/>
                </a:cubicBezTo>
                <a:lnTo>
                  <a:pt x="7938" y="6862"/>
                </a:lnTo>
                <a:cubicBezTo>
                  <a:pt x="8037" y="6920"/>
                  <a:pt x="8123" y="6996"/>
                  <a:pt x="8193" y="7086"/>
                </a:cubicBezTo>
                <a:cubicBezTo>
                  <a:pt x="8266" y="7178"/>
                  <a:pt x="8321" y="7284"/>
                  <a:pt x="8358" y="7395"/>
                </a:cubicBezTo>
                <a:cubicBezTo>
                  <a:pt x="8397" y="7517"/>
                  <a:pt x="8415" y="7644"/>
                  <a:pt x="8414" y="7771"/>
                </a:cubicBezTo>
                <a:cubicBezTo>
                  <a:pt x="8417" y="7940"/>
                  <a:pt x="8381" y="8107"/>
                  <a:pt x="8306" y="8257"/>
                </a:cubicBezTo>
                <a:cubicBezTo>
                  <a:pt x="8232" y="8402"/>
                  <a:pt x="8125" y="8529"/>
                  <a:pt x="7993" y="8624"/>
                </a:cubicBezTo>
                <a:cubicBezTo>
                  <a:pt x="7844" y="8731"/>
                  <a:pt x="7678" y="8811"/>
                  <a:pt x="7502" y="8860"/>
                </a:cubicBezTo>
                <a:cubicBezTo>
                  <a:pt x="7303" y="8915"/>
                  <a:pt x="7097" y="8943"/>
                  <a:pt x="6889" y="8943"/>
                </a:cubicBezTo>
                <a:cubicBezTo>
                  <a:pt x="6879" y="8943"/>
                  <a:pt x="6869" y="8942"/>
                  <a:pt x="6858" y="8942"/>
                </a:cubicBezTo>
                <a:cubicBezTo>
                  <a:pt x="6277" y="8942"/>
                  <a:pt x="5821" y="8772"/>
                  <a:pt x="5492" y="8432"/>
                </a:cubicBezTo>
                <a:lnTo>
                  <a:pt x="5986" y="7777"/>
                </a:lnTo>
                <a:cubicBezTo>
                  <a:pt x="6086" y="7881"/>
                  <a:pt x="6206" y="7965"/>
                  <a:pt x="6339" y="8021"/>
                </a:cubicBezTo>
                <a:cubicBezTo>
                  <a:pt x="6469" y="8075"/>
                  <a:pt x="6622" y="8104"/>
                  <a:pt x="6800" y="8104"/>
                </a:cubicBezTo>
                <a:cubicBezTo>
                  <a:pt x="6805" y="8104"/>
                  <a:pt x="6809" y="8104"/>
                  <a:pt x="6813" y="8104"/>
                </a:cubicBezTo>
                <a:cubicBezTo>
                  <a:pt x="7246" y="8104"/>
                  <a:pt x="7463" y="7945"/>
                  <a:pt x="7463" y="7628"/>
                </a:cubicBezTo>
                <a:cubicBezTo>
                  <a:pt x="7463" y="7456"/>
                  <a:pt x="7397" y="7326"/>
                  <a:pt x="7270" y="7238"/>
                </a:cubicBezTo>
                <a:cubicBezTo>
                  <a:pt x="7142" y="7149"/>
                  <a:pt x="6939" y="7105"/>
                  <a:pt x="6663" y="6983"/>
                </a:cubicBezTo>
                <a:lnTo>
                  <a:pt x="6596" y="6983"/>
                </a:lnTo>
                <a:lnTo>
                  <a:pt x="6596" y="6207"/>
                </a:lnTo>
                <a:lnTo>
                  <a:pt x="6680" y="6207"/>
                </a:lnTo>
                <a:cubicBezTo>
                  <a:pt x="6798" y="6337"/>
                  <a:pt x="6902" y="6383"/>
                  <a:pt x="6991" y="6383"/>
                </a:cubicBezTo>
                <a:cubicBezTo>
                  <a:pt x="7065" y="6383"/>
                  <a:pt x="7129" y="6352"/>
                  <a:pt x="7183" y="6312"/>
                </a:cubicBezTo>
                <a:cubicBezTo>
                  <a:pt x="7304" y="6224"/>
                  <a:pt x="7364" y="6108"/>
                  <a:pt x="7364" y="5962"/>
                </a:cubicBezTo>
                <a:cubicBezTo>
                  <a:pt x="7364" y="5837"/>
                  <a:pt x="7321" y="5740"/>
                  <a:pt x="7233" y="5675"/>
                </a:cubicBezTo>
                <a:cubicBezTo>
                  <a:pt x="7144" y="5610"/>
                  <a:pt x="7027" y="5578"/>
                  <a:pt x="6881" y="5578"/>
                </a:cubicBezTo>
                <a:cubicBezTo>
                  <a:pt x="6879" y="5578"/>
                  <a:pt x="6876" y="5578"/>
                  <a:pt x="6873" y="5578"/>
                </a:cubicBezTo>
                <a:cubicBezTo>
                  <a:pt x="6727" y="5578"/>
                  <a:pt x="6581" y="5615"/>
                  <a:pt x="6453" y="5689"/>
                </a:cubicBezTo>
                <a:cubicBezTo>
                  <a:pt x="6322" y="5767"/>
                  <a:pt x="6210" y="5877"/>
                  <a:pt x="6128" y="6009"/>
                </a:cubicBezTo>
                <a:lnTo>
                  <a:pt x="5548" y="5342"/>
                </a:lnTo>
                <a:cubicBezTo>
                  <a:pt x="5618" y="5255"/>
                  <a:pt x="5699" y="5180"/>
                  <a:pt x="5790" y="5118"/>
                </a:cubicBezTo>
                <a:cubicBezTo>
                  <a:pt x="5895" y="5046"/>
                  <a:pt x="6009" y="4988"/>
                  <a:pt x="6128" y="4943"/>
                </a:cubicBezTo>
                <a:cubicBezTo>
                  <a:pt x="6261" y="4894"/>
                  <a:pt x="6397" y="4856"/>
                  <a:pt x="6537" y="4830"/>
                </a:cubicBezTo>
                <a:cubicBezTo>
                  <a:pt x="6685" y="4804"/>
                  <a:pt x="6835" y="4791"/>
                  <a:pt x="6984" y="4791"/>
                </a:cubicBezTo>
                <a:cubicBezTo>
                  <a:pt x="6990" y="4791"/>
                  <a:pt x="6995" y="4791"/>
                  <a:pt x="7001" y="4791"/>
                </a:cubicBezTo>
                <a:close/>
                <a:moveTo>
                  <a:pt x="3110" y="7372"/>
                </a:moveTo>
                <a:cubicBezTo>
                  <a:pt x="3329" y="9191"/>
                  <a:pt x="4776" y="10637"/>
                  <a:pt x="6595" y="10857"/>
                </a:cubicBezTo>
                <a:lnTo>
                  <a:pt x="6595" y="11820"/>
                </a:lnTo>
                <a:cubicBezTo>
                  <a:pt x="4247" y="11593"/>
                  <a:pt x="2373" y="9720"/>
                  <a:pt x="2147" y="7372"/>
                </a:cubicBezTo>
                <a:close/>
                <a:moveTo>
                  <a:pt x="11819" y="7372"/>
                </a:moveTo>
                <a:cubicBezTo>
                  <a:pt x="11592" y="9720"/>
                  <a:pt x="9720" y="11593"/>
                  <a:pt x="7371" y="11820"/>
                </a:cubicBezTo>
                <a:lnTo>
                  <a:pt x="7371" y="10857"/>
                </a:lnTo>
                <a:cubicBezTo>
                  <a:pt x="9190" y="10637"/>
                  <a:pt x="10638" y="9191"/>
                  <a:pt x="10856" y="7372"/>
                </a:cubicBezTo>
                <a:close/>
                <a:moveTo>
                  <a:pt x="6208" y="1"/>
                </a:moveTo>
                <a:lnTo>
                  <a:pt x="6208" y="977"/>
                </a:lnTo>
                <a:cubicBezTo>
                  <a:pt x="6208" y="977"/>
                  <a:pt x="1296" y="3510"/>
                  <a:pt x="1063" y="6596"/>
                </a:cubicBezTo>
                <a:lnTo>
                  <a:pt x="0" y="6596"/>
                </a:lnTo>
                <a:lnTo>
                  <a:pt x="0" y="7371"/>
                </a:lnTo>
                <a:lnTo>
                  <a:pt x="1063" y="7371"/>
                </a:lnTo>
                <a:cubicBezTo>
                  <a:pt x="1063" y="7371"/>
                  <a:pt x="3596" y="12524"/>
                  <a:pt x="6594" y="12757"/>
                </a:cubicBezTo>
                <a:lnTo>
                  <a:pt x="6594" y="13578"/>
                </a:lnTo>
                <a:lnTo>
                  <a:pt x="7370" y="13578"/>
                </a:lnTo>
                <a:lnTo>
                  <a:pt x="7370" y="12757"/>
                </a:lnTo>
                <a:cubicBezTo>
                  <a:pt x="7370" y="12757"/>
                  <a:pt x="12610" y="10223"/>
                  <a:pt x="12841" y="7371"/>
                </a:cubicBezTo>
                <a:lnTo>
                  <a:pt x="13577" y="7371"/>
                </a:lnTo>
                <a:lnTo>
                  <a:pt x="13579" y="6596"/>
                </a:lnTo>
                <a:lnTo>
                  <a:pt x="10917" y="6596"/>
                </a:lnTo>
                <a:cubicBezTo>
                  <a:pt x="10917" y="6596"/>
                  <a:pt x="9251" y="3123"/>
                  <a:pt x="7371" y="2904"/>
                </a:cubicBezTo>
                <a:lnTo>
                  <a:pt x="7371" y="1940"/>
                </a:lnTo>
                <a:cubicBezTo>
                  <a:pt x="8573" y="2048"/>
                  <a:pt x="9631" y="2546"/>
                  <a:pt x="10453" y="3365"/>
                </a:cubicBezTo>
                <a:lnTo>
                  <a:pt x="11129" y="2687"/>
                </a:lnTo>
                <a:cubicBezTo>
                  <a:pt x="10127" y="1687"/>
                  <a:pt x="8829" y="1090"/>
                  <a:pt x="7371" y="978"/>
                </a:cubicBezTo>
                <a:lnTo>
                  <a:pt x="737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2" name="Google Shape;932;p60"/>
          <p:cNvSpPr/>
          <p:nvPr/>
        </p:nvSpPr>
        <p:spPr>
          <a:xfrm>
            <a:off x="8047068" y="1574687"/>
            <a:ext cx="376655" cy="303438"/>
          </a:xfrm>
          <a:custGeom>
            <a:avLst/>
            <a:gdLst/>
            <a:ahLst/>
            <a:cxnLst/>
            <a:rect l="l" t="t" r="r" b="b"/>
            <a:pathLst>
              <a:path w="13967" h="11252" extrusionOk="0">
                <a:moveTo>
                  <a:pt x="0" y="1"/>
                </a:moveTo>
                <a:lnTo>
                  <a:pt x="0" y="11251"/>
                </a:lnTo>
                <a:lnTo>
                  <a:pt x="2995" y="11251"/>
                </a:lnTo>
                <a:lnTo>
                  <a:pt x="2588" y="7239"/>
                </a:lnTo>
                <a:cubicBezTo>
                  <a:pt x="3333" y="6814"/>
                  <a:pt x="3841" y="6069"/>
                  <a:pt x="3966" y="5222"/>
                </a:cubicBezTo>
                <a:cubicBezTo>
                  <a:pt x="5383" y="4472"/>
                  <a:pt x="6461" y="3212"/>
                  <a:pt x="6983" y="1697"/>
                </a:cubicBezTo>
                <a:cubicBezTo>
                  <a:pt x="7504" y="3212"/>
                  <a:pt x="8583" y="4472"/>
                  <a:pt x="9999" y="5222"/>
                </a:cubicBezTo>
                <a:cubicBezTo>
                  <a:pt x="10124" y="6069"/>
                  <a:pt x="10633" y="6814"/>
                  <a:pt x="11378" y="7239"/>
                </a:cubicBezTo>
                <a:lnTo>
                  <a:pt x="10972" y="11251"/>
                </a:lnTo>
                <a:lnTo>
                  <a:pt x="13966" y="11251"/>
                </a:lnTo>
                <a:lnTo>
                  <a:pt x="13966"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33" name="Google Shape;933;p60"/>
          <p:cNvGrpSpPr/>
          <p:nvPr/>
        </p:nvGrpSpPr>
        <p:grpSpPr>
          <a:xfrm>
            <a:off x="720009" y="2175395"/>
            <a:ext cx="376682" cy="303465"/>
            <a:chOff x="238125" y="2156700"/>
            <a:chExt cx="349200" cy="281325"/>
          </a:xfrm>
        </p:grpSpPr>
        <p:sp>
          <p:nvSpPr>
            <p:cNvPr id="934" name="Google Shape;934;p60"/>
            <p:cNvSpPr/>
            <p:nvPr/>
          </p:nvSpPr>
          <p:spPr>
            <a:xfrm>
              <a:off x="267200" y="2156700"/>
              <a:ext cx="291025" cy="232825"/>
            </a:xfrm>
            <a:custGeom>
              <a:avLst/>
              <a:gdLst/>
              <a:ahLst/>
              <a:cxnLst/>
              <a:rect l="l" t="t" r="r" b="b"/>
              <a:pathLst>
                <a:path w="11641" h="9313" extrusionOk="0">
                  <a:moveTo>
                    <a:pt x="1619" y="851"/>
                  </a:moveTo>
                  <a:cubicBezTo>
                    <a:pt x="1830" y="851"/>
                    <a:pt x="2021" y="978"/>
                    <a:pt x="2102" y="1172"/>
                  </a:cubicBezTo>
                  <a:cubicBezTo>
                    <a:pt x="2183" y="1367"/>
                    <a:pt x="2138" y="1591"/>
                    <a:pt x="1988" y="1741"/>
                  </a:cubicBezTo>
                  <a:cubicBezTo>
                    <a:pt x="1888" y="1841"/>
                    <a:pt x="1755" y="1894"/>
                    <a:pt x="1619" y="1894"/>
                  </a:cubicBezTo>
                  <a:cubicBezTo>
                    <a:pt x="1552" y="1894"/>
                    <a:pt x="1484" y="1881"/>
                    <a:pt x="1419" y="1854"/>
                  </a:cubicBezTo>
                  <a:cubicBezTo>
                    <a:pt x="1224" y="1773"/>
                    <a:pt x="1097" y="1582"/>
                    <a:pt x="1097" y="1371"/>
                  </a:cubicBezTo>
                  <a:cubicBezTo>
                    <a:pt x="1097" y="1083"/>
                    <a:pt x="1331" y="851"/>
                    <a:pt x="1619" y="851"/>
                  </a:cubicBezTo>
                  <a:close/>
                  <a:moveTo>
                    <a:pt x="3705" y="851"/>
                  </a:moveTo>
                  <a:cubicBezTo>
                    <a:pt x="3916" y="851"/>
                    <a:pt x="4107" y="976"/>
                    <a:pt x="4188" y="1172"/>
                  </a:cubicBezTo>
                  <a:cubicBezTo>
                    <a:pt x="4269" y="1367"/>
                    <a:pt x="4224" y="1591"/>
                    <a:pt x="4076" y="1741"/>
                  </a:cubicBezTo>
                  <a:cubicBezTo>
                    <a:pt x="3976" y="1841"/>
                    <a:pt x="3842" y="1894"/>
                    <a:pt x="3706" y="1894"/>
                  </a:cubicBezTo>
                  <a:cubicBezTo>
                    <a:pt x="3639" y="1894"/>
                    <a:pt x="3571" y="1881"/>
                    <a:pt x="3506" y="1854"/>
                  </a:cubicBezTo>
                  <a:cubicBezTo>
                    <a:pt x="3312" y="1773"/>
                    <a:pt x="3185" y="1582"/>
                    <a:pt x="3185" y="1371"/>
                  </a:cubicBezTo>
                  <a:cubicBezTo>
                    <a:pt x="3185" y="1083"/>
                    <a:pt x="3418" y="851"/>
                    <a:pt x="3705" y="851"/>
                  </a:cubicBezTo>
                  <a:close/>
                  <a:moveTo>
                    <a:pt x="5793" y="851"/>
                  </a:moveTo>
                  <a:cubicBezTo>
                    <a:pt x="6004" y="851"/>
                    <a:pt x="6194" y="976"/>
                    <a:pt x="6275" y="1172"/>
                  </a:cubicBezTo>
                  <a:cubicBezTo>
                    <a:pt x="6356" y="1367"/>
                    <a:pt x="6311" y="1591"/>
                    <a:pt x="6162" y="1741"/>
                  </a:cubicBezTo>
                  <a:cubicBezTo>
                    <a:pt x="6062" y="1841"/>
                    <a:pt x="5929" y="1894"/>
                    <a:pt x="5793" y="1894"/>
                  </a:cubicBezTo>
                  <a:cubicBezTo>
                    <a:pt x="5726" y="1894"/>
                    <a:pt x="5658" y="1881"/>
                    <a:pt x="5594" y="1854"/>
                  </a:cubicBezTo>
                  <a:cubicBezTo>
                    <a:pt x="5399" y="1773"/>
                    <a:pt x="5271" y="1582"/>
                    <a:pt x="5271" y="1371"/>
                  </a:cubicBezTo>
                  <a:cubicBezTo>
                    <a:pt x="5271" y="1083"/>
                    <a:pt x="5506" y="851"/>
                    <a:pt x="5793" y="851"/>
                  </a:cubicBezTo>
                  <a:close/>
                  <a:moveTo>
                    <a:pt x="7880" y="851"/>
                  </a:moveTo>
                  <a:cubicBezTo>
                    <a:pt x="8091" y="851"/>
                    <a:pt x="8280" y="976"/>
                    <a:pt x="8361" y="1172"/>
                  </a:cubicBezTo>
                  <a:cubicBezTo>
                    <a:pt x="8442" y="1367"/>
                    <a:pt x="8397" y="1591"/>
                    <a:pt x="8248" y="1741"/>
                  </a:cubicBezTo>
                  <a:cubicBezTo>
                    <a:pt x="8149" y="1841"/>
                    <a:pt x="8016" y="1894"/>
                    <a:pt x="7880" y="1894"/>
                  </a:cubicBezTo>
                  <a:cubicBezTo>
                    <a:pt x="7813" y="1894"/>
                    <a:pt x="7745" y="1881"/>
                    <a:pt x="7680" y="1854"/>
                  </a:cubicBezTo>
                  <a:cubicBezTo>
                    <a:pt x="7485" y="1773"/>
                    <a:pt x="7358" y="1582"/>
                    <a:pt x="7358" y="1371"/>
                  </a:cubicBezTo>
                  <a:cubicBezTo>
                    <a:pt x="7358" y="1083"/>
                    <a:pt x="7591" y="851"/>
                    <a:pt x="7880" y="851"/>
                  </a:cubicBezTo>
                  <a:close/>
                  <a:moveTo>
                    <a:pt x="9966" y="851"/>
                  </a:moveTo>
                  <a:cubicBezTo>
                    <a:pt x="10177" y="851"/>
                    <a:pt x="10367" y="976"/>
                    <a:pt x="10448" y="1172"/>
                  </a:cubicBezTo>
                  <a:cubicBezTo>
                    <a:pt x="10529" y="1367"/>
                    <a:pt x="10484" y="1591"/>
                    <a:pt x="10335" y="1741"/>
                  </a:cubicBezTo>
                  <a:cubicBezTo>
                    <a:pt x="10235" y="1841"/>
                    <a:pt x="10102" y="1894"/>
                    <a:pt x="9966" y="1894"/>
                  </a:cubicBezTo>
                  <a:cubicBezTo>
                    <a:pt x="9899" y="1894"/>
                    <a:pt x="9831" y="1881"/>
                    <a:pt x="9767" y="1854"/>
                  </a:cubicBezTo>
                  <a:cubicBezTo>
                    <a:pt x="9571" y="1773"/>
                    <a:pt x="9444" y="1582"/>
                    <a:pt x="9444" y="1371"/>
                  </a:cubicBezTo>
                  <a:cubicBezTo>
                    <a:pt x="9444" y="1083"/>
                    <a:pt x="9678" y="851"/>
                    <a:pt x="9966" y="851"/>
                  </a:cubicBezTo>
                  <a:close/>
                  <a:moveTo>
                    <a:pt x="1619" y="2937"/>
                  </a:moveTo>
                  <a:cubicBezTo>
                    <a:pt x="1830" y="2937"/>
                    <a:pt x="2021" y="3064"/>
                    <a:pt x="2100" y="3260"/>
                  </a:cubicBezTo>
                  <a:cubicBezTo>
                    <a:pt x="2181" y="3455"/>
                    <a:pt x="2137" y="3679"/>
                    <a:pt x="1988" y="3828"/>
                  </a:cubicBezTo>
                  <a:cubicBezTo>
                    <a:pt x="1888" y="3927"/>
                    <a:pt x="1755" y="3980"/>
                    <a:pt x="1619" y="3980"/>
                  </a:cubicBezTo>
                  <a:cubicBezTo>
                    <a:pt x="1552" y="3980"/>
                    <a:pt x="1484" y="3967"/>
                    <a:pt x="1419" y="3941"/>
                  </a:cubicBezTo>
                  <a:cubicBezTo>
                    <a:pt x="1224" y="3860"/>
                    <a:pt x="1097" y="3669"/>
                    <a:pt x="1097" y="3458"/>
                  </a:cubicBezTo>
                  <a:cubicBezTo>
                    <a:pt x="1097" y="3170"/>
                    <a:pt x="1331" y="2937"/>
                    <a:pt x="1619" y="2937"/>
                  </a:cubicBezTo>
                  <a:close/>
                  <a:moveTo>
                    <a:pt x="9966" y="2937"/>
                  </a:moveTo>
                  <a:cubicBezTo>
                    <a:pt x="10177" y="2937"/>
                    <a:pt x="10367" y="3064"/>
                    <a:pt x="10448" y="3260"/>
                  </a:cubicBezTo>
                  <a:cubicBezTo>
                    <a:pt x="10529" y="3453"/>
                    <a:pt x="10484" y="3679"/>
                    <a:pt x="10335" y="3828"/>
                  </a:cubicBezTo>
                  <a:cubicBezTo>
                    <a:pt x="10235" y="3927"/>
                    <a:pt x="10101" y="3980"/>
                    <a:pt x="9966" y="3980"/>
                  </a:cubicBezTo>
                  <a:cubicBezTo>
                    <a:pt x="9899" y="3980"/>
                    <a:pt x="9831" y="3967"/>
                    <a:pt x="9767" y="3941"/>
                  </a:cubicBezTo>
                  <a:cubicBezTo>
                    <a:pt x="9571" y="3860"/>
                    <a:pt x="9444" y="3669"/>
                    <a:pt x="9444" y="3458"/>
                  </a:cubicBezTo>
                  <a:cubicBezTo>
                    <a:pt x="9444" y="3170"/>
                    <a:pt x="9678" y="2937"/>
                    <a:pt x="9966" y="2937"/>
                  </a:cubicBezTo>
                  <a:close/>
                  <a:moveTo>
                    <a:pt x="1619" y="5024"/>
                  </a:moveTo>
                  <a:cubicBezTo>
                    <a:pt x="1830" y="5024"/>
                    <a:pt x="2021" y="5151"/>
                    <a:pt x="2102" y="5346"/>
                  </a:cubicBezTo>
                  <a:cubicBezTo>
                    <a:pt x="2183" y="5541"/>
                    <a:pt x="2138" y="5765"/>
                    <a:pt x="1988" y="5914"/>
                  </a:cubicBezTo>
                  <a:cubicBezTo>
                    <a:pt x="1888" y="6014"/>
                    <a:pt x="1755" y="6067"/>
                    <a:pt x="1619" y="6067"/>
                  </a:cubicBezTo>
                  <a:cubicBezTo>
                    <a:pt x="1552" y="6067"/>
                    <a:pt x="1484" y="6054"/>
                    <a:pt x="1419" y="6027"/>
                  </a:cubicBezTo>
                  <a:cubicBezTo>
                    <a:pt x="1224" y="5946"/>
                    <a:pt x="1097" y="5757"/>
                    <a:pt x="1097" y="5546"/>
                  </a:cubicBezTo>
                  <a:cubicBezTo>
                    <a:pt x="1097" y="5256"/>
                    <a:pt x="1331" y="5024"/>
                    <a:pt x="1619" y="5024"/>
                  </a:cubicBezTo>
                  <a:close/>
                  <a:moveTo>
                    <a:pt x="9966" y="5024"/>
                  </a:moveTo>
                  <a:cubicBezTo>
                    <a:pt x="10177" y="5024"/>
                    <a:pt x="10367" y="5151"/>
                    <a:pt x="10448" y="5346"/>
                  </a:cubicBezTo>
                  <a:cubicBezTo>
                    <a:pt x="10529" y="5541"/>
                    <a:pt x="10484" y="5765"/>
                    <a:pt x="10335" y="5914"/>
                  </a:cubicBezTo>
                  <a:cubicBezTo>
                    <a:pt x="10235" y="6014"/>
                    <a:pt x="10102" y="6067"/>
                    <a:pt x="9966" y="6067"/>
                  </a:cubicBezTo>
                  <a:cubicBezTo>
                    <a:pt x="9899" y="6067"/>
                    <a:pt x="9831" y="6054"/>
                    <a:pt x="9767" y="6027"/>
                  </a:cubicBezTo>
                  <a:cubicBezTo>
                    <a:pt x="9571" y="5946"/>
                    <a:pt x="9444" y="5757"/>
                    <a:pt x="9444" y="5546"/>
                  </a:cubicBezTo>
                  <a:cubicBezTo>
                    <a:pt x="9444" y="5258"/>
                    <a:pt x="9678" y="5024"/>
                    <a:pt x="9966" y="5024"/>
                  </a:cubicBezTo>
                  <a:close/>
                  <a:moveTo>
                    <a:pt x="1619" y="7110"/>
                  </a:moveTo>
                  <a:cubicBezTo>
                    <a:pt x="1830" y="7110"/>
                    <a:pt x="2021" y="7237"/>
                    <a:pt x="2102" y="7432"/>
                  </a:cubicBezTo>
                  <a:cubicBezTo>
                    <a:pt x="2183" y="7628"/>
                    <a:pt x="2138" y="7852"/>
                    <a:pt x="1988" y="8001"/>
                  </a:cubicBezTo>
                  <a:cubicBezTo>
                    <a:pt x="1888" y="8100"/>
                    <a:pt x="1755" y="8153"/>
                    <a:pt x="1619" y="8153"/>
                  </a:cubicBezTo>
                  <a:cubicBezTo>
                    <a:pt x="1552" y="8153"/>
                    <a:pt x="1484" y="8140"/>
                    <a:pt x="1419" y="8113"/>
                  </a:cubicBezTo>
                  <a:cubicBezTo>
                    <a:pt x="1224" y="8034"/>
                    <a:pt x="1097" y="7843"/>
                    <a:pt x="1097" y="7632"/>
                  </a:cubicBezTo>
                  <a:cubicBezTo>
                    <a:pt x="1097" y="7344"/>
                    <a:pt x="1331" y="7110"/>
                    <a:pt x="1619" y="7110"/>
                  </a:cubicBezTo>
                  <a:close/>
                  <a:moveTo>
                    <a:pt x="9966" y="7110"/>
                  </a:moveTo>
                  <a:cubicBezTo>
                    <a:pt x="10177" y="7110"/>
                    <a:pt x="10367" y="7237"/>
                    <a:pt x="10448" y="7432"/>
                  </a:cubicBezTo>
                  <a:cubicBezTo>
                    <a:pt x="10529" y="7628"/>
                    <a:pt x="10484" y="7852"/>
                    <a:pt x="10335" y="8001"/>
                  </a:cubicBezTo>
                  <a:cubicBezTo>
                    <a:pt x="10235" y="8100"/>
                    <a:pt x="10102" y="8153"/>
                    <a:pt x="9966" y="8153"/>
                  </a:cubicBezTo>
                  <a:cubicBezTo>
                    <a:pt x="9899" y="8153"/>
                    <a:pt x="9831" y="8140"/>
                    <a:pt x="9767" y="8113"/>
                  </a:cubicBezTo>
                  <a:cubicBezTo>
                    <a:pt x="9571" y="8034"/>
                    <a:pt x="9444" y="7843"/>
                    <a:pt x="9444" y="7632"/>
                  </a:cubicBezTo>
                  <a:cubicBezTo>
                    <a:pt x="9444" y="7344"/>
                    <a:pt x="9678" y="7110"/>
                    <a:pt x="9966" y="7110"/>
                  </a:cubicBezTo>
                  <a:close/>
                  <a:moveTo>
                    <a:pt x="1" y="1"/>
                  </a:moveTo>
                  <a:lnTo>
                    <a:pt x="1" y="9312"/>
                  </a:lnTo>
                  <a:lnTo>
                    <a:pt x="3105" y="9312"/>
                  </a:lnTo>
                  <a:lnTo>
                    <a:pt x="3105" y="3105"/>
                  </a:lnTo>
                  <a:lnTo>
                    <a:pt x="8147" y="3105"/>
                  </a:lnTo>
                  <a:lnTo>
                    <a:pt x="8147" y="9312"/>
                  </a:lnTo>
                  <a:lnTo>
                    <a:pt x="11641" y="9312"/>
                  </a:lnTo>
                  <a:lnTo>
                    <a:pt x="1164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5" name="Google Shape;935;p60"/>
            <p:cNvSpPr/>
            <p:nvPr/>
          </p:nvSpPr>
          <p:spPr>
            <a:xfrm>
              <a:off x="238125" y="2408900"/>
              <a:ext cx="349200" cy="29125"/>
            </a:xfrm>
            <a:custGeom>
              <a:avLst/>
              <a:gdLst/>
              <a:ahLst/>
              <a:cxnLst/>
              <a:rect l="l" t="t" r="r" b="b"/>
              <a:pathLst>
                <a:path w="13968" h="1165" extrusionOk="0">
                  <a:moveTo>
                    <a:pt x="0" y="1"/>
                  </a:moveTo>
                  <a:lnTo>
                    <a:pt x="0" y="1165"/>
                  </a:lnTo>
                  <a:lnTo>
                    <a:pt x="13968" y="1165"/>
                  </a:lnTo>
                  <a:lnTo>
                    <a:pt x="13968"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36" name="Google Shape;936;p60"/>
          <p:cNvGrpSpPr/>
          <p:nvPr/>
        </p:nvGrpSpPr>
        <p:grpSpPr>
          <a:xfrm>
            <a:off x="1536451" y="2201553"/>
            <a:ext cx="373581" cy="251148"/>
            <a:chOff x="995000" y="2180950"/>
            <a:chExt cx="346325" cy="232825"/>
          </a:xfrm>
        </p:grpSpPr>
        <p:sp>
          <p:nvSpPr>
            <p:cNvPr id="937" name="Google Shape;937;p60"/>
            <p:cNvSpPr/>
            <p:nvPr/>
          </p:nvSpPr>
          <p:spPr>
            <a:xfrm>
              <a:off x="995000" y="2180950"/>
              <a:ext cx="346325" cy="232825"/>
            </a:xfrm>
            <a:custGeom>
              <a:avLst/>
              <a:gdLst/>
              <a:ahLst/>
              <a:cxnLst/>
              <a:rect l="l" t="t" r="r" b="b"/>
              <a:pathLst>
                <a:path w="13853" h="9313" extrusionOk="0">
                  <a:moveTo>
                    <a:pt x="6932" y="962"/>
                  </a:moveTo>
                  <a:cubicBezTo>
                    <a:pt x="8941" y="962"/>
                    <a:pt x="10579" y="2571"/>
                    <a:pt x="10615" y="4578"/>
                  </a:cubicBezTo>
                  <a:cubicBezTo>
                    <a:pt x="10652" y="6587"/>
                    <a:pt x="9071" y="8254"/>
                    <a:pt x="7064" y="8326"/>
                  </a:cubicBezTo>
                  <a:cubicBezTo>
                    <a:pt x="7018" y="8328"/>
                    <a:pt x="6970" y="8329"/>
                    <a:pt x="6924" y="8329"/>
                  </a:cubicBezTo>
                  <a:cubicBezTo>
                    <a:pt x="6922" y="8329"/>
                    <a:pt x="6920" y="8329"/>
                    <a:pt x="6918" y="8329"/>
                  </a:cubicBezTo>
                  <a:cubicBezTo>
                    <a:pt x="5969" y="8329"/>
                    <a:pt x="5056" y="7961"/>
                    <a:pt x="4373" y="7300"/>
                  </a:cubicBezTo>
                  <a:cubicBezTo>
                    <a:pt x="3308" y="6276"/>
                    <a:pt x="2959" y="4713"/>
                    <a:pt x="3486" y="3332"/>
                  </a:cubicBezTo>
                  <a:cubicBezTo>
                    <a:pt x="4012" y="1951"/>
                    <a:pt x="5313" y="1019"/>
                    <a:pt x="6791" y="964"/>
                  </a:cubicBezTo>
                  <a:cubicBezTo>
                    <a:pt x="6837" y="962"/>
                    <a:pt x="6884" y="962"/>
                    <a:pt x="6930" y="962"/>
                  </a:cubicBezTo>
                  <a:cubicBezTo>
                    <a:pt x="6931" y="962"/>
                    <a:pt x="6932" y="962"/>
                    <a:pt x="6932" y="962"/>
                  </a:cubicBezTo>
                  <a:close/>
                  <a:moveTo>
                    <a:pt x="6927" y="1"/>
                  </a:moveTo>
                  <a:cubicBezTo>
                    <a:pt x="4099" y="1"/>
                    <a:pt x="2380" y="1220"/>
                    <a:pt x="1435" y="2243"/>
                  </a:cubicBezTo>
                  <a:cubicBezTo>
                    <a:pt x="410" y="3354"/>
                    <a:pt x="59" y="4469"/>
                    <a:pt x="44" y="4515"/>
                  </a:cubicBezTo>
                  <a:lnTo>
                    <a:pt x="1" y="4657"/>
                  </a:lnTo>
                  <a:lnTo>
                    <a:pt x="44" y="4798"/>
                  </a:lnTo>
                  <a:cubicBezTo>
                    <a:pt x="59" y="4844"/>
                    <a:pt x="409" y="5959"/>
                    <a:pt x="1435" y="7070"/>
                  </a:cubicBezTo>
                  <a:cubicBezTo>
                    <a:pt x="2365" y="8078"/>
                    <a:pt x="4048" y="9275"/>
                    <a:pt x="6800" y="9309"/>
                  </a:cubicBezTo>
                  <a:cubicBezTo>
                    <a:pt x="6842" y="9311"/>
                    <a:pt x="6882" y="9312"/>
                    <a:pt x="6924" y="9312"/>
                  </a:cubicBezTo>
                  <a:lnTo>
                    <a:pt x="6927" y="9312"/>
                  </a:lnTo>
                  <a:cubicBezTo>
                    <a:pt x="9755" y="9312"/>
                    <a:pt x="11474" y="8093"/>
                    <a:pt x="12418" y="7071"/>
                  </a:cubicBezTo>
                  <a:cubicBezTo>
                    <a:pt x="13444" y="5959"/>
                    <a:pt x="13794" y="4846"/>
                    <a:pt x="13809" y="4798"/>
                  </a:cubicBezTo>
                  <a:lnTo>
                    <a:pt x="13853" y="4657"/>
                  </a:lnTo>
                  <a:lnTo>
                    <a:pt x="13808" y="4515"/>
                  </a:lnTo>
                  <a:cubicBezTo>
                    <a:pt x="13794" y="4469"/>
                    <a:pt x="13444" y="3354"/>
                    <a:pt x="12418" y="2243"/>
                  </a:cubicBezTo>
                  <a:cubicBezTo>
                    <a:pt x="11487" y="1236"/>
                    <a:pt x="9806" y="38"/>
                    <a:pt x="7053" y="2"/>
                  </a:cubicBezTo>
                  <a:cubicBezTo>
                    <a:pt x="7012" y="1"/>
                    <a:pt x="6970" y="1"/>
                    <a:pt x="693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8" name="Google Shape;938;p60"/>
            <p:cNvSpPr/>
            <p:nvPr/>
          </p:nvSpPr>
          <p:spPr>
            <a:xfrm>
              <a:off x="1098075" y="2227475"/>
              <a:ext cx="140100" cy="139200"/>
            </a:xfrm>
            <a:custGeom>
              <a:avLst/>
              <a:gdLst/>
              <a:ahLst/>
              <a:cxnLst/>
              <a:rect l="l" t="t" r="r" b="b"/>
              <a:pathLst>
                <a:path w="5604" h="5568" extrusionOk="0">
                  <a:moveTo>
                    <a:pt x="3288" y="1822"/>
                  </a:moveTo>
                  <a:cubicBezTo>
                    <a:pt x="3406" y="1822"/>
                    <a:pt x="3526" y="1866"/>
                    <a:pt x="3624" y="1964"/>
                  </a:cubicBezTo>
                  <a:cubicBezTo>
                    <a:pt x="3761" y="2101"/>
                    <a:pt x="3803" y="2308"/>
                    <a:pt x="3728" y="2488"/>
                  </a:cubicBezTo>
                  <a:cubicBezTo>
                    <a:pt x="3654" y="2667"/>
                    <a:pt x="3478" y="2784"/>
                    <a:pt x="3284" y="2784"/>
                  </a:cubicBezTo>
                  <a:cubicBezTo>
                    <a:pt x="3019" y="2784"/>
                    <a:pt x="2804" y="2569"/>
                    <a:pt x="2804" y="2304"/>
                  </a:cubicBezTo>
                  <a:cubicBezTo>
                    <a:pt x="2804" y="2014"/>
                    <a:pt x="3041" y="1822"/>
                    <a:pt x="3288" y="1822"/>
                  </a:cubicBezTo>
                  <a:close/>
                  <a:moveTo>
                    <a:pt x="2805" y="1"/>
                  </a:moveTo>
                  <a:cubicBezTo>
                    <a:pt x="2771" y="1"/>
                    <a:pt x="2736" y="1"/>
                    <a:pt x="2701" y="3"/>
                  </a:cubicBezTo>
                  <a:cubicBezTo>
                    <a:pt x="1187" y="63"/>
                    <a:pt x="0" y="1321"/>
                    <a:pt x="28" y="2835"/>
                  </a:cubicBezTo>
                  <a:cubicBezTo>
                    <a:pt x="55" y="4348"/>
                    <a:pt x="1287" y="5563"/>
                    <a:pt x="2802" y="5567"/>
                  </a:cubicBezTo>
                  <a:cubicBezTo>
                    <a:pt x="2837" y="5567"/>
                    <a:pt x="2872" y="5567"/>
                    <a:pt x="2907" y="5566"/>
                  </a:cubicBezTo>
                  <a:cubicBezTo>
                    <a:pt x="4418" y="5504"/>
                    <a:pt x="5603" y="4246"/>
                    <a:pt x="5576" y="2733"/>
                  </a:cubicBezTo>
                  <a:cubicBezTo>
                    <a:pt x="5548" y="1221"/>
                    <a:pt x="4318" y="8"/>
                    <a:pt x="280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39" name="Google Shape;939;p60"/>
          <p:cNvSpPr/>
          <p:nvPr/>
        </p:nvSpPr>
        <p:spPr>
          <a:xfrm>
            <a:off x="2349613" y="2175313"/>
            <a:ext cx="376709" cy="303438"/>
          </a:xfrm>
          <a:custGeom>
            <a:avLst/>
            <a:gdLst/>
            <a:ahLst/>
            <a:cxnLst/>
            <a:rect l="l" t="t" r="r" b="b"/>
            <a:pathLst>
              <a:path w="13969" h="11252" extrusionOk="0">
                <a:moveTo>
                  <a:pt x="3105" y="1939"/>
                </a:moveTo>
                <a:lnTo>
                  <a:pt x="3105" y="3103"/>
                </a:lnTo>
                <a:lnTo>
                  <a:pt x="1941" y="3105"/>
                </a:lnTo>
                <a:lnTo>
                  <a:pt x="1941" y="1939"/>
                </a:lnTo>
                <a:close/>
                <a:moveTo>
                  <a:pt x="11641" y="1939"/>
                </a:moveTo>
                <a:lnTo>
                  <a:pt x="11641" y="3103"/>
                </a:lnTo>
                <a:lnTo>
                  <a:pt x="10477" y="3105"/>
                </a:lnTo>
                <a:lnTo>
                  <a:pt x="10477" y="1939"/>
                </a:lnTo>
                <a:close/>
                <a:moveTo>
                  <a:pt x="3105" y="4269"/>
                </a:moveTo>
                <a:lnTo>
                  <a:pt x="3105" y="5433"/>
                </a:lnTo>
                <a:lnTo>
                  <a:pt x="1943" y="5433"/>
                </a:lnTo>
                <a:lnTo>
                  <a:pt x="1943" y="4269"/>
                </a:lnTo>
                <a:close/>
                <a:moveTo>
                  <a:pt x="11641" y="4269"/>
                </a:moveTo>
                <a:lnTo>
                  <a:pt x="11641" y="5433"/>
                </a:lnTo>
                <a:lnTo>
                  <a:pt x="10477" y="5433"/>
                </a:lnTo>
                <a:lnTo>
                  <a:pt x="10477" y="4269"/>
                </a:lnTo>
                <a:close/>
                <a:moveTo>
                  <a:pt x="3105" y="6208"/>
                </a:moveTo>
                <a:lnTo>
                  <a:pt x="3105" y="7372"/>
                </a:lnTo>
                <a:lnTo>
                  <a:pt x="1943" y="7372"/>
                </a:lnTo>
                <a:lnTo>
                  <a:pt x="1943" y="6208"/>
                </a:lnTo>
                <a:close/>
                <a:moveTo>
                  <a:pt x="11641" y="6208"/>
                </a:moveTo>
                <a:lnTo>
                  <a:pt x="11641" y="7372"/>
                </a:lnTo>
                <a:lnTo>
                  <a:pt x="10477" y="7372"/>
                </a:lnTo>
                <a:lnTo>
                  <a:pt x="10477" y="6208"/>
                </a:lnTo>
                <a:close/>
                <a:moveTo>
                  <a:pt x="6210" y="3414"/>
                </a:moveTo>
                <a:lnTo>
                  <a:pt x="9765" y="5631"/>
                </a:lnTo>
                <a:lnTo>
                  <a:pt x="6210" y="7847"/>
                </a:lnTo>
                <a:lnTo>
                  <a:pt x="6210" y="6786"/>
                </a:lnTo>
                <a:lnTo>
                  <a:pt x="4269" y="7894"/>
                </a:lnTo>
                <a:lnTo>
                  <a:pt x="4269" y="3461"/>
                </a:lnTo>
                <a:lnTo>
                  <a:pt x="6210" y="4568"/>
                </a:lnTo>
                <a:lnTo>
                  <a:pt x="6210" y="3414"/>
                </a:lnTo>
                <a:close/>
                <a:moveTo>
                  <a:pt x="3105" y="8148"/>
                </a:moveTo>
                <a:lnTo>
                  <a:pt x="3105" y="9312"/>
                </a:lnTo>
                <a:lnTo>
                  <a:pt x="1943" y="9312"/>
                </a:lnTo>
                <a:lnTo>
                  <a:pt x="1943" y="8148"/>
                </a:lnTo>
                <a:close/>
                <a:moveTo>
                  <a:pt x="11641" y="8148"/>
                </a:moveTo>
                <a:lnTo>
                  <a:pt x="11641" y="9312"/>
                </a:lnTo>
                <a:lnTo>
                  <a:pt x="10477" y="9312"/>
                </a:lnTo>
                <a:lnTo>
                  <a:pt x="10477" y="8148"/>
                </a:lnTo>
                <a:close/>
                <a:moveTo>
                  <a:pt x="1" y="1"/>
                </a:moveTo>
                <a:lnTo>
                  <a:pt x="1" y="11251"/>
                </a:lnTo>
                <a:lnTo>
                  <a:pt x="13968" y="11251"/>
                </a:lnTo>
                <a:lnTo>
                  <a:pt x="13968"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0" name="Google Shape;940;p60"/>
          <p:cNvSpPr/>
          <p:nvPr/>
        </p:nvSpPr>
        <p:spPr>
          <a:xfrm>
            <a:off x="3169529" y="2175313"/>
            <a:ext cx="352249" cy="303465"/>
          </a:xfrm>
          <a:custGeom>
            <a:avLst/>
            <a:gdLst/>
            <a:ahLst/>
            <a:cxnLst/>
            <a:rect l="l" t="t" r="r" b="b"/>
            <a:pathLst>
              <a:path w="13062" h="11253" extrusionOk="0">
                <a:moveTo>
                  <a:pt x="5626" y="1522"/>
                </a:moveTo>
                <a:cubicBezTo>
                  <a:pt x="5802" y="1522"/>
                  <a:pt x="5980" y="1556"/>
                  <a:pt x="6149" y="1626"/>
                </a:cubicBezTo>
                <a:cubicBezTo>
                  <a:pt x="6660" y="1838"/>
                  <a:pt x="6994" y="2337"/>
                  <a:pt x="6994" y="2889"/>
                </a:cubicBezTo>
                <a:cubicBezTo>
                  <a:pt x="6993" y="3646"/>
                  <a:pt x="6381" y="4257"/>
                  <a:pt x="5625" y="4259"/>
                </a:cubicBezTo>
                <a:cubicBezTo>
                  <a:pt x="5071" y="4259"/>
                  <a:pt x="4573" y="3925"/>
                  <a:pt x="4361" y="3414"/>
                </a:cubicBezTo>
                <a:cubicBezTo>
                  <a:pt x="4149" y="2902"/>
                  <a:pt x="4266" y="2314"/>
                  <a:pt x="4658" y="1922"/>
                </a:cubicBezTo>
                <a:cubicBezTo>
                  <a:pt x="4920" y="1661"/>
                  <a:pt x="5270" y="1522"/>
                  <a:pt x="5626" y="1522"/>
                </a:cubicBezTo>
                <a:close/>
                <a:moveTo>
                  <a:pt x="8362" y="4259"/>
                </a:moveTo>
                <a:cubicBezTo>
                  <a:pt x="8916" y="4259"/>
                  <a:pt x="9415" y="4591"/>
                  <a:pt x="9626" y="5103"/>
                </a:cubicBezTo>
                <a:cubicBezTo>
                  <a:pt x="9839" y="5615"/>
                  <a:pt x="9721" y="6203"/>
                  <a:pt x="9330" y="6594"/>
                </a:cubicBezTo>
                <a:cubicBezTo>
                  <a:pt x="9067" y="6856"/>
                  <a:pt x="8717" y="6995"/>
                  <a:pt x="8361" y="6995"/>
                </a:cubicBezTo>
                <a:cubicBezTo>
                  <a:pt x="8185" y="6995"/>
                  <a:pt x="8008" y="6961"/>
                  <a:pt x="7839" y="6892"/>
                </a:cubicBezTo>
                <a:cubicBezTo>
                  <a:pt x="7327" y="6679"/>
                  <a:pt x="6994" y="6180"/>
                  <a:pt x="6994" y="5627"/>
                </a:cubicBezTo>
                <a:cubicBezTo>
                  <a:pt x="6994" y="4872"/>
                  <a:pt x="7608" y="4259"/>
                  <a:pt x="8362" y="4259"/>
                </a:cubicBezTo>
                <a:close/>
                <a:moveTo>
                  <a:pt x="2890" y="4259"/>
                </a:moveTo>
                <a:cubicBezTo>
                  <a:pt x="3644" y="4260"/>
                  <a:pt x="4256" y="4872"/>
                  <a:pt x="4257" y="5627"/>
                </a:cubicBezTo>
                <a:cubicBezTo>
                  <a:pt x="4257" y="6180"/>
                  <a:pt x="3923" y="6679"/>
                  <a:pt x="3413" y="6892"/>
                </a:cubicBezTo>
                <a:cubicBezTo>
                  <a:pt x="3244" y="6962"/>
                  <a:pt x="3066" y="6995"/>
                  <a:pt x="2890" y="6995"/>
                </a:cubicBezTo>
                <a:cubicBezTo>
                  <a:pt x="2533" y="6995"/>
                  <a:pt x="2183" y="6857"/>
                  <a:pt x="1921" y="6595"/>
                </a:cubicBezTo>
                <a:cubicBezTo>
                  <a:pt x="1530" y="6203"/>
                  <a:pt x="1413" y="5615"/>
                  <a:pt x="1624" y="5103"/>
                </a:cubicBezTo>
                <a:cubicBezTo>
                  <a:pt x="1837" y="4593"/>
                  <a:pt x="2336" y="4259"/>
                  <a:pt x="2890" y="4259"/>
                </a:cubicBezTo>
                <a:close/>
                <a:moveTo>
                  <a:pt x="5625" y="6996"/>
                </a:moveTo>
                <a:cubicBezTo>
                  <a:pt x="6179" y="6996"/>
                  <a:pt x="6678" y="7328"/>
                  <a:pt x="6890" y="7840"/>
                </a:cubicBezTo>
                <a:cubicBezTo>
                  <a:pt x="7101" y="8352"/>
                  <a:pt x="6984" y="8941"/>
                  <a:pt x="6593" y="9331"/>
                </a:cubicBezTo>
                <a:cubicBezTo>
                  <a:pt x="6332" y="9593"/>
                  <a:pt x="5982" y="9732"/>
                  <a:pt x="5626" y="9732"/>
                </a:cubicBezTo>
                <a:cubicBezTo>
                  <a:pt x="5450" y="9732"/>
                  <a:pt x="5271" y="9698"/>
                  <a:pt x="5102" y="9627"/>
                </a:cubicBezTo>
                <a:cubicBezTo>
                  <a:pt x="4590" y="9416"/>
                  <a:pt x="4257" y="8917"/>
                  <a:pt x="4257" y="8364"/>
                </a:cubicBezTo>
                <a:cubicBezTo>
                  <a:pt x="4257" y="7609"/>
                  <a:pt x="4870" y="6996"/>
                  <a:pt x="5625" y="6996"/>
                </a:cubicBezTo>
                <a:close/>
                <a:moveTo>
                  <a:pt x="5625" y="1"/>
                </a:moveTo>
                <a:cubicBezTo>
                  <a:pt x="2524" y="1"/>
                  <a:pt x="1" y="2525"/>
                  <a:pt x="1" y="5627"/>
                </a:cubicBezTo>
                <a:cubicBezTo>
                  <a:pt x="1" y="8729"/>
                  <a:pt x="2524" y="11253"/>
                  <a:pt x="5625" y="11253"/>
                </a:cubicBezTo>
                <a:lnTo>
                  <a:pt x="13062" y="11253"/>
                </a:lnTo>
                <a:lnTo>
                  <a:pt x="13062" y="10476"/>
                </a:lnTo>
                <a:lnTo>
                  <a:pt x="8693" y="10476"/>
                </a:lnTo>
                <a:cubicBezTo>
                  <a:pt x="10232" y="9335"/>
                  <a:pt x="11251" y="7597"/>
                  <a:pt x="11251" y="5627"/>
                </a:cubicBezTo>
                <a:cubicBezTo>
                  <a:pt x="11251" y="2525"/>
                  <a:pt x="8728" y="1"/>
                  <a:pt x="562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1" name="Google Shape;941;p60"/>
          <p:cNvSpPr/>
          <p:nvPr/>
        </p:nvSpPr>
        <p:spPr>
          <a:xfrm>
            <a:off x="3999855" y="2138693"/>
            <a:ext cx="324365" cy="376709"/>
          </a:xfrm>
          <a:custGeom>
            <a:avLst/>
            <a:gdLst/>
            <a:ahLst/>
            <a:cxnLst/>
            <a:rect l="l" t="t" r="r" b="b"/>
            <a:pathLst>
              <a:path w="12028" h="13969" extrusionOk="0">
                <a:moveTo>
                  <a:pt x="2716" y="1165"/>
                </a:moveTo>
                <a:lnTo>
                  <a:pt x="2716" y="2329"/>
                </a:lnTo>
                <a:lnTo>
                  <a:pt x="1164" y="2329"/>
                </a:lnTo>
                <a:lnTo>
                  <a:pt x="1164" y="1165"/>
                </a:lnTo>
                <a:close/>
                <a:moveTo>
                  <a:pt x="11252" y="1165"/>
                </a:moveTo>
                <a:lnTo>
                  <a:pt x="11252" y="2329"/>
                </a:lnTo>
                <a:lnTo>
                  <a:pt x="9701" y="2329"/>
                </a:lnTo>
                <a:lnTo>
                  <a:pt x="9701" y="1165"/>
                </a:lnTo>
                <a:close/>
                <a:moveTo>
                  <a:pt x="2716" y="3105"/>
                </a:moveTo>
                <a:lnTo>
                  <a:pt x="2716" y="4269"/>
                </a:lnTo>
                <a:lnTo>
                  <a:pt x="1164" y="4269"/>
                </a:lnTo>
                <a:lnTo>
                  <a:pt x="1164" y="3105"/>
                </a:lnTo>
                <a:close/>
                <a:moveTo>
                  <a:pt x="11252" y="3105"/>
                </a:moveTo>
                <a:lnTo>
                  <a:pt x="11252" y="4269"/>
                </a:lnTo>
                <a:lnTo>
                  <a:pt x="9700" y="4269"/>
                </a:lnTo>
                <a:lnTo>
                  <a:pt x="9700" y="3105"/>
                </a:lnTo>
                <a:close/>
                <a:moveTo>
                  <a:pt x="2716" y="5433"/>
                </a:moveTo>
                <a:lnTo>
                  <a:pt x="2716" y="6597"/>
                </a:lnTo>
                <a:lnTo>
                  <a:pt x="1164" y="6597"/>
                </a:lnTo>
                <a:lnTo>
                  <a:pt x="1164" y="5433"/>
                </a:lnTo>
                <a:close/>
                <a:moveTo>
                  <a:pt x="8536" y="1165"/>
                </a:moveTo>
                <a:lnTo>
                  <a:pt x="8536" y="6597"/>
                </a:lnTo>
                <a:lnTo>
                  <a:pt x="3492" y="6597"/>
                </a:lnTo>
                <a:lnTo>
                  <a:pt x="3492" y="1165"/>
                </a:lnTo>
                <a:close/>
                <a:moveTo>
                  <a:pt x="11252" y="5433"/>
                </a:moveTo>
                <a:lnTo>
                  <a:pt x="11252" y="6597"/>
                </a:lnTo>
                <a:lnTo>
                  <a:pt x="9700" y="6597"/>
                </a:lnTo>
                <a:lnTo>
                  <a:pt x="9700" y="5433"/>
                </a:lnTo>
                <a:close/>
                <a:moveTo>
                  <a:pt x="2716" y="7372"/>
                </a:moveTo>
                <a:lnTo>
                  <a:pt x="2716" y="8536"/>
                </a:lnTo>
                <a:lnTo>
                  <a:pt x="1164" y="8536"/>
                </a:lnTo>
                <a:lnTo>
                  <a:pt x="1164" y="7372"/>
                </a:lnTo>
                <a:close/>
                <a:moveTo>
                  <a:pt x="11252" y="7372"/>
                </a:moveTo>
                <a:lnTo>
                  <a:pt x="11252" y="8536"/>
                </a:lnTo>
                <a:lnTo>
                  <a:pt x="9700" y="8536"/>
                </a:lnTo>
                <a:lnTo>
                  <a:pt x="9700" y="7372"/>
                </a:lnTo>
                <a:close/>
                <a:moveTo>
                  <a:pt x="2716" y="9312"/>
                </a:moveTo>
                <a:lnTo>
                  <a:pt x="2716" y="10476"/>
                </a:lnTo>
                <a:lnTo>
                  <a:pt x="1164" y="10476"/>
                </a:lnTo>
                <a:lnTo>
                  <a:pt x="1164" y="9312"/>
                </a:lnTo>
                <a:close/>
                <a:moveTo>
                  <a:pt x="11252" y="9312"/>
                </a:moveTo>
                <a:lnTo>
                  <a:pt x="11252" y="10476"/>
                </a:lnTo>
                <a:lnTo>
                  <a:pt x="9700" y="10476"/>
                </a:lnTo>
                <a:lnTo>
                  <a:pt x="9700" y="9312"/>
                </a:lnTo>
                <a:close/>
                <a:moveTo>
                  <a:pt x="2716" y="11640"/>
                </a:moveTo>
                <a:lnTo>
                  <a:pt x="2716" y="12804"/>
                </a:lnTo>
                <a:lnTo>
                  <a:pt x="1164" y="12804"/>
                </a:lnTo>
                <a:lnTo>
                  <a:pt x="1164" y="11640"/>
                </a:lnTo>
                <a:close/>
                <a:moveTo>
                  <a:pt x="8536" y="7372"/>
                </a:moveTo>
                <a:lnTo>
                  <a:pt x="8536" y="12804"/>
                </a:lnTo>
                <a:lnTo>
                  <a:pt x="3492" y="12804"/>
                </a:lnTo>
                <a:lnTo>
                  <a:pt x="3492" y="7372"/>
                </a:lnTo>
                <a:close/>
                <a:moveTo>
                  <a:pt x="11252" y="11640"/>
                </a:moveTo>
                <a:lnTo>
                  <a:pt x="11252" y="12804"/>
                </a:lnTo>
                <a:lnTo>
                  <a:pt x="9700" y="12804"/>
                </a:lnTo>
                <a:lnTo>
                  <a:pt x="9700" y="11640"/>
                </a:lnTo>
                <a:close/>
                <a:moveTo>
                  <a:pt x="0" y="1"/>
                </a:moveTo>
                <a:lnTo>
                  <a:pt x="0" y="13968"/>
                </a:lnTo>
                <a:lnTo>
                  <a:pt x="12027" y="13968"/>
                </a:lnTo>
                <a:lnTo>
                  <a:pt x="1202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42" name="Google Shape;942;p60"/>
          <p:cNvGrpSpPr/>
          <p:nvPr/>
        </p:nvGrpSpPr>
        <p:grpSpPr>
          <a:xfrm>
            <a:off x="4784039" y="2223774"/>
            <a:ext cx="380862" cy="206706"/>
            <a:chOff x="4005650" y="2201550"/>
            <a:chExt cx="353075" cy="191625"/>
          </a:xfrm>
        </p:grpSpPr>
        <p:sp>
          <p:nvSpPr>
            <p:cNvPr id="943" name="Google Shape;943;p60"/>
            <p:cNvSpPr/>
            <p:nvPr/>
          </p:nvSpPr>
          <p:spPr>
            <a:xfrm>
              <a:off x="4005650" y="2201550"/>
              <a:ext cx="242500" cy="191625"/>
            </a:xfrm>
            <a:custGeom>
              <a:avLst/>
              <a:gdLst/>
              <a:ahLst/>
              <a:cxnLst/>
              <a:rect l="l" t="t" r="r" b="b"/>
              <a:pathLst>
                <a:path w="9700" h="7665" extrusionOk="0">
                  <a:moveTo>
                    <a:pt x="5433" y="3056"/>
                  </a:moveTo>
                  <a:lnTo>
                    <a:pt x="5433" y="3833"/>
                  </a:lnTo>
                  <a:lnTo>
                    <a:pt x="4657" y="3833"/>
                  </a:lnTo>
                  <a:lnTo>
                    <a:pt x="4657" y="3056"/>
                  </a:lnTo>
                  <a:close/>
                  <a:moveTo>
                    <a:pt x="9700" y="1"/>
                  </a:moveTo>
                  <a:lnTo>
                    <a:pt x="6938" y="1894"/>
                  </a:lnTo>
                  <a:lnTo>
                    <a:pt x="1" y="1892"/>
                  </a:lnTo>
                  <a:lnTo>
                    <a:pt x="1" y="5771"/>
                  </a:lnTo>
                  <a:lnTo>
                    <a:pt x="6938" y="5771"/>
                  </a:lnTo>
                  <a:lnTo>
                    <a:pt x="9700" y="7664"/>
                  </a:lnTo>
                  <a:lnTo>
                    <a:pt x="970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4" name="Google Shape;944;p60"/>
            <p:cNvSpPr/>
            <p:nvPr/>
          </p:nvSpPr>
          <p:spPr>
            <a:xfrm>
              <a:off x="4277225" y="2218525"/>
              <a:ext cx="81500" cy="162975"/>
            </a:xfrm>
            <a:custGeom>
              <a:avLst/>
              <a:gdLst/>
              <a:ahLst/>
              <a:cxnLst/>
              <a:rect l="l" t="t" r="r" b="b"/>
              <a:pathLst>
                <a:path w="3260" h="6519" extrusionOk="0">
                  <a:moveTo>
                    <a:pt x="1" y="0"/>
                  </a:moveTo>
                  <a:lnTo>
                    <a:pt x="1" y="931"/>
                  </a:lnTo>
                  <a:cubicBezTo>
                    <a:pt x="8" y="931"/>
                    <a:pt x="15" y="931"/>
                    <a:pt x="22" y="931"/>
                  </a:cubicBezTo>
                  <a:cubicBezTo>
                    <a:pt x="1306" y="931"/>
                    <a:pt x="2349" y="1972"/>
                    <a:pt x="2349" y="3259"/>
                  </a:cubicBezTo>
                  <a:cubicBezTo>
                    <a:pt x="2349" y="4546"/>
                    <a:pt x="1306" y="5587"/>
                    <a:pt x="22" y="5587"/>
                  </a:cubicBezTo>
                  <a:cubicBezTo>
                    <a:pt x="15" y="5587"/>
                    <a:pt x="8" y="5587"/>
                    <a:pt x="1" y="5587"/>
                  </a:cubicBezTo>
                  <a:lnTo>
                    <a:pt x="1" y="6518"/>
                  </a:lnTo>
                  <a:cubicBezTo>
                    <a:pt x="1798" y="6518"/>
                    <a:pt x="3260" y="5055"/>
                    <a:pt x="3260" y="3259"/>
                  </a:cubicBezTo>
                  <a:cubicBezTo>
                    <a:pt x="3260" y="1462"/>
                    <a:pt x="1798" y="0"/>
                    <a:pt x="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5" name="Google Shape;945;p60"/>
            <p:cNvSpPr/>
            <p:nvPr/>
          </p:nvSpPr>
          <p:spPr>
            <a:xfrm>
              <a:off x="4277225" y="2265075"/>
              <a:ext cx="34950" cy="69825"/>
            </a:xfrm>
            <a:custGeom>
              <a:avLst/>
              <a:gdLst/>
              <a:ahLst/>
              <a:cxnLst/>
              <a:rect l="l" t="t" r="r" b="b"/>
              <a:pathLst>
                <a:path w="1398" h="2793" extrusionOk="0">
                  <a:moveTo>
                    <a:pt x="1" y="0"/>
                  </a:moveTo>
                  <a:lnTo>
                    <a:pt x="1" y="930"/>
                  </a:lnTo>
                  <a:cubicBezTo>
                    <a:pt x="258" y="930"/>
                    <a:pt x="466" y="1140"/>
                    <a:pt x="466" y="1396"/>
                  </a:cubicBezTo>
                  <a:cubicBezTo>
                    <a:pt x="466" y="1653"/>
                    <a:pt x="258" y="1861"/>
                    <a:pt x="1" y="1861"/>
                  </a:cubicBezTo>
                  <a:lnTo>
                    <a:pt x="1" y="2792"/>
                  </a:lnTo>
                  <a:cubicBezTo>
                    <a:pt x="771" y="2792"/>
                    <a:pt x="1397" y="2168"/>
                    <a:pt x="1398" y="1396"/>
                  </a:cubicBezTo>
                  <a:lnTo>
                    <a:pt x="1398" y="1396"/>
                  </a:lnTo>
                  <a:cubicBezTo>
                    <a:pt x="1398" y="1397"/>
                    <a:pt x="1398" y="1397"/>
                    <a:pt x="1398" y="1397"/>
                  </a:cubicBezTo>
                  <a:lnTo>
                    <a:pt x="1398" y="1396"/>
                  </a:lnTo>
                  <a:cubicBezTo>
                    <a:pt x="1398" y="1396"/>
                    <a:pt x="1398" y="1396"/>
                    <a:pt x="1398" y="1396"/>
                  </a:cubicBezTo>
                  <a:cubicBezTo>
                    <a:pt x="1397" y="625"/>
                    <a:pt x="771" y="0"/>
                    <a:pt x="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46" name="Google Shape;946;p60"/>
          <p:cNvSpPr/>
          <p:nvPr/>
        </p:nvSpPr>
        <p:spPr>
          <a:xfrm>
            <a:off x="5602663" y="2211934"/>
            <a:ext cx="376682" cy="230195"/>
          </a:xfrm>
          <a:custGeom>
            <a:avLst/>
            <a:gdLst/>
            <a:ahLst/>
            <a:cxnLst/>
            <a:rect l="l" t="t" r="r" b="b"/>
            <a:pathLst>
              <a:path w="13968" h="8536" extrusionOk="0">
                <a:moveTo>
                  <a:pt x="5431" y="2088"/>
                </a:moveTo>
                <a:lnTo>
                  <a:pt x="9290" y="4293"/>
                </a:lnTo>
                <a:lnTo>
                  <a:pt x="5431" y="6497"/>
                </a:lnTo>
                <a:lnTo>
                  <a:pt x="5431" y="2088"/>
                </a:lnTo>
                <a:close/>
                <a:moveTo>
                  <a:pt x="1163" y="0"/>
                </a:moveTo>
                <a:lnTo>
                  <a:pt x="1163" y="7373"/>
                </a:lnTo>
                <a:lnTo>
                  <a:pt x="0" y="7373"/>
                </a:lnTo>
                <a:lnTo>
                  <a:pt x="0" y="8535"/>
                </a:lnTo>
                <a:lnTo>
                  <a:pt x="13968" y="8535"/>
                </a:lnTo>
                <a:lnTo>
                  <a:pt x="13968" y="7373"/>
                </a:lnTo>
                <a:lnTo>
                  <a:pt x="12803" y="7371"/>
                </a:lnTo>
                <a:lnTo>
                  <a:pt x="12803"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47" name="Google Shape;947;p60"/>
          <p:cNvGrpSpPr/>
          <p:nvPr/>
        </p:nvGrpSpPr>
        <p:grpSpPr>
          <a:xfrm>
            <a:off x="6410907" y="2174936"/>
            <a:ext cx="387172" cy="304382"/>
            <a:chOff x="5513825" y="2156275"/>
            <a:chExt cx="358925" cy="282175"/>
          </a:xfrm>
        </p:grpSpPr>
        <p:sp>
          <p:nvSpPr>
            <p:cNvPr id="948" name="Google Shape;948;p60"/>
            <p:cNvSpPr/>
            <p:nvPr/>
          </p:nvSpPr>
          <p:spPr>
            <a:xfrm>
              <a:off x="5513825" y="2156275"/>
              <a:ext cx="244550" cy="282175"/>
            </a:xfrm>
            <a:custGeom>
              <a:avLst/>
              <a:gdLst/>
              <a:ahLst/>
              <a:cxnLst/>
              <a:rect l="l" t="t" r="r" b="b"/>
              <a:pathLst>
                <a:path w="9782" h="11287" extrusionOk="0">
                  <a:moveTo>
                    <a:pt x="2799" y="7019"/>
                  </a:moveTo>
                  <a:lnTo>
                    <a:pt x="3021" y="7020"/>
                  </a:lnTo>
                  <a:lnTo>
                    <a:pt x="3963" y="7020"/>
                  </a:lnTo>
                  <a:lnTo>
                    <a:pt x="3963" y="8959"/>
                  </a:lnTo>
                  <a:lnTo>
                    <a:pt x="2799" y="8959"/>
                  </a:lnTo>
                  <a:lnTo>
                    <a:pt x="2799" y="7019"/>
                  </a:lnTo>
                  <a:close/>
                  <a:moveTo>
                    <a:pt x="9782" y="0"/>
                  </a:moveTo>
                  <a:lnTo>
                    <a:pt x="5914" y="2752"/>
                  </a:lnTo>
                  <a:lnTo>
                    <a:pt x="2436" y="2752"/>
                  </a:lnTo>
                  <a:cubicBezTo>
                    <a:pt x="1452" y="2752"/>
                    <a:pt x="541" y="3391"/>
                    <a:pt x="311" y="4348"/>
                  </a:cubicBezTo>
                  <a:cubicBezTo>
                    <a:pt x="0" y="5644"/>
                    <a:pt x="852" y="6810"/>
                    <a:pt x="2023" y="6994"/>
                  </a:cubicBezTo>
                  <a:lnTo>
                    <a:pt x="2023" y="11287"/>
                  </a:lnTo>
                  <a:lnTo>
                    <a:pt x="5127" y="11287"/>
                  </a:lnTo>
                  <a:lnTo>
                    <a:pt x="5127" y="7019"/>
                  </a:lnTo>
                  <a:lnTo>
                    <a:pt x="5914" y="7019"/>
                  </a:lnTo>
                  <a:lnTo>
                    <a:pt x="9782" y="9770"/>
                  </a:lnTo>
                  <a:lnTo>
                    <a:pt x="9782"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9" name="Google Shape;949;p60"/>
            <p:cNvSpPr/>
            <p:nvPr/>
          </p:nvSpPr>
          <p:spPr>
            <a:xfrm>
              <a:off x="5787500" y="2197550"/>
              <a:ext cx="85250" cy="170500"/>
            </a:xfrm>
            <a:custGeom>
              <a:avLst/>
              <a:gdLst/>
              <a:ahLst/>
              <a:cxnLst/>
              <a:rect l="l" t="t" r="r" b="b"/>
              <a:pathLst>
                <a:path w="3410" h="6820" extrusionOk="0">
                  <a:moveTo>
                    <a:pt x="0" y="0"/>
                  </a:moveTo>
                  <a:lnTo>
                    <a:pt x="0" y="975"/>
                  </a:lnTo>
                  <a:cubicBezTo>
                    <a:pt x="1343" y="975"/>
                    <a:pt x="2435" y="2067"/>
                    <a:pt x="2435" y="3410"/>
                  </a:cubicBezTo>
                  <a:cubicBezTo>
                    <a:pt x="2435" y="4753"/>
                    <a:pt x="1343" y="5845"/>
                    <a:pt x="0" y="5845"/>
                  </a:cubicBezTo>
                  <a:lnTo>
                    <a:pt x="0" y="6819"/>
                  </a:lnTo>
                  <a:cubicBezTo>
                    <a:pt x="1880" y="6819"/>
                    <a:pt x="3410" y="5289"/>
                    <a:pt x="3410" y="3410"/>
                  </a:cubicBezTo>
                  <a:cubicBezTo>
                    <a:pt x="3410" y="1530"/>
                    <a:pt x="1880" y="0"/>
                    <a:pt x="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0" name="Google Shape;950;p60"/>
            <p:cNvSpPr/>
            <p:nvPr/>
          </p:nvSpPr>
          <p:spPr>
            <a:xfrm>
              <a:off x="5787500" y="2246275"/>
              <a:ext cx="36525" cy="73075"/>
            </a:xfrm>
            <a:custGeom>
              <a:avLst/>
              <a:gdLst/>
              <a:ahLst/>
              <a:cxnLst/>
              <a:rect l="l" t="t" r="r" b="b"/>
              <a:pathLst>
                <a:path w="1461" h="2923" extrusionOk="0">
                  <a:moveTo>
                    <a:pt x="0" y="0"/>
                  </a:moveTo>
                  <a:lnTo>
                    <a:pt x="0" y="975"/>
                  </a:lnTo>
                  <a:cubicBezTo>
                    <a:pt x="10" y="974"/>
                    <a:pt x="21" y="974"/>
                    <a:pt x="31" y="974"/>
                  </a:cubicBezTo>
                  <a:cubicBezTo>
                    <a:pt x="298" y="974"/>
                    <a:pt x="518" y="1191"/>
                    <a:pt x="518" y="1461"/>
                  </a:cubicBezTo>
                  <a:cubicBezTo>
                    <a:pt x="518" y="1732"/>
                    <a:pt x="298" y="1949"/>
                    <a:pt x="31" y="1949"/>
                  </a:cubicBezTo>
                  <a:cubicBezTo>
                    <a:pt x="21" y="1949"/>
                    <a:pt x="10" y="1949"/>
                    <a:pt x="0" y="1948"/>
                  </a:cubicBezTo>
                  <a:lnTo>
                    <a:pt x="0" y="2923"/>
                  </a:lnTo>
                  <a:cubicBezTo>
                    <a:pt x="807" y="2921"/>
                    <a:pt x="1460" y="2268"/>
                    <a:pt x="1460" y="1461"/>
                  </a:cubicBezTo>
                  <a:cubicBezTo>
                    <a:pt x="1460" y="655"/>
                    <a:pt x="807" y="0"/>
                    <a:pt x="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1" name="Google Shape;951;p60"/>
          <p:cNvGrpSpPr/>
          <p:nvPr/>
        </p:nvGrpSpPr>
        <p:grpSpPr>
          <a:xfrm>
            <a:off x="7288591" y="2146755"/>
            <a:ext cx="261585" cy="360717"/>
            <a:chOff x="6327475" y="2130150"/>
            <a:chExt cx="242500" cy="334400"/>
          </a:xfrm>
        </p:grpSpPr>
        <p:sp>
          <p:nvSpPr>
            <p:cNvPr id="952" name="Google Shape;952;p60"/>
            <p:cNvSpPr/>
            <p:nvPr/>
          </p:nvSpPr>
          <p:spPr>
            <a:xfrm>
              <a:off x="6327475" y="2289975"/>
              <a:ext cx="242500" cy="174575"/>
            </a:xfrm>
            <a:custGeom>
              <a:avLst/>
              <a:gdLst/>
              <a:ahLst/>
              <a:cxnLst/>
              <a:rect l="l" t="t" r="r" b="b"/>
              <a:pathLst>
                <a:path w="9700" h="6983" extrusionOk="0">
                  <a:moveTo>
                    <a:pt x="1844" y="776"/>
                  </a:moveTo>
                  <a:cubicBezTo>
                    <a:pt x="2046" y="2022"/>
                    <a:pt x="3022" y="2999"/>
                    <a:pt x="4269" y="3200"/>
                  </a:cubicBezTo>
                  <a:lnTo>
                    <a:pt x="4269" y="4131"/>
                  </a:lnTo>
                  <a:cubicBezTo>
                    <a:pt x="2516" y="3922"/>
                    <a:pt x="1124" y="2528"/>
                    <a:pt x="913" y="776"/>
                  </a:cubicBezTo>
                  <a:close/>
                  <a:moveTo>
                    <a:pt x="8788" y="776"/>
                  </a:moveTo>
                  <a:cubicBezTo>
                    <a:pt x="8577" y="2528"/>
                    <a:pt x="7185" y="3920"/>
                    <a:pt x="5432" y="4131"/>
                  </a:cubicBezTo>
                  <a:lnTo>
                    <a:pt x="5432" y="3200"/>
                  </a:lnTo>
                  <a:cubicBezTo>
                    <a:pt x="6677" y="2999"/>
                    <a:pt x="7655" y="2022"/>
                    <a:pt x="7856" y="776"/>
                  </a:cubicBezTo>
                  <a:close/>
                  <a:moveTo>
                    <a:pt x="0" y="1"/>
                  </a:moveTo>
                  <a:lnTo>
                    <a:pt x="0" y="466"/>
                  </a:lnTo>
                  <a:cubicBezTo>
                    <a:pt x="0" y="2962"/>
                    <a:pt x="1877" y="5019"/>
                    <a:pt x="4269" y="5254"/>
                  </a:cubicBezTo>
                  <a:lnTo>
                    <a:pt x="4269" y="6208"/>
                  </a:lnTo>
                  <a:lnTo>
                    <a:pt x="1941" y="6208"/>
                  </a:lnTo>
                  <a:lnTo>
                    <a:pt x="1941" y="6983"/>
                  </a:lnTo>
                  <a:lnTo>
                    <a:pt x="7760" y="6983"/>
                  </a:lnTo>
                  <a:lnTo>
                    <a:pt x="7760" y="6208"/>
                  </a:lnTo>
                  <a:lnTo>
                    <a:pt x="5432" y="6208"/>
                  </a:lnTo>
                  <a:lnTo>
                    <a:pt x="5432" y="5254"/>
                  </a:lnTo>
                  <a:cubicBezTo>
                    <a:pt x="7824" y="5019"/>
                    <a:pt x="9699" y="2962"/>
                    <a:pt x="9699" y="465"/>
                  </a:cubicBezTo>
                  <a:lnTo>
                    <a:pt x="9699"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3" name="Google Shape;953;p60"/>
            <p:cNvSpPr/>
            <p:nvPr/>
          </p:nvSpPr>
          <p:spPr>
            <a:xfrm>
              <a:off x="6375975" y="2130150"/>
              <a:ext cx="145525" cy="130750"/>
            </a:xfrm>
            <a:custGeom>
              <a:avLst/>
              <a:gdLst/>
              <a:ahLst/>
              <a:cxnLst/>
              <a:rect l="l" t="t" r="r" b="b"/>
              <a:pathLst>
                <a:path w="5821" h="5230" extrusionOk="0">
                  <a:moveTo>
                    <a:pt x="2910" y="0"/>
                  </a:moveTo>
                  <a:cubicBezTo>
                    <a:pt x="1305" y="0"/>
                    <a:pt x="1" y="1310"/>
                    <a:pt x="1" y="2922"/>
                  </a:cubicBezTo>
                  <a:lnTo>
                    <a:pt x="1" y="5230"/>
                  </a:lnTo>
                  <a:lnTo>
                    <a:pt x="5820" y="5230"/>
                  </a:lnTo>
                  <a:lnTo>
                    <a:pt x="5820" y="3010"/>
                  </a:lnTo>
                  <a:cubicBezTo>
                    <a:pt x="5820" y="1629"/>
                    <a:pt x="4905" y="363"/>
                    <a:pt x="3556" y="71"/>
                  </a:cubicBezTo>
                  <a:cubicBezTo>
                    <a:pt x="3337" y="23"/>
                    <a:pt x="3121" y="0"/>
                    <a:pt x="291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54" name="Google Shape;954;p60"/>
          <p:cNvSpPr/>
          <p:nvPr/>
        </p:nvSpPr>
        <p:spPr>
          <a:xfrm>
            <a:off x="720000" y="2776209"/>
            <a:ext cx="376682" cy="303411"/>
          </a:xfrm>
          <a:custGeom>
            <a:avLst/>
            <a:gdLst/>
            <a:ahLst/>
            <a:cxnLst/>
            <a:rect l="l" t="t" r="r" b="b"/>
            <a:pathLst>
              <a:path w="13968" h="11251" extrusionOk="0">
                <a:moveTo>
                  <a:pt x="3104" y="1939"/>
                </a:moveTo>
                <a:lnTo>
                  <a:pt x="3104" y="3103"/>
                </a:lnTo>
                <a:lnTo>
                  <a:pt x="1940" y="3103"/>
                </a:lnTo>
                <a:lnTo>
                  <a:pt x="1940" y="1939"/>
                </a:lnTo>
                <a:close/>
                <a:moveTo>
                  <a:pt x="12026" y="1939"/>
                </a:moveTo>
                <a:lnTo>
                  <a:pt x="12026" y="3103"/>
                </a:lnTo>
                <a:lnTo>
                  <a:pt x="10863" y="3103"/>
                </a:lnTo>
                <a:lnTo>
                  <a:pt x="10863" y="1939"/>
                </a:lnTo>
                <a:close/>
                <a:moveTo>
                  <a:pt x="3104" y="4267"/>
                </a:moveTo>
                <a:lnTo>
                  <a:pt x="3104" y="5431"/>
                </a:lnTo>
                <a:lnTo>
                  <a:pt x="1940" y="5431"/>
                </a:lnTo>
                <a:lnTo>
                  <a:pt x="1940" y="4267"/>
                </a:lnTo>
                <a:close/>
                <a:moveTo>
                  <a:pt x="12027" y="4269"/>
                </a:moveTo>
                <a:lnTo>
                  <a:pt x="12027" y="5433"/>
                </a:lnTo>
                <a:lnTo>
                  <a:pt x="10863" y="5433"/>
                </a:lnTo>
                <a:lnTo>
                  <a:pt x="10863" y="4269"/>
                </a:lnTo>
                <a:close/>
                <a:moveTo>
                  <a:pt x="3104" y="6208"/>
                </a:moveTo>
                <a:lnTo>
                  <a:pt x="3104" y="7372"/>
                </a:lnTo>
                <a:lnTo>
                  <a:pt x="1940" y="7372"/>
                </a:lnTo>
                <a:lnTo>
                  <a:pt x="1940" y="6208"/>
                </a:lnTo>
                <a:close/>
                <a:moveTo>
                  <a:pt x="12027" y="6208"/>
                </a:moveTo>
                <a:lnTo>
                  <a:pt x="12027" y="7372"/>
                </a:lnTo>
                <a:lnTo>
                  <a:pt x="10863" y="7372"/>
                </a:lnTo>
                <a:lnTo>
                  <a:pt x="10863" y="6208"/>
                </a:lnTo>
                <a:close/>
                <a:moveTo>
                  <a:pt x="6984" y="2946"/>
                </a:moveTo>
                <a:lnTo>
                  <a:pt x="7828" y="4658"/>
                </a:lnTo>
                <a:lnTo>
                  <a:pt x="9718" y="4932"/>
                </a:lnTo>
                <a:lnTo>
                  <a:pt x="8350" y="6264"/>
                </a:lnTo>
                <a:lnTo>
                  <a:pt x="8674" y="8147"/>
                </a:lnTo>
                <a:lnTo>
                  <a:pt x="6984" y="7259"/>
                </a:lnTo>
                <a:lnTo>
                  <a:pt x="5293" y="8147"/>
                </a:lnTo>
                <a:lnTo>
                  <a:pt x="5616" y="6265"/>
                </a:lnTo>
                <a:lnTo>
                  <a:pt x="4250" y="4932"/>
                </a:lnTo>
                <a:lnTo>
                  <a:pt x="6138" y="4658"/>
                </a:lnTo>
                <a:lnTo>
                  <a:pt x="6984" y="2946"/>
                </a:lnTo>
                <a:close/>
                <a:moveTo>
                  <a:pt x="3104" y="8147"/>
                </a:moveTo>
                <a:lnTo>
                  <a:pt x="3104" y="9310"/>
                </a:lnTo>
                <a:lnTo>
                  <a:pt x="1940" y="9310"/>
                </a:lnTo>
                <a:lnTo>
                  <a:pt x="1940" y="8147"/>
                </a:lnTo>
                <a:close/>
                <a:moveTo>
                  <a:pt x="12027" y="8147"/>
                </a:moveTo>
                <a:lnTo>
                  <a:pt x="12027" y="9310"/>
                </a:lnTo>
                <a:lnTo>
                  <a:pt x="10863" y="9310"/>
                </a:lnTo>
                <a:lnTo>
                  <a:pt x="10863" y="8147"/>
                </a:lnTo>
                <a:close/>
                <a:moveTo>
                  <a:pt x="0" y="0"/>
                </a:moveTo>
                <a:lnTo>
                  <a:pt x="0" y="11251"/>
                </a:lnTo>
                <a:lnTo>
                  <a:pt x="13968" y="11251"/>
                </a:lnTo>
                <a:lnTo>
                  <a:pt x="13968"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5" name="Google Shape;955;p60"/>
          <p:cNvSpPr/>
          <p:nvPr/>
        </p:nvSpPr>
        <p:spPr>
          <a:xfrm>
            <a:off x="1555800" y="2739157"/>
            <a:ext cx="334828" cy="375603"/>
          </a:xfrm>
          <a:custGeom>
            <a:avLst/>
            <a:gdLst/>
            <a:ahLst/>
            <a:cxnLst/>
            <a:rect l="l" t="t" r="r" b="b"/>
            <a:pathLst>
              <a:path w="12416" h="13928" extrusionOk="0">
                <a:moveTo>
                  <a:pt x="12415" y="1"/>
                </a:moveTo>
                <a:lnTo>
                  <a:pt x="3880" y="1707"/>
                </a:lnTo>
                <a:lnTo>
                  <a:pt x="3880" y="8798"/>
                </a:lnTo>
                <a:cubicBezTo>
                  <a:pt x="3880" y="8798"/>
                  <a:pt x="3250" y="8429"/>
                  <a:pt x="2749" y="8429"/>
                </a:cubicBezTo>
                <a:cubicBezTo>
                  <a:pt x="1234" y="8429"/>
                  <a:pt x="1" y="9662"/>
                  <a:pt x="1" y="11178"/>
                </a:cubicBezTo>
                <a:cubicBezTo>
                  <a:pt x="1" y="12693"/>
                  <a:pt x="1234" y="13928"/>
                  <a:pt x="2749" y="13928"/>
                </a:cubicBezTo>
                <a:cubicBezTo>
                  <a:pt x="4266" y="13928"/>
                  <a:pt x="5431" y="11178"/>
                  <a:pt x="5431" y="11178"/>
                </a:cubicBezTo>
                <a:lnTo>
                  <a:pt x="5431" y="2800"/>
                </a:lnTo>
                <a:lnTo>
                  <a:pt x="10864" y="1713"/>
                </a:lnTo>
                <a:lnTo>
                  <a:pt x="10864" y="7424"/>
                </a:lnTo>
                <a:cubicBezTo>
                  <a:pt x="10864" y="7424"/>
                  <a:pt x="10123" y="7055"/>
                  <a:pt x="9623" y="7055"/>
                </a:cubicBezTo>
                <a:cubicBezTo>
                  <a:pt x="8106" y="7055"/>
                  <a:pt x="6873" y="8289"/>
                  <a:pt x="6873" y="9804"/>
                </a:cubicBezTo>
                <a:cubicBezTo>
                  <a:pt x="6873" y="11319"/>
                  <a:pt x="8106" y="12554"/>
                  <a:pt x="9623" y="12554"/>
                </a:cubicBezTo>
                <a:cubicBezTo>
                  <a:pt x="11140" y="12554"/>
                  <a:pt x="12415" y="9804"/>
                  <a:pt x="12415" y="9804"/>
                </a:cubicBezTo>
                <a:lnTo>
                  <a:pt x="12415"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6" name="Google Shape;956;p60"/>
          <p:cNvSpPr/>
          <p:nvPr/>
        </p:nvSpPr>
        <p:spPr>
          <a:xfrm>
            <a:off x="2443834" y="2741180"/>
            <a:ext cx="188314" cy="373500"/>
          </a:xfrm>
          <a:custGeom>
            <a:avLst/>
            <a:gdLst/>
            <a:ahLst/>
            <a:cxnLst/>
            <a:rect l="l" t="t" r="r" b="b"/>
            <a:pathLst>
              <a:path w="6983" h="13850" extrusionOk="0">
                <a:moveTo>
                  <a:pt x="4655" y="11909"/>
                </a:moveTo>
                <a:lnTo>
                  <a:pt x="4655" y="12686"/>
                </a:lnTo>
                <a:lnTo>
                  <a:pt x="2716" y="12686"/>
                </a:lnTo>
                <a:lnTo>
                  <a:pt x="2716" y="11909"/>
                </a:lnTo>
                <a:close/>
                <a:moveTo>
                  <a:pt x="3686" y="0"/>
                </a:moveTo>
                <a:cubicBezTo>
                  <a:pt x="2930" y="0"/>
                  <a:pt x="2315" y="633"/>
                  <a:pt x="2315" y="1412"/>
                </a:cubicBezTo>
                <a:cubicBezTo>
                  <a:pt x="2312" y="1876"/>
                  <a:pt x="2538" y="2311"/>
                  <a:pt x="2917" y="2580"/>
                </a:cubicBezTo>
                <a:lnTo>
                  <a:pt x="1553" y="2981"/>
                </a:lnTo>
                <a:lnTo>
                  <a:pt x="1553" y="5688"/>
                </a:lnTo>
                <a:lnTo>
                  <a:pt x="2040" y="6630"/>
                </a:lnTo>
                <a:lnTo>
                  <a:pt x="2266" y="10356"/>
                </a:lnTo>
                <a:lnTo>
                  <a:pt x="1164" y="10356"/>
                </a:lnTo>
                <a:lnTo>
                  <a:pt x="1164" y="13073"/>
                </a:lnTo>
                <a:lnTo>
                  <a:pt x="0" y="13073"/>
                </a:lnTo>
                <a:lnTo>
                  <a:pt x="0" y="13850"/>
                </a:lnTo>
                <a:lnTo>
                  <a:pt x="6983" y="13850"/>
                </a:lnTo>
                <a:lnTo>
                  <a:pt x="6983" y="13073"/>
                </a:lnTo>
                <a:lnTo>
                  <a:pt x="6206" y="13073"/>
                </a:lnTo>
                <a:lnTo>
                  <a:pt x="6206" y="10356"/>
                </a:lnTo>
                <a:lnTo>
                  <a:pt x="4992" y="10356"/>
                </a:lnTo>
                <a:lnTo>
                  <a:pt x="5210" y="6747"/>
                </a:lnTo>
                <a:lnTo>
                  <a:pt x="5820" y="5806"/>
                </a:lnTo>
                <a:lnTo>
                  <a:pt x="5820" y="2981"/>
                </a:lnTo>
                <a:lnTo>
                  <a:pt x="4457" y="2580"/>
                </a:lnTo>
                <a:cubicBezTo>
                  <a:pt x="4899" y="2270"/>
                  <a:pt x="5156" y="1700"/>
                  <a:pt x="5022" y="1085"/>
                </a:cubicBezTo>
                <a:cubicBezTo>
                  <a:pt x="4911" y="579"/>
                  <a:pt x="4513" y="157"/>
                  <a:pt x="4010" y="38"/>
                </a:cubicBezTo>
                <a:cubicBezTo>
                  <a:pt x="3900" y="12"/>
                  <a:pt x="3791" y="0"/>
                  <a:pt x="368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7" name="Google Shape;957;p60"/>
          <p:cNvSpPr/>
          <p:nvPr/>
        </p:nvSpPr>
        <p:spPr>
          <a:xfrm>
            <a:off x="3157340" y="2776209"/>
            <a:ext cx="376655" cy="303411"/>
          </a:xfrm>
          <a:custGeom>
            <a:avLst/>
            <a:gdLst/>
            <a:ahLst/>
            <a:cxnLst/>
            <a:rect l="l" t="t" r="r" b="b"/>
            <a:pathLst>
              <a:path w="13967" h="11251" extrusionOk="0">
                <a:moveTo>
                  <a:pt x="3492" y="1939"/>
                </a:moveTo>
                <a:lnTo>
                  <a:pt x="3492" y="3103"/>
                </a:lnTo>
                <a:lnTo>
                  <a:pt x="2328" y="3103"/>
                </a:lnTo>
                <a:lnTo>
                  <a:pt x="2328" y="1939"/>
                </a:lnTo>
                <a:close/>
                <a:moveTo>
                  <a:pt x="12027" y="1939"/>
                </a:moveTo>
                <a:lnTo>
                  <a:pt x="12027" y="3103"/>
                </a:lnTo>
                <a:lnTo>
                  <a:pt x="10863" y="3103"/>
                </a:lnTo>
                <a:lnTo>
                  <a:pt x="10863" y="1939"/>
                </a:lnTo>
                <a:close/>
                <a:moveTo>
                  <a:pt x="3492" y="3880"/>
                </a:moveTo>
                <a:lnTo>
                  <a:pt x="3492" y="5044"/>
                </a:lnTo>
                <a:lnTo>
                  <a:pt x="2328" y="5044"/>
                </a:lnTo>
                <a:lnTo>
                  <a:pt x="2328" y="3880"/>
                </a:lnTo>
                <a:close/>
                <a:moveTo>
                  <a:pt x="12027" y="3880"/>
                </a:moveTo>
                <a:lnTo>
                  <a:pt x="12027" y="5044"/>
                </a:lnTo>
                <a:lnTo>
                  <a:pt x="10863" y="5044"/>
                </a:lnTo>
                <a:lnTo>
                  <a:pt x="10863" y="3880"/>
                </a:lnTo>
                <a:close/>
                <a:moveTo>
                  <a:pt x="3492" y="6208"/>
                </a:moveTo>
                <a:lnTo>
                  <a:pt x="3492" y="7372"/>
                </a:lnTo>
                <a:lnTo>
                  <a:pt x="2328" y="7372"/>
                </a:lnTo>
                <a:lnTo>
                  <a:pt x="2328" y="6208"/>
                </a:lnTo>
                <a:close/>
                <a:moveTo>
                  <a:pt x="12027" y="6208"/>
                </a:moveTo>
                <a:lnTo>
                  <a:pt x="12027" y="7372"/>
                </a:lnTo>
                <a:lnTo>
                  <a:pt x="10863" y="7372"/>
                </a:lnTo>
                <a:lnTo>
                  <a:pt x="10863" y="6208"/>
                </a:lnTo>
                <a:close/>
                <a:moveTo>
                  <a:pt x="6595" y="3105"/>
                </a:moveTo>
                <a:lnTo>
                  <a:pt x="6596" y="8147"/>
                </a:lnTo>
                <a:lnTo>
                  <a:pt x="4267" y="8147"/>
                </a:lnTo>
                <a:lnTo>
                  <a:pt x="4267" y="3105"/>
                </a:lnTo>
                <a:close/>
                <a:moveTo>
                  <a:pt x="9699" y="3105"/>
                </a:moveTo>
                <a:lnTo>
                  <a:pt x="9699" y="8147"/>
                </a:lnTo>
                <a:lnTo>
                  <a:pt x="7371" y="8147"/>
                </a:lnTo>
                <a:lnTo>
                  <a:pt x="7371" y="3105"/>
                </a:lnTo>
                <a:close/>
                <a:moveTo>
                  <a:pt x="3492" y="8147"/>
                </a:moveTo>
                <a:lnTo>
                  <a:pt x="3492" y="9310"/>
                </a:lnTo>
                <a:lnTo>
                  <a:pt x="2328" y="9310"/>
                </a:lnTo>
                <a:lnTo>
                  <a:pt x="2328" y="8147"/>
                </a:lnTo>
                <a:close/>
                <a:moveTo>
                  <a:pt x="12027" y="8147"/>
                </a:moveTo>
                <a:lnTo>
                  <a:pt x="12027" y="9310"/>
                </a:lnTo>
                <a:lnTo>
                  <a:pt x="10863" y="9310"/>
                </a:lnTo>
                <a:lnTo>
                  <a:pt x="10863" y="8147"/>
                </a:lnTo>
                <a:close/>
                <a:moveTo>
                  <a:pt x="0" y="0"/>
                </a:moveTo>
                <a:lnTo>
                  <a:pt x="0" y="11251"/>
                </a:lnTo>
                <a:lnTo>
                  <a:pt x="13966" y="11251"/>
                </a:lnTo>
                <a:lnTo>
                  <a:pt x="13966"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8" name="Google Shape;958;p60"/>
          <p:cNvSpPr/>
          <p:nvPr/>
        </p:nvSpPr>
        <p:spPr>
          <a:xfrm>
            <a:off x="4052170" y="2739562"/>
            <a:ext cx="219758" cy="376682"/>
          </a:xfrm>
          <a:custGeom>
            <a:avLst/>
            <a:gdLst/>
            <a:ahLst/>
            <a:cxnLst/>
            <a:rect l="l" t="t" r="r" b="b"/>
            <a:pathLst>
              <a:path w="8149" h="13968" extrusionOk="0">
                <a:moveTo>
                  <a:pt x="5821" y="1166"/>
                </a:moveTo>
                <a:lnTo>
                  <a:pt x="5821" y="1941"/>
                </a:lnTo>
                <a:lnTo>
                  <a:pt x="2716" y="1941"/>
                </a:lnTo>
                <a:lnTo>
                  <a:pt x="2716" y="1166"/>
                </a:lnTo>
                <a:close/>
                <a:moveTo>
                  <a:pt x="4198" y="6004"/>
                </a:moveTo>
                <a:cubicBezTo>
                  <a:pt x="4468" y="6004"/>
                  <a:pt x="4734" y="6110"/>
                  <a:pt x="4933" y="6309"/>
                </a:cubicBezTo>
                <a:cubicBezTo>
                  <a:pt x="5231" y="6606"/>
                  <a:pt x="5319" y="7053"/>
                  <a:pt x="5158" y="7441"/>
                </a:cubicBezTo>
                <a:cubicBezTo>
                  <a:pt x="4998" y="7828"/>
                  <a:pt x="4619" y="8081"/>
                  <a:pt x="4198" y="8081"/>
                </a:cubicBezTo>
                <a:cubicBezTo>
                  <a:pt x="3626" y="8081"/>
                  <a:pt x="3160" y="7617"/>
                  <a:pt x="3160" y="7043"/>
                </a:cubicBezTo>
                <a:cubicBezTo>
                  <a:pt x="3160" y="6622"/>
                  <a:pt x="3413" y="6244"/>
                  <a:pt x="3802" y="6083"/>
                </a:cubicBezTo>
                <a:cubicBezTo>
                  <a:pt x="3930" y="6030"/>
                  <a:pt x="4064" y="6004"/>
                  <a:pt x="4198" y="6004"/>
                </a:cubicBezTo>
                <a:close/>
                <a:moveTo>
                  <a:pt x="1552" y="0"/>
                </a:moveTo>
                <a:lnTo>
                  <a:pt x="1552" y="3105"/>
                </a:lnTo>
                <a:lnTo>
                  <a:pt x="2716" y="3105"/>
                </a:lnTo>
                <a:lnTo>
                  <a:pt x="2716" y="4268"/>
                </a:lnTo>
                <a:lnTo>
                  <a:pt x="1" y="4268"/>
                </a:lnTo>
                <a:lnTo>
                  <a:pt x="1" y="9699"/>
                </a:lnTo>
                <a:lnTo>
                  <a:pt x="2430" y="9699"/>
                </a:lnTo>
                <a:lnTo>
                  <a:pt x="424" y="13968"/>
                </a:lnTo>
                <a:lnTo>
                  <a:pt x="1541" y="13968"/>
                </a:lnTo>
                <a:lnTo>
                  <a:pt x="3493" y="9815"/>
                </a:lnTo>
                <a:lnTo>
                  <a:pt x="3493" y="13968"/>
                </a:lnTo>
                <a:lnTo>
                  <a:pt x="4657" y="13968"/>
                </a:lnTo>
                <a:lnTo>
                  <a:pt x="4657" y="9815"/>
                </a:lnTo>
                <a:lnTo>
                  <a:pt x="6609" y="13968"/>
                </a:lnTo>
                <a:lnTo>
                  <a:pt x="7725" y="13968"/>
                </a:lnTo>
                <a:lnTo>
                  <a:pt x="5719" y="9701"/>
                </a:lnTo>
                <a:lnTo>
                  <a:pt x="8148" y="9701"/>
                </a:lnTo>
                <a:lnTo>
                  <a:pt x="8148" y="4268"/>
                </a:lnTo>
                <a:lnTo>
                  <a:pt x="5821" y="4268"/>
                </a:lnTo>
                <a:lnTo>
                  <a:pt x="5821" y="3105"/>
                </a:lnTo>
                <a:lnTo>
                  <a:pt x="6596" y="3105"/>
                </a:lnTo>
                <a:lnTo>
                  <a:pt x="6596"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9" name="Google Shape;959;p60"/>
          <p:cNvSpPr/>
          <p:nvPr/>
        </p:nvSpPr>
        <p:spPr>
          <a:xfrm>
            <a:off x="4785982" y="2776209"/>
            <a:ext cx="376655" cy="303411"/>
          </a:xfrm>
          <a:custGeom>
            <a:avLst/>
            <a:gdLst/>
            <a:ahLst/>
            <a:cxnLst/>
            <a:rect l="l" t="t" r="r" b="b"/>
            <a:pathLst>
              <a:path w="13967" h="11251" extrusionOk="0">
                <a:moveTo>
                  <a:pt x="3104" y="1939"/>
                </a:moveTo>
                <a:lnTo>
                  <a:pt x="3104" y="3103"/>
                </a:lnTo>
                <a:lnTo>
                  <a:pt x="1940" y="3103"/>
                </a:lnTo>
                <a:lnTo>
                  <a:pt x="1940" y="1939"/>
                </a:lnTo>
                <a:close/>
                <a:moveTo>
                  <a:pt x="12028" y="1939"/>
                </a:moveTo>
                <a:lnTo>
                  <a:pt x="12028" y="3103"/>
                </a:lnTo>
                <a:lnTo>
                  <a:pt x="10864" y="3103"/>
                </a:lnTo>
                <a:lnTo>
                  <a:pt x="10864" y="1939"/>
                </a:lnTo>
                <a:close/>
                <a:moveTo>
                  <a:pt x="3104" y="4267"/>
                </a:moveTo>
                <a:lnTo>
                  <a:pt x="3104" y="5431"/>
                </a:lnTo>
                <a:lnTo>
                  <a:pt x="1940" y="5431"/>
                </a:lnTo>
                <a:lnTo>
                  <a:pt x="1940" y="4267"/>
                </a:lnTo>
                <a:close/>
                <a:moveTo>
                  <a:pt x="12028" y="4267"/>
                </a:moveTo>
                <a:lnTo>
                  <a:pt x="12028" y="5431"/>
                </a:lnTo>
                <a:lnTo>
                  <a:pt x="10864" y="5431"/>
                </a:lnTo>
                <a:lnTo>
                  <a:pt x="10864" y="4267"/>
                </a:lnTo>
                <a:close/>
                <a:moveTo>
                  <a:pt x="3104" y="6208"/>
                </a:moveTo>
                <a:lnTo>
                  <a:pt x="3104" y="7372"/>
                </a:lnTo>
                <a:lnTo>
                  <a:pt x="1940" y="7372"/>
                </a:lnTo>
                <a:lnTo>
                  <a:pt x="1940" y="6208"/>
                </a:lnTo>
                <a:close/>
                <a:moveTo>
                  <a:pt x="12028" y="6208"/>
                </a:moveTo>
                <a:lnTo>
                  <a:pt x="12028" y="7372"/>
                </a:lnTo>
                <a:lnTo>
                  <a:pt x="10864" y="7372"/>
                </a:lnTo>
                <a:lnTo>
                  <a:pt x="10864" y="6208"/>
                </a:lnTo>
                <a:close/>
                <a:moveTo>
                  <a:pt x="4657" y="2902"/>
                </a:moveTo>
                <a:lnTo>
                  <a:pt x="9500" y="5671"/>
                </a:lnTo>
                <a:lnTo>
                  <a:pt x="4657" y="8439"/>
                </a:lnTo>
                <a:lnTo>
                  <a:pt x="4657" y="2902"/>
                </a:lnTo>
                <a:close/>
                <a:moveTo>
                  <a:pt x="3104" y="8147"/>
                </a:moveTo>
                <a:lnTo>
                  <a:pt x="3104" y="9310"/>
                </a:lnTo>
                <a:lnTo>
                  <a:pt x="1940" y="9310"/>
                </a:lnTo>
                <a:lnTo>
                  <a:pt x="1940" y="8147"/>
                </a:lnTo>
                <a:close/>
                <a:moveTo>
                  <a:pt x="12028" y="8147"/>
                </a:moveTo>
                <a:lnTo>
                  <a:pt x="12028" y="9310"/>
                </a:lnTo>
                <a:lnTo>
                  <a:pt x="10864" y="9310"/>
                </a:lnTo>
                <a:lnTo>
                  <a:pt x="10864" y="8147"/>
                </a:lnTo>
                <a:close/>
                <a:moveTo>
                  <a:pt x="1" y="0"/>
                </a:moveTo>
                <a:lnTo>
                  <a:pt x="1" y="11251"/>
                </a:lnTo>
                <a:lnTo>
                  <a:pt x="13967" y="11251"/>
                </a:lnTo>
                <a:lnTo>
                  <a:pt x="1396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60" name="Google Shape;960;p60"/>
          <p:cNvGrpSpPr/>
          <p:nvPr/>
        </p:nvGrpSpPr>
        <p:grpSpPr>
          <a:xfrm>
            <a:off x="5647430" y="2739555"/>
            <a:ext cx="290710" cy="376790"/>
            <a:chOff x="4806050" y="2679700"/>
            <a:chExt cx="269500" cy="349300"/>
          </a:xfrm>
        </p:grpSpPr>
        <p:sp>
          <p:nvSpPr>
            <p:cNvPr id="961" name="Google Shape;961;p60"/>
            <p:cNvSpPr/>
            <p:nvPr/>
          </p:nvSpPr>
          <p:spPr>
            <a:xfrm>
              <a:off x="4806050" y="2679700"/>
              <a:ext cx="269500" cy="145600"/>
            </a:xfrm>
            <a:custGeom>
              <a:avLst/>
              <a:gdLst/>
              <a:ahLst/>
              <a:cxnLst/>
              <a:rect l="l" t="t" r="r" b="b"/>
              <a:pathLst>
                <a:path w="10780" h="5824" extrusionOk="0">
                  <a:moveTo>
                    <a:pt x="6661" y="2541"/>
                  </a:moveTo>
                  <a:cubicBezTo>
                    <a:pt x="6903" y="2541"/>
                    <a:pt x="7136" y="2730"/>
                    <a:pt x="7136" y="3015"/>
                  </a:cubicBezTo>
                  <a:cubicBezTo>
                    <a:pt x="7136" y="3275"/>
                    <a:pt x="6925" y="3487"/>
                    <a:pt x="6664" y="3487"/>
                  </a:cubicBezTo>
                  <a:cubicBezTo>
                    <a:pt x="6244" y="3487"/>
                    <a:pt x="6032" y="2978"/>
                    <a:pt x="6330" y="2681"/>
                  </a:cubicBezTo>
                  <a:cubicBezTo>
                    <a:pt x="6427" y="2584"/>
                    <a:pt x="6545" y="2541"/>
                    <a:pt x="6661" y="2541"/>
                  </a:cubicBezTo>
                  <a:close/>
                  <a:moveTo>
                    <a:pt x="2883" y="3171"/>
                  </a:moveTo>
                  <a:cubicBezTo>
                    <a:pt x="3126" y="3171"/>
                    <a:pt x="3359" y="3359"/>
                    <a:pt x="3359" y="3644"/>
                  </a:cubicBezTo>
                  <a:cubicBezTo>
                    <a:pt x="3359" y="3905"/>
                    <a:pt x="3148" y="4116"/>
                    <a:pt x="2886" y="4116"/>
                  </a:cubicBezTo>
                  <a:cubicBezTo>
                    <a:pt x="2465" y="4116"/>
                    <a:pt x="2256" y="3607"/>
                    <a:pt x="2552" y="3310"/>
                  </a:cubicBezTo>
                  <a:cubicBezTo>
                    <a:pt x="2648" y="3214"/>
                    <a:pt x="2767" y="3171"/>
                    <a:pt x="2883" y="3171"/>
                  </a:cubicBezTo>
                  <a:close/>
                  <a:moveTo>
                    <a:pt x="5087" y="4116"/>
                  </a:moveTo>
                  <a:cubicBezTo>
                    <a:pt x="5330" y="4116"/>
                    <a:pt x="5563" y="4304"/>
                    <a:pt x="5563" y="4589"/>
                  </a:cubicBezTo>
                  <a:cubicBezTo>
                    <a:pt x="5563" y="4849"/>
                    <a:pt x="5351" y="5060"/>
                    <a:pt x="5090" y="5060"/>
                  </a:cubicBezTo>
                  <a:cubicBezTo>
                    <a:pt x="4669" y="5060"/>
                    <a:pt x="4459" y="4552"/>
                    <a:pt x="4756" y="4255"/>
                  </a:cubicBezTo>
                  <a:cubicBezTo>
                    <a:pt x="4852" y="4159"/>
                    <a:pt x="4970" y="4116"/>
                    <a:pt x="5087" y="4116"/>
                  </a:cubicBezTo>
                  <a:close/>
                  <a:moveTo>
                    <a:pt x="4410" y="0"/>
                  </a:moveTo>
                  <a:cubicBezTo>
                    <a:pt x="3532" y="0"/>
                    <a:pt x="2675" y="491"/>
                    <a:pt x="2272" y="1369"/>
                  </a:cubicBezTo>
                  <a:cubicBezTo>
                    <a:pt x="928" y="1559"/>
                    <a:pt x="74" y="2903"/>
                    <a:pt x="472" y="4200"/>
                  </a:cubicBezTo>
                  <a:cubicBezTo>
                    <a:pt x="111" y="4660"/>
                    <a:pt x="0" y="5267"/>
                    <a:pt x="174" y="5824"/>
                  </a:cubicBezTo>
                  <a:lnTo>
                    <a:pt x="10114" y="5824"/>
                  </a:lnTo>
                  <a:cubicBezTo>
                    <a:pt x="10779" y="4654"/>
                    <a:pt x="10252" y="3166"/>
                    <a:pt x="8997" y="2678"/>
                  </a:cubicBezTo>
                  <a:cubicBezTo>
                    <a:pt x="8948" y="1456"/>
                    <a:pt x="7935" y="561"/>
                    <a:pt x="6796" y="561"/>
                  </a:cubicBezTo>
                  <a:cubicBezTo>
                    <a:pt x="6554" y="561"/>
                    <a:pt x="6307" y="601"/>
                    <a:pt x="6063" y="687"/>
                  </a:cubicBezTo>
                  <a:cubicBezTo>
                    <a:pt x="6004" y="626"/>
                    <a:pt x="5940" y="570"/>
                    <a:pt x="5873" y="516"/>
                  </a:cubicBezTo>
                  <a:cubicBezTo>
                    <a:pt x="5435" y="166"/>
                    <a:pt x="4919" y="0"/>
                    <a:pt x="441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2" name="Google Shape;962;p60"/>
            <p:cNvSpPr/>
            <p:nvPr/>
          </p:nvSpPr>
          <p:spPr>
            <a:xfrm>
              <a:off x="4825375" y="2854375"/>
              <a:ext cx="72300" cy="174625"/>
            </a:xfrm>
            <a:custGeom>
              <a:avLst/>
              <a:gdLst/>
              <a:ahLst/>
              <a:cxnLst/>
              <a:rect l="l" t="t" r="r" b="b"/>
              <a:pathLst>
                <a:path w="2892" h="6985" extrusionOk="0">
                  <a:moveTo>
                    <a:pt x="1" y="1"/>
                  </a:moveTo>
                  <a:lnTo>
                    <a:pt x="925" y="6985"/>
                  </a:lnTo>
                  <a:lnTo>
                    <a:pt x="2891" y="6985"/>
                  </a:lnTo>
                  <a:lnTo>
                    <a:pt x="233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3" name="Google Shape;963;p60"/>
            <p:cNvSpPr/>
            <p:nvPr/>
          </p:nvSpPr>
          <p:spPr>
            <a:xfrm>
              <a:off x="4976575" y="2854375"/>
              <a:ext cx="72500" cy="174625"/>
            </a:xfrm>
            <a:custGeom>
              <a:avLst/>
              <a:gdLst/>
              <a:ahLst/>
              <a:cxnLst/>
              <a:rect l="l" t="t" r="r" b="b"/>
              <a:pathLst>
                <a:path w="2900" h="6985" extrusionOk="0">
                  <a:moveTo>
                    <a:pt x="561" y="1"/>
                  </a:moveTo>
                  <a:lnTo>
                    <a:pt x="1" y="6985"/>
                  </a:lnTo>
                  <a:lnTo>
                    <a:pt x="1978" y="6985"/>
                  </a:lnTo>
                  <a:lnTo>
                    <a:pt x="290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4" name="Google Shape;964;p60"/>
            <p:cNvSpPr/>
            <p:nvPr/>
          </p:nvSpPr>
          <p:spPr>
            <a:xfrm>
              <a:off x="4908450" y="2854375"/>
              <a:ext cx="57325" cy="174625"/>
            </a:xfrm>
            <a:custGeom>
              <a:avLst/>
              <a:gdLst/>
              <a:ahLst/>
              <a:cxnLst/>
              <a:rect l="l" t="t" r="r" b="b"/>
              <a:pathLst>
                <a:path w="2293" h="6985" extrusionOk="0">
                  <a:moveTo>
                    <a:pt x="0" y="1"/>
                  </a:moveTo>
                  <a:lnTo>
                    <a:pt x="561" y="6985"/>
                  </a:lnTo>
                  <a:lnTo>
                    <a:pt x="1731" y="6985"/>
                  </a:lnTo>
                  <a:lnTo>
                    <a:pt x="229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5" name="Google Shape;965;p60"/>
          <p:cNvGrpSpPr/>
          <p:nvPr/>
        </p:nvGrpSpPr>
        <p:grpSpPr>
          <a:xfrm>
            <a:off x="6419483" y="2826525"/>
            <a:ext cx="376655" cy="202984"/>
            <a:chOff x="5521775" y="2760325"/>
            <a:chExt cx="349175" cy="188175"/>
          </a:xfrm>
        </p:grpSpPr>
        <p:sp>
          <p:nvSpPr>
            <p:cNvPr id="966" name="Google Shape;966;p60"/>
            <p:cNvSpPr/>
            <p:nvPr/>
          </p:nvSpPr>
          <p:spPr>
            <a:xfrm>
              <a:off x="5521775" y="2760325"/>
              <a:ext cx="349175" cy="188175"/>
            </a:xfrm>
            <a:custGeom>
              <a:avLst/>
              <a:gdLst/>
              <a:ahLst/>
              <a:cxnLst/>
              <a:rect l="l" t="t" r="r" b="b"/>
              <a:pathLst>
                <a:path w="13967" h="7527" extrusionOk="0">
                  <a:moveTo>
                    <a:pt x="4656" y="2871"/>
                  </a:moveTo>
                  <a:lnTo>
                    <a:pt x="4656" y="3647"/>
                  </a:lnTo>
                  <a:lnTo>
                    <a:pt x="2327" y="3647"/>
                  </a:lnTo>
                  <a:lnTo>
                    <a:pt x="2327" y="2871"/>
                  </a:lnTo>
                  <a:close/>
                  <a:moveTo>
                    <a:pt x="9024" y="1097"/>
                  </a:moveTo>
                  <a:cubicBezTo>
                    <a:pt x="9636" y="1097"/>
                    <a:pt x="10237" y="1335"/>
                    <a:pt x="10687" y="1785"/>
                  </a:cubicBezTo>
                  <a:cubicBezTo>
                    <a:pt x="11359" y="2459"/>
                    <a:pt x="11560" y="3469"/>
                    <a:pt x="11196" y="4348"/>
                  </a:cubicBezTo>
                  <a:cubicBezTo>
                    <a:pt x="10833" y="5226"/>
                    <a:pt x="9976" y="5800"/>
                    <a:pt x="9024" y="5800"/>
                  </a:cubicBezTo>
                  <a:cubicBezTo>
                    <a:pt x="7726" y="5799"/>
                    <a:pt x="6673" y="4746"/>
                    <a:pt x="6672" y="3448"/>
                  </a:cubicBezTo>
                  <a:cubicBezTo>
                    <a:pt x="6672" y="2498"/>
                    <a:pt x="7246" y="1640"/>
                    <a:pt x="8123" y="1276"/>
                  </a:cubicBezTo>
                  <a:cubicBezTo>
                    <a:pt x="8415" y="1155"/>
                    <a:pt x="8721" y="1097"/>
                    <a:pt x="9024" y="1097"/>
                  </a:cubicBezTo>
                  <a:close/>
                  <a:moveTo>
                    <a:pt x="9156" y="0"/>
                  </a:moveTo>
                  <a:cubicBezTo>
                    <a:pt x="8334" y="0"/>
                    <a:pt x="7511" y="311"/>
                    <a:pt x="6878" y="932"/>
                  </a:cubicBezTo>
                  <a:lnTo>
                    <a:pt x="0" y="932"/>
                  </a:lnTo>
                  <a:lnTo>
                    <a:pt x="0" y="5586"/>
                  </a:lnTo>
                  <a:lnTo>
                    <a:pt x="775" y="5586"/>
                  </a:lnTo>
                  <a:lnTo>
                    <a:pt x="775" y="7527"/>
                  </a:lnTo>
                  <a:lnTo>
                    <a:pt x="3103" y="7527"/>
                  </a:lnTo>
                  <a:lnTo>
                    <a:pt x="3103" y="5586"/>
                  </a:lnTo>
                  <a:lnTo>
                    <a:pt x="6722" y="5586"/>
                  </a:lnTo>
                  <a:cubicBezTo>
                    <a:pt x="6722" y="5586"/>
                    <a:pt x="8129" y="6740"/>
                    <a:pt x="9024" y="6740"/>
                  </a:cubicBezTo>
                  <a:cubicBezTo>
                    <a:pt x="9529" y="6740"/>
                    <a:pt x="10007" y="6626"/>
                    <a:pt x="10474" y="6422"/>
                  </a:cubicBezTo>
                  <a:lnTo>
                    <a:pt x="10474" y="7527"/>
                  </a:lnTo>
                  <a:lnTo>
                    <a:pt x="12802" y="7527"/>
                  </a:lnTo>
                  <a:lnTo>
                    <a:pt x="12802" y="5586"/>
                  </a:lnTo>
                  <a:lnTo>
                    <a:pt x="13966" y="5586"/>
                  </a:lnTo>
                  <a:lnTo>
                    <a:pt x="13966" y="932"/>
                  </a:lnTo>
                  <a:lnTo>
                    <a:pt x="11434" y="932"/>
                  </a:lnTo>
                  <a:cubicBezTo>
                    <a:pt x="10802" y="311"/>
                    <a:pt x="9979" y="0"/>
                    <a:pt x="915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7" name="Google Shape;967;p60"/>
            <p:cNvSpPr/>
            <p:nvPr/>
          </p:nvSpPr>
          <p:spPr>
            <a:xfrm>
              <a:off x="5709300" y="2811225"/>
              <a:ext cx="73375" cy="70575"/>
            </a:xfrm>
            <a:custGeom>
              <a:avLst/>
              <a:gdLst/>
              <a:ahLst/>
              <a:cxnLst/>
              <a:rect l="l" t="t" r="r" b="b"/>
              <a:pathLst>
                <a:path w="2935" h="2823" extrusionOk="0">
                  <a:moveTo>
                    <a:pt x="1524" y="0"/>
                  </a:moveTo>
                  <a:cubicBezTo>
                    <a:pt x="1157" y="0"/>
                    <a:pt x="796" y="144"/>
                    <a:pt x="525" y="414"/>
                  </a:cubicBezTo>
                  <a:cubicBezTo>
                    <a:pt x="122" y="817"/>
                    <a:pt x="1" y="1425"/>
                    <a:pt x="219" y="1951"/>
                  </a:cubicBezTo>
                  <a:cubicBezTo>
                    <a:pt x="439" y="2479"/>
                    <a:pt x="952" y="2823"/>
                    <a:pt x="1523" y="2823"/>
                  </a:cubicBezTo>
                  <a:cubicBezTo>
                    <a:pt x="2303" y="2821"/>
                    <a:pt x="2933" y="2191"/>
                    <a:pt x="2934" y="1412"/>
                  </a:cubicBezTo>
                  <a:cubicBezTo>
                    <a:pt x="2934" y="841"/>
                    <a:pt x="2590" y="326"/>
                    <a:pt x="2062" y="107"/>
                  </a:cubicBezTo>
                  <a:cubicBezTo>
                    <a:pt x="1888" y="35"/>
                    <a:pt x="1706" y="0"/>
                    <a:pt x="152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68" name="Google Shape;968;p60"/>
          <p:cNvSpPr/>
          <p:nvPr/>
        </p:nvSpPr>
        <p:spPr>
          <a:xfrm>
            <a:off x="7319755" y="2739562"/>
            <a:ext cx="198804" cy="376682"/>
          </a:xfrm>
          <a:custGeom>
            <a:avLst/>
            <a:gdLst/>
            <a:ahLst/>
            <a:cxnLst/>
            <a:rect l="l" t="t" r="r" b="b"/>
            <a:pathLst>
              <a:path w="7372" h="13968" extrusionOk="0">
                <a:moveTo>
                  <a:pt x="3104" y="2717"/>
                </a:moveTo>
                <a:lnTo>
                  <a:pt x="3104" y="3881"/>
                </a:lnTo>
                <a:lnTo>
                  <a:pt x="1940" y="3881"/>
                </a:lnTo>
                <a:lnTo>
                  <a:pt x="1940" y="2717"/>
                </a:lnTo>
                <a:close/>
                <a:moveTo>
                  <a:pt x="5431" y="2717"/>
                </a:moveTo>
                <a:lnTo>
                  <a:pt x="5431" y="3881"/>
                </a:lnTo>
                <a:lnTo>
                  <a:pt x="4267" y="3881"/>
                </a:lnTo>
                <a:lnTo>
                  <a:pt x="4267" y="2717"/>
                </a:lnTo>
                <a:close/>
                <a:moveTo>
                  <a:pt x="3104" y="5432"/>
                </a:moveTo>
                <a:lnTo>
                  <a:pt x="3104" y="6596"/>
                </a:lnTo>
                <a:lnTo>
                  <a:pt x="1940" y="6596"/>
                </a:lnTo>
                <a:lnTo>
                  <a:pt x="1940" y="5432"/>
                </a:lnTo>
                <a:close/>
                <a:moveTo>
                  <a:pt x="5431" y="5432"/>
                </a:moveTo>
                <a:lnTo>
                  <a:pt x="5431" y="6596"/>
                </a:lnTo>
                <a:lnTo>
                  <a:pt x="4267" y="6596"/>
                </a:lnTo>
                <a:lnTo>
                  <a:pt x="4267" y="5432"/>
                </a:lnTo>
                <a:close/>
                <a:moveTo>
                  <a:pt x="3697" y="7646"/>
                </a:moveTo>
                <a:cubicBezTo>
                  <a:pt x="3697" y="7646"/>
                  <a:pt x="3698" y="7646"/>
                  <a:pt x="3699" y="7646"/>
                </a:cubicBezTo>
                <a:cubicBezTo>
                  <a:pt x="4429" y="7646"/>
                  <a:pt x="5089" y="8086"/>
                  <a:pt x="5368" y="8761"/>
                </a:cubicBezTo>
                <a:cubicBezTo>
                  <a:pt x="5647" y="9436"/>
                  <a:pt x="5492" y="10213"/>
                  <a:pt x="4976" y="10729"/>
                </a:cubicBezTo>
                <a:cubicBezTo>
                  <a:pt x="4631" y="11075"/>
                  <a:pt x="4169" y="11259"/>
                  <a:pt x="3699" y="11259"/>
                </a:cubicBezTo>
                <a:cubicBezTo>
                  <a:pt x="3466" y="11259"/>
                  <a:pt x="3231" y="11214"/>
                  <a:pt x="3008" y="11121"/>
                </a:cubicBezTo>
                <a:cubicBezTo>
                  <a:pt x="2333" y="10842"/>
                  <a:pt x="1892" y="10182"/>
                  <a:pt x="1892" y="9452"/>
                </a:cubicBezTo>
                <a:cubicBezTo>
                  <a:pt x="1892" y="8455"/>
                  <a:pt x="2700" y="7646"/>
                  <a:pt x="3697" y="7646"/>
                </a:cubicBezTo>
                <a:close/>
                <a:moveTo>
                  <a:pt x="1" y="0"/>
                </a:moveTo>
                <a:lnTo>
                  <a:pt x="1" y="13968"/>
                </a:lnTo>
                <a:lnTo>
                  <a:pt x="7372" y="13968"/>
                </a:lnTo>
                <a:lnTo>
                  <a:pt x="7372"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9" name="Google Shape;969;p60"/>
          <p:cNvSpPr/>
          <p:nvPr/>
        </p:nvSpPr>
        <p:spPr>
          <a:xfrm>
            <a:off x="720000" y="3374301"/>
            <a:ext cx="376682" cy="303411"/>
          </a:xfrm>
          <a:custGeom>
            <a:avLst/>
            <a:gdLst/>
            <a:ahLst/>
            <a:cxnLst/>
            <a:rect l="l" t="t" r="r" b="b"/>
            <a:pathLst>
              <a:path w="13968" h="11251" extrusionOk="0">
                <a:moveTo>
                  <a:pt x="3104" y="1939"/>
                </a:moveTo>
                <a:lnTo>
                  <a:pt x="3104" y="3103"/>
                </a:lnTo>
                <a:lnTo>
                  <a:pt x="1940" y="3103"/>
                </a:lnTo>
                <a:lnTo>
                  <a:pt x="1940" y="1939"/>
                </a:lnTo>
                <a:close/>
                <a:moveTo>
                  <a:pt x="12026" y="1939"/>
                </a:moveTo>
                <a:lnTo>
                  <a:pt x="12026" y="3103"/>
                </a:lnTo>
                <a:lnTo>
                  <a:pt x="10863" y="3103"/>
                </a:lnTo>
                <a:lnTo>
                  <a:pt x="10863" y="1939"/>
                </a:lnTo>
                <a:close/>
                <a:moveTo>
                  <a:pt x="3104" y="3879"/>
                </a:moveTo>
                <a:lnTo>
                  <a:pt x="3104" y="5043"/>
                </a:lnTo>
                <a:lnTo>
                  <a:pt x="1940" y="5043"/>
                </a:lnTo>
                <a:lnTo>
                  <a:pt x="1940" y="3879"/>
                </a:lnTo>
                <a:close/>
                <a:moveTo>
                  <a:pt x="12027" y="3879"/>
                </a:moveTo>
                <a:lnTo>
                  <a:pt x="12027" y="5043"/>
                </a:lnTo>
                <a:lnTo>
                  <a:pt x="10863" y="5043"/>
                </a:lnTo>
                <a:lnTo>
                  <a:pt x="10863" y="3879"/>
                </a:lnTo>
                <a:close/>
                <a:moveTo>
                  <a:pt x="3104" y="5818"/>
                </a:moveTo>
                <a:lnTo>
                  <a:pt x="3104" y="6982"/>
                </a:lnTo>
                <a:lnTo>
                  <a:pt x="1940" y="6982"/>
                </a:lnTo>
                <a:lnTo>
                  <a:pt x="1940" y="5818"/>
                </a:lnTo>
                <a:close/>
                <a:moveTo>
                  <a:pt x="12026" y="5818"/>
                </a:moveTo>
                <a:lnTo>
                  <a:pt x="12026" y="6982"/>
                </a:lnTo>
                <a:lnTo>
                  <a:pt x="10863" y="6982"/>
                </a:lnTo>
                <a:lnTo>
                  <a:pt x="10863" y="5818"/>
                </a:lnTo>
                <a:close/>
                <a:moveTo>
                  <a:pt x="9699" y="3219"/>
                </a:moveTo>
                <a:lnTo>
                  <a:pt x="9699" y="7653"/>
                </a:lnTo>
                <a:lnTo>
                  <a:pt x="7759" y="6544"/>
                </a:lnTo>
                <a:lnTo>
                  <a:pt x="7759" y="7699"/>
                </a:lnTo>
                <a:lnTo>
                  <a:pt x="4203" y="5481"/>
                </a:lnTo>
                <a:lnTo>
                  <a:pt x="7759" y="3265"/>
                </a:lnTo>
                <a:lnTo>
                  <a:pt x="7759" y="4328"/>
                </a:lnTo>
                <a:lnTo>
                  <a:pt x="9699" y="3219"/>
                </a:lnTo>
                <a:close/>
                <a:moveTo>
                  <a:pt x="3104" y="7759"/>
                </a:moveTo>
                <a:lnTo>
                  <a:pt x="3104" y="8923"/>
                </a:lnTo>
                <a:lnTo>
                  <a:pt x="1940" y="8923"/>
                </a:lnTo>
                <a:lnTo>
                  <a:pt x="1940" y="7759"/>
                </a:lnTo>
                <a:close/>
                <a:moveTo>
                  <a:pt x="12026" y="7759"/>
                </a:moveTo>
                <a:lnTo>
                  <a:pt x="12026" y="8923"/>
                </a:lnTo>
                <a:lnTo>
                  <a:pt x="10863" y="8923"/>
                </a:lnTo>
                <a:lnTo>
                  <a:pt x="10863" y="7759"/>
                </a:lnTo>
                <a:close/>
                <a:moveTo>
                  <a:pt x="0" y="0"/>
                </a:moveTo>
                <a:lnTo>
                  <a:pt x="0" y="11251"/>
                </a:lnTo>
                <a:lnTo>
                  <a:pt x="13968" y="11251"/>
                </a:lnTo>
                <a:lnTo>
                  <a:pt x="13968"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0" name="Google Shape;970;p60"/>
          <p:cNvSpPr/>
          <p:nvPr/>
        </p:nvSpPr>
        <p:spPr>
          <a:xfrm>
            <a:off x="1540132" y="3374301"/>
            <a:ext cx="366192" cy="303411"/>
          </a:xfrm>
          <a:custGeom>
            <a:avLst/>
            <a:gdLst/>
            <a:ahLst/>
            <a:cxnLst/>
            <a:rect l="l" t="t" r="r" b="b"/>
            <a:pathLst>
              <a:path w="13579" h="11251" extrusionOk="0">
                <a:moveTo>
                  <a:pt x="5431" y="2254"/>
                </a:moveTo>
                <a:lnTo>
                  <a:pt x="9445" y="4547"/>
                </a:lnTo>
                <a:lnTo>
                  <a:pt x="5431" y="6841"/>
                </a:lnTo>
                <a:lnTo>
                  <a:pt x="5431" y="2254"/>
                </a:lnTo>
                <a:close/>
                <a:moveTo>
                  <a:pt x="0" y="0"/>
                </a:moveTo>
                <a:lnTo>
                  <a:pt x="0" y="9310"/>
                </a:lnTo>
                <a:lnTo>
                  <a:pt x="5431" y="9310"/>
                </a:lnTo>
                <a:lnTo>
                  <a:pt x="5431" y="10474"/>
                </a:lnTo>
                <a:lnTo>
                  <a:pt x="3103" y="10474"/>
                </a:lnTo>
                <a:lnTo>
                  <a:pt x="3103" y="11251"/>
                </a:lnTo>
                <a:lnTo>
                  <a:pt x="10475" y="11251"/>
                </a:lnTo>
                <a:lnTo>
                  <a:pt x="10475" y="10474"/>
                </a:lnTo>
                <a:lnTo>
                  <a:pt x="8147" y="10474"/>
                </a:lnTo>
                <a:lnTo>
                  <a:pt x="8147" y="9310"/>
                </a:lnTo>
                <a:lnTo>
                  <a:pt x="13579" y="9310"/>
                </a:lnTo>
                <a:lnTo>
                  <a:pt x="13579"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71" name="Google Shape;971;p60"/>
          <p:cNvGrpSpPr/>
          <p:nvPr/>
        </p:nvGrpSpPr>
        <p:grpSpPr>
          <a:xfrm>
            <a:off x="2349682" y="3374424"/>
            <a:ext cx="376709" cy="303411"/>
            <a:chOff x="1748900" y="3268250"/>
            <a:chExt cx="349225" cy="281275"/>
          </a:xfrm>
        </p:grpSpPr>
        <p:sp>
          <p:nvSpPr>
            <p:cNvPr id="972" name="Google Shape;972;p60"/>
            <p:cNvSpPr/>
            <p:nvPr/>
          </p:nvSpPr>
          <p:spPr>
            <a:xfrm>
              <a:off x="1748900" y="3268250"/>
              <a:ext cx="349225" cy="281275"/>
            </a:xfrm>
            <a:custGeom>
              <a:avLst/>
              <a:gdLst/>
              <a:ahLst/>
              <a:cxnLst/>
              <a:rect l="l" t="t" r="r" b="b"/>
              <a:pathLst>
                <a:path w="13969" h="11251" extrusionOk="0">
                  <a:moveTo>
                    <a:pt x="13192" y="1164"/>
                  </a:moveTo>
                  <a:lnTo>
                    <a:pt x="13192" y="7759"/>
                  </a:lnTo>
                  <a:lnTo>
                    <a:pt x="1165" y="7759"/>
                  </a:lnTo>
                  <a:lnTo>
                    <a:pt x="1165" y="1164"/>
                  </a:lnTo>
                  <a:close/>
                  <a:moveTo>
                    <a:pt x="1" y="0"/>
                  </a:moveTo>
                  <a:lnTo>
                    <a:pt x="1" y="9310"/>
                  </a:lnTo>
                  <a:lnTo>
                    <a:pt x="5433" y="9310"/>
                  </a:lnTo>
                  <a:lnTo>
                    <a:pt x="5433" y="10474"/>
                  </a:lnTo>
                  <a:lnTo>
                    <a:pt x="3493" y="10474"/>
                  </a:lnTo>
                  <a:lnTo>
                    <a:pt x="3493" y="11251"/>
                  </a:lnTo>
                  <a:lnTo>
                    <a:pt x="10477" y="11251"/>
                  </a:lnTo>
                  <a:lnTo>
                    <a:pt x="10477" y="10474"/>
                  </a:lnTo>
                  <a:lnTo>
                    <a:pt x="8538" y="10474"/>
                  </a:lnTo>
                  <a:lnTo>
                    <a:pt x="8538" y="9310"/>
                  </a:lnTo>
                  <a:lnTo>
                    <a:pt x="13968" y="9310"/>
                  </a:lnTo>
                  <a:lnTo>
                    <a:pt x="13968"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3" name="Google Shape;973;p60"/>
            <p:cNvSpPr/>
            <p:nvPr/>
          </p:nvSpPr>
          <p:spPr>
            <a:xfrm>
              <a:off x="1816550" y="3316675"/>
              <a:ext cx="85975" cy="121950"/>
            </a:xfrm>
            <a:custGeom>
              <a:avLst/>
              <a:gdLst/>
              <a:ahLst/>
              <a:cxnLst/>
              <a:rect l="l" t="t" r="r" b="b"/>
              <a:pathLst>
                <a:path w="3439" h="4878" extrusionOk="0">
                  <a:moveTo>
                    <a:pt x="1786" y="0"/>
                  </a:moveTo>
                  <a:cubicBezTo>
                    <a:pt x="1776" y="0"/>
                    <a:pt x="1766" y="0"/>
                    <a:pt x="1756" y="1"/>
                  </a:cubicBezTo>
                  <a:cubicBezTo>
                    <a:pt x="1748" y="0"/>
                    <a:pt x="1741" y="0"/>
                    <a:pt x="1733" y="0"/>
                  </a:cubicBezTo>
                  <a:cubicBezTo>
                    <a:pt x="1564" y="0"/>
                    <a:pt x="1396" y="16"/>
                    <a:pt x="1229" y="47"/>
                  </a:cubicBezTo>
                  <a:cubicBezTo>
                    <a:pt x="1066" y="76"/>
                    <a:pt x="905" y="121"/>
                    <a:pt x="751" y="178"/>
                  </a:cubicBezTo>
                  <a:cubicBezTo>
                    <a:pt x="609" y="230"/>
                    <a:pt x="476" y="300"/>
                    <a:pt x="353" y="384"/>
                  </a:cubicBezTo>
                  <a:cubicBezTo>
                    <a:pt x="245" y="456"/>
                    <a:pt x="149" y="546"/>
                    <a:pt x="70" y="647"/>
                  </a:cubicBezTo>
                  <a:lnTo>
                    <a:pt x="751" y="1431"/>
                  </a:lnTo>
                  <a:cubicBezTo>
                    <a:pt x="846" y="1276"/>
                    <a:pt x="976" y="1147"/>
                    <a:pt x="1131" y="1056"/>
                  </a:cubicBezTo>
                  <a:cubicBezTo>
                    <a:pt x="1280" y="970"/>
                    <a:pt x="1448" y="924"/>
                    <a:pt x="1619" y="924"/>
                  </a:cubicBezTo>
                  <a:cubicBezTo>
                    <a:pt x="1624" y="924"/>
                    <a:pt x="1629" y="924"/>
                    <a:pt x="1634" y="924"/>
                  </a:cubicBezTo>
                  <a:cubicBezTo>
                    <a:pt x="1805" y="924"/>
                    <a:pt x="1942" y="962"/>
                    <a:pt x="2046" y="1039"/>
                  </a:cubicBezTo>
                  <a:cubicBezTo>
                    <a:pt x="2149" y="1115"/>
                    <a:pt x="2201" y="1228"/>
                    <a:pt x="2201" y="1376"/>
                  </a:cubicBezTo>
                  <a:cubicBezTo>
                    <a:pt x="2201" y="1548"/>
                    <a:pt x="2130" y="1685"/>
                    <a:pt x="1988" y="1788"/>
                  </a:cubicBezTo>
                  <a:cubicBezTo>
                    <a:pt x="1845" y="1892"/>
                    <a:pt x="1649" y="1942"/>
                    <a:pt x="1397" y="1942"/>
                  </a:cubicBezTo>
                  <a:lnTo>
                    <a:pt x="1174" y="1942"/>
                  </a:lnTo>
                  <a:lnTo>
                    <a:pt x="1174" y="2719"/>
                  </a:lnTo>
                  <a:lnTo>
                    <a:pt x="1377" y="2719"/>
                  </a:lnTo>
                  <a:cubicBezTo>
                    <a:pt x="1701" y="2719"/>
                    <a:pt x="1938" y="2771"/>
                    <a:pt x="2088" y="2874"/>
                  </a:cubicBezTo>
                  <a:cubicBezTo>
                    <a:pt x="2240" y="2978"/>
                    <a:pt x="2315" y="3131"/>
                    <a:pt x="2315" y="3333"/>
                  </a:cubicBezTo>
                  <a:cubicBezTo>
                    <a:pt x="2315" y="3706"/>
                    <a:pt x="2061" y="3893"/>
                    <a:pt x="1553" y="3893"/>
                  </a:cubicBezTo>
                  <a:cubicBezTo>
                    <a:pt x="1336" y="3893"/>
                    <a:pt x="1151" y="3861"/>
                    <a:pt x="996" y="3796"/>
                  </a:cubicBezTo>
                  <a:cubicBezTo>
                    <a:pt x="839" y="3730"/>
                    <a:pt x="697" y="3631"/>
                    <a:pt x="580" y="3508"/>
                  </a:cubicBezTo>
                  <a:lnTo>
                    <a:pt x="0" y="4278"/>
                  </a:lnTo>
                  <a:cubicBezTo>
                    <a:pt x="386" y="4678"/>
                    <a:pt x="923" y="4878"/>
                    <a:pt x="1605" y="4878"/>
                  </a:cubicBezTo>
                  <a:cubicBezTo>
                    <a:pt x="1884" y="4878"/>
                    <a:pt x="2137" y="4846"/>
                    <a:pt x="2361" y="4781"/>
                  </a:cubicBezTo>
                  <a:cubicBezTo>
                    <a:pt x="2587" y="4714"/>
                    <a:pt x="2779" y="4623"/>
                    <a:pt x="2938" y="4503"/>
                  </a:cubicBezTo>
                  <a:cubicBezTo>
                    <a:pt x="3093" y="4390"/>
                    <a:pt x="3219" y="4243"/>
                    <a:pt x="3306" y="4072"/>
                  </a:cubicBezTo>
                  <a:lnTo>
                    <a:pt x="3307" y="4071"/>
                  </a:lnTo>
                  <a:cubicBezTo>
                    <a:pt x="3395" y="3894"/>
                    <a:pt x="3439" y="3698"/>
                    <a:pt x="3436" y="3501"/>
                  </a:cubicBezTo>
                  <a:cubicBezTo>
                    <a:pt x="3437" y="3351"/>
                    <a:pt x="3414" y="3202"/>
                    <a:pt x="3368" y="3059"/>
                  </a:cubicBezTo>
                  <a:cubicBezTo>
                    <a:pt x="3326" y="2927"/>
                    <a:pt x="3261" y="2804"/>
                    <a:pt x="3175" y="2694"/>
                  </a:cubicBezTo>
                  <a:cubicBezTo>
                    <a:pt x="3093" y="2589"/>
                    <a:pt x="2990" y="2500"/>
                    <a:pt x="2875" y="2431"/>
                  </a:cubicBezTo>
                  <a:cubicBezTo>
                    <a:pt x="2756" y="2362"/>
                    <a:pt x="2626" y="2313"/>
                    <a:pt x="2492" y="2287"/>
                  </a:cubicBezTo>
                  <a:cubicBezTo>
                    <a:pt x="2614" y="2265"/>
                    <a:pt x="2732" y="2221"/>
                    <a:pt x="2839" y="2155"/>
                  </a:cubicBezTo>
                  <a:cubicBezTo>
                    <a:pt x="2944" y="2090"/>
                    <a:pt x="3037" y="2007"/>
                    <a:pt x="3112" y="1909"/>
                  </a:cubicBezTo>
                  <a:cubicBezTo>
                    <a:pt x="3188" y="1809"/>
                    <a:pt x="3249" y="1698"/>
                    <a:pt x="3291" y="1578"/>
                  </a:cubicBezTo>
                  <a:cubicBezTo>
                    <a:pt x="3333" y="1455"/>
                    <a:pt x="3355" y="1325"/>
                    <a:pt x="3355" y="1193"/>
                  </a:cubicBezTo>
                  <a:cubicBezTo>
                    <a:pt x="3356" y="1024"/>
                    <a:pt x="3317" y="857"/>
                    <a:pt x="3239" y="705"/>
                  </a:cubicBezTo>
                  <a:cubicBezTo>
                    <a:pt x="3161" y="556"/>
                    <a:pt x="3051" y="427"/>
                    <a:pt x="2915" y="327"/>
                  </a:cubicBezTo>
                  <a:cubicBezTo>
                    <a:pt x="2763" y="215"/>
                    <a:pt x="2593" y="132"/>
                    <a:pt x="2409" y="84"/>
                  </a:cubicBezTo>
                  <a:cubicBezTo>
                    <a:pt x="2206" y="29"/>
                    <a:pt x="1997" y="0"/>
                    <a:pt x="178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4" name="Google Shape;974;p60"/>
            <p:cNvSpPr/>
            <p:nvPr/>
          </p:nvSpPr>
          <p:spPr>
            <a:xfrm>
              <a:off x="1923500" y="3326425"/>
              <a:ext cx="101575" cy="116425"/>
            </a:xfrm>
            <a:custGeom>
              <a:avLst/>
              <a:gdLst/>
              <a:ahLst/>
              <a:cxnLst/>
              <a:rect l="l" t="t" r="r" b="b"/>
              <a:pathLst>
                <a:path w="4063" h="4657" extrusionOk="0">
                  <a:moveTo>
                    <a:pt x="1838" y="776"/>
                  </a:moveTo>
                  <a:cubicBezTo>
                    <a:pt x="2004" y="776"/>
                    <a:pt x="2170" y="809"/>
                    <a:pt x="2324" y="873"/>
                  </a:cubicBezTo>
                  <a:cubicBezTo>
                    <a:pt x="2472" y="935"/>
                    <a:pt x="2600" y="1029"/>
                    <a:pt x="2705" y="1149"/>
                  </a:cubicBezTo>
                  <a:cubicBezTo>
                    <a:pt x="2810" y="1275"/>
                    <a:pt x="2890" y="1421"/>
                    <a:pt x="2939" y="1577"/>
                  </a:cubicBezTo>
                  <a:cubicBezTo>
                    <a:pt x="2995" y="1756"/>
                    <a:pt x="3021" y="1941"/>
                    <a:pt x="3020" y="2128"/>
                  </a:cubicBezTo>
                  <a:cubicBezTo>
                    <a:pt x="3021" y="2311"/>
                    <a:pt x="2995" y="2495"/>
                    <a:pt x="2939" y="2672"/>
                  </a:cubicBezTo>
                  <a:cubicBezTo>
                    <a:pt x="2890" y="2829"/>
                    <a:pt x="2812" y="2975"/>
                    <a:pt x="2707" y="3102"/>
                  </a:cubicBezTo>
                  <a:cubicBezTo>
                    <a:pt x="2606" y="3225"/>
                    <a:pt x="2478" y="3324"/>
                    <a:pt x="2332" y="3389"/>
                  </a:cubicBezTo>
                  <a:cubicBezTo>
                    <a:pt x="2181" y="3458"/>
                    <a:pt x="2009" y="3493"/>
                    <a:pt x="1817" y="3493"/>
                  </a:cubicBezTo>
                  <a:lnTo>
                    <a:pt x="1166" y="3493"/>
                  </a:lnTo>
                  <a:lnTo>
                    <a:pt x="1166" y="776"/>
                  </a:lnTo>
                  <a:lnTo>
                    <a:pt x="1817" y="776"/>
                  </a:lnTo>
                  <a:cubicBezTo>
                    <a:pt x="1824" y="776"/>
                    <a:pt x="1831" y="776"/>
                    <a:pt x="1838" y="776"/>
                  </a:cubicBezTo>
                  <a:close/>
                  <a:moveTo>
                    <a:pt x="1" y="1"/>
                  </a:moveTo>
                  <a:lnTo>
                    <a:pt x="1" y="4657"/>
                  </a:lnTo>
                  <a:lnTo>
                    <a:pt x="1739" y="4657"/>
                  </a:lnTo>
                  <a:cubicBezTo>
                    <a:pt x="2089" y="4657"/>
                    <a:pt x="2407" y="4600"/>
                    <a:pt x="2693" y="4489"/>
                  </a:cubicBezTo>
                  <a:lnTo>
                    <a:pt x="2694" y="4489"/>
                  </a:lnTo>
                  <a:cubicBezTo>
                    <a:pt x="2969" y="4385"/>
                    <a:pt x="3219" y="4224"/>
                    <a:pt x="3428" y="4016"/>
                  </a:cubicBezTo>
                  <a:cubicBezTo>
                    <a:pt x="3634" y="3808"/>
                    <a:pt x="3795" y="3558"/>
                    <a:pt x="3897" y="3282"/>
                  </a:cubicBezTo>
                  <a:cubicBezTo>
                    <a:pt x="4006" y="2995"/>
                    <a:pt x="4061" y="2676"/>
                    <a:pt x="4061" y="2322"/>
                  </a:cubicBezTo>
                  <a:cubicBezTo>
                    <a:pt x="4062" y="2015"/>
                    <a:pt x="4013" y="1710"/>
                    <a:pt x="3913" y="1421"/>
                  </a:cubicBezTo>
                  <a:cubicBezTo>
                    <a:pt x="3819" y="1146"/>
                    <a:pt x="3670" y="894"/>
                    <a:pt x="3474" y="682"/>
                  </a:cubicBezTo>
                  <a:cubicBezTo>
                    <a:pt x="3280" y="472"/>
                    <a:pt x="3039" y="306"/>
                    <a:pt x="2749" y="185"/>
                  </a:cubicBezTo>
                  <a:cubicBezTo>
                    <a:pt x="2460" y="62"/>
                    <a:pt x="2125" y="1"/>
                    <a:pt x="174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75" name="Google Shape;975;p60"/>
          <p:cNvGrpSpPr/>
          <p:nvPr/>
        </p:nvGrpSpPr>
        <p:grpSpPr>
          <a:xfrm>
            <a:off x="3157440" y="3374424"/>
            <a:ext cx="376655" cy="303411"/>
            <a:chOff x="2497725" y="3268250"/>
            <a:chExt cx="349175" cy="281275"/>
          </a:xfrm>
        </p:grpSpPr>
        <p:sp>
          <p:nvSpPr>
            <p:cNvPr id="976" name="Google Shape;976;p60"/>
            <p:cNvSpPr/>
            <p:nvPr/>
          </p:nvSpPr>
          <p:spPr>
            <a:xfrm>
              <a:off x="2497725" y="3268250"/>
              <a:ext cx="349175" cy="281275"/>
            </a:xfrm>
            <a:custGeom>
              <a:avLst/>
              <a:gdLst/>
              <a:ahLst/>
              <a:cxnLst/>
              <a:rect l="l" t="t" r="r" b="b"/>
              <a:pathLst>
                <a:path w="13967" h="11251" extrusionOk="0">
                  <a:moveTo>
                    <a:pt x="13191" y="1164"/>
                  </a:moveTo>
                  <a:lnTo>
                    <a:pt x="13191" y="7759"/>
                  </a:lnTo>
                  <a:lnTo>
                    <a:pt x="1164" y="7759"/>
                  </a:lnTo>
                  <a:lnTo>
                    <a:pt x="1164" y="1164"/>
                  </a:lnTo>
                  <a:close/>
                  <a:moveTo>
                    <a:pt x="0" y="0"/>
                  </a:moveTo>
                  <a:lnTo>
                    <a:pt x="0" y="9310"/>
                  </a:lnTo>
                  <a:lnTo>
                    <a:pt x="5431" y="9310"/>
                  </a:lnTo>
                  <a:lnTo>
                    <a:pt x="5431" y="10474"/>
                  </a:lnTo>
                  <a:lnTo>
                    <a:pt x="3492" y="10474"/>
                  </a:lnTo>
                  <a:lnTo>
                    <a:pt x="3492" y="11251"/>
                  </a:lnTo>
                  <a:lnTo>
                    <a:pt x="10476" y="11251"/>
                  </a:lnTo>
                  <a:lnTo>
                    <a:pt x="10476" y="10474"/>
                  </a:lnTo>
                  <a:lnTo>
                    <a:pt x="8535" y="10474"/>
                  </a:lnTo>
                  <a:lnTo>
                    <a:pt x="8535" y="9310"/>
                  </a:lnTo>
                  <a:lnTo>
                    <a:pt x="13966" y="9310"/>
                  </a:lnTo>
                  <a:lnTo>
                    <a:pt x="13966"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7" name="Google Shape;977;p60"/>
            <p:cNvSpPr/>
            <p:nvPr/>
          </p:nvSpPr>
          <p:spPr>
            <a:xfrm>
              <a:off x="2691675" y="3326425"/>
              <a:ext cx="101525" cy="116425"/>
            </a:xfrm>
            <a:custGeom>
              <a:avLst/>
              <a:gdLst/>
              <a:ahLst/>
              <a:cxnLst/>
              <a:rect l="l" t="t" r="r" b="b"/>
              <a:pathLst>
                <a:path w="4061" h="4657" extrusionOk="0">
                  <a:moveTo>
                    <a:pt x="1449" y="776"/>
                  </a:moveTo>
                  <a:cubicBezTo>
                    <a:pt x="1615" y="776"/>
                    <a:pt x="1781" y="809"/>
                    <a:pt x="1935" y="873"/>
                  </a:cubicBezTo>
                  <a:cubicBezTo>
                    <a:pt x="2081" y="935"/>
                    <a:pt x="2212" y="1029"/>
                    <a:pt x="2316" y="1149"/>
                  </a:cubicBezTo>
                  <a:cubicBezTo>
                    <a:pt x="2421" y="1275"/>
                    <a:pt x="2501" y="1421"/>
                    <a:pt x="2550" y="1577"/>
                  </a:cubicBezTo>
                  <a:cubicBezTo>
                    <a:pt x="2605" y="1756"/>
                    <a:pt x="2632" y="1941"/>
                    <a:pt x="2631" y="2128"/>
                  </a:cubicBezTo>
                  <a:cubicBezTo>
                    <a:pt x="2632" y="2311"/>
                    <a:pt x="2605" y="2495"/>
                    <a:pt x="2550" y="2672"/>
                  </a:cubicBezTo>
                  <a:cubicBezTo>
                    <a:pt x="2501" y="2829"/>
                    <a:pt x="2423" y="2975"/>
                    <a:pt x="2319" y="3102"/>
                  </a:cubicBezTo>
                  <a:cubicBezTo>
                    <a:pt x="2216" y="3225"/>
                    <a:pt x="2087" y="3324"/>
                    <a:pt x="1941" y="3389"/>
                  </a:cubicBezTo>
                  <a:cubicBezTo>
                    <a:pt x="1791" y="3458"/>
                    <a:pt x="1620" y="3493"/>
                    <a:pt x="1426" y="3493"/>
                  </a:cubicBezTo>
                  <a:lnTo>
                    <a:pt x="776" y="3493"/>
                  </a:lnTo>
                  <a:lnTo>
                    <a:pt x="777" y="776"/>
                  </a:lnTo>
                  <a:lnTo>
                    <a:pt x="1428" y="776"/>
                  </a:lnTo>
                  <a:cubicBezTo>
                    <a:pt x="1435" y="776"/>
                    <a:pt x="1442" y="776"/>
                    <a:pt x="1449" y="776"/>
                  </a:cubicBezTo>
                  <a:close/>
                  <a:moveTo>
                    <a:pt x="1" y="1"/>
                  </a:moveTo>
                  <a:lnTo>
                    <a:pt x="1" y="4657"/>
                  </a:lnTo>
                  <a:lnTo>
                    <a:pt x="1739" y="4657"/>
                  </a:lnTo>
                  <a:cubicBezTo>
                    <a:pt x="2087" y="4657"/>
                    <a:pt x="2405" y="4600"/>
                    <a:pt x="2693" y="4489"/>
                  </a:cubicBezTo>
                  <a:cubicBezTo>
                    <a:pt x="2968" y="4385"/>
                    <a:pt x="3218" y="4224"/>
                    <a:pt x="3426" y="4016"/>
                  </a:cubicBezTo>
                  <a:cubicBezTo>
                    <a:pt x="3633" y="3808"/>
                    <a:pt x="3793" y="3558"/>
                    <a:pt x="3896" y="3282"/>
                  </a:cubicBezTo>
                  <a:cubicBezTo>
                    <a:pt x="4005" y="2995"/>
                    <a:pt x="4059" y="2676"/>
                    <a:pt x="4059" y="2322"/>
                  </a:cubicBezTo>
                  <a:cubicBezTo>
                    <a:pt x="4061" y="2015"/>
                    <a:pt x="4012" y="1710"/>
                    <a:pt x="3912" y="1421"/>
                  </a:cubicBezTo>
                  <a:cubicBezTo>
                    <a:pt x="3818" y="1146"/>
                    <a:pt x="3669" y="894"/>
                    <a:pt x="3472" y="682"/>
                  </a:cubicBezTo>
                  <a:cubicBezTo>
                    <a:pt x="3279" y="472"/>
                    <a:pt x="3037" y="306"/>
                    <a:pt x="2748" y="185"/>
                  </a:cubicBezTo>
                  <a:cubicBezTo>
                    <a:pt x="2459" y="62"/>
                    <a:pt x="2123" y="1"/>
                    <a:pt x="173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8" name="Google Shape;978;p60"/>
            <p:cNvSpPr/>
            <p:nvPr/>
          </p:nvSpPr>
          <p:spPr>
            <a:xfrm>
              <a:off x="2565600" y="3326425"/>
              <a:ext cx="97000" cy="116400"/>
            </a:xfrm>
            <a:custGeom>
              <a:avLst/>
              <a:gdLst/>
              <a:ahLst/>
              <a:cxnLst/>
              <a:rect l="l" t="t" r="r" b="b"/>
              <a:pathLst>
                <a:path w="3880" h="4656" extrusionOk="0">
                  <a:moveTo>
                    <a:pt x="0" y="1"/>
                  </a:moveTo>
                  <a:lnTo>
                    <a:pt x="0" y="4655"/>
                  </a:lnTo>
                  <a:lnTo>
                    <a:pt x="1163" y="4655"/>
                  </a:lnTo>
                  <a:lnTo>
                    <a:pt x="1164" y="2716"/>
                  </a:lnTo>
                  <a:lnTo>
                    <a:pt x="2716" y="2716"/>
                  </a:lnTo>
                  <a:lnTo>
                    <a:pt x="2716" y="4655"/>
                  </a:lnTo>
                  <a:lnTo>
                    <a:pt x="3880" y="4655"/>
                  </a:lnTo>
                  <a:lnTo>
                    <a:pt x="3880" y="1"/>
                  </a:lnTo>
                  <a:lnTo>
                    <a:pt x="2716" y="1"/>
                  </a:lnTo>
                  <a:lnTo>
                    <a:pt x="2716" y="1940"/>
                  </a:lnTo>
                  <a:lnTo>
                    <a:pt x="1164" y="1940"/>
                  </a:lnTo>
                  <a:lnTo>
                    <a:pt x="116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79" name="Google Shape;979;p60"/>
          <p:cNvSpPr/>
          <p:nvPr/>
        </p:nvSpPr>
        <p:spPr>
          <a:xfrm>
            <a:off x="3999855" y="3369069"/>
            <a:ext cx="324365" cy="313875"/>
          </a:xfrm>
          <a:custGeom>
            <a:avLst/>
            <a:gdLst/>
            <a:ahLst/>
            <a:cxnLst/>
            <a:rect l="l" t="t" r="r" b="b"/>
            <a:pathLst>
              <a:path w="12028" h="11639" extrusionOk="0">
                <a:moveTo>
                  <a:pt x="4656" y="2363"/>
                </a:moveTo>
                <a:lnTo>
                  <a:pt x="8213" y="4394"/>
                </a:lnTo>
                <a:lnTo>
                  <a:pt x="4656" y="6427"/>
                </a:lnTo>
                <a:lnTo>
                  <a:pt x="4656" y="2363"/>
                </a:lnTo>
                <a:close/>
                <a:moveTo>
                  <a:pt x="0" y="0"/>
                </a:moveTo>
                <a:lnTo>
                  <a:pt x="0" y="8535"/>
                </a:lnTo>
                <a:lnTo>
                  <a:pt x="4734" y="8535"/>
                </a:lnTo>
                <a:lnTo>
                  <a:pt x="3204" y="11638"/>
                </a:lnTo>
                <a:lnTo>
                  <a:pt x="4178" y="11638"/>
                </a:lnTo>
                <a:lnTo>
                  <a:pt x="5820" y="8706"/>
                </a:lnTo>
                <a:lnTo>
                  <a:pt x="5820" y="11638"/>
                </a:lnTo>
                <a:lnTo>
                  <a:pt x="6597" y="11638"/>
                </a:lnTo>
                <a:lnTo>
                  <a:pt x="6597" y="8706"/>
                </a:lnTo>
                <a:lnTo>
                  <a:pt x="7993" y="11638"/>
                </a:lnTo>
                <a:lnTo>
                  <a:pt x="8966" y="11638"/>
                </a:lnTo>
                <a:lnTo>
                  <a:pt x="7438" y="8535"/>
                </a:lnTo>
                <a:lnTo>
                  <a:pt x="12027" y="8535"/>
                </a:lnTo>
                <a:lnTo>
                  <a:pt x="1202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0" name="Google Shape;980;p60"/>
          <p:cNvSpPr/>
          <p:nvPr/>
        </p:nvSpPr>
        <p:spPr>
          <a:xfrm>
            <a:off x="4817371" y="3332422"/>
            <a:ext cx="313875" cy="387145"/>
          </a:xfrm>
          <a:custGeom>
            <a:avLst/>
            <a:gdLst/>
            <a:ahLst/>
            <a:cxnLst/>
            <a:rect l="l" t="t" r="r" b="b"/>
            <a:pathLst>
              <a:path w="11639" h="14356" extrusionOk="0">
                <a:moveTo>
                  <a:pt x="6356" y="2140"/>
                </a:moveTo>
                <a:lnTo>
                  <a:pt x="6804" y="3050"/>
                </a:lnTo>
                <a:lnTo>
                  <a:pt x="7807" y="3196"/>
                </a:lnTo>
                <a:lnTo>
                  <a:pt x="7081" y="3903"/>
                </a:lnTo>
                <a:lnTo>
                  <a:pt x="7252" y="4902"/>
                </a:lnTo>
                <a:lnTo>
                  <a:pt x="6354" y="4430"/>
                </a:lnTo>
                <a:lnTo>
                  <a:pt x="5458" y="4902"/>
                </a:lnTo>
                <a:lnTo>
                  <a:pt x="5628" y="3903"/>
                </a:lnTo>
                <a:lnTo>
                  <a:pt x="4902" y="3196"/>
                </a:lnTo>
                <a:lnTo>
                  <a:pt x="5906" y="3050"/>
                </a:lnTo>
                <a:lnTo>
                  <a:pt x="6356" y="2140"/>
                </a:lnTo>
                <a:close/>
                <a:moveTo>
                  <a:pt x="9700" y="5820"/>
                </a:moveTo>
                <a:lnTo>
                  <a:pt x="9700" y="6984"/>
                </a:lnTo>
                <a:lnTo>
                  <a:pt x="3104" y="6984"/>
                </a:lnTo>
                <a:lnTo>
                  <a:pt x="3104" y="5820"/>
                </a:lnTo>
                <a:close/>
                <a:moveTo>
                  <a:pt x="9700" y="8148"/>
                </a:moveTo>
                <a:lnTo>
                  <a:pt x="9700" y="9312"/>
                </a:lnTo>
                <a:lnTo>
                  <a:pt x="3104" y="9312"/>
                </a:lnTo>
                <a:lnTo>
                  <a:pt x="3104" y="8148"/>
                </a:lnTo>
                <a:close/>
                <a:moveTo>
                  <a:pt x="9700" y="10476"/>
                </a:moveTo>
                <a:lnTo>
                  <a:pt x="9700" y="11640"/>
                </a:lnTo>
                <a:lnTo>
                  <a:pt x="3104" y="11640"/>
                </a:lnTo>
                <a:lnTo>
                  <a:pt x="3104" y="10476"/>
                </a:lnTo>
                <a:close/>
                <a:moveTo>
                  <a:pt x="776" y="0"/>
                </a:moveTo>
                <a:lnTo>
                  <a:pt x="776" y="1164"/>
                </a:lnTo>
                <a:lnTo>
                  <a:pt x="1" y="1164"/>
                </a:lnTo>
                <a:lnTo>
                  <a:pt x="1" y="2328"/>
                </a:lnTo>
                <a:lnTo>
                  <a:pt x="776" y="2328"/>
                </a:lnTo>
                <a:lnTo>
                  <a:pt x="776" y="4656"/>
                </a:lnTo>
                <a:lnTo>
                  <a:pt x="1" y="4656"/>
                </a:lnTo>
                <a:lnTo>
                  <a:pt x="1" y="5820"/>
                </a:lnTo>
                <a:lnTo>
                  <a:pt x="776" y="5820"/>
                </a:lnTo>
                <a:lnTo>
                  <a:pt x="776" y="8148"/>
                </a:lnTo>
                <a:lnTo>
                  <a:pt x="1" y="8148"/>
                </a:lnTo>
                <a:lnTo>
                  <a:pt x="1" y="9312"/>
                </a:lnTo>
                <a:lnTo>
                  <a:pt x="776" y="9312"/>
                </a:lnTo>
                <a:lnTo>
                  <a:pt x="776" y="12029"/>
                </a:lnTo>
                <a:lnTo>
                  <a:pt x="1" y="12029"/>
                </a:lnTo>
                <a:lnTo>
                  <a:pt x="1" y="13193"/>
                </a:lnTo>
                <a:lnTo>
                  <a:pt x="776" y="13193"/>
                </a:lnTo>
                <a:lnTo>
                  <a:pt x="776" y="14355"/>
                </a:lnTo>
                <a:lnTo>
                  <a:pt x="11639" y="14355"/>
                </a:lnTo>
                <a:lnTo>
                  <a:pt x="11639"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1" name="Google Shape;981;p60"/>
          <p:cNvSpPr/>
          <p:nvPr/>
        </p:nvSpPr>
        <p:spPr>
          <a:xfrm>
            <a:off x="5602663" y="3391074"/>
            <a:ext cx="376655" cy="269864"/>
          </a:xfrm>
          <a:custGeom>
            <a:avLst/>
            <a:gdLst/>
            <a:ahLst/>
            <a:cxnLst/>
            <a:rect l="l" t="t" r="r" b="b"/>
            <a:pathLst>
              <a:path w="13967" h="10007" extrusionOk="0">
                <a:moveTo>
                  <a:pt x="3733" y="1900"/>
                </a:moveTo>
                <a:cubicBezTo>
                  <a:pt x="3733" y="1900"/>
                  <a:pt x="3734" y="1900"/>
                  <a:pt x="3735" y="1900"/>
                </a:cubicBezTo>
                <a:cubicBezTo>
                  <a:pt x="3933" y="1900"/>
                  <a:pt x="4111" y="2018"/>
                  <a:pt x="4186" y="2200"/>
                </a:cubicBezTo>
                <a:cubicBezTo>
                  <a:pt x="4262" y="2384"/>
                  <a:pt x="4220" y="2594"/>
                  <a:pt x="4081" y="2733"/>
                </a:cubicBezTo>
                <a:cubicBezTo>
                  <a:pt x="3987" y="2826"/>
                  <a:pt x="3863" y="2875"/>
                  <a:pt x="3736" y="2875"/>
                </a:cubicBezTo>
                <a:cubicBezTo>
                  <a:pt x="3673" y="2875"/>
                  <a:pt x="3609" y="2863"/>
                  <a:pt x="3549" y="2838"/>
                </a:cubicBezTo>
                <a:cubicBezTo>
                  <a:pt x="3367" y="2763"/>
                  <a:pt x="3247" y="2584"/>
                  <a:pt x="3248" y="2387"/>
                </a:cubicBezTo>
                <a:cubicBezTo>
                  <a:pt x="3248" y="2117"/>
                  <a:pt x="3465" y="1900"/>
                  <a:pt x="3733" y="1900"/>
                </a:cubicBezTo>
                <a:close/>
                <a:moveTo>
                  <a:pt x="10232" y="1900"/>
                </a:moveTo>
                <a:cubicBezTo>
                  <a:pt x="10430" y="1900"/>
                  <a:pt x="10608" y="2018"/>
                  <a:pt x="10683" y="2200"/>
                </a:cubicBezTo>
                <a:cubicBezTo>
                  <a:pt x="10758" y="2384"/>
                  <a:pt x="10716" y="2594"/>
                  <a:pt x="10576" y="2733"/>
                </a:cubicBezTo>
                <a:cubicBezTo>
                  <a:pt x="10483" y="2826"/>
                  <a:pt x="10359" y="2875"/>
                  <a:pt x="10232" y="2875"/>
                </a:cubicBezTo>
                <a:cubicBezTo>
                  <a:pt x="10169" y="2875"/>
                  <a:pt x="10105" y="2863"/>
                  <a:pt x="10044" y="2838"/>
                </a:cubicBezTo>
                <a:cubicBezTo>
                  <a:pt x="9862" y="2763"/>
                  <a:pt x="9743" y="2584"/>
                  <a:pt x="9744" y="2387"/>
                </a:cubicBezTo>
                <a:cubicBezTo>
                  <a:pt x="9744" y="2118"/>
                  <a:pt x="9963" y="1900"/>
                  <a:pt x="10232" y="1900"/>
                </a:cubicBezTo>
                <a:close/>
                <a:moveTo>
                  <a:pt x="6595" y="5351"/>
                </a:moveTo>
                <a:lnTo>
                  <a:pt x="6595" y="6515"/>
                </a:lnTo>
                <a:lnTo>
                  <a:pt x="1164" y="6515"/>
                </a:lnTo>
                <a:lnTo>
                  <a:pt x="1164" y="5351"/>
                </a:lnTo>
                <a:close/>
                <a:moveTo>
                  <a:pt x="12803" y="5351"/>
                </a:moveTo>
                <a:lnTo>
                  <a:pt x="12803" y="6515"/>
                </a:lnTo>
                <a:lnTo>
                  <a:pt x="7372" y="6515"/>
                </a:lnTo>
                <a:lnTo>
                  <a:pt x="7372" y="5351"/>
                </a:lnTo>
                <a:close/>
                <a:moveTo>
                  <a:pt x="3880" y="1"/>
                </a:moveTo>
                <a:cubicBezTo>
                  <a:pt x="2382" y="1"/>
                  <a:pt x="1164" y="1239"/>
                  <a:pt x="1164" y="2761"/>
                </a:cubicBezTo>
                <a:lnTo>
                  <a:pt x="1164" y="3411"/>
                </a:lnTo>
                <a:lnTo>
                  <a:pt x="0" y="3411"/>
                </a:lnTo>
                <a:lnTo>
                  <a:pt x="0" y="7290"/>
                </a:lnTo>
                <a:lnTo>
                  <a:pt x="3103" y="7290"/>
                </a:lnTo>
                <a:lnTo>
                  <a:pt x="3103" y="8843"/>
                </a:lnTo>
                <a:lnTo>
                  <a:pt x="2328" y="8843"/>
                </a:lnTo>
                <a:lnTo>
                  <a:pt x="2328" y="10007"/>
                </a:lnTo>
                <a:lnTo>
                  <a:pt x="5431" y="10007"/>
                </a:lnTo>
                <a:lnTo>
                  <a:pt x="5431" y="8843"/>
                </a:lnTo>
                <a:lnTo>
                  <a:pt x="4267" y="8843"/>
                </a:lnTo>
                <a:lnTo>
                  <a:pt x="4267" y="7290"/>
                </a:lnTo>
                <a:lnTo>
                  <a:pt x="9700" y="7290"/>
                </a:lnTo>
                <a:lnTo>
                  <a:pt x="9700" y="8843"/>
                </a:lnTo>
                <a:lnTo>
                  <a:pt x="8536" y="8843"/>
                </a:lnTo>
                <a:lnTo>
                  <a:pt x="8536" y="10007"/>
                </a:lnTo>
                <a:lnTo>
                  <a:pt x="11640" y="10007"/>
                </a:lnTo>
                <a:lnTo>
                  <a:pt x="11640" y="8843"/>
                </a:lnTo>
                <a:lnTo>
                  <a:pt x="10864" y="8843"/>
                </a:lnTo>
                <a:lnTo>
                  <a:pt x="10864" y="7290"/>
                </a:lnTo>
                <a:lnTo>
                  <a:pt x="13967" y="7290"/>
                </a:lnTo>
                <a:lnTo>
                  <a:pt x="13967" y="3411"/>
                </a:lnTo>
                <a:lnTo>
                  <a:pt x="12803" y="3411"/>
                </a:lnTo>
                <a:lnTo>
                  <a:pt x="12803" y="2841"/>
                </a:lnTo>
                <a:cubicBezTo>
                  <a:pt x="12803" y="1446"/>
                  <a:pt x="11808" y="191"/>
                  <a:pt x="10424" y="21"/>
                </a:cubicBezTo>
                <a:cubicBezTo>
                  <a:pt x="10311" y="8"/>
                  <a:pt x="10198" y="1"/>
                  <a:pt x="10087" y="1"/>
                </a:cubicBezTo>
                <a:cubicBezTo>
                  <a:pt x="8590" y="1"/>
                  <a:pt x="7372" y="1239"/>
                  <a:pt x="7372" y="2761"/>
                </a:cubicBezTo>
                <a:lnTo>
                  <a:pt x="7372" y="3411"/>
                </a:lnTo>
                <a:lnTo>
                  <a:pt x="6595" y="3411"/>
                </a:lnTo>
                <a:lnTo>
                  <a:pt x="6595" y="2841"/>
                </a:lnTo>
                <a:cubicBezTo>
                  <a:pt x="6595" y="1446"/>
                  <a:pt x="5599" y="191"/>
                  <a:pt x="4217" y="21"/>
                </a:cubicBezTo>
                <a:cubicBezTo>
                  <a:pt x="4103" y="8"/>
                  <a:pt x="3991" y="1"/>
                  <a:pt x="388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82" name="Google Shape;982;p60"/>
          <p:cNvGrpSpPr/>
          <p:nvPr/>
        </p:nvGrpSpPr>
        <p:grpSpPr>
          <a:xfrm>
            <a:off x="6412390" y="3337775"/>
            <a:ext cx="386795" cy="376682"/>
            <a:chOff x="5515200" y="3234275"/>
            <a:chExt cx="358575" cy="349200"/>
          </a:xfrm>
        </p:grpSpPr>
        <p:sp>
          <p:nvSpPr>
            <p:cNvPr id="983" name="Google Shape;983;p60"/>
            <p:cNvSpPr/>
            <p:nvPr/>
          </p:nvSpPr>
          <p:spPr>
            <a:xfrm>
              <a:off x="5515200" y="3234300"/>
              <a:ext cx="98975" cy="95250"/>
            </a:xfrm>
            <a:custGeom>
              <a:avLst/>
              <a:gdLst/>
              <a:ahLst/>
              <a:cxnLst/>
              <a:rect l="l" t="t" r="r" b="b"/>
              <a:pathLst>
                <a:path w="3959" h="3810" extrusionOk="0">
                  <a:moveTo>
                    <a:pt x="2055" y="0"/>
                  </a:moveTo>
                  <a:cubicBezTo>
                    <a:pt x="1284" y="0"/>
                    <a:pt x="590" y="463"/>
                    <a:pt x="295" y="1176"/>
                  </a:cubicBezTo>
                  <a:cubicBezTo>
                    <a:pt x="0" y="1887"/>
                    <a:pt x="163" y="2706"/>
                    <a:pt x="709" y="3251"/>
                  </a:cubicBezTo>
                  <a:cubicBezTo>
                    <a:pt x="1072" y="3615"/>
                    <a:pt x="1560" y="3809"/>
                    <a:pt x="2056" y="3809"/>
                  </a:cubicBezTo>
                  <a:cubicBezTo>
                    <a:pt x="2301" y="3809"/>
                    <a:pt x="2548" y="3762"/>
                    <a:pt x="2783" y="3664"/>
                  </a:cubicBezTo>
                  <a:cubicBezTo>
                    <a:pt x="3495" y="3369"/>
                    <a:pt x="3959" y="2675"/>
                    <a:pt x="3959" y="1905"/>
                  </a:cubicBezTo>
                  <a:cubicBezTo>
                    <a:pt x="3958" y="853"/>
                    <a:pt x="3106" y="2"/>
                    <a:pt x="205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4" name="Google Shape;984;p60"/>
            <p:cNvSpPr/>
            <p:nvPr/>
          </p:nvSpPr>
          <p:spPr>
            <a:xfrm>
              <a:off x="5772875" y="3234275"/>
              <a:ext cx="99000" cy="95250"/>
            </a:xfrm>
            <a:custGeom>
              <a:avLst/>
              <a:gdLst/>
              <a:ahLst/>
              <a:cxnLst/>
              <a:rect l="l" t="t" r="r" b="b"/>
              <a:pathLst>
                <a:path w="3960" h="3810" extrusionOk="0">
                  <a:moveTo>
                    <a:pt x="1905" y="1"/>
                  </a:moveTo>
                  <a:cubicBezTo>
                    <a:pt x="1659" y="1"/>
                    <a:pt x="1412" y="48"/>
                    <a:pt x="1177" y="146"/>
                  </a:cubicBezTo>
                  <a:cubicBezTo>
                    <a:pt x="465" y="441"/>
                    <a:pt x="1" y="1135"/>
                    <a:pt x="1" y="1906"/>
                  </a:cubicBezTo>
                  <a:cubicBezTo>
                    <a:pt x="2" y="2957"/>
                    <a:pt x="854" y="3808"/>
                    <a:pt x="1905" y="3810"/>
                  </a:cubicBezTo>
                  <a:cubicBezTo>
                    <a:pt x="2676" y="3810"/>
                    <a:pt x="3370" y="3346"/>
                    <a:pt x="3665" y="2634"/>
                  </a:cubicBezTo>
                  <a:cubicBezTo>
                    <a:pt x="3960" y="1923"/>
                    <a:pt x="3796" y="1103"/>
                    <a:pt x="3253" y="558"/>
                  </a:cubicBezTo>
                  <a:cubicBezTo>
                    <a:pt x="2888" y="194"/>
                    <a:pt x="2401" y="1"/>
                    <a:pt x="190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5" name="Google Shape;985;p60"/>
            <p:cNvSpPr/>
            <p:nvPr/>
          </p:nvSpPr>
          <p:spPr>
            <a:xfrm>
              <a:off x="5642175" y="3234300"/>
              <a:ext cx="99025" cy="95250"/>
            </a:xfrm>
            <a:custGeom>
              <a:avLst/>
              <a:gdLst/>
              <a:ahLst/>
              <a:cxnLst/>
              <a:rect l="l" t="t" r="r" b="b"/>
              <a:pathLst>
                <a:path w="3961" h="3810" extrusionOk="0">
                  <a:moveTo>
                    <a:pt x="2055" y="0"/>
                  </a:moveTo>
                  <a:cubicBezTo>
                    <a:pt x="1285" y="0"/>
                    <a:pt x="590" y="464"/>
                    <a:pt x="296" y="1176"/>
                  </a:cubicBezTo>
                  <a:cubicBezTo>
                    <a:pt x="1" y="1887"/>
                    <a:pt x="164" y="2707"/>
                    <a:pt x="709" y="3251"/>
                  </a:cubicBezTo>
                  <a:cubicBezTo>
                    <a:pt x="1074" y="3615"/>
                    <a:pt x="1561" y="3809"/>
                    <a:pt x="2056" y="3809"/>
                  </a:cubicBezTo>
                  <a:cubicBezTo>
                    <a:pt x="2301" y="3809"/>
                    <a:pt x="2549" y="3762"/>
                    <a:pt x="2784" y="3664"/>
                  </a:cubicBezTo>
                  <a:cubicBezTo>
                    <a:pt x="3497" y="3369"/>
                    <a:pt x="3959" y="2675"/>
                    <a:pt x="3961" y="1905"/>
                  </a:cubicBezTo>
                  <a:cubicBezTo>
                    <a:pt x="3959" y="853"/>
                    <a:pt x="3106" y="0"/>
                    <a:pt x="205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6" name="Google Shape;986;p60"/>
            <p:cNvSpPr/>
            <p:nvPr/>
          </p:nvSpPr>
          <p:spPr>
            <a:xfrm>
              <a:off x="5515200" y="3361250"/>
              <a:ext cx="98975" cy="95250"/>
            </a:xfrm>
            <a:custGeom>
              <a:avLst/>
              <a:gdLst/>
              <a:ahLst/>
              <a:cxnLst/>
              <a:rect l="l" t="t" r="r" b="b"/>
              <a:pathLst>
                <a:path w="3959" h="3810" extrusionOk="0">
                  <a:moveTo>
                    <a:pt x="2055" y="0"/>
                  </a:moveTo>
                  <a:cubicBezTo>
                    <a:pt x="1284" y="0"/>
                    <a:pt x="590" y="464"/>
                    <a:pt x="295" y="1176"/>
                  </a:cubicBezTo>
                  <a:cubicBezTo>
                    <a:pt x="0" y="1887"/>
                    <a:pt x="163" y="2707"/>
                    <a:pt x="709" y="3252"/>
                  </a:cubicBezTo>
                  <a:cubicBezTo>
                    <a:pt x="1072" y="3616"/>
                    <a:pt x="1559" y="3809"/>
                    <a:pt x="2055" y="3809"/>
                  </a:cubicBezTo>
                  <a:cubicBezTo>
                    <a:pt x="2300" y="3809"/>
                    <a:pt x="2548" y="3762"/>
                    <a:pt x="2783" y="3664"/>
                  </a:cubicBezTo>
                  <a:cubicBezTo>
                    <a:pt x="3495" y="3369"/>
                    <a:pt x="3959" y="2675"/>
                    <a:pt x="3959" y="1905"/>
                  </a:cubicBezTo>
                  <a:cubicBezTo>
                    <a:pt x="3958" y="853"/>
                    <a:pt x="3106" y="2"/>
                    <a:pt x="205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7" name="Google Shape;987;p60"/>
            <p:cNvSpPr/>
            <p:nvPr/>
          </p:nvSpPr>
          <p:spPr>
            <a:xfrm>
              <a:off x="5515200" y="3488225"/>
              <a:ext cx="98975" cy="95250"/>
            </a:xfrm>
            <a:custGeom>
              <a:avLst/>
              <a:gdLst/>
              <a:ahLst/>
              <a:cxnLst/>
              <a:rect l="l" t="t" r="r" b="b"/>
              <a:pathLst>
                <a:path w="3959" h="3810" extrusionOk="0">
                  <a:moveTo>
                    <a:pt x="2055" y="1"/>
                  </a:moveTo>
                  <a:cubicBezTo>
                    <a:pt x="1284" y="1"/>
                    <a:pt x="590" y="465"/>
                    <a:pt x="295" y="1176"/>
                  </a:cubicBezTo>
                  <a:cubicBezTo>
                    <a:pt x="0" y="1888"/>
                    <a:pt x="163" y="2708"/>
                    <a:pt x="709" y="3251"/>
                  </a:cubicBezTo>
                  <a:cubicBezTo>
                    <a:pt x="1072" y="3616"/>
                    <a:pt x="1560" y="3810"/>
                    <a:pt x="2056" y="3810"/>
                  </a:cubicBezTo>
                  <a:cubicBezTo>
                    <a:pt x="2301" y="3810"/>
                    <a:pt x="2548" y="3762"/>
                    <a:pt x="2783" y="3665"/>
                  </a:cubicBezTo>
                  <a:cubicBezTo>
                    <a:pt x="3495" y="3370"/>
                    <a:pt x="3959" y="2676"/>
                    <a:pt x="3959" y="1905"/>
                  </a:cubicBezTo>
                  <a:cubicBezTo>
                    <a:pt x="3958" y="854"/>
                    <a:pt x="3106" y="2"/>
                    <a:pt x="205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8" name="Google Shape;988;p60"/>
            <p:cNvSpPr/>
            <p:nvPr/>
          </p:nvSpPr>
          <p:spPr>
            <a:xfrm>
              <a:off x="5642175" y="3488225"/>
              <a:ext cx="99025" cy="95250"/>
            </a:xfrm>
            <a:custGeom>
              <a:avLst/>
              <a:gdLst/>
              <a:ahLst/>
              <a:cxnLst/>
              <a:rect l="l" t="t" r="r" b="b"/>
              <a:pathLst>
                <a:path w="3961" h="3810" extrusionOk="0">
                  <a:moveTo>
                    <a:pt x="2055" y="1"/>
                  </a:moveTo>
                  <a:cubicBezTo>
                    <a:pt x="1285" y="1"/>
                    <a:pt x="590" y="465"/>
                    <a:pt x="296" y="1176"/>
                  </a:cubicBezTo>
                  <a:cubicBezTo>
                    <a:pt x="1" y="1889"/>
                    <a:pt x="164" y="2708"/>
                    <a:pt x="709" y="3253"/>
                  </a:cubicBezTo>
                  <a:cubicBezTo>
                    <a:pt x="1074" y="3616"/>
                    <a:pt x="1561" y="3810"/>
                    <a:pt x="2056" y="3810"/>
                  </a:cubicBezTo>
                  <a:cubicBezTo>
                    <a:pt x="2302" y="3810"/>
                    <a:pt x="2549" y="3762"/>
                    <a:pt x="2785" y="3665"/>
                  </a:cubicBezTo>
                  <a:cubicBezTo>
                    <a:pt x="3497" y="3370"/>
                    <a:pt x="3961" y="2676"/>
                    <a:pt x="3961" y="1905"/>
                  </a:cubicBezTo>
                  <a:cubicBezTo>
                    <a:pt x="3959" y="854"/>
                    <a:pt x="3106" y="2"/>
                    <a:pt x="205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9" name="Google Shape;989;p60"/>
            <p:cNvSpPr/>
            <p:nvPr/>
          </p:nvSpPr>
          <p:spPr>
            <a:xfrm>
              <a:off x="5769175" y="3488225"/>
              <a:ext cx="98975" cy="95250"/>
            </a:xfrm>
            <a:custGeom>
              <a:avLst/>
              <a:gdLst/>
              <a:ahLst/>
              <a:cxnLst/>
              <a:rect l="l" t="t" r="r" b="b"/>
              <a:pathLst>
                <a:path w="3959" h="3810" extrusionOk="0">
                  <a:moveTo>
                    <a:pt x="2053" y="1"/>
                  </a:moveTo>
                  <a:cubicBezTo>
                    <a:pt x="1283" y="1"/>
                    <a:pt x="589" y="465"/>
                    <a:pt x="295" y="1176"/>
                  </a:cubicBezTo>
                  <a:cubicBezTo>
                    <a:pt x="0" y="1889"/>
                    <a:pt x="163" y="2708"/>
                    <a:pt x="709" y="3253"/>
                  </a:cubicBezTo>
                  <a:cubicBezTo>
                    <a:pt x="1072" y="3616"/>
                    <a:pt x="1559" y="3810"/>
                    <a:pt x="2055" y="3810"/>
                  </a:cubicBezTo>
                  <a:cubicBezTo>
                    <a:pt x="2300" y="3810"/>
                    <a:pt x="2548" y="3762"/>
                    <a:pt x="2783" y="3665"/>
                  </a:cubicBezTo>
                  <a:cubicBezTo>
                    <a:pt x="3495" y="3370"/>
                    <a:pt x="3959" y="2676"/>
                    <a:pt x="3959" y="1905"/>
                  </a:cubicBezTo>
                  <a:cubicBezTo>
                    <a:pt x="3958" y="854"/>
                    <a:pt x="3106" y="1"/>
                    <a:pt x="205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0" name="Google Shape;990;p60"/>
            <p:cNvSpPr/>
            <p:nvPr/>
          </p:nvSpPr>
          <p:spPr>
            <a:xfrm>
              <a:off x="5640975" y="3355525"/>
              <a:ext cx="97025" cy="97025"/>
            </a:xfrm>
            <a:custGeom>
              <a:avLst/>
              <a:gdLst/>
              <a:ahLst/>
              <a:cxnLst/>
              <a:rect l="l" t="t" r="r" b="b"/>
              <a:pathLst>
                <a:path w="3881" h="3881" extrusionOk="0">
                  <a:moveTo>
                    <a:pt x="1" y="1"/>
                  </a:moveTo>
                  <a:lnTo>
                    <a:pt x="1" y="3880"/>
                  </a:lnTo>
                  <a:lnTo>
                    <a:pt x="3880" y="3880"/>
                  </a:lnTo>
                  <a:lnTo>
                    <a:pt x="388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1" name="Google Shape;991;p60"/>
            <p:cNvSpPr/>
            <p:nvPr/>
          </p:nvSpPr>
          <p:spPr>
            <a:xfrm>
              <a:off x="5776750" y="3355525"/>
              <a:ext cx="97025" cy="97025"/>
            </a:xfrm>
            <a:custGeom>
              <a:avLst/>
              <a:gdLst/>
              <a:ahLst/>
              <a:cxnLst/>
              <a:rect l="l" t="t" r="r" b="b"/>
              <a:pathLst>
                <a:path w="3881" h="3881" extrusionOk="0">
                  <a:moveTo>
                    <a:pt x="1" y="1"/>
                  </a:moveTo>
                  <a:lnTo>
                    <a:pt x="1" y="3880"/>
                  </a:lnTo>
                  <a:lnTo>
                    <a:pt x="3880" y="3880"/>
                  </a:lnTo>
                  <a:lnTo>
                    <a:pt x="388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92" name="Google Shape;992;p60"/>
          <p:cNvGrpSpPr/>
          <p:nvPr/>
        </p:nvGrpSpPr>
        <p:grpSpPr>
          <a:xfrm>
            <a:off x="7222332" y="3336615"/>
            <a:ext cx="394130" cy="379028"/>
            <a:chOff x="6266050" y="3233200"/>
            <a:chExt cx="365375" cy="351375"/>
          </a:xfrm>
        </p:grpSpPr>
        <p:sp>
          <p:nvSpPr>
            <p:cNvPr id="993" name="Google Shape;993;p60"/>
            <p:cNvSpPr/>
            <p:nvPr/>
          </p:nvSpPr>
          <p:spPr>
            <a:xfrm>
              <a:off x="6266050" y="3299475"/>
              <a:ext cx="132875" cy="147150"/>
            </a:xfrm>
            <a:custGeom>
              <a:avLst/>
              <a:gdLst/>
              <a:ahLst/>
              <a:cxnLst/>
              <a:rect l="l" t="t" r="r" b="b"/>
              <a:pathLst>
                <a:path w="5315" h="5886" extrusionOk="0">
                  <a:moveTo>
                    <a:pt x="1918" y="0"/>
                  </a:moveTo>
                  <a:cubicBezTo>
                    <a:pt x="551" y="1633"/>
                    <a:pt x="1" y="3797"/>
                    <a:pt x="418" y="5885"/>
                  </a:cubicBezTo>
                  <a:lnTo>
                    <a:pt x="5314" y="5885"/>
                  </a:lnTo>
                  <a:lnTo>
                    <a:pt x="1918"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4" name="Google Shape;994;p60"/>
            <p:cNvSpPr/>
            <p:nvPr/>
          </p:nvSpPr>
          <p:spPr>
            <a:xfrm>
              <a:off x="6332775" y="3233200"/>
              <a:ext cx="146175" cy="149750"/>
            </a:xfrm>
            <a:custGeom>
              <a:avLst/>
              <a:gdLst/>
              <a:ahLst/>
              <a:cxnLst/>
              <a:rect l="l" t="t" r="r" b="b"/>
              <a:pathLst>
                <a:path w="5847" h="5990" extrusionOk="0">
                  <a:moveTo>
                    <a:pt x="4640" y="1"/>
                  </a:moveTo>
                  <a:cubicBezTo>
                    <a:pt x="2946" y="1"/>
                    <a:pt x="1293" y="615"/>
                    <a:pt x="1" y="1753"/>
                  </a:cubicBezTo>
                  <a:lnTo>
                    <a:pt x="2447" y="5990"/>
                  </a:lnTo>
                  <a:lnTo>
                    <a:pt x="5847" y="105"/>
                  </a:lnTo>
                  <a:cubicBezTo>
                    <a:pt x="5445" y="35"/>
                    <a:pt x="5041" y="1"/>
                    <a:pt x="464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5" name="Google Shape;995;p60"/>
            <p:cNvSpPr/>
            <p:nvPr/>
          </p:nvSpPr>
          <p:spPr>
            <a:xfrm>
              <a:off x="6443800" y="3243575"/>
              <a:ext cx="169900" cy="106050"/>
            </a:xfrm>
            <a:custGeom>
              <a:avLst/>
              <a:gdLst/>
              <a:ahLst/>
              <a:cxnLst/>
              <a:rect l="l" t="t" r="r" b="b"/>
              <a:pathLst>
                <a:path w="6796" h="4242" extrusionOk="0">
                  <a:moveTo>
                    <a:pt x="2449" y="1"/>
                  </a:moveTo>
                  <a:lnTo>
                    <a:pt x="0" y="4242"/>
                  </a:lnTo>
                  <a:lnTo>
                    <a:pt x="6796" y="4242"/>
                  </a:lnTo>
                  <a:cubicBezTo>
                    <a:pt x="6060" y="2245"/>
                    <a:pt x="4462" y="688"/>
                    <a:pt x="244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6" name="Google Shape;996;p60"/>
            <p:cNvSpPr/>
            <p:nvPr/>
          </p:nvSpPr>
          <p:spPr>
            <a:xfrm>
              <a:off x="6418525" y="3434800"/>
              <a:ext cx="146175" cy="149775"/>
            </a:xfrm>
            <a:custGeom>
              <a:avLst/>
              <a:gdLst/>
              <a:ahLst/>
              <a:cxnLst/>
              <a:rect l="l" t="t" r="r" b="b"/>
              <a:pathLst>
                <a:path w="5847" h="5991" extrusionOk="0">
                  <a:moveTo>
                    <a:pt x="3400" y="1"/>
                  </a:moveTo>
                  <a:lnTo>
                    <a:pt x="0" y="5886"/>
                  </a:lnTo>
                  <a:cubicBezTo>
                    <a:pt x="402" y="5956"/>
                    <a:pt x="805" y="5990"/>
                    <a:pt x="1206" y="5990"/>
                  </a:cubicBezTo>
                  <a:cubicBezTo>
                    <a:pt x="2900" y="5990"/>
                    <a:pt x="4554" y="5376"/>
                    <a:pt x="5846" y="4237"/>
                  </a:cubicBezTo>
                  <a:lnTo>
                    <a:pt x="340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7" name="Google Shape;997;p60"/>
            <p:cNvSpPr/>
            <p:nvPr/>
          </p:nvSpPr>
          <p:spPr>
            <a:xfrm>
              <a:off x="6283775" y="3465975"/>
              <a:ext cx="169900" cy="106025"/>
            </a:xfrm>
            <a:custGeom>
              <a:avLst/>
              <a:gdLst/>
              <a:ahLst/>
              <a:cxnLst/>
              <a:rect l="l" t="t" r="r" b="b"/>
              <a:pathLst>
                <a:path w="6796" h="4241" extrusionOk="0">
                  <a:moveTo>
                    <a:pt x="0" y="0"/>
                  </a:moveTo>
                  <a:cubicBezTo>
                    <a:pt x="736" y="1997"/>
                    <a:pt x="2332" y="3554"/>
                    <a:pt x="4346" y="4241"/>
                  </a:cubicBezTo>
                  <a:lnTo>
                    <a:pt x="6796"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8" name="Google Shape;998;p60"/>
            <p:cNvSpPr/>
            <p:nvPr/>
          </p:nvSpPr>
          <p:spPr>
            <a:xfrm>
              <a:off x="6498550" y="3378700"/>
              <a:ext cx="132875" cy="147125"/>
            </a:xfrm>
            <a:custGeom>
              <a:avLst/>
              <a:gdLst/>
              <a:ahLst/>
              <a:cxnLst/>
              <a:rect l="l" t="t" r="r" b="b"/>
              <a:pathLst>
                <a:path w="5315" h="5885" extrusionOk="0">
                  <a:moveTo>
                    <a:pt x="1" y="1"/>
                  </a:moveTo>
                  <a:lnTo>
                    <a:pt x="3396" y="5884"/>
                  </a:lnTo>
                  <a:cubicBezTo>
                    <a:pt x="4764" y="4253"/>
                    <a:pt x="5314" y="2087"/>
                    <a:pt x="489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99" name="Google Shape;999;p60"/>
          <p:cNvGrpSpPr/>
          <p:nvPr/>
        </p:nvGrpSpPr>
        <p:grpSpPr>
          <a:xfrm>
            <a:off x="782763" y="3944867"/>
            <a:ext cx="251148" cy="376682"/>
            <a:chOff x="296300" y="3797075"/>
            <a:chExt cx="232825" cy="349200"/>
          </a:xfrm>
        </p:grpSpPr>
        <p:sp>
          <p:nvSpPr>
            <p:cNvPr id="1000" name="Google Shape;1000;p60"/>
            <p:cNvSpPr/>
            <p:nvPr/>
          </p:nvSpPr>
          <p:spPr>
            <a:xfrm>
              <a:off x="449975" y="3961950"/>
              <a:ext cx="55075" cy="184325"/>
            </a:xfrm>
            <a:custGeom>
              <a:avLst/>
              <a:gdLst/>
              <a:ahLst/>
              <a:cxnLst/>
              <a:rect l="l" t="t" r="r" b="b"/>
              <a:pathLst>
                <a:path w="2203" h="7373" extrusionOk="0">
                  <a:moveTo>
                    <a:pt x="142" y="0"/>
                  </a:moveTo>
                  <a:lnTo>
                    <a:pt x="0" y="7373"/>
                  </a:lnTo>
                  <a:lnTo>
                    <a:pt x="1636" y="7373"/>
                  </a:lnTo>
                  <a:lnTo>
                    <a:pt x="2203"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1" name="Google Shape;1001;p60"/>
            <p:cNvSpPr/>
            <p:nvPr/>
          </p:nvSpPr>
          <p:spPr>
            <a:xfrm>
              <a:off x="396500" y="3961950"/>
              <a:ext cx="32425" cy="184325"/>
            </a:xfrm>
            <a:custGeom>
              <a:avLst/>
              <a:gdLst/>
              <a:ahLst/>
              <a:cxnLst/>
              <a:rect l="l" t="t" r="r" b="b"/>
              <a:pathLst>
                <a:path w="1297" h="7373" extrusionOk="0">
                  <a:moveTo>
                    <a:pt x="1" y="0"/>
                  </a:moveTo>
                  <a:lnTo>
                    <a:pt x="143" y="7373"/>
                  </a:lnTo>
                  <a:lnTo>
                    <a:pt x="1155" y="7373"/>
                  </a:lnTo>
                  <a:lnTo>
                    <a:pt x="129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2" name="Google Shape;1002;p60"/>
            <p:cNvSpPr/>
            <p:nvPr/>
          </p:nvSpPr>
          <p:spPr>
            <a:xfrm>
              <a:off x="320350" y="3961950"/>
              <a:ext cx="55075" cy="184325"/>
            </a:xfrm>
            <a:custGeom>
              <a:avLst/>
              <a:gdLst/>
              <a:ahLst/>
              <a:cxnLst/>
              <a:rect l="l" t="t" r="r" b="b"/>
              <a:pathLst>
                <a:path w="2203" h="7373" extrusionOk="0">
                  <a:moveTo>
                    <a:pt x="0" y="0"/>
                  </a:moveTo>
                  <a:lnTo>
                    <a:pt x="567" y="7373"/>
                  </a:lnTo>
                  <a:lnTo>
                    <a:pt x="2203" y="7373"/>
                  </a:lnTo>
                  <a:lnTo>
                    <a:pt x="206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3" name="Google Shape;1003;p60"/>
            <p:cNvSpPr/>
            <p:nvPr/>
          </p:nvSpPr>
          <p:spPr>
            <a:xfrm>
              <a:off x="296300" y="3797075"/>
              <a:ext cx="232825" cy="145525"/>
            </a:xfrm>
            <a:custGeom>
              <a:avLst/>
              <a:gdLst/>
              <a:ahLst/>
              <a:cxnLst/>
              <a:rect l="l" t="t" r="r" b="b"/>
              <a:pathLst>
                <a:path w="9313" h="5821" extrusionOk="0">
                  <a:moveTo>
                    <a:pt x="5987" y="1"/>
                  </a:moveTo>
                  <a:cubicBezTo>
                    <a:pt x="4979" y="1"/>
                    <a:pt x="3880" y="1830"/>
                    <a:pt x="3880" y="1830"/>
                  </a:cubicBezTo>
                  <a:lnTo>
                    <a:pt x="3880" y="2716"/>
                  </a:lnTo>
                  <a:lnTo>
                    <a:pt x="923" y="2716"/>
                  </a:lnTo>
                  <a:lnTo>
                    <a:pt x="730" y="4656"/>
                  </a:lnTo>
                  <a:lnTo>
                    <a:pt x="1" y="4656"/>
                  </a:lnTo>
                  <a:lnTo>
                    <a:pt x="1" y="5820"/>
                  </a:lnTo>
                  <a:lnTo>
                    <a:pt x="9313" y="5820"/>
                  </a:lnTo>
                  <a:lnTo>
                    <a:pt x="9313" y="4656"/>
                  </a:lnTo>
                  <a:lnTo>
                    <a:pt x="8422" y="4656"/>
                  </a:lnTo>
                  <a:lnTo>
                    <a:pt x="8228" y="2716"/>
                  </a:lnTo>
                  <a:lnTo>
                    <a:pt x="5044" y="2716"/>
                  </a:lnTo>
                  <a:lnTo>
                    <a:pt x="5044" y="1996"/>
                  </a:lnTo>
                  <a:cubicBezTo>
                    <a:pt x="5044" y="1536"/>
                    <a:pt x="5417" y="1165"/>
                    <a:pt x="5876" y="1165"/>
                  </a:cubicBezTo>
                  <a:lnTo>
                    <a:pt x="8536" y="1165"/>
                  </a:lnTo>
                  <a:lnTo>
                    <a:pt x="8536"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04" name="Google Shape;1004;p60"/>
          <p:cNvGrpSpPr/>
          <p:nvPr/>
        </p:nvGrpSpPr>
        <p:grpSpPr>
          <a:xfrm>
            <a:off x="1541952" y="3977471"/>
            <a:ext cx="362578" cy="311448"/>
            <a:chOff x="1000100" y="3827300"/>
            <a:chExt cx="336125" cy="288725"/>
          </a:xfrm>
        </p:grpSpPr>
        <p:sp>
          <p:nvSpPr>
            <p:cNvPr id="1005" name="Google Shape;1005;p60"/>
            <p:cNvSpPr/>
            <p:nvPr/>
          </p:nvSpPr>
          <p:spPr>
            <a:xfrm>
              <a:off x="1000100" y="3827300"/>
              <a:ext cx="203725" cy="288725"/>
            </a:xfrm>
            <a:custGeom>
              <a:avLst/>
              <a:gdLst/>
              <a:ahLst/>
              <a:cxnLst/>
              <a:rect l="l" t="t" r="r" b="b"/>
              <a:pathLst>
                <a:path w="8149" h="11549" extrusionOk="0">
                  <a:moveTo>
                    <a:pt x="8149" y="0"/>
                  </a:moveTo>
                  <a:lnTo>
                    <a:pt x="3503" y="3252"/>
                  </a:lnTo>
                  <a:lnTo>
                    <a:pt x="1" y="3252"/>
                  </a:lnTo>
                  <a:lnTo>
                    <a:pt x="1" y="8297"/>
                  </a:lnTo>
                  <a:lnTo>
                    <a:pt x="3503" y="8297"/>
                  </a:lnTo>
                  <a:lnTo>
                    <a:pt x="8149" y="11549"/>
                  </a:lnTo>
                  <a:lnTo>
                    <a:pt x="8149"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6" name="Google Shape;1006;p60"/>
            <p:cNvSpPr/>
            <p:nvPr/>
          </p:nvSpPr>
          <p:spPr>
            <a:xfrm>
              <a:off x="1232900" y="3864425"/>
              <a:ext cx="103325" cy="206650"/>
            </a:xfrm>
            <a:custGeom>
              <a:avLst/>
              <a:gdLst/>
              <a:ahLst/>
              <a:cxnLst/>
              <a:rect l="l" t="t" r="r" b="b"/>
              <a:pathLst>
                <a:path w="4133" h="8266" extrusionOk="0">
                  <a:moveTo>
                    <a:pt x="1" y="0"/>
                  </a:moveTo>
                  <a:lnTo>
                    <a:pt x="1" y="1182"/>
                  </a:lnTo>
                  <a:cubicBezTo>
                    <a:pt x="1627" y="1182"/>
                    <a:pt x="2952" y="2506"/>
                    <a:pt x="2952" y="4133"/>
                  </a:cubicBezTo>
                  <a:cubicBezTo>
                    <a:pt x="2952" y="5761"/>
                    <a:pt x="1627" y="7085"/>
                    <a:pt x="1" y="7085"/>
                  </a:cubicBezTo>
                  <a:lnTo>
                    <a:pt x="1" y="8265"/>
                  </a:lnTo>
                  <a:cubicBezTo>
                    <a:pt x="2279" y="8265"/>
                    <a:pt x="4133" y="6411"/>
                    <a:pt x="4133" y="4133"/>
                  </a:cubicBezTo>
                  <a:cubicBezTo>
                    <a:pt x="4133" y="1854"/>
                    <a:pt x="2279" y="0"/>
                    <a:pt x="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7" name="Google Shape;1007;p60"/>
            <p:cNvSpPr/>
            <p:nvPr/>
          </p:nvSpPr>
          <p:spPr>
            <a:xfrm>
              <a:off x="1232875" y="3923450"/>
              <a:ext cx="44300" cy="88575"/>
            </a:xfrm>
            <a:custGeom>
              <a:avLst/>
              <a:gdLst/>
              <a:ahLst/>
              <a:cxnLst/>
              <a:rect l="l" t="t" r="r" b="b"/>
              <a:pathLst>
                <a:path w="1772" h="3543" extrusionOk="0">
                  <a:moveTo>
                    <a:pt x="0" y="0"/>
                  </a:moveTo>
                  <a:lnTo>
                    <a:pt x="0" y="1182"/>
                  </a:lnTo>
                  <a:cubicBezTo>
                    <a:pt x="323" y="1188"/>
                    <a:pt x="581" y="1449"/>
                    <a:pt x="581" y="1772"/>
                  </a:cubicBezTo>
                  <a:cubicBezTo>
                    <a:pt x="581" y="2094"/>
                    <a:pt x="323" y="2357"/>
                    <a:pt x="0" y="2363"/>
                  </a:cubicBezTo>
                  <a:lnTo>
                    <a:pt x="0" y="3543"/>
                  </a:lnTo>
                  <a:cubicBezTo>
                    <a:pt x="979" y="3543"/>
                    <a:pt x="1771" y="2749"/>
                    <a:pt x="1771" y="1772"/>
                  </a:cubicBezTo>
                  <a:cubicBezTo>
                    <a:pt x="1771" y="794"/>
                    <a:pt x="979" y="2"/>
                    <a:pt x="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08" name="Google Shape;1008;p60"/>
          <p:cNvGrpSpPr/>
          <p:nvPr/>
        </p:nvGrpSpPr>
        <p:grpSpPr>
          <a:xfrm>
            <a:off x="2407258" y="3944867"/>
            <a:ext cx="261585" cy="376655"/>
            <a:chOff x="1802275" y="3797075"/>
            <a:chExt cx="242500" cy="349175"/>
          </a:xfrm>
        </p:grpSpPr>
        <p:sp>
          <p:nvSpPr>
            <p:cNvPr id="1009" name="Google Shape;1009;p60"/>
            <p:cNvSpPr/>
            <p:nvPr/>
          </p:nvSpPr>
          <p:spPr>
            <a:xfrm>
              <a:off x="1802275" y="3797075"/>
              <a:ext cx="242500" cy="349175"/>
            </a:xfrm>
            <a:custGeom>
              <a:avLst/>
              <a:gdLst/>
              <a:ahLst/>
              <a:cxnLst/>
              <a:rect l="l" t="t" r="r" b="b"/>
              <a:pathLst>
                <a:path w="9700" h="13967" extrusionOk="0">
                  <a:moveTo>
                    <a:pt x="4779" y="2205"/>
                  </a:moveTo>
                  <a:cubicBezTo>
                    <a:pt x="5209" y="2205"/>
                    <a:pt x="5632" y="2373"/>
                    <a:pt x="5949" y="2690"/>
                  </a:cubicBezTo>
                  <a:cubicBezTo>
                    <a:pt x="6421" y="3163"/>
                    <a:pt x="6563" y="3874"/>
                    <a:pt x="6307" y="4492"/>
                  </a:cubicBezTo>
                  <a:cubicBezTo>
                    <a:pt x="6051" y="5110"/>
                    <a:pt x="5447" y="5512"/>
                    <a:pt x="4779" y="5512"/>
                  </a:cubicBezTo>
                  <a:cubicBezTo>
                    <a:pt x="3865" y="5512"/>
                    <a:pt x="3125" y="4772"/>
                    <a:pt x="3125" y="3858"/>
                  </a:cubicBezTo>
                  <a:cubicBezTo>
                    <a:pt x="3125" y="3190"/>
                    <a:pt x="3528" y="2587"/>
                    <a:pt x="4146" y="2331"/>
                  </a:cubicBezTo>
                  <a:cubicBezTo>
                    <a:pt x="4350" y="2247"/>
                    <a:pt x="4565" y="2205"/>
                    <a:pt x="4779" y="2205"/>
                  </a:cubicBezTo>
                  <a:close/>
                  <a:moveTo>
                    <a:pt x="4779" y="6616"/>
                  </a:moveTo>
                  <a:cubicBezTo>
                    <a:pt x="5818" y="6616"/>
                    <a:pt x="6757" y="7242"/>
                    <a:pt x="7156" y="8203"/>
                  </a:cubicBezTo>
                  <a:cubicBezTo>
                    <a:pt x="7554" y="9165"/>
                    <a:pt x="7334" y="10271"/>
                    <a:pt x="6598" y="11007"/>
                  </a:cubicBezTo>
                  <a:cubicBezTo>
                    <a:pt x="6105" y="11499"/>
                    <a:pt x="5447" y="11761"/>
                    <a:pt x="4778" y="11761"/>
                  </a:cubicBezTo>
                  <a:cubicBezTo>
                    <a:pt x="4447" y="11761"/>
                    <a:pt x="4112" y="11697"/>
                    <a:pt x="3794" y="11565"/>
                  </a:cubicBezTo>
                  <a:cubicBezTo>
                    <a:pt x="2833" y="11167"/>
                    <a:pt x="2205" y="10229"/>
                    <a:pt x="2205" y="9188"/>
                  </a:cubicBezTo>
                  <a:cubicBezTo>
                    <a:pt x="2205" y="7768"/>
                    <a:pt x="3358" y="6616"/>
                    <a:pt x="4779" y="6616"/>
                  </a:cubicBezTo>
                  <a:close/>
                  <a:moveTo>
                    <a:pt x="0" y="1"/>
                  </a:moveTo>
                  <a:lnTo>
                    <a:pt x="0" y="13967"/>
                  </a:lnTo>
                  <a:lnTo>
                    <a:pt x="9699" y="13967"/>
                  </a:lnTo>
                  <a:lnTo>
                    <a:pt x="9699"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0" name="Google Shape;1010;p60"/>
            <p:cNvSpPr/>
            <p:nvPr/>
          </p:nvSpPr>
          <p:spPr>
            <a:xfrm>
              <a:off x="1882075" y="3990025"/>
              <a:ext cx="76450" cy="73525"/>
            </a:xfrm>
            <a:custGeom>
              <a:avLst/>
              <a:gdLst/>
              <a:ahLst/>
              <a:cxnLst/>
              <a:rect l="l" t="t" r="r" b="b"/>
              <a:pathLst>
                <a:path w="3058" h="2941" extrusionOk="0">
                  <a:moveTo>
                    <a:pt x="1587" y="1"/>
                  </a:moveTo>
                  <a:cubicBezTo>
                    <a:pt x="993" y="1"/>
                    <a:pt x="456" y="359"/>
                    <a:pt x="228" y="909"/>
                  </a:cubicBezTo>
                  <a:cubicBezTo>
                    <a:pt x="1" y="1458"/>
                    <a:pt x="126" y="2090"/>
                    <a:pt x="547" y="2511"/>
                  </a:cubicBezTo>
                  <a:cubicBezTo>
                    <a:pt x="829" y="2791"/>
                    <a:pt x="1205" y="2941"/>
                    <a:pt x="1587" y="2941"/>
                  </a:cubicBezTo>
                  <a:cubicBezTo>
                    <a:pt x="1777" y="2941"/>
                    <a:pt x="1967" y="2904"/>
                    <a:pt x="2149" y="2829"/>
                  </a:cubicBezTo>
                  <a:cubicBezTo>
                    <a:pt x="2699" y="2602"/>
                    <a:pt x="3057" y="2066"/>
                    <a:pt x="3057" y="1471"/>
                  </a:cubicBezTo>
                  <a:cubicBezTo>
                    <a:pt x="3057" y="659"/>
                    <a:pt x="2398" y="1"/>
                    <a:pt x="158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1" name="Google Shape;1011;p60"/>
            <p:cNvSpPr/>
            <p:nvPr/>
          </p:nvSpPr>
          <p:spPr>
            <a:xfrm>
              <a:off x="1906875" y="3879775"/>
              <a:ext cx="28650" cy="27575"/>
            </a:xfrm>
            <a:custGeom>
              <a:avLst/>
              <a:gdLst/>
              <a:ahLst/>
              <a:cxnLst/>
              <a:rect l="l" t="t" r="r" b="b"/>
              <a:pathLst>
                <a:path w="1146" h="1103" extrusionOk="0">
                  <a:moveTo>
                    <a:pt x="595" y="1"/>
                  </a:moveTo>
                  <a:cubicBezTo>
                    <a:pt x="372" y="1"/>
                    <a:pt x="171" y="135"/>
                    <a:pt x="86" y="341"/>
                  </a:cubicBezTo>
                  <a:cubicBezTo>
                    <a:pt x="1" y="546"/>
                    <a:pt x="47" y="783"/>
                    <a:pt x="204" y="941"/>
                  </a:cubicBezTo>
                  <a:cubicBezTo>
                    <a:pt x="310" y="1046"/>
                    <a:pt x="451" y="1102"/>
                    <a:pt x="595" y="1102"/>
                  </a:cubicBezTo>
                  <a:cubicBezTo>
                    <a:pt x="666" y="1102"/>
                    <a:pt x="738" y="1089"/>
                    <a:pt x="806" y="1061"/>
                  </a:cubicBezTo>
                  <a:cubicBezTo>
                    <a:pt x="1011" y="975"/>
                    <a:pt x="1146" y="774"/>
                    <a:pt x="1146" y="552"/>
                  </a:cubicBezTo>
                  <a:cubicBezTo>
                    <a:pt x="1146" y="247"/>
                    <a:pt x="898" y="1"/>
                    <a:pt x="59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12" name="Google Shape;1012;p60"/>
          <p:cNvGrpSpPr/>
          <p:nvPr/>
        </p:nvGrpSpPr>
        <p:grpSpPr>
          <a:xfrm>
            <a:off x="3223483" y="3944867"/>
            <a:ext cx="244541" cy="376655"/>
            <a:chOff x="2558950" y="3797075"/>
            <a:chExt cx="226700" cy="349175"/>
          </a:xfrm>
        </p:grpSpPr>
        <p:sp>
          <p:nvSpPr>
            <p:cNvPr id="1013" name="Google Shape;1013;p60"/>
            <p:cNvSpPr/>
            <p:nvPr/>
          </p:nvSpPr>
          <p:spPr>
            <a:xfrm>
              <a:off x="2558950" y="3797075"/>
              <a:ext cx="226700" cy="252200"/>
            </a:xfrm>
            <a:custGeom>
              <a:avLst/>
              <a:gdLst/>
              <a:ahLst/>
              <a:cxnLst/>
              <a:rect l="l" t="t" r="r" b="b"/>
              <a:pathLst>
                <a:path w="9068" h="10088" extrusionOk="0">
                  <a:moveTo>
                    <a:pt x="4727" y="3880"/>
                  </a:moveTo>
                  <a:lnTo>
                    <a:pt x="4727" y="5820"/>
                  </a:lnTo>
                  <a:lnTo>
                    <a:pt x="3954" y="5820"/>
                  </a:lnTo>
                  <a:lnTo>
                    <a:pt x="3954" y="3880"/>
                  </a:lnTo>
                  <a:close/>
                  <a:moveTo>
                    <a:pt x="3176" y="1"/>
                  </a:moveTo>
                  <a:lnTo>
                    <a:pt x="3176" y="1940"/>
                  </a:lnTo>
                  <a:lnTo>
                    <a:pt x="1624" y="1940"/>
                  </a:lnTo>
                  <a:lnTo>
                    <a:pt x="1624" y="7642"/>
                  </a:lnTo>
                  <a:lnTo>
                    <a:pt x="0" y="10087"/>
                  </a:lnTo>
                  <a:lnTo>
                    <a:pt x="9068" y="10087"/>
                  </a:lnTo>
                  <a:lnTo>
                    <a:pt x="7444" y="7642"/>
                  </a:lnTo>
                  <a:lnTo>
                    <a:pt x="7444" y="1940"/>
                  </a:lnTo>
                  <a:lnTo>
                    <a:pt x="5891" y="1940"/>
                  </a:lnTo>
                  <a:lnTo>
                    <a:pt x="589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4" name="Google Shape;1014;p60"/>
            <p:cNvSpPr/>
            <p:nvPr/>
          </p:nvSpPr>
          <p:spPr>
            <a:xfrm>
              <a:off x="2657750" y="4097750"/>
              <a:ext cx="19425" cy="48500"/>
            </a:xfrm>
            <a:custGeom>
              <a:avLst/>
              <a:gdLst/>
              <a:ahLst/>
              <a:cxnLst/>
              <a:rect l="l" t="t" r="r" b="b"/>
              <a:pathLst>
                <a:path w="777" h="1940" extrusionOk="0">
                  <a:moveTo>
                    <a:pt x="0" y="1"/>
                  </a:moveTo>
                  <a:lnTo>
                    <a:pt x="0" y="1940"/>
                  </a:lnTo>
                  <a:lnTo>
                    <a:pt x="777" y="1940"/>
                  </a:lnTo>
                  <a:lnTo>
                    <a:pt x="77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5" name="Google Shape;1015;p60"/>
            <p:cNvSpPr/>
            <p:nvPr/>
          </p:nvSpPr>
          <p:spPr>
            <a:xfrm>
              <a:off x="2706500" y="4072450"/>
              <a:ext cx="49950" cy="49950"/>
            </a:xfrm>
            <a:custGeom>
              <a:avLst/>
              <a:gdLst/>
              <a:ahLst/>
              <a:cxnLst/>
              <a:rect l="l" t="t" r="r" b="b"/>
              <a:pathLst>
                <a:path w="1998" h="1998" extrusionOk="0">
                  <a:moveTo>
                    <a:pt x="666" y="0"/>
                  </a:moveTo>
                  <a:lnTo>
                    <a:pt x="1" y="667"/>
                  </a:lnTo>
                  <a:lnTo>
                    <a:pt x="1332" y="1997"/>
                  </a:lnTo>
                  <a:lnTo>
                    <a:pt x="1997" y="1332"/>
                  </a:lnTo>
                  <a:lnTo>
                    <a:pt x="666"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6" name="Google Shape;1016;p60"/>
            <p:cNvSpPr/>
            <p:nvPr/>
          </p:nvSpPr>
          <p:spPr>
            <a:xfrm>
              <a:off x="2584425" y="4072450"/>
              <a:ext cx="50000" cy="49975"/>
            </a:xfrm>
            <a:custGeom>
              <a:avLst/>
              <a:gdLst/>
              <a:ahLst/>
              <a:cxnLst/>
              <a:rect l="l" t="t" r="r" b="b"/>
              <a:pathLst>
                <a:path w="2000" h="1999" extrusionOk="0">
                  <a:moveTo>
                    <a:pt x="1332" y="0"/>
                  </a:moveTo>
                  <a:lnTo>
                    <a:pt x="1" y="1332"/>
                  </a:lnTo>
                  <a:lnTo>
                    <a:pt x="667" y="1999"/>
                  </a:lnTo>
                  <a:lnTo>
                    <a:pt x="1999" y="667"/>
                  </a:lnTo>
                  <a:lnTo>
                    <a:pt x="1332"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17" name="Google Shape;1017;p60"/>
          <p:cNvGrpSpPr/>
          <p:nvPr/>
        </p:nvGrpSpPr>
        <p:grpSpPr>
          <a:xfrm>
            <a:off x="4031376" y="3950099"/>
            <a:ext cx="261612" cy="366246"/>
            <a:chOff x="3307900" y="3801925"/>
            <a:chExt cx="242525" cy="339525"/>
          </a:xfrm>
        </p:grpSpPr>
        <p:sp>
          <p:nvSpPr>
            <p:cNvPr id="1018" name="Google Shape;1018;p60"/>
            <p:cNvSpPr/>
            <p:nvPr/>
          </p:nvSpPr>
          <p:spPr>
            <a:xfrm>
              <a:off x="3307900" y="3801925"/>
              <a:ext cx="242525" cy="339525"/>
            </a:xfrm>
            <a:custGeom>
              <a:avLst/>
              <a:gdLst/>
              <a:ahLst/>
              <a:cxnLst/>
              <a:rect l="l" t="t" r="r" b="b"/>
              <a:pathLst>
                <a:path w="9701" h="13581" extrusionOk="0">
                  <a:moveTo>
                    <a:pt x="6597" y="3103"/>
                  </a:moveTo>
                  <a:lnTo>
                    <a:pt x="6597" y="6595"/>
                  </a:lnTo>
                  <a:lnTo>
                    <a:pt x="3105" y="6595"/>
                  </a:lnTo>
                  <a:lnTo>
                    <a:pt x="3105" y="3103"/>
                  </a:lnTo>
                  <a:close/>
                  <a:moveTo>
                    <a:pt x="1140" y="0"/>
                  </a:moveTo>
                  <a:lnTo>
                    <a:pt x="2279" y="2278"/>
                  </a:lnTo>
                  <a:lnTo>
                    <a:pt x="2279" y="2278"/>
                  </a:lnTo>
                  <a:lnTo>
                    <a:pt x="0" y="1140"/>
                  </a:lnTo>
                  <a:lnTo>
                    <a:pt x="0" y="8560"/>
                  </a:lnTo>
                  <a:lnTo>
                    <a:pt x="2279" y="7422"/>
                  </a:lnTo>
                  <a:lnTo>
                    <a:pt x="1140" y="9699"/>
                  </a:lnTo>
                  <a:lnTo>
                    <a:pt x="3309" y="9699"/>
                  </a:lnTo>
                  <a:lnTo>
                    <a:pt x="1300" y="13580"/>
                  </a:lnTo>
                  <a:lnTo>
                    <a:pt x="2419" y="13580"/>
                  </a:lnTo>
                  <a:lnTo>
                    <a:pt x="4269" y="9765"/>
                  </a:lnTo>
                  <a:lnTo>
                    <a:pt x="4269" y="13579"/>
                  </a:lnTo>
                  <a:lnTo>
                    <a:pt x="5433" y="13579"/>
                  </a:lnTo>
                  <a:lnTo>
                    <a:pt x="5433" y="9765"/>
                  </a:lnTo>
                  <a:lnTo>
                    <a:pt x="7325" y="13579"/>
                  </a:lnTo>
                  <a:lnTo>
                    <a:pt x="8444" y="13579"/>
                  </a:lnTo>
                  <a:lnTo>
                    <a:pt x="6436" y="9699"/>
                  </a:lnTo>
                  <a:lnTo>
                    <a:pt x="8562" y="9699"/>
                  </a:lnTo>
                  <a:lnTo>
                    <a:pt x="7422" y="7421"/>
                  </a:lnTo>
                  <a:lnTo>
                    <a:pt x="9701" y="8560"/>
                  </a:lnTo>
                  <a:lnTo>
                    <a:pt x="9699" y="1140"/>
                  </a:lnTo>
                  <a:lnTo>
                    <a:pt x="7422" y="2278"/>
                  </a:lnTo>
                  <a:lnTo>
                    <a:pt x="7422" y="2278"/>
                  </a:lnTo>
                  <a:lnTo>
                    <a:pt x="856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9" name="Google Shape;1019;p60"/>
            <p:cNvSpPr/>
            <p:nvPr/>
          </p:nvSpPr>
          <p:spPr>
            <a:xfrm>
              <a:off x="3412975" y="3910150"/>
              <a:ext cx="29225" cy="24975"/>
            </a:xfrm>
            <a:custGeom>
              <a:avLst/>
              <a:gdLst/>
              <a:ahLst/>
              <a:cxnLst/>
              <a:rect l="l" t="t" r="r" b="b"/>
              <a:pathLst>
                <a:path w="1169" h="999" extrusionOk="0">
                  <a:moveTo>
                    <a:pt x="669" y="0"/>
                  </a:moveTo>
                  <a:cubicBezTo>
                    <a:pt x="223" y="0"/>
                    <a:pt x="1" y="538"/>
                    <a:pt x="316" y="852"/>
                  </a:cubicBezTo>
                  <a:cubicBezTo>
                    <a:pt x="411" y="948"/>
                    <a:pt x="538" y="999"/>
                    <a:pt x="668" y="999"/>
                  </a:cubicBezTo>
                  <a:cubicBezTo>
                    <a:pt x="733" y="999"/>
                    <a:pt x="798" y="986"/>
                    <a:pt x="859" y="960"/>
                  </a:cubicBezTo>
                  <a:cubicBezTo>
                    <a:pt x="1046" y="884"/>
                    <a:pt x="1167" y="702"/>
                    <a:pt x="1169" y="499"/>
                  </a:cubicBezTo>
                  <a:cubicBezTo>
                    <a:pt x="1169" y="223"/>
                    <a:pt x="945" y="0"/>
                    <a:pt x="66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20" name="Google Shape;1020;p60"/>
          <p:cNvGrpSpPr/>
          <p:nvPr/>
        </p:nvGrpSpPr>
        <p:grpSpPr>
          <a:xfrm>
            <a:off x="4786142" y="3939231"/>
            <a:ext cx="376655" cy="387954"/>
            <a:chOff x="4007600" y="3791850"/>
            <a:chExt cx="349175" cy="359650"/>
          </a:xfrm>
        </p:grpSpPr>
        <p:sp>
          <p:nvSpPr>
            <p:cNvPr id="1021" name="Google Shape;1021;p60"/>
            <p:cNvSpPr/>
            <p:nvPr/>
          </p:nvSpPr>
          <p:spPr>
            <a:xfrm>
              <a:off x="4007600" y="3791850"/>
              <a:ext cx="349175" cy="359650"/>
            </a:xfrm>
            <a:custGeom>
              <a:avLst/>
              <a:gdLst/>
              <a:ahLst/>
              <a:cxnLst/>
              <a:rect l="l" t="t" r="r" b="b"/>
              <a:pathLst>
                <a:path w="13967" h="14386" extrusionOk="0">
                  <a:moveTo>
                    <a:pt x="11203" y="6482"/>
                  </a:moveTo>
                  <a:cubicBezTo>
                    <a:pt x="11347" y="6482"/>
                    <a:pt x="11488" y="6538"/>
                    <a:pt x="11594" y="6644"/>
                  </a:cubicBezTo>
                  <a:cubicBezTo>
                    <a:pt x="11752" y="6801"/>
                    <a:pt x="11799" y="7040"/>
                    <a:pt x="11714" y="7247"/>
                  </a:cubicBezTo>
                  <a:cubicBezTo>
                    <a:pt x="11627" y="7454"/>
                    <a:pt x="11426" y="7588"/>
                    <a:pt x="11202" y="7588"/>
                  </a:cubicBezTo>
                  <a:cubicBezTo>
                    <a:pt x="10897" y="7588"/>
                    <a:pt x="10650" y="7339"/>
                    <a:pt x="10650" y="7034"/>
                  </a:cubicBezTo>
                  <a:cubicBezTo>
                    <a:pt x="10650" y="6812"/>
                    <a:pt x="10784" y="6609"/>
                    <a:pt x="10991" y="6524"/>
                  </a:cubicBezTo>
                  <a:cubicBezTo>
                    <a:pt x="11060" y="6496"/>
                    <a:pt x="11132" y="6482"/>
                    <a:pt x="11203" y="6482"/>
                  </a:cubicBezTo>
                  <a:close/>
                  <a:moveTo>
                    <a:pt x="11202" y="8694"/>
                  </a:moveTo>
                  <a:cubicBezTo>
                    <a:pt x="11426" y="8694"/>
                    <a:pt x="11627" y="8829"/>
                    <a:pt x="11714" y="9035"/>
                  </a:cubicBezTo>
                  <a:cubicBezTo>
                    <a:pt x="11799" y="9242"/>
                    <a:pt x="11752" y="9479"/>
                    <a:pt x="11594" y="9638"/>
                  </a:cubicBezTo>
                  <a:cubicBezTo>
                    <a:pt x="11488" y="9744"/>
                    <a:pt x="11346" y="9800"/>
                    <a:pt x="11202" y="9800"/>
                  </a:cubicBezTo>
                  <a:cubicBezTo>
                    <a:pt x="11131" y="9800"/>
                    <a:pt x="11059" y="9786"/>
                    <a:pt x="10991" y="9758"/>
                  </a:cubicBezTo>
                  <a:cubicBezTo>
                    <a:pt x="10784" y="9672"/>
                    <a:pt x="10650" y="9471"/>
                    <a:pt x="10650" y="9246"/>
                  </a:cubicBezTo>
                  <a:cubicBezTo>
                    <a:pt x="10650" y="8941"/>
                    <a:pt x="10897" y="8694"/>
                    <a:pt x="11202" y="8694"/>
                  </a:cubicBezTo>
                  <a:close/>
                  <a:moveTo>
                    <a:pt x="11202" y="10906"/>
                  </a:moveTo>
                  <a:cubicBezTo>
                    <a:pt x="11426" y="10906"/>
                    <a:pt x="11627" y="11041"/>
                    <a:pt x="11714" y="11248"/>
                  </a:cubicBezTo>
                  <a:cubicBezTo>
                    <a:pt x="11799" y="11454"/>
                    <a:pt x="11752" y="11691"/>
                    <a:pt x="11594" y="11851"/>
                  </a:cubicBezTo>
                  <a:cubicBezTo>
                    <a:pt x="11488" y="11956"/>
                    <a:pt x="11347" y="12012"/>
                    <a:pt x="11204" y="12012"/>
                  </a:cubicBezTo>
                  <a:cubicBezTo>
                    <a:pt x="11132" y="12012"/>
                    <a:pt x="11060" y="11998"/>
                    <a:pt x="10991" y="11969"/>
                  </a:cubicBezTo>
                  <a:cubicBezTo>
                    <a:pt x="10784" y="11884"/>
                    <a:pt x="10650" y="11683"/>
                    <a:pt x="10650" y="11459"/>
                  </a:cubicBezTo>
                  <a:cubicBezTo>
                    <a:pt x="10650" y="11154"/>
                    <a:pt x="10897" y="10906"/>
                    <a:pt x="11202" y="10906"/>
                  </a:cubicBezTo>
                  <a:close/>
                  <a:moveTo>
                    <a:pt x="9700" y="6625"/>
                  </a:moveTo>
                  <a:lnTo>
                    <a:pt x="9700" y="12057"/>
                  </a:lnTo>
                  <a:lnTo>
                    <a:pt x="2329" y="12057"/>
                  </a:lnTo>
                  <a:lnTo>
                    <a:pt x="2329" y="6625"/>
                  </a:lnTo>
                  <a:close/>
                  <a:moveTo>
                    <a:pt x="9924" y="1"/>
                  </a:moveTo>
                  <a:cubicBezTo>
                    <a:pt x="9315" y="1"/>
                    <a:pt x="8822" y="502"/>
                    <a:pt x="8822" y="1122"/>
                  </a:cubicBezTo>
                  <a:cubicBezTo>
                    <a:pt x="8821" y="1339"/>
                    <a:pt x="8885" y="1553"/>
                    <a:pt x="9003" y="1735"/>
                  </a:cubicBezTo>
                  <a:cubicBezTo>
                    <a:pt x="9003" y="1735"/>
                    <a:pt x="9003" y="1735"/>
                    <a:pt x="9003" y="1735"/>
                  </a:cubicBezTo>
                  <a:lnTo>
                    <a:pt x="9003" y="1735"/>
                  </a:lnTo>
                  <a:cubicBezTo>
                    <a:pt x="9003" y="1735"/>
                    <a:pt x="7741" y="4297"/>
                    <a:pt x="7741" y="4297"/>
                  </a:cubicBezTo>
                  <a:lnTo>
                    <a:pt x="5485" y="4297"/>
                  </a:lnTo>
                  <a:cubicBezTo>
                    <a:pt x="5485" y="4297"/>
                    <a:pt x="4239" y="1736"/>
                    <a:pt x="4230" y="1736"/>
                  </a:cubicBezTo>
                  <a:cubicBezTo>
                    <a:pt x="4230" y="1736"/>
                    <a:pt x="4230" y="1736"/>
                    <a:pt x="4230" y="1736"/>
                  </a:cubicBezTo>
                  <a:cubicBezTo>
                    <a:pt x="4404" y="1468"/>
                    <a:pt x="4467" y="1120"/>
                    <a:pt x="4354" y="759"/>
                  </a:cubicBezTo>
                  <a:cubicBezTo>
                    <a:pt x="4250" y="425"/>
                    <a:pt x="3990" y="163"/>
                    <a:pt x="3659" y="56"/>
                  </a:cubicBezTo>
                  <a:cubicBezTo>
                    <a:pt x="3540" y="19"/>
                    <a:pt x="3422" y="1"/>
                    <a:pt x="3308" y="1"/>
                  </a:cubicBezTo>
                  <a:cubicBezTo>
                    <a:pt x="2700" y="1"/>
                    <a:pt x="2206" y="503"/>
                    <a:pt x="2206" y="1122"/>
                  </a:cubicBezTo>
                  <a:cubicBezTo>
                    <a:pt x="2206" y="1721"/>
                    <a:pt x="2666" y="2208"/>
                    <a:pt x="3247" y="2241"/>
                  </a:cubicBezTo>
                  <a:cubicBezTo>
                    <a:pt x="3572" y="2902"/>
                    <a:pt x="3915" y="3603"/>
                    <a:pt x="4255" y="4297"/>
                  </a:cubicBezTo>
                  <a:lnTo>
                    <a:pt x="1" y="4297"/>
                  </a:lnTo>
                  <a:lnTo>
                    <a:pt x="1" y="14385"/>
                  </a:lnTo>
                  <a:lnTo>
                    <a:pt x="13967" y="14385"/>
                  </a:lnTo>
                  <a:lnTo>
                    <a:pt x="13967" y="4297"/>
                  </a:lnTo>
                  <a:lnTo>
                    <a:pt x="8971" y="4297"/>
                  </a:lnTo>
                  <a:cubicBezTo>
                    <a:pt x="9326" y="3579"/>
                    <a:pt x="9680" y="2858"/>
                    <a:pt x="9986" y="2241"/>
                  </a:cubicBezTo>
                  <a:cubicBezTo>
                    <a:pt x="10683" y="2202"/>
                    <a:pt x="11208" y="1505"/>
                    <a:pt x="10968" y="750"/>
                  </a:cubicBezTo>
                  <a:cubicBezTo>
                    <a:pt x="10863" y="422"/>
                    <a:pt x="10605" y="163"/>
                    <a:pt x="10277" y="56"/>
                  </a:cubicBezTo>
                  <a:cubicBezTo>
                    <a:pt x="10157" y="18"/>
                    <a:pt x="10038" y="1"/>
                    <a:pt x="992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2" name="Google Shape;1022;p60"/>
            <p:cNvSpPr/>
            <p:nvPr/>
          </p:nvSpPr>
          <p:spPr>
            <a:xfrm>
              <a:off x="4124000" y="3977850"/>
              <a:ext cx="75300" cy="90325"/>
            </a:xfrm>
            <a:custGeom>
              <a:avLst/>
              <a:gdLst/>
              <a:ahLst/>
              <a:cxnLst/>
              <a:rect l="l" t="t" r="r" b="b"/>
              <a:pathLst>
                <a:path w="3012" h="3613" extrusionOk="0">
                  <a:moveTo>
                    <a:pt x="1" y="1"/>
                  </a:moveTo>
                  <a:lnTo>
                    <a:pt x="1" y="3612"/>
                  </a:lnTo>
                  <a:lnTo>
                    <a:pt x="3011" y="1806"/>
                  </a:lnTo>
                  <a:lnTo>
                    <a:pt x="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23" name="Google Shape;1023;p60"/>
          <p:cNvGrpSpPr/>
          <p:nvPr/>
        </p:nvGrpSpPr>
        <p:grpSpPr>
          <a:xfrm>
            <a:off x="5608085" y="3971376"/>
            <a:ext cx="366246" cy="321965"/>
            <a:chOff x="4769575" y="3821650"/>
            <a:chExt cx="339525" cy="298475"/>
          </a:xfrm>
        </p:grpSpPr>
        <p:sp>
          <p:nvSpPr>
            <p:cNvPr id="1024" name="Google Shape;1024;p60"/>
            <p:cNvSpPr/>
            <p:nvPr/>
          </p:nvSpPr>
          <p:spPr>
            <a:xfrm>
              <a:off x="4905375" y="3821650"/>
              <a:ext cx="203725" cy="221225"/>
            </a:xfrm>
            <a:custGeom>
              <a:avLst/>
              <a:gdLst/>
              <a:ahLst/>
              <a:cxnLst/>
              <a:rect l="l" t="t" r="r" b="b"/>
              <a:pathLst>
                <a:path w="8149" h="8849" extrusionOk="0">
                  <a:moveTo>
                    <a:pt x="5738" y="2929"/>
                  </a:moveTo>
                  <a:cubicBezTo>
                    <a:pt x="5991" y="2929"/>
                    <a:pt x="6234" y="3126"/>
                    <a:pt x="6234" y="3423"/>
                  </a:cubicBezTo>
                  <a:cubicBezTo>
                    <a:pt x="6234" y="3695"/>
                    <a:pt x="6013" y="3916"/>
                    <a:pt x="5741" y="3916"/>
                  </a:cubicBezTo>
                  <a:cubicBezTo>
                    <a:pt x="5301" y="3916"/>
                    <a:pt x="5081" y="3384"/>
                    <a:pt x="5392" y="3075"/>
                  </a:cubicBezTo>
                  <a:cubicBezTo>
                    <a:pt x="5493" y="2974"/>
                    <a:pt x="5617" y="2929"/>
                    <a:pt x="5738" y="2929"/>
                  </a:cubicBezTo>
                  <a:close/>
                  <a:moveTo>
                    <a:pt x="1" y="1"/>
                  </a:moveTo>
                  <a:lnTo>
                    <a:pt x="1" y="2878"/>
                  </a:lnTo>
                  <a:cubicBezTo>
                    <a:pt x="1295" y="2806"/>
                    <a:pt x="2044" y="2631"/>
                    <a:pt x="2078" y="2622"/>
                  </a:cubicBezTo>
                  <a:lnTo>
                    <a:pt x="2677" y="2472"/>
                  </a:lnTo>
                  <a:lnTo>
                    <a:pt x="3880" y="2171"/>
                  </a:lnTo>
                  <a:lnTo>
                    <a:pt x="3881" y="4726"/>
                  </a:lnTo>
                  <a:cubicBezTo>
                    <a:pt x="3935" y="4719"/>
                    <a:pt x="3990" y="4716"/>
                    <a:pt x="4043" y="4716"/>
                  </a:cubicBezTo>
                  <a:cubicBezTo>
                    <a:pt x="4846" y="4716"/>
                    <a:pt x="5499" y="5380"/>
                    <a:pt x="5499" y="6195"/>
                  </a:cubicBezTo>
                  <a:lnTo>
                    <a:pt x="3880" y="6195"/>
                  </a:lnTo>
                  <a:lnTo>
                    <a:pt x="3880" y="8848"/>
                  </a:lnTo>
                  <a:cubicBezTo>
                    <a:pt x="4143" y="8848"/>
                    <a:pt x="5134" y="8628"/>
                    <a:pt x="6101" y="8056"/>
                  </a:cubicBezTo>
                  <a:cubicBezTo>
                    <a:pt x="7440" y="7265"/>
                    <a:pt x="8148" y="6110"/>
                    <a:pt x="8148" y="4716"/>
                  </a:cubicBezTo>
                  <a:lnTo>
                    <a:pt x="8148" y="627"/>
                  </a:lnTo>
                  <a:lnTo>
                    <a:pt x="8147" y="4"/>
                  </a:lnTo>
                  <a:lnTo>
                    <a:pt x="7541" y="153"/>
                  </a:lnTo>
                  <a:cubicBezTo>
                    <a:pt x="7528" y="156"/>
                    <a:pt x="6256" y="465"/>
                    <a:pt x="4074" y="465"/>
                  </a:cubicBezTo>
                  <a:cubicBezTo>
                    <a:pt x="1892" y="465"/>
                    <a:pt x="619" y="156"/>
                    <a:pt x="608" y="153"/>
                  </a:cubicBezTo>
                  <a:lnTo>
                    <a:pt x="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5" name="Google Shape;1025;p60"/>
            <p:cNvSpPr/>
            <p:nvPr/>
          </p:nvSpPr>
          <p:spPr>
            <a:xfrm>
              <a:off x="4769575" y="3904650"/>
              <a:ext cx="203700" cy="215475"/>
            </a:xfrm>
            <a:custGeom>
              <a:avLst/>
              <a:gdLst/>
              <a:ahLst/>
              <a:cxnLst/>
              <a:rect l="l" t="t" r="r" b="b"/>
              <a:pathLst>
                <a:path w="8148" h="8619" extrusionOk="0">
                  <a:moveTo>
                    <a:pt x="2304" y="2895"/>
                  </a:moveTo>
                  <a:cubicBezTo>
                    <a:pt x="2425" y="2895"/>
                    <a:pt x="2549" y="2940"/>
                    <a:pt x="2649" y="3040"/>
                  </a:cubicBezTo>
                  <a:cubicBezTo>
                    <a:pt x="2789" y="3182"/>
                    <a:pt x="2833" y="3394"/>
                    <a:pt x="2756" y="3578"/>
                  </a:cubicBezTo>
                  <a:cubicBezTo>
                    <a:pt x="2679" y="3761"/>
                    <a:pt x="2500" y="3881"/>
                    <a:pt x="2301" y="3881"/>
                  </a:cubicBezTo>
                  <a:cubicBezTo>
                    <a:pt x="2029" y="3881"/>
                    <a:pt x="1808" y="3662"/>
                    <a:pt x="1808" y="3388"/>
                  </a:cubicBezTo>
                  <a:cubicBezTo>
                    <a:pt x="1808" y="3092"/>
                    <a:pt x="2051" y="2895"/>
                    <a:pt x="2304" y="2895"/>
                  </a:cubicBezTo>
                  <a:close/>
                  <a:moveTo>
                    <a:pt x="5912" y="2895"/>
                  </a:moveTo>
                  <a:cubicBezTo>
                    <a:pt x="6165" y="2895"/>
                    <a:pt x="6409" y="3092"/>
                    <a:pt x="6409" y="3388"/>
                  </a:cubicBezTo>
                  <a:cubicBezTo>
                    <a:pt x="6409" y="3662"/>
                    <a:pt x="6187" y="3881"/>
                    <a:pt x="5915" y="3881"/>
                  </a:cubicBezTo>
                  <a:cubicBezTo>
                    <a:pt x="5476" y="3881"/>
                    <a:pt x="5256" y="3351"/>
                    <a:pt x="5567" y="3040"/>
                  </a:cubicBezTo>
                  <a:cubicBezTo>
                    <a:pt x="5667" y="2940"/>
                    <a:pt x="5791" y="2895"/>
                    <a:pt x="5912" y="2895"/>
                  </a:cubicBezTo>
                  <a:close/>
                  <a:moveTo>
                    <a:pt x="5587" y="5203"/>
                  </a:moveTo>
                  <a:cubicBezTo>
                    <a:pt x="5586" y="6018"/>
                    <a:pt x="4925" y="6681"/>
                    <a:pt x="4108" y="6681"/>
                  </a:cubicBezTo>
                  <a:cubicBezTo>
                    <a:pt x="3291" y="6681"/>
                    <a:pt x="2630" y="6018"/>
                    <a:pt x="2629" y="5203"/>
                  </a:cubicBezTo>
                  <a:close/>
                  <a:moveTo>
                    <a:pt x="0" y="1"/>
                  </a:moveTo>
                  <a:lnTo>
                    <a:pt x="0" y="4536"/>
                  </a:lnTo>
                  <a:cubicBezTo>
                    <a:pt x="0" y="5919"/>
                    <a:pt x="704" y="7064"/>
                    <a:pt x="2033" y="7850"/>
                  </a:cubicBezTo>
                  <a:cubicBezTo>
                    <a:pt x="2993" y="8417"/>
                    <a:pt x="3948" y="8595"/>
                    <a:pt x="3987" y="8602"/>
                  </a:cubicBezTo>
                  <a:lnTo>
                    <a:pt x="4075" y="8618"/>
                  </a:lnTo>
                  <a:lnTo>
                    <a:pt x="4162" y="8602"/>
                  </a:lnTo>
                  <a:cubicBezTo>
                    <a:pt x="4202" y="8595"/>
                    <a:pt x="5156" y="8417"/>
                    <a:pt x="6115" y="7850"/>
                  </a:cubicBezTo>
                  <a:cubicBezTo>
                    <a:pt x="7445" y="7064"/>
                    <a:pt x="8148" y="5919"/>
                    <a:pt x="8148" y="4536"/>
                  </a:cubicBezTo>
                  <a:lnTo>
                    <a:pt x="8148" y="627"/>
                  </a:lnTo>
                  <a:lnTo>
                    <a:pt x="8148" y="2"/>
                  </a:lnTo>
                  <a:lnTo>
                    <a:pt x="7542" y="152"/>
                  </a:lnTo>
                  <a:cubicBezTo>
                    <a:pt x="7529" y="155"/>
                    <a:pt x="6257" y="463"/>
                    <a:pt x="4075" y="463"/>
                  </a:cubicBezTo>
                  <a:cubicBezTo>
                    <a:pt x="1893" y="463"/>
                    <a:pt x="621" y="155"/>
                    <a:pt x="609" y="152"/>
                  </a:cubicBezTo>
                  <a:lnTo>
                    <a:pt x="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26" name="Google Shape;1026;p60"/>
          <p:cNvSpPr/>
          <p:nvPr/>
        </p:nvSpPr>
        <p:spPr>
          <a:xfrm>
            <a:off x="6419262" y="4012734"/>
            <a:ext cx="376655" cy="240685"/>
          </a:xfrm>
          <a:custGeom>
            <a:avLst/>
            <a:gdLst/>
            <a:ahLst/>
            <a:cxnLst/>
            <a:rect l="l" t="t" r="r" b="b"/>
            <a:pathLst>
              <a:path w="13967" h="8925" extrusionOk="0">
                <a:moveTo>
                  <a:pt x="7146" y="1423"/>
                </a:moveTo>
                <a:lnTo>
                  <a:pt x="8045" y="3245"/>
                </a:lnTo>
                <a:lnTo>
                  <a:pt x="10057" y="3537"/>
                </a:lnTo>
                <a:lnTo>
                  <a:pt x="8602" y="4957"/>
                </a:lnTo>
                <a:lnTo>
                  <a:pt x="8945" y="6959"/>
                </a:lnTo>
                <a:lnTo>
                  <a:pt x="7146" y="6014"/>
                </a:lnTo>
                <a:lnTo>
                  <a:pt x="5347" y="6959"/>
                </a:lnTo>
                <a:lnTo>
                  <a:pt x="5347" y="6959"/>
                </a:lnTo>
                <a:lnTo>
                  <a:pt x="5690" y="4957"/>
                </a:lnTo>
                <a:lnTo>
                  <a:pt x="4235" y="3537"/>
                </a:lnTo>
                <a:lnTo>
                  <a:pt x="6247" y="3245"/>
                </a:lnTo>
                <a:lnTo>
                  <a:pt x="7146" y="1423"/>
                </a:lnTo>
                <a:close/>
                <a:moveTo>
                  <a:pt x="1553" y="0"/>
                </a:moveTo>
                <a:lnTo>
                  <a:pt x="1553" y="505"/>
                </a:lnTo>
                <a:cubicBezTo>
                  <a:pt x="1552" y="1083"/>
                  <a:pt x="1083" y="1552"/>
                  <a:pt x="505" y="1552"/>
                </a:cubicBezTo>
                <a:lnTo>
                  <a:pt x="0" y="1552"/>
                </a:lnTo>
                <a:lnTo>
                  <a:pt x="0" y="7371"/>
                </a:lnTo>
                <a:lnTo>
                  <a:pt x="505" y="7371"/>
                </a:lnTo>
                <a:cubicBezTo>
                  <a:pt x="1083" y="7371"/>
                  <a:pt x="1553" y="7841"/>
                  <a:pt x="1553" y="8420"/>
                </a:cubicBezTo>
                <a:lnTo>
                  <a:pt x="1553" y="8924"/>
                </a:lnTo>
                <a:lnTo>
                  <a:pt x="12415" y="8924"/>
                </a:lnTo>
                <a:lnTo>
                  <a:pt x="12415" y="8148"/>
                </a:lnTo>
                <a:cubicBezTo>
                  <a:pt x="12415" y="7720"/>
                  <a:pt x="12762" y="7373"/>
                  <a:pt x="13191" y="7373"/>
                </a:cubicBezTo>
                <a:lnTo>
                  <a:pt x="13966" y="7373"/>
                </a:lnTo>
                <a:lnTo>
                  <a:pt x="13966" y="1553"/>
                </a:lnTo>
                <a:lnTo>
                  <a:pt x="13191" y="1552"/>
                </a:lnTo>
                <a:cubicBezTo>
                  <a:pt x="12762" y="1552"/>
                  <a:pt x="12415" y="1205"/>
                  <a:pt x="12415" y="775"/>
                </a:cubicBezTo>
                <a:lnTo>
                  <a:pt x="1241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7" name="Google Shape;1027;p60"/>
          <p:cNvSpPr/>
          <p:nvPr/>
        </p:nvSpPr>
        <p:spPr>
          <a:xfrm>
            <a:off x="7230819" y="4023170"/>
            <a:ext cx="376655" cy="219758"/>
          </a:xfrm>
          <a:custGeom>
            <a:avLst/>
            <a:gdLst/>
            <a:ahLst/>
            <a:cxnLst/>
            <a:rect l="l" t="t" r="r" b="b"/>
            <a:pathLst>
              <a:path w="13967" h="8149" extrusionOk="0">
                <a:moveTo>
                  <a:pt x="13190" y="777"/>
                </a:moveTo>
                <a:lnTo>
                  <a:pt x="13190" y="1554"/>
                </a:lnTo>
                <a:lnTo>
                  <a:pt x="1164" y="1554"/>
                </a:lnTo>
                <a:lnTo>
                  <a:pt x="1164" y="777"/>
                </a:lnTo>
                <a:close/>
                <a:moveTo>
                  <a:pt x="10087" y="3345"/>
                </a:moveTo>
                <a:cubicBezTo>
                  <a:pt x="10434" y="3351"/>
                  <a:pt x="10712" y="3633"/>
                  <a:pt x="10712" y="3980"/>
                </a:cubicBezTo>
                <a:cubicBezTo>
                  <a:pt x="10712" y="4327"/>
                  <a:pt x="10434" y="4609"/>
                  <a:pt x="10087" y="4615"/>
                </a:cubicBezTo>
                <a:lnTo>
                  <a:pt x="10087" y="3345"/>
                </a:lnTo>
                <a:close/>
                <a:moveTo>
                  <a:pt x="3869" y="3345"/>
                </a:moveTo>
                <a:cubicBezTo>
                  <a:pt x="3873" y="3345"/>
                  <a:pt x="3876" y="3345"/>
                  <a:pt x="3880" y="3345"/>
                </a:cubicBezTo>
                <a:lnTo>
                  <a:pt x="3880" y="4615"/>
                </a:lnTo>
                <a:cubicBezTo>
                  <a:pt x="3876" y="4615"/>
                  <a:pt x="3873" y="4615"/>
                  <a:pt x="3869" y="4615"/>
                </a:cubicBezTo>
                <a:cubicBezTo>
                  <a:pt x="3518" y="4615"/>
                  <a:pt x="3234" y="4331"/>
                  <a:pt x="3234" y="3980"/>
                </a:cubicBezTo>
                <a:cubicBezTo>
                  <a:pt x="3234" y="3629"/>
                  <a:pt x="3518" y="3345"/>
                  <a:pt x="3869" y="3345"/>
                </a:cubicBezTo>
                <a:close/>
                <a:moveTo>
                  <a:pt x="2999" y="2718"/>
                </a:moveTo>
                <a:cubicBezTo>
                  <a:pt x="2093" y="3396"/>
                  <a:pt x="2093" y="4755"/>
                  <a:pt x="2999" y="5433"/>
                </a:cubicBezTo>
                <a:lnTo>
                  <a:pt x="1666" y="5433"/>
                </a:lnTo>
                <a:cubicBezTo>
                  <a:pt x="1426" y="5021"/>
                  <a:pt x="1300" y="4551"/>
                  <a:pt x="1300" y="4075"/>
                </a:cubicBezTo>
                <a:cubicBezTo>
                  <a:pt x="1300" y="3598"/>
                  <a:pt x="1426" y="3130"/>
                  <a:pt x="1666" y="2718"/>
                </a:cubicBezTo>
                <a:close/>
                <a:moveTo>
                  <a:pt x="9311" y="2718"/>
                </a:moveTo>
                <a:lnTo>
                  <a:pt x="9311" y="5433"/>
                </a:lnTo>
                <a:lnTo>
                  <a:pt x="5044" y="5433"/>
                </a:lnTo>
                <a:lnTo>
                  <a:pt x="5044" y="2718"/>
                </a:lnTo>
                <a:close/>
                <a:moveTo>
                  <a:pt x="12473" y="2718"/>
                </a:moveTo>
                <a:cubicBezTo>
                  <a:pt x="12960" y="3556"/>
                  <a:pt x="12960" y="4593"/>
                  <a:pt x="12473" y="5433"/>
                </a:cubicBezTo>
                <a:lnTo>
                  <a:pt x="11140" y="5433"/>
                </a:lnTo>
                <a:cubicBezTo>
                  <a:pt x="12046" y="4755"/>
                  <a:pt x="12046" y="3396"/>
                  <a:pt x="11140" y="2718"/>
                </a:cubicBezTo>
                <a:close/>
                <a:moveTo>
                  <a:pt x="0" y="1"/>
                </a:moveTo>
                <a:lnTo>
                  <a:pt x="0" y="8148"/>
                </a:lnTo>
                <a:lnTo>
                  <a:pt x="13967" y="8148"/>
                </a:lnTo>
                <a:lnTo>
                  <a:pt x="1396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8" name="Google Shape;1028;p60"/>
          <p:cNvSpPr/>
          <p:nvPr/>
        </p:nvSpPr>
        <p:spPr>
          <a:xfrm>
            <a:off x="8047015" y="2191035"/>
            <a:ext cx="376709" cy="272021"/>
          </a:xfrm>
          <a:custGeom>
            <a:avLst/>
            <a:gdLst/>
            <a:ahLst/>
            <a:cxnLst/>
            <a:rect l="l" t="t" r="r" b="b"/>
            <a:pathLst>
              <a:path w="13969" h="10087" extrusionOk="0">
                <a:moveTo>
                  <a:pt x="6985" y="4655"/>
                </a:moveTo>
                <a:lnTo>
                  <a:pt x="6985" y="5819"/>
                </a:lnTo>
                <a:lnTo>
                  <a:pt x="3493" y="5819"/>
                </a:lnTo>
                <a:lnTo>
                  <a:pt x="3493" y="4655"/>
                </a:lnTo>
                <a:close/>
                <a:moveTo>
                  <a:pt x="1166" y="0"/>
                </a:moveTo>
                <a:lnTo>
                  <a:pt x="1166" y="1164"/>
                </a:lnTo>
                <a:lnTo>
                  <a:pt x="7078" y="1164"/>
                </a:lnTo>
                <a:lnTo>
                  <a:pt x="7932" y="2328"/>
                </a:lnTo>
                <a:lnTo>
                  <a:pt x="1165" y="2328"/>
                </a:lnTo>
                <a:lnTo>
                  <a:pt x="1165" y="4267"/>
                </a:lnTo>
                <a:lnTo>
                  <a:pt x="1" y="4267"/>
                </a:lnTo>
                <a:lnTo>
                  <a:pt x="1" y="6595"/>
                </a:lnTo>
                <a:lnTo>
                  <a:pt x="1165" y="6595"/>
                </a:lnTo>
                <a:lnTo>
                  <a:pt x="1165" y="10087"/>
                </a:lnTo>
                <a:lnTo>
                  <a:pt x="10864" y="10087"/>
                </a:lnTo>
                <a:lnTo>
                  <a:pt x="10864" y="8146"/>
                </a:lnTo>
                <a:lnTo>
                  <a:pt x="11503" y="8146"/>
                </a:lnTo>
                <a:lnTo>
                  <a:pt x="13968" y="9380"/>
                </a:lnTo>
                <a:lnTo>
                  <a:pt x="13968" y="3035"/>
                </a:lnTo>
                <a:lnTo>
                  <a:pt x="11503" y="4267"/>
                </a:lnTo>
                <a:lnTo>
                  <a:pt x="10865" y="4267"/>
                </a:lnTo>
                <a:lnTo>
                  <a:pt x="10865" y="2328"/>
                </a:lnTo>
                <a:lnTo>
                  <a:pt x="9375" y="2328"/>
                </a:lnTo>
                <a:lnTo>
                  <a:pt x="7668"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9" name="Google Shape;1029;p60"/>
          <p:cNvSpPr/>
          <p:nvPr/>
        </p:nvSpPr>
        <p:spPr>
          <a:xfrm>
            <a:off x="8082610" y="2740560"/>
            <a:ext cx="302360" cy="374713"/>
          </a:xfrm>
          <a:custGeom>
            <a:avLst/>
            <a:gdLst/>
            <a:ahLst/>
            <a:cxnLst/>
            <a:rect l="l" t="t" r="r" b="b"/>
            <a:pathLst>
              <a:path w="11212" h="13895" extrusionOk="0">
                <a:moveTo>
                  <a:pt x="6168" y="6523"/>
                </a:moveTo>
                <a:lnTo>
                  <a:pt x="6168" y="7687"/>
                </a:lnTo>
                <a:lnTo>
                  <a:pt x="3063" y="7687"/>
                </a:lnTo>
                <a:lnTo>
                  <a:pt x="3063" y="6523"/>
                </a:lnTo>
                <a:close/>
                <a:moveTo>
                  <a:pt x="2631" y="1"/>
                </a:moveTo>
                <a:cubicBezTo>
                  <a:pt x="2499" y="1"/>
                  <a:pt x="2364" y="11"/>
                  <a:pt x="2228" y="33"/>
                </a:cubicBezTo>
                <a:cubicBezTo>
                  <a:pt x="1159" y="203"/>
                  <a:pt x="307" y="1084"/>
                  <a:pt x="148" y="2154"/>
                </a:cubicBezTo>
                <a:cubicBezTo>
                  <a:pt x="1" y="3143"/>
                  <a:pt x="419" y="4046"/>
                  <a:pt x="1126" y="4584"/>
                </a:cubicBezTo>
                <a:lnTo>
                  <a:pt x="1124" y="4584"/>
                </a:lnTo>
                <a:lnTo>
                  <a:pt x="1124" y="10015"/>
                </a:lnTo>
                <a:lnTo>
                  <a:pt x="3092" y="10015"/>
                </a:lnTo>
                <a:lnTo>
                  <a:pt x="1064" y="13894"/>
                </a:lnTo>
                <a:lnTo>
                  <a:pt x="2193" y="13894"/>
                </a:lnTo>
                <a:lnTo>
                  <a:pt x="4229" y="9964"/>
                </a:lnTo>
                <a:lnTo>
                  <a:pt x="4229" y="13894"/>
                </a:lnTo>
                <a:lnTo>
                  <a:pt x="5393" y="13894"/>
                </a:lnTo>
                <a:lnTo>
                  <a:pt x="5393" y="9964"/>
                </a:lnTo>
                <a:lnTo>
                  <a:pt x="7152" y="13894"/>
                </a:lnTo>
                <a:lnTo>
                  <a:pt x="8403" y="13894"/>
                </a:lnTo>
                <a:lnTo>
                  <a:pt x="6356" y="10015"/>
                </a:lnTo>
                <a:lnTo>
                  <a:pt x="8496" y="10015"/>
                </a:lnTo>
                <a:lnTo>
                  <a:pt x="8496" y="8962"/>
                </a:lnTo>
                <a:lnTo>
                  <a:pt x="11211" y="10028"/>
                </a:lnTo>
                <a:lnTo>
                  <a:pt x="11211" y="4829"/>
                </a:lnTo>
                <a:lnTo>
                  <a:pt x="8496" y="5894"/>
                </a:lnTo>
                <a:lnTo>
                  <a:pt x="8496" y="4583"/>
                </a:lnTo>
                <a:lnTo>
                  <a:pt x="8494" y="4583"/>
                </a:lnTo>
                <a:cubicBezTo>
                  <a:pt x="9198" y="4046"/>
                  <a:pt x="9618" y="3141"/>
                  <a:pt x="9472" y="2152"/>
                </a:cubicBezTo>
                <a:cubicBezTo>
                  <a:pt x="9313" y="1082"/>
                  <a:pt x="8459" y="200"/>
                  <a:pt x="7391" y="33"/>
                </a:cubicBezTo>
                <a:cubicBezTo>
                  <a:pt x="7255" y="11"/>
                  <a:pt x="7120" y="1"/>
                  <a:pt x="6988" y="1"/>
                </a:cubicBezTo>
                <a:cubicBezTo>
                  <a:pt x="6057" y="1"/>
                  <a:pt x="5244" y="516"/>
                  <a:pt x="4810" y="1279"/>
                </a:cubicBezTo>
                <a:cubicBezTo>
                  <a:pt x="4376" y="516"/>
                  <a:pt x="3563" y="1"/>
                  <a:pt x="263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30" name="Google Shape;1030;p60"/>
          <p:cNvGrpSpPr/>
          <p:nvPr/>
        </p:nvGrpSpPr>
        <p:grpSpPr>
          <a:xfrm>
            <a:off x="8057785" y="3363933"/>
            <a:ext cx="355755" cy="324365"/>
            <a:chOff x="7040550" y="3258525"/>
            <a:chExt cx="329800" cy="300700"/>
          </a:xfrm>
        </p:grpSpPr>
        <p:sp>
          <p:nvSpPr>
            <p:cNvPr id="1031" name="Google Shape;1031;p60"/>
            <p:cNvSpPr/>
            <p:nvPr/>
          </p:nvSpPr>
          <p:spPr>
            <a:xfrm>
              <a:off x="7166650" y="3374900"/>
              <a:ext cx="87300" cy="184325"/>
            </a:xfrm>
            <a:custGeom>
              <a:avLst/>
              <a:gdLst/>
              <a:ahLst/>
              <a:cxnLst/>
              <a:rect l="l" t="t" r="r" b="b"/>
              <a:pathLst>
                <a:path w="3492" h="7373" extrusionOk="0">
                  <a:moveTo>
                    <a:pt x="0" y="1"/>
                  </a:moveTo>
                  <a:lnTo>
                    <a:pt x="0" y="7372"/>
                  </a:lnTo>
                  <a:lnTo>
                    <a:pt x="3492" y="7372"/>
                  </a:lnTo>
                  <a:lnTo>
                    <a:pt x="349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2" name="Google Shape;1032;p60"/>
            <p:cNvSpPr/>
            <p:nvPr/>
          </p:nvSpPr>
          <p:spPr>
            <a:xfrm>
              <a:off x="7283025" y="3258525"/>
              <a:ext cx="87325" cy="300700"/>
            </a:xfrm>
            <a:custGeom>
              <a:avLst/>
              <a:gdLst/>
              <a:ahLst/>
              <a:cxnLst/>
              <a:rect l="l" t="t" r="r" b="b"/>
              <a:pathLst>
                <a:path w="3493" h="12028" extrusionOk="0">
                  <a:moveTo>
                    <a:pt x="1" y="0"/>
                  </a:moveTo>
                  <a:lnTo>
                    <a:pt x="1" y="12027"/>
                  </a:lnTo>
                  <a:lnTo>
                    <a:pt x="3493" y="12027"/>
                  </a:lnTo>
                  <a:lnTo>
                    <a:pt x="3493"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3" name="Google Shape;1033;p60"/>
            <p:cNvSpPr/>
            <p:nvPr/>
          </p:nvSpPr>
          <p:spPr>
            <a:xfrm>
              <a:off x="7040550" y="3433100"/>
              <a:ext cx="87325" cy="116425"/>
            </a:xfrm>
            <a:custGeom>
              <a:avLst/>
              <a:gdLst/>
              <a:ahLst/>
              <a:cxnLst/>
              <a:rect l="l" t="t" r="r" b="b"/>
              <a:pathLst>
                <a:path w="3493" h="4657" extrusionOk="0">
                  <a:moveTo>
                    <a:pt x="1" y="1"/>
                  </a:moveTo>
                  <a:lnTo>
                    <a:pt x="1" y="4657"/>
                  </a:lnTo>
                  <a:lnTo>
                    <a:pt x="3493" y="4657"/>
                  </a:lnTo>
                  <a:lnTo>
                    <a:pt x="349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34" name="Google Shape;1034;p60"/>
          <p:cNvGrpSpPr/>
          <p:nvPr/>
        </p:nvGrpSpPr>
        <p:grpSpPr>
          <a:xfrm>
            <a:off x="8047349" y="3944867"/>
            <a:ext cx="376655" cy="376655"/>
            <a:chOff x="7030875" y="3797075"/>
            <a:chExt cx="349175" cy="349175"/>
          </a:xfrm>
        </p:grpSpPr>
        <p:sp>
          <p:nvSpPr>
            <p:cNvPr id="1035" name="Google Shape;1035;p60"/>
            <p:cNvSpPr/>
            <p:nvPr/>
          </p:nvSpPr>
          <p:spPr>
            <a:xfrm>
              <a:off x="7030875" y="3797075"/>
              <a:ext cx="349175" cy="349175"/>
            </a:xfrm>
            <a:custGeom>
              <a:avLst/>
              <a:gdLst/>
              <a:ahLst/>
              <a:cxnLst/>
              <a:rect l="l" t="t" r="r" b="b"/>
              <a:pathLst>
                <a:path w="13967" h="13967" extrusionOk="0">
                  <a:moveTo>
                    <a:pt x="7062" y="1604"/>
                  </a:moveTo>
                  <a:lnTo>
                    <a:pt x="8748" y="5018"/>
                  </a:lnTo>
                  <a:lnTo>
                    <a:pt x="12516" y="5566"/>
                  </a:lnTo>
                  <a:lnTo>
                    <a:pt x="9789" y="8222"/>
                  </a:lnTo>
                  <a:lnTo>
                    <a:pt x="10432" y="11977"/>
                  </a:lnTo>
                  <a:lnTo>
                    <a:pt x="7062" y="10206"/>
                  </a:lnTo>
                  <a:lnTo>
                    <a:pt x="3692" y="11977"/>
                  </a:lnTo>
                  <a:lnTo>
                    <a:pt x="4335" y="8223"/>
                  </a:lnTo>
                  <a:lnTo>
                    <a:pt x="1610" y="5566"/>
                  </a:lnTo>
                  <a:lnTo>
                    <a:pt x="5378" y="5018"/>
                  </a:lnTo>
                  <a:lnTo>
                    <a:pt x="7062" y="1604"/>
                  </a:lnTo>
                  <a:close/>
                  <a:moveTo>
                    <a:pt x="0" y="1"/>
                  </a:moveTo>
                  <a:lnTo>
                    <a:pt x="0" y="13967"/>
                  </a:lnTo>
                  <a:lnTo>
                    <a:pt x="13966" y="13967"/>
                  </a:lnTo>
                  <a:lnTo>
                    <a:pt x="13966"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6" name="Google Shape;1036;p60"/>
            <p:cNvSpPr/>
            <p:nvPr/>
          </p:nvSpPr>
          <p:spPr>
            <a:xfrm>
              <a:off x="7183525" y="3956375"/>
              <a:ext cx="46075" cy="44300"/>
            </a:xfrm>
            <a:custGeom>
              <a:avLst/>
              <a:gdLst/>
              <a:ahLst/>
              <a:cxnLst/>
              <a:rect l="l" t="t" r="r" b="b"/>
              <a:pathLst>
                <a:path w="1843" h="1772" extrusionOk="0">
                  <a:moveTo>
                    <a:pt x="956" y="1"/>
                  </a:moveTo>
                  <a:cubicBezTo>
                    <a:pt x="597" y="1"/>
                    <a:pt x="275" y="216"/>
                    <a:pt x="138" y="547"/>
                  </a:cubicBezTo>
                  <a:cubicBezTo>
                    <a:pt x="0" y="878"/>
                    <a:pt x="77" y="1259"/>
                    <a:pt x="330" y="1513"/>
                  </a:cubicBezTo>
                  <a:cubicBezTo>
                    <a:pt x="499" y="1682"/>
                    <a:pt x="725" y="1772"/>
                    <a:pt x="955" y="1772"/>
                  </a:cubicBezTo>
                  <a:cubicBezTo>
                    <a:pt x="1070" y="1772"/>
                    <a:pt x="1185" y="1750"/>
                    <a:pt x="1294" y="1704"/>
                  </a:cubicBezTo>
                  <a:cubicBezTo>
                    <a:pt x="1625" y="1568"/>
                    <a:pt x="1842" y="1244"/>
                    <a:pt x="1842" y="886"/>
                  </a:cubicBezTo>
                  <a:cubicBezTo>
                    <a:pt x="1842" y="397"/>
                    <a:pt x="1445" y="1"/>
                    <a:pt x="9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1040"/>
        <p:cNvGrpSpPr/>
        <p:nvPr/>
      </p:nvGrpSpPr>
      <p:grpSpPr>
        <a:xfrm>
          <a:off x="0" y="0"/>
          <a:ext cx="0" cy="0"/>
          <a:chOff x="0" y="0"/>
          <a:chExt cx="0" cy="0"/>
        </a:xfrm>
      </p:grpSpPr>
      <p:sp>
        <p:nvSpPr>
          <p:cNvPr id="1041" name="Google Shape;1041;p61"/>
          <p:cNvSpPr txBox="1">
            <a:spLocks noGrp="1"/>
          </p:cNvSpPr>
          <p:nvPr>
            <p:ph type="title"/>
          </p:nvPr>
        </p:nvSpPr>
        <p:spPr>
          <a:xfrm>
            <a:off x="720000" y="532925"/>
            <a:ext cx="7704000" cy="440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ALTERNATIVE RESOURCES</a:t>
            </a:r>
            <a:endParaRPr/>
          </a:p>
        </p:txBody>
      </p:sp>
      <p:pic>
        <p:nvPicPr>
          <p:cNvPr id="1042" name="Google Shape;1042;p61"/>
          <p:cNvPicPr preferRelativeResize="0"/>
          <p:nvPr/>
        </p:nvPicPr>
        <p:blipFill>
          <a:blip r:embed="rId3">
            <a:alphaModFix/>
          </a:blip>
          <a:stretch>
            <a:fillRect/>
          </a:stretch>
        </p:blipFill>
        <p:spPr>
          <a:xfrm>
            <a:off x="766950" y="1268863"/>
            <a:ext cx="1673550" cy="1862676"/>
          </a:xfrm>
          <a:prstGeom prst="rect">
            <a:avLst/>
          </a:prstGeom>
          <a:noFill/>
          <a:ln>
            <a:noFill/>
          </a:ln>
        </p:spPr>
      </p:pic>
      <p:pic>
        <p:nvPicPr>
          <p:cNvPr id="1043" name="Google Shape;1043;p61"/>
          <p:cNvPicPr preferRelativeResize="0"/>
          <p:nvPr/>
        </p:nvPicPr>
        <p:blipFill>
          <a:blip r:embed="rId4">
            <a:alphaModFix/>
          </a:blip>
          <a:stretch>
            <a:fillRect/>
          </a:stretch>
        </p:blipFill>
        <p:spPr>
          <a:xfrm>
            <a:off x="4306217" y="3309763"/>
            <a:ext cx="3681031" cy="1026575"/>
          </a:xfrm>
          <a:prstGeom prst="rect">
            <a:avLst/>
          </a:prstGeom>
          <a:noFill/>
          <a:ln>
            <a:noFill/>
          </a:ln>
        </p:spPr>
      </p:pic>
      <p:pic>
        <p:nvPicPr>
          <p:cNvPr id="1044" name="Google Shape;1044;p61"/>
          <p:cNvPicPr preferRelativeResize="0"/>
          <p:nvPr/>
        </p:nvPicPr>
        <p:blipFill>
          <a:blip r:embed="rId5">
            <a:alphaModFix/>
          </a:blip>
          <a:stretch>
            <a:fillRect/>
          </a:stretch>
        </p:blipFill>
        <p:spPr>
          <a:xfrm>
            <a:off x="2795738" y="1911892"/>
            <a:ext cx="1293851" cy="1601245"/>
          </a:xfrm>
          <a:prstGeom prst="rect">
            <a:avLst/>
          </a:prstGeom>
          <a:noFill/>
          <a:ln>
            <a:noFill/>
          </a:ln>
        </p:spPr>
      </p:pic>
      <p:pic>
        <p:nvPicPr>
          <p:cNvPr id="1045" name="Google Shape;1045;p61"/>
          <p:cNvPicPr preferRelativeResize="0"/>
          <p:nvPr/>
        </p:nvPicPr>
        <p:blipFill>
          <a:blip r:embed="rId6">
            <a:alphaModFix/>
          </a:blip>
          <a:stretch>
            <a:fillRect/>
          </a:stretch>
        </p:blipFill>
        <p:spPr>
          <a:xfrm rot="-633883">
            <a:off x="5683389" y="1614477"/>
            <a:ext cx="2418164" cy="1470199"/>
          </a:xfrm>
          <a:prstGeom prst="rect">
            <a:avLst/>
          </a:prstGeom>
          <a:noFill/>
          <a:ln>
            <a:noFill/>
          </a:ln>
        </p:spPr>
      </p:pic>
      <p:pic>
        <p:nvPicPr>
          <p:cNvPr id="1046" name="Google Shape;1046;p61"/>
          <p:cNvPicPr preferRelativeResize="0"/>
          <p:nvPr/>
        </p:nvPicPr>
        <p:blipFill>
          <a:blip r:embed="rId7">
            <a:alphaModFix/>
          </a:blip>
          <a:stretch>
            <a:fillRect/>
          </a:stretch>
        </p:blipFill>
        <p:spPr>
          <a:xfrm>
            <a:off x="1096200" y="3230751"/>
            <a:ext cx="2752674" cy="1184600"/>
          </a:xfrm>
          <a:prstGeom prst="rect">
            <a:avLst/>
          </a:prstGeom>
          <a:noFill/>
          <a:ln>
            <a:noFill/>
          </a:ln>
        </p:spPr>
      </p:pic>
      <p:pic>
        <p:nvPicPr>
          <p:cNvPr id="1047" name="Google Shape;1047;p61"/>
          <p:cNvPicPr preferRelativeResize="0"/>
          <p:nvPr/>
        </p:nvPicPr>
        <p:blipFill>
          <a:blip r:embed="rId8">
            <a:alphaModFix/>
          </a:blip>
          <a:stretch>
            <a:fillRect/>
          </a:stretch>
        </p:blipFill>
        <p:spPr>
          <a:xfrm>
            <a:off x="4444825" y="1197573"/>
            <a:ext cx="1427300" cy="1306050"/>
          </a:xfrm>
          <a:prstGeom prst="rect">
            <a:avLst/>
          </a:prstGeom>
          <a:noFill/>
          <a:ln>
            <a:noFill/>
          </a:ln>
        </p:spPr>
      </p:pic>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1051"/>
        <p:cNvGrpSpPr/>
        <p:nvPr/>
      </p:nvGrpSpPr>
      <p:grpSpPr>
        <a:xfrm>
          <a:off x="0" y="0"/>
          <a:ext cx="0" cy="0"/>
          <a:chOff x="0" y="0"/>
          <a:chExt cx="0" cy="0"/>
        </a:xfrm>
      </p:grpSpPr>
      <p:sp>
        <p:nvSpPr>
          <p:cNvPr id="1052" name="Google Shape;1052;p62"/>
          <p:cNvSpPr txBox="1">
            <a:spLocks noGrp="1"/>
          </p:cNvSpPr>
          <p:nvPr>
            <p:ph type="title"/>
          </p:nvPr>
        </p:nvSpPr>
        <p:spPr>
          <a:xfrm>
            <a:off x="720000" y="532925"/>
            <a:ext cx="7704000" cy="440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ALTERNATIVE RESOURCES</a:t>
            </a:r>
            <a:endParaRPr/>
          </a:p>
        </p:txBody>
      </p:sp>
      <p:sp>
        <p:nvSpPr>
          <p:cNvPr id="1053" name="Google Shape;1053;p62"/>
          <p:cNvSpPr txBox="1">
            <a:spLocks noGrp="1"/>
          </p:cNvSpPr>
          <p:nvPr>
            <p:ph type="body" idx="1"/>
          </p:nvPr>
        </p:nvSpPr>
        <p:spPr>
          <a:xfrm>
            <a:off x="720000" y="1321700"/>
            <a:ext cx="7704000" cy="3286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accent6"/>
              </a:buClr>
              <a:buSzPts val="1100"/>
              <a:buFont typeface="Arial"/>
              <a:buNone/>
            </a:pPr>
            <a:r>
              <a:rPr lang="en" sz="1400" b="1">
                <a:solidFill>
                  <a:schemeClr val="dk1"/>
                </a:solidFill>
                <a:latin typeface="Righteous"/>
                <a:ea typeface="Righteous"/>
                <a:cs typeface="Righteous"/>
                <a:sym typeface="Righteous"/>
              </a:rPr>
              <a:t>VECTORS</a:t>
            </a:r>
            <a:r>
              <a:rPr lang="en" sz="1400">
                <a:solidFill>
                  <a:schemeClr val="dk1"/>
                </a:solidFill>
              </a:rPr>
              <a:t>:</a:t>
            </a:r>
            <a:endParaRPr sz="1400">
              <a:solidFill>
                <a:schemeClr val="dk1"/>
              </a:solidFill>
            </a:endParaRPr>
          </a:p>
          <a:p>
            <a:pPr marL="457200" marR="50800" lvl="0" indent="-317500" algn="l" rtl="0">
              <a:spcBef>
                <a:spcPts val="0"/>
              </a:spcBef>
              <a:spcAft>
                <a:spcPts val="0"/>
              </a:spcAft>
              <a:buSzPts val="1400"/>
              <a:buChar char="●"/>
            </a:pPr>
            <a:r>
              <a:rPr lang="en">
                <a:solidFill>
                  <a:schemeClr val="hlink"/>
                </a:solidFill>
                <a:uFill>
                  <a:noFill/>
                </a:uFill>
                <a:hlinkClick r:id="rId3"/>
              </a:rPr>
              <a:t>Cartoon movie producing horizontal banners</a:t>
            </a:r>
            <a:endParaRPr>
              <a:solidFill>
                <a:srgbClr val="374957"/>
              </a:solidFill>
            </a:endParaRPr>
          </a:p>
          <a:p>
            <a:pPr marL="457200" marR="50800" lvl="0" indent="-317500" algn="l" rtl="0">
              <a:spcBef>
                <a:spcPts val="0"/>
              </a:spcBef>
              <a:spcAft>
                <a:spcPts val="0"/>
              </a:spcAft>
              <a:buSzPts val="1400"/>
              <a:buChar char="●"/>
            </a:pPr>
            <a:r>
              <a:rPr lang="en">
                <a:solidFill>
                  <a:schemeClr val="dk1"/>
                </a:solidFill>
                <a:uFill>
                  <a:noFill/>
                </a:uFill>
                <a:hlinkClick r:id="rId4">
                  <a:extLst>
                    <a:ext uri="{A12FA001-AC4F-418D-AE19-62706E023703}">
                      <ahyp:hlinkClr xmlns:ahyp="http://schemas.microsoft.com/office/drawing/2018/hyperlinkcolor" xmlns="" val="tx"/>
                    </a:ext>
                  </a:extLst>
                </a:hlinkClick>
              </a:rPr>
              <a:t>Cartoon working day scene illustration</a:t>
            </a:r>
            <a:endParaRPr>
              <a:solidFill>
                <a:srgbClr val="374957"/>
              </a:solidFill>
            </a:endParaRPr>
          </a:p>
          <a:p>
            <a:pPr marL="457200" marR="50800" lvl="0" indent="-317500" algn="l" rtl="0">
              <a:spcBef>
                <a:spcPts val="0"/>
              </a:spcBef>
              <a:spcAft>
                <a:spcPts val="0"/>
              </a:spcAft>
              <a:buSzPts val="1400"/>
              <a:buChar char="●"/>
            </a:pPr>
            <a:r>
              <a:rPr lang="en">
                <a:solidFill>
                  <a:schemeClr val="hlink"/>
                </a:solidFill>
                <a:uFill>
                  <a:noFill/>
                </a:uFill>
                <a:hlinkClick r:id="rId5"/>
              </a:rPr>
              <a:t>Movie banners with cinema material</a:t>
            </a:r>
            <a:endParaRPr>
              <a:solidFill>
                <a:srgbClr val="374957"/>
              </a:solidFill>
            </a:endParaRPr>
          </a:p>
          <a:p>
            <a:pPr marL="457200" marR="50800" lvl="0" indent="-317500" algn="l" rtl="0">
              <a:spcBef>
                <a:spcPts val="0"/>
              </a:spcBef>
              <a:spcAft>
                <a:spcPts val="0"/>
              </a:spcAft>
              <a:buSzPts val="1400"/>
              <a:buChar char="●"/>
            </a:pPr>
            <a:r>
              <a:rPr lang="en">
                <a:solidFill>
                  <a:schemeClr val="hlink"/>
                </a:solidFill>
                <a:uFill>
                  <a:noFill/>
                </a:uFill>
                <a:hlinkClick r:id="rId6"/>
              </a:rPr>
              <a:t>Remote working scenes and elements </a:t>
            </a:r>
            <a:endParaRPr>
              <a:solidFill>
                <a:schemeClr val="dk1"/>
              </a:solidFill>
            </a:endParaRPr>
          </a:p>
          <a:p>
            <a:pPr marL="457200" marR="50800" lvl="0" indent="0" algn="l" rtl="0">
              <a:spcBef>
                <a:spcPts val="0"/>
              </a:spcBef>
              <a:spcAft>
                <a:spcPts val="0"/>
              </a:spcAft>
              <a:buNone/>
            </a:pPr>
            <a:endParaRPr sz="1400">
              <a:solidFill>
                <a:schemeClr val="dk1"/>
              </a:solidFill>
            </a:endParaRPr>
          </a:p>
          <a:p>
            <a:pPr marL="0" lvl="0" indent="0" algn="l" rtl="0">
              <a:spcBef>
                <a:spcPts val="0"/>
              </a:spcBef>
              <a:spcAft>
                <a:spcPts val="0"/>
              </a:spcAft>
              <a:buClr>
                <a:schemeClr val="accent6"/>
              </a:buClr>
              <a:buSzPts val="1100"/>
              <a:buFont typeface="Arial"/>
              <a:buNone/>
            </a:pPr>
            <a:r>
              <a:rPr lang="en" sz="1400" b="1">
                <a:solidFill>
                  <a:schemeClr val="dk1"/>
                </a:solidFill>
                <a:latin typeface="Righteous"/>
                <a:ea typeface="Righteous"/>
                <a:cs typeface="Righteous"/>
                <a:sym typeface="Righteous"/>
              </a:rPr>
              <a:t>PHOTOS</a:t>
            </a:r>
            <a:r>
              <a:rPr lang="en" sz="1400">
                <a:solidFill>
                  <a:schemeClr val="dk1"/>
                </a:solidFill>
              </a:rPr>
              <a:t>:</a:t>
            </a:r>
            <a:endParaRPr sz="1400">
              <a:solidFill>
                <a:schemeClr val="dk1"/>
              </a:solidFill>
            </a:endParaRPr>
          </a:p>
          <a:p>
            <a:pPr marL="457200" marR="50800" lvl="0" indent="-317500" algn="l" rtl="0">
              <a:spcBef>
                <a:spcPts val="0"/>
              </a:spcBef>
              <a:spcAft>
                <a:spcPts val="0"/>
              </a:spcAft>
              <a:buSzPts val="1400"/>
              <a:buChar char="●"/>
            </a:pPr>
            <a:r>
              <a:rPr lang="en" sz="1400">
                <a:solidFill>
                  <a:schemeClr val="hlink"/>
                </a:solidFill>
                <a:uFill>
                  <a:noFill/>
                </a:uFill>
                <a:hlinkClick r:id="rId7"/>
              </a:rPr>
              <a:t>Happy family sitting in cinema</a:t>
            </a:r>
            <a:endParaRPr sz="1400"/>
          </a:p>
          <a:p>
            <a:pPr marL="457200" marR="50800" lvl="0" indent="-317500" algn="l" rtl="0">
              <a:spcBef>
                <a:spcPts val="0"/>
              </a:spcBef>
              <a:spcAft>
                <a:spcPts val="0"/>
              </a:spcAft>
              <a:buSzPts val="1400"/>
              <a:buChar char="●"/>
            </a:pPr>
            <a:r>
              <a:rPr lang="en" sz="1400">
                <a:solidFill>
                  <a:schemeClr val="hlink"/>
                </a:solidFill>
                <a:uFill>
                  <a:noFill/>
                </a:uFill>
                <a:hlinkClick r:id="rId8"/>
              </a:rPr>
              <a:t>Young couple watching movie in cinema</a:t>
            </a:r>
            <a:endParaRPr sz="1400"/>
          </a:p>
        </p:txBody>
      </p:sp>
      <p:pic>
        <p:nvPicPr>
          <p:cNvPr id="1054" name="Google Shape;1054;p62"/>
          <p:cNvPicPr preferRelativeResize="0"/>
          <p:nvPr/>
        </p:nvPicPr>
        <p:blipFill>
          <a:blip r:embed="rId9">
            <a:alphaModFix/>
          </a:blip>
          <a:stretch>
            <a:fillRect/>
          </a:stretch>
        </p:blipFill>
        <p:spPr>
          <a:xfrm rot="-813221" flipH="1">
            <a:off x="5711038" y="2745622"/>
            <a:ext cx="2359973" cy="1672306"/>
          </a:xfrm>
          <a:prstGeom prst="rect">
            <a:avLst/>
          </a:prstGeom>
          <a:noFill/>
          <a:ln>
            <a:noFill/>
          </a:ln>
        </p:spPr>
      </p:pic>
      <p:pic>
        <p:nvPicPr>
          <p:cNvPr id="1055" name="Google Shape;1055;p62"/>
          <p:cNvPicPr preferRelativeResize="0"/>
          <p:nvPr/>
        </p:nvPicPr>
        <p:blipFill>
          <a:blip r:embed="rId10">
            <a:alphaModFix/>
          </a:blip>
          <a:stretch>
            <a:fillRect/>
          </a:stretch>
        </p:blipFill>
        <p:spPr>
          <a:xfrm>
            <a:off x="5227400" y="1550288"/>
            <a:ext cx="1469714" cy="1251950"/>
          </a:xfrm>
          <a:prstGeom prst="rect">
            <a:avLst/>
          </a:prstGeom>
          <a:noFill/>
          <a:ln>
            <a:noFill/>
          </a:ln>
        </p:spPr>
      </p:pic>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1059"/>
        <p:cNvGrpSpPr/>
        <p:nvPr/>
      </p:nvGrpSpPr>
      <p:grpSpPr>
        <a:xfrm>
          <a:off x="0" y="0"/>
          <a:ext cx="0" cy="0"/>
          <a:chOff x="0" y="0"/>
          <a:chExt cx="0" cy="0"/>
        </a:xfrm>
      </p:grpSpPr>
      <p:sp>
        <p:nvSpPr>
          <p:cNvPr id="1060" name="Google Shape;1060;p63"/>
          <p:cNvSpPr txBox="1">
            <a:spLocks noGrp="1"/>
          </p:cNvSpPr>
          <p:nvPr>
            <p:ph type="body" idx="1"/>
          </p:nvPr>
        </p:nvSpPr>
        <p:spPr>
          <a:xfrm>
            <a:off x="720000" y="1321700"/>
            <a:ext cx="7704000" cy="3286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b="1">
                <a:solidFill>
                  <a:schemeClr val="dk1"/>
                </a:solidFill>
                <a:latin typeface="Righteous"/>
                <a:ea typeface="Righteous"/>
                <a:cs typeface="Righteous"/>
                <a:sym typeface="Righteous"/>
              </a:rPr>
              <a:t>VECTORS</a:t>
            </a:r>
            <a:r>
              <a:rPr lang="en">
                <a:solidFill>
                  <a:schemeClr val="dk1"/>
                </a:solidFill>
              </a:rPr>
              <a:t>:</a:t>
            </a:r>
            <a:endParaRPr>
              <a:solidFill>
                <a:schemeClr val="dk1"/>
              </a:solidFill>
            </a:endParaRPr>
          </a:p>
          <a:p>
            <a:pPr marL="457200" marR="50800" lvl="0" indent="-317500" algn="l" rtl="0">
              <a:spcBef>
                <a:spcPts val="0"/>
              </a:spcBef>
              <a:spcAft>
                <a:spcPts val="0"/>
              </a:spcAft>
              <a:buSzPts val="1400"/>
              <a:buChar char="●"/>
            </a:pPr>
            <a:r>
              <a:rPr lang="en">
                <a:solidFill>
                  <a:schemeClr val="dk1"/>
                </a:solidFill>
                <a:uFill>
                  <a:noFill/>
                </a:uFill>
                <a:hlinkClick r:id="rId3">
                  <a:extLst>
                    <a:ext uri="{A12FA001-AC4F-418D-AE19-62706E023703}">
                      <ahyp:hlinkClr xmlns:ahyp="http://schemas.microsoft.com/office/drawing/2018/hyperlinkcolor" xmlns="" val="tx"/>
                    </a:ext>
                  </a:extLst>
                </a:hlinkClick>
              </a:rPr>
              <a:t>Cartoon film director collection</a:t>
            </a:r>
            <a:endParaRPr>
              <a:solidFill>
                <a:schemeClr val="dk1"/>
              </a:solidFill>
            </a:endParaRPr>
          </a:p>
          <a:p>
            <a:pPr marL="457200" marR="50800" lvl="0" indent="-317500" algn="l" rtl="0">
              <a:spcBef>
                <a:spcPts val="0"/>
              </a:spcBef>
              <a:spcAft>
                <a:spcPts val="0"/>
              </a:spcAft>
              <a:buSzPts val="1400"/>
              <a:buChar char="●"/>
            </a:pPr>
            <a:r>
              <a:rPr lang="en">
                <a:solidFill>
                  <a:schemeClr val="dk1"/>
                </a:solidFill>
                <a:uFill>
                  <a:noFill/>
                </a:uFill>
                <a:hlinkClick r:id="rId4">
                  <a:extLst>
                    <a:ext uri="{A12FA001-AC4F-418D-AE19-62706E023703}">
                      <ahyp:hlinkClr xmlns:ahyp="http://schemas.microsoft.com/office/drawing/2018/hyperlinkcolor" xmlns="" val="tx"/>
                    </a:ext>
                  </a:extLst>
                </a:hlinkClick>
              </a:rPr>
              <a:t>Cartoon movie producing background</a:t>
            </a:r>
            <a:endParaRPr>
              <a:solidFill>
                <a:schemeClr val="dk1"/>
              </a:solidFill>
            </a:endParaRPr>
          </a:p>
          <a:p>
            <a:pPr marL="457200" marR="50800" lvl="0" indent="-317500" algn="l" rtl="0">
              <a:spcBef>
                <a:spcPts val="0"/>
              </a:spcBef>
              <a:spcAft>
                <a:spcPts val="0"/>
              </a:spcAft>
              <a:buSzPts val="1400"/>
              <a:buChar char="●"/>
            </a:pPr>
            <a:r>
              <a:rPr lang="en">
                <a:solidFill>
                  <a:schemeClr val="dk1"/>
                </a:solidFill>
                <a:uFill>
                  <a:noFill/>
                </a:uFill>
                <a:hlinkClick r:id="rId5">
                  <a:extLst>
                    <a:ext uri="{A12FA001-AC4F-418D-AE19-62706E023703}">
                      <ahyp:hlinkClr xmlns:ahyp="http://schemas.microsoft.com/office/drawing/2018/hyperlinkcolor" xmlns="" val="tx"/>
                    </a:ext>
                  </a:extLst>
                </a:hlinkClick>
              </a:rPr>
              <a:t>Cartoon movie producing collection</a:t>
            </a:r>
            <a:endParaRPr>
              <a:solidFill>
                <a:schemeClr val="dk1"/>
              </a:solidFill>
            </a:endParaRPr>
          </a:p>
          <a:p>
            <a:pPr marL="457200" marR="50800" lvl="0" indent="-317500" algn="l" rtl="0">
              <a:lnSpc>
                <a:spcPct val="166000"/>
              </a:lnSpc>
              <a:spcBef>
                <a:spcPts val="0"/>
              </a:spcBef>
              <a:spcAft>
                <a:spcPts val="0"/>
              </a:spcAft>
              <a:buSzPts val="1400"/>
              <a:buChar char="●"/>
            </a:pPr>
            <a:r>
              <a:rPr lang="en">
                <a:solidFill>
                  <a:schemeClr val="hlink"/>
                </a:solidFill>
                <a:uFill>
                  <a:noFill/>
                </a:uFill>
                <a:hlinkClick r:id="rId6"/>
              </a:rPr>
              <a:t>Flat world graphics day illustration</a:t>
            </a:r>
            <a:endParaRPr>
              <a:solidFill>
                <a:schemeClr val="dk1"/>
              </a:solidFill>
            </a:endParaRPr>
          </a:p>
          <a:p>
            <a:pPr marL="457200" marR="50800" lvl="0" indent="0" algn="l" rtl="0">
              <a:spcBef>
                <a:spcPts val="0"/>
              </a:spcBef>
              <a:spcAft>
                <a:spcPts val="0"/>
              </a:spcAft>
              <a:buNone/>
            </a:pPr>
            <a:endParaRPr>
              <a:solidFill>
                <a:schemeClr val="dk1"/>
              </a:solidFill>
            </a:endParaRPr>
          </a:p>
          <a:p>
            <a:pPr marL="0" lvl="0" indent="0" algn="l" rtl="0">
              <a:spcBef>
                <a:spcPts val="0"/>
              </a:spcBef>
              <a:spcAft>
                <a:spcPts val="0"/>
              </a:spcAft>
              <a:buNone/>
            </a:pPr>
            <a:r>
              <a:rPr lang="en" b="1">
                <a:solidFill>
                  <a:schemeClr val="dk1"/>
                </a:solidFill>
                <a:latin typeface="Righteous"/>
                <a:ea typeface="Righteous"/>
                <a:cs typeface="Righteous"/>
                <a:sym typeface="Righteous"/>
              </a:rPr>
              <a:t>PHOTOS</a:t>
            </a:r>
            <a:r>
              <a:rPr lang="en">
                <a:solidFill>
                  <a:schemeClr val="dk1"/>
                </a:solidFill>
              </a:rPr>
              <a:t>:</a:t>
            </a:r>
            <a:endParaRPr>
              <a:solidFill>
                <a:schemeClr val="dk1"/>
              </a:solidFill>
            </a:endParaRPr>
          </a:p>
          <a:p>
            <a:pPr marL="457200" marR="50800" lvl="0" indent="-317500" algn="l" rtl="0">
              <a:spcBef>
                <a:spcPts val="0"/>
              </a:spcBef>
              <a:spcAft>
                <a:spcPts val="0"/>
              </a:spcAft>
              <a:buSzPts val="1400"/>
              <a:buChar char="●"/>
            </a:pPr>
            <a:r>
              <a:rPr lang="en">
                <a:solidFill>
                  <a:schemeClr val="dk1"/>
                </a:solidFill>
                <a:uFill>
                  <a:noFill/>
                </a:uFill>
                <a:hlinkClick r:id="rId7">
                  <a:extLst>
                    <a:ext uri="{A12FA001-AC4F-418D-AE19-62706E023703}">
                      <ahyp:hlinkClr xmlns:ahyp="http://schemas.microsoft.com/office/drawing/2018/hyperlinkcolor" xmlns="" val="tx"/>
                    </a:ext>
                  </a:extLst>
                </a:hlinkClick>
              </a:rPr>
              <a:t>Boy watching movie in cinema</a:t>
            </a:r>
            <a:endParaRPr>
              <a:solidFill>
                <a:schemeClr val="dk1"/>
              </a:solidFill>
            </a:endParaRPr>
          </a:p>
          <a:p>
            <a:pPr marL="457200" marR="50800" lvl="0" indent="-317500" algn="l" rtl="0">
              <a:spcBef>
                <a:spcPts val="0"/>
              </a:spcBef>
              <a:spcAft>
                <a:spcPts val="0"/>
              </a:spcAft>
              <a:buSzPts val="1400"/>
              <a:buChar char="●"/>
            </a:pPr>
            <a:r>
              <a:rPr lang="en">
                <a:solidFill>
                  <a:schemeClr val="dk1"/>
                </a:solidFill>
                <a:uFill>
                  <a:noFill/>
                </a:uFill>
                <a:hlinkClick r:id="rId8">
                  <a:extLst>
                    <a:ext uri="{A12FA001-AC4F-418D-AE19-62706E023703}">
                      <ahyp:hlinkClr xmlns:ahyp="http://schemas.microsoft.com/office/drawing/2018/hyperlinkcolor" xmlns="" val="tx"/>
                    </a:ext>
                  </a:extLst>
                </a:hlinkClick>
              </a:rPr>
              <a:t>Happy family sitting in cinema</a:t>
            </a:r>
            <a:endParaRPr b="1"/>
          </a:p>
        </p:txBody>
      </p:sp>
      <p:sp>
        <p:nvSpPr>
          <p:cNvPr id="1061" name="Google Shape;1061;p63"/>
          <p:cNvSpPr txBox="1">
            <a:spLocks noGrp="1"/>
          </p:cNvSpPr>
          <p:nvPr>
            <p:ph type="title"/>
          </p:nvPr>
        </p:nvSpPr>
        <p:spPr>
          <a:xfrm>
            <a:off x="720000" y="532925"/>
            <a:ext cx="7704000" cy="440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RESOURCES</a:t>
            </a:r>
            <a:endParaRPr/>
          </a:p>
        </p:txBody>
      </p:sp>
      <p:pic>
        <p:nvPicPr>
          <p:cNvPr id="1062" name="Google Shape;1062;p63"/>
          <p:cNvPicPr preferRelativeResize="0"/>
          <p:nvPr/>
        </p:nvPicPr>
        <p:blipFill>
          <a:blip r:embed="rId9">
            <a:alphaModFix/>
          </a:blip>
          <a:stretch>
            <a:fillRect/>
          </a:stretch>
        </p:blipFill>
        <p:spPr>
          <a:xfrm rot="-1769524">
            <a:off x="4921825" y="2604042"/>
            <a:ext cx="2336799" cy="1735166"/>
          </a:xfrm>
          <a:prstGeom prst="rect">
            <a:avLst/>
          </a:prstGeom>
          <a:noFill/>
          <a:ln>
            <a:noFill/>
          </a:ln>
        </p:spPr>
      </p:pic>
      <p:pic>
        <p:nvPicPr>
          <p:cNvPr id="1063" name="Google Shape;1063;p63"/>
          <p:cNvPicPr preferRelativeResize="0"/>
          <p:nvPr/>
        </p:nvPicPr>
        <p:blipFill>
          <a:blip r:embed="rId10">
            <a:alphaModFix/>
          </a:blip>
          <a:stretch>
            <a:fillRect/>
          </a:stretch>
        </p:blipFill>
        <p:spPr>
          <a:xfrm rot="-2330611">
            <a:off x="6262528" y="1007550"/>
            <a:ext cx="1315617" cy="2821999"/>
          </a:xfrm>
          <a:prstGeom prst="rect">
            <a:avLst/>
          </a:prstGeom>
          <a:noFill/>
          <a:ln>
            <a:noFill/>
          </a:ln>
        </p:spPr>
      </p:pic>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4838"/>
        <p:cNvGrpSpPr/>
        <p:nvPr/>
      </p:nvGrpSpPr>
      <p:grpSpPr>
        <a:xfrm>
          <a:off x="0" y="0"/>
          <a:ext cx="0" cy="0"/>
          <a:chOff x="0" y="0"/>
          <a:chExt cx="0" cy="0"/>
        </a:xfrm>
      </p:grpSpPr>
      <p:grpSp>
        <p:nvGrpSpPr>
          <p:cNvPr id="4839" name="Google Shape;4839;p72"/>
          <p:cNvGrpSpPr/>
          <p:nvPr/>
        </p:nvGrpSpPr>
        <p:grpSpPr>
          <a:xfrm>
            <a:off x="716991" y="971306"/>
            <a:ext cx="845921" cy="690752"/>
            <a:chOff x="732428" y="1198513"/>
            <a:chExt cx="845921" cy="690752"/>
          </a:xfrm>
        </p:grpSpPr>
        <p:grpSp>
          <p:nvGrpSpPr>
            <p:cNvPr id="4840" name="Google Shape;4840;p72"/>
            <p:cNvGrpSpPr/>
            <p:nvPr/>
          </p:nvGrpSpPr>
          <p:grpSpPr>
            <a:xfrm>
              <a:off x="823030" y="1198513"/>
              <a:ext cx="755319" cy="690752"/>
              <a:chOff x="823030" y="1198513"/>
              <a:chExt cx="755319" cy="690752"/>
            </a:xfrm>
          </p:grpSpPr>
          <p:sp>
            <p:nvSpPr>
              <p:cNvPr id="4841" name="Google Shape;4841;p72"/>
              <p:cNvSpPr/>
              <p:nvPr/>
            </p:nvSpPr>
            <p:spPr>
              <a:xfrm>
                <a:off x="823030" y="1198513"/>
                <a:ext cx="755319" cy="690752"/>
              </a:xfrm>
              <a:custGeom>
                <a:avLst/>
                <a:gdLst/>
                <a:ahLst/>
                <a:cxnLst/>
                <a:rect l="l" t="t" r="r" b="b"/>
                <a:pathLst>
                  <a:path w="46769" h="42771" extrusionOk="0">
                    <a:moveTo>
                      <a:pt x="21384" y="0"/>
                    </a:moveTo>
                    <a:cubicBezTo>
                      <a:pt x="9575" y="0"/>
                      <a:pt x="0" y="9575"/>
                      <a:pt x="0" y="21386"/>
                    </a:cubicBezTo>
                    <a:cubicBezTo>
                      <a:pt x="0" y="33196"/>
                      <a:pt x="9575" y="42770"/>
                      <a:pt x="21384" y="42770"/>
                    </a:cubicBezTo>
                    <a:cubicBezTo>
                      <a:pt x="33196" y="42770"/>
                      <a:pt x="42770" y="33196"/>
                      <a:pt x="42770" y="21386"/>
                    </a:cubicBezTo>
                    <a:cubicBezTo>
                      <a:pt x="42770" y="16313"/>
                      <a:pt x="41002" y="11653"/>
                      <a:pt x="38053" y="7988"/>
                    </a:cubicBezTo>
                    <a:lnTo>
                      <a:pt x="42775" y="7988"/>
                    </a:lnTo>
                    <a:cubicBezTo>
                      <a:pt x="44970" y="7988"/>
                      <a:pt x="46769" y="6191"/>
                      <a:pt x="46769" y="3994"/>
                    </a:cubicBezTo>
                    <a:cubicBezTo>
                      <a:pt x="46769" y="1797"/>
                      <a:pt x="44972" y="0"/>
                      <a:pt x="42775" y="0"/>
                    </a:cubicBezTo>
                    <a:lnTo>
                      <a:pt x="22286" y="0"/>
                    </a:lnTo>
                    <a:cubicBezTo>
                      <a:pt x="22196" y="0"/>
                      <a:pt x="22105" y="5"/>
                      <a:pt x="22018" y="10"/>
                    </a:cubicBezTo>
                    <a:cubicBezTo>
                      <a:pt x="21807" y="3"/>
                      <a:pt x="21597" y="0"/>
                      <a:pt x="21384" y="0"/>
                    </a:cubicBezTo>
                    <a:close/>
                  </a:path>
                </a:pathLst>
              </a:custGeom>
              <a:solidFill>
                <a:srgbClr val="325D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2" name="Google Shape;4842;p72"/>
              <p:cNvSpPr/>
              <p:nvPr/>
            </p:nvSpPr>
            <p:spPr>
              <a:xfrm>
                <a:off x="1470047" y="1217877"/>
                <a:ext cx="88760" cy="88744"/>
              </a:xfrm>
              <a:custGeom>
                <a:avLst/>
                <a:gdLst/>
                <a:ahLst/>
                <a:cxnLst/>
                <a:rect l="l" t="t" r="r" b="b"/>
                <a:pathLst>
                  <a:path w="5496" h="5495" extrusionOk="0">
                    <a:moveTo>
                      <a:pt x="2747" y="1"/>
                    </a:moveTo>
                    <a:cubicBezTo>
                      <a:pt x="1231" y="1"/>
                      <a:pt x="1" y="1230"/>
                      <a:pt x="1" y="2749"/>
                    </a:cubicBezTo>
                    <a:cubicBezTo>
                      <a:pt x="1" y="4265"/>
                      <a:pt x="1231" y="5495"/>
                      <a:pt x="2747" y="5495"/>
                    </a:cubicBezTo>
                    <a:cubicBezTo>
                      <a:pt x="4265" y="5495"/>
                      <a:pt x="5495" y="4265"/>
                      <a:pt x="5495" y="2749"/>
                    </a:cubicBezTo>
                    <a:cubicBezTo>
                      <a:pt x="5495" y="1230"/>
                      <a:pt x="4265" y="1"/>
                      <a:pt x="2747"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843" name="Google Shape;4843;p72"/>
            <p:cNvGrpSpPr/>
            <p:nvPr/>
          </p:nvGrpSpPr>
          <p:grpSpPr>
            <a:xfrm>
              <a:off x="732428" y="1239937"/>
              <a:ext cx="739912" cy="607886"/>
              <a:chOff x="732428" y="1239937"/>
              <a:chExt cx="739912" cy="607886"/>
            </a:xfrm>
          </p:grpSpPr>
          <p:sp>
            <p:nvSpPr>
              <p:cNvPr id="4844" name="Google Shape;4844;p72"/>
              <p:cNvSpPr/>
              <p:nvPr/>
            </p:nvSpPr>
            <p:spPr>
              <a:xfrm>
                <a:off x="732428" y="1239937"/>
                <a:ext cx="739912" cy="607886"/>
              </a:xfrm>
              <a:custGeom>
                <a:avLst/>
                <a:gdLst/>
                <a:ahLst/>
                <a:cxnLst/>
                <a:rect l="l" t="t" r="r" b="b"/>
                <a:pathLst>
                  <a:path w="45815" h="37640" extrusionOk="0">
                    <a:moveTo>
                      <a:pt x="26994" y="1"/>
                    </a:moveTo>
                    <a:cubicBezTo>
                      <a:pt x="16602" y="1"/>
                      <a:pt x="8175" y="8427"/>
                      <a:pt x="8175" y="18821"/>
                    </a:cubicBezTo>
                    <a:cubicBezTo>
                      <a:pt x="8169" y="22642"/>
                      <a:pt x="9333" y="26373"/>
                      <a:pt x="11509" y="29515"/>
                    </a:cubicBezTo>
                    <a:lnTo>
                      <a:pt x="3994" y="29515"/>
                    </a:lnTo>
                    <a:cubicBezTo>
                      <a:pt x="1797" y="29515"/>
                      <a:pt x="1" y="31311"/>
                      <a:pt x="1" y="33508"/>
                    </a:cubicBezTo>
                    <a:cubicBezTo>
                      <a:pt x="1" y="35704"/>
                      <a:pt x="1797" y="37502"/>
                      <a:pt x="3994" y="37502"/>
                    </a:cubicBezTo>
                    <a:lnTo>
                      <a:pt x="24483" y="37502"/>
                    </a:lnTo>
                    <a:cubicBezTo>
                      <a:pt x="24546" y="37502"/>
                      <a:pt x="24608" y="37500"/>
                      <a:pt x="24671" y="37497"/>
                    </a:cubicBezTo>
                    <a:cubicBezTo>
                      <a:pt x="25441" y="37592"/>
                      <a:pt x="26218" y="37640"/>
                      <a:pt x="26994" y="37640"/>
                    </a:cubicBezTo>
                    <a:cubicBezTo>
                      <a:pt x="37389" y="37640"/>
                      <a:pt x="45815" y="29214"/>
                      <a:pt x="45815" y="18821"/>
                    </a:cubicBezTo>
                    <a:cubicBezTo>
                      <a:pt x="45815" y="8427"/>
                      <a:pt x="37389" y="1"/>
                      <a:pt x="26994"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5" name="Google Shape;4845;p72"/>
              <p:cNvSpPr/>
              <p:nvPr/>
            </p:nvSpPr>
            <p:spPr>
              <a:xfrm>
                <a:off x="751614" y="1735807"/>
                <a:ext cx="88760" cy="88744"/>
              </a:xfrm>
              <a:custGeom>
                <a:avLst/>
                <a:gdLst/>
                <a:ahLst/>
                <a:cxnLst/>
                <a:rect l="l" t="t" r="r" b="b"/>
                <a:pathLst>
                  <a:path w="5496" h="5495" extrusionOk="0">
                    <a:moveTo>
                      <a:pt x="2747" y="0"/>
                    </a:moveTo>
                    <a:cubicBezTo>
                      <a:pt x="1231" y="0"/>
                      <a:pt x="1" y="1230"/>
                      <a:pt x="1" y="2747"/>
                    </a:cubicBezTo>
                    <a:cubicBezTo>
                      <a:pt x="1" y="4265"/>
                      <a:pt x="1231" y="5495"/>
                      <a:pt x="2747" y="5495"/>
                    </a:cubicBezTo>
                    <a:cubicBezTo>
                      <a:pt x="4265" y="5495"/>
                      <a:pt x="5495" y="4265"/>
                      <a:pt x="5495" y="2747"/>
                    </a:cubicBezTo>
                    <a:cubicBezTo>
                      <a:pt x="5495" y="1230"/>
                      <a:pt x="4265" y="0"/>
                      <a:pt x="2747"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846" name="Google Shape;4846;p72"/>
            <p:cNvGrpSpPr/>
            <p:nvPr/>
          </p:nvGrpSpPr>
          <p:grpSpPr>
            <a:xfrm>
              <a:off x="732428" y="1277018"/>
              <a:ext cx="702832" cy="533758"/>
              <a:chOff x="732428" y="1277018"/>
              <a:chExt cx="702832" cy="533758"/>
            </a:xfrm>
          </p:grpSpPr>
          <p:sp>
            <p:nvSpPr>
              <p:cNvPr id="4847" name="Google Shape;4847;p72"/>
              <p:cNvSpPr/>
              <p:nvPr/>
            </p:nvSpPr>
            <p:spPr>
              <a:xfrm>
                <a:off x="732428" y="1277018"/>
                <a:ext cx="702832" cy="533758"/>
              </a:xfrm>
              <a:custGeom>
                <a:avLst/>
                <a:gdLst/>
                <a:ahLst/>
                <a:cxnLst/>
                <a:rect l="l" t="t" r="r" b="b"/>
                <a:pathLst>
                  <a:path w="43519" h="33050" extrusionOk="0">
                    <a:moveTo>
                      <a:pt x="26994" y="1"/>
                    </a:moveTo>
                    <a:cubicBezTo>
                      <a:pt x="22006" y="1"/>
                      <a:pt x="17535" y="2211"/>
                      <a:pt x="14504" y="5705"/>
                    </a:cubicBezTo>
                    <a:lnTo>
                      <a:pt x="3994" y="5705"/>
                    </a:lnTo>
                    <a:cubicBezTo>
                      <a:pt x="1797" y="5705"/>
                      <a:pt x="1" y="7501"/>
                      <a:pt x="1" y="9698"/>
                    </a:cubicBezTo>
                    <a:cubicBezTo>
                      <a:pt x="1" y="11894"/>
                      <a:pt x="1797" y="13692"/>
                      <a:pt x="3994" y="13692"/>
                    </a:cubicBezTo>
                    <a:lnTo>
                      <a:pt x="10714" y="13692"/>
                    </a:lnTo>
                    <a:cubicBezTo>
                      <a:pt x="10552" y="14627"/>
                      <a:pt x="10470" y="15575"/>
                      <a:pt x="10472" y="16525"/>
                    </a:cubicBezTo>
                    <a:cubicBezTo>
                      <a:pt x="10472" y="25651"/>
                      <a:pt x="17870" y="33049"/>
                      <a:pt x="26996" y="33049"/>
                    </a:cubicBezTo>
                    <a:cubicBezTo>
                      <a:pt x="36122" y="33049"/>
                      <a:pt x="43519" y="25651"/>
                      <a:pt x="43519" y="16525"/>
                    </a:cubicBezTo>
                    <a:cubicBezTo>
                      <a:pt x="43519" y="7399"/>
                      <a:pt x="36122" y="1"/>
                      <a:pt x="26994"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8" name="Google Shape;4848;p72"/>
              <p:cNvSpPr/>
              <p:nvPr/>
            </p:nvSpPr>
            <p:spPr>
              <a:xfrm>
                <a:off x="751695" y="1390407"/>
                <a:ext cx="88728" cy="88744"/>
              </a:xfrm>
              <a:custGeom>
                <a:avLst/>
                <a:gdLst/>
                <a:ahLst/>
                <a:cxnLst/>
                <a:rect l="l" t="t" r="r" b="b"/>
                <a:pathLst>
                  <a:path w="5494" h="5495" extrusionOk="0">
                    <a:moveTo>
                      <a:pt x="2747" y="0"/>
                    </a:moveTo>
                    <a:cubicBezTo>
                      <a:pt x="1230" y="0"/>
                      <a:pt x="1" y="1230"/>
                      <a:pt x="1" y="2748"/>
                    </a:cubicBezTo>
                    <a:cubicBezTo>
                      <a:pt x="1" y="4264"/>
                      <a:pt x="1230" y="5494"/>
                      <a:pt x="2747" y="5494"/>
                    </a:cubicBezTo>
                    <a:cubicBezTo>
                      <a:pt x="4263" y="5494"/>
                      <a:pt x="5493" y="4264"/>
                      <a:pt x="5493" y="2748"/>
                    </a:cubicBezTo>
                    <a:cubicBezTo>
                      <a:pt x="5493" y="1230"/>
                      <a:pt x="4263" y="0"/>
                      <a:pt x="2747"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849" name="Google Shape;4849;p72"/>
            <p:cNvGrpSpPr/>
            <p:nvPr/>
          </p:nvGrpSpPr>
          <p:grpSpPr>
            <a:xfrm>
              <a:off x="931170" y="1306653"/>
              <a:ext cx="647179" cy="474455"/>
              <a:chOff x="931170" y="1306653"/>
              <a:chExt cx="647179" cy="474455"/>
            </a:xfrm>
          </p:grpSpPr>
          <p:sp>
            <p:nvSpPr>
              <p:cNvPr id="4850" name="Google Shape;4850;p72"/>
              <p:cNvSpPr/>
              <p:nvPr/>
            </p:nvSpPr>
            <p:spPr>
              <a:xfrm>
                <a:off x="931170" y="1306653"/>
                <a:ext cx="647179" cy="474455"/>
              </a:xfrm>
              <a:custGeom>
                <a:avLst/>
                <a:gdLst/>
                <a:ahLst/>
                <a:cxnLst/>
                <a:rect l="l" t="t" r="r" b="b"/>
                <a:pathLst>
                  <a:path w="40073" h="29378" extrusionOk="0">
                    <a:moveTo>
                      <a:pt x="14688" y="1"/>
                    </a:moveTo>
                    <a:cubicBezTo>
                      <a:pt x="6578" y="1"/>
                      <a:pt x="1" y="6578"/>
                      <a:pt x="1" y="14690"/>
                    </a:cubicBezTo>
                    <a:cubicBezTo>
                      <a:pt x="1" y="22801"/>
                      <a:pt x="6578" y="29377"/>
                      <a:pt x="14688" y="29377"/>
                    </a:cubicBezTo>
                    <a:cubicBezTo>
                      <a:pt x="19883" y="29377"/>
                      <a:pt x="24445" y="26682"/>
                      <a:pt x="27057" y="22613"/>
                    </a:cubicBezTo>
                    <a:lnTo>
                      <a:pt x="36079" y="22613"/>
                    </a:lnTo>
                    <a:cubicBezTo>
                      <a:pt x="38276" y="22613"/>
                      <a:pt x="40073" y="20817"/>
                      <a:pt x="40073" y="18620"/>
                    </a:cubicBezTo>
                    <a:cubicBezTo>
                      <a:pt x="40073" y="16424"/>
                      <a:pt x="38276" y="14626"/>
                      <a:pt x="36079" y="14626"/>
                    </a:cubicBezTo>
                    <a:lnTo>
                      <a:pt x="29376" y="14626"/>
                    </a:lnTo>
                    <a:cubicBezTo>
                      <a:pt x="29342" y="6544"/>
                      <a:pt x="22780" y="1"/>
                      <a:pt x="14688"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1" name="Google Shape;4851;p72"/>
              <p:cNvSpPr/>
              <p:nvPr/>
            </p:nvSpPr>
            <p:spPr>
              <a:xfrm>
                <a:off x="1470047" y="1560806"/>
                <a:ext cx="88760" cy="88744"/>
              </a:xfrm>
              <a:custGeom>
                <a:avLst/>
                <a:gdLst/>
                <a:ahLst/>
                <a:cxnLst/>
                <a:rect l="l" t="t" r="r" b="b"/>
                <a:pathLst>
                  <a:path w="5496" h="5495" extrusionOk="0">
                    <a:moveTo>
                      <a:pt x="2747" y="0"/>
                    </a:moveTo>
                    <a:cubicBezTo>
                      <a:pt x="1231" y="0"/>
                      <a:pt x="1" y="1230"/>
                      <a:pt x="1" y="2746"/>
                    </a:cubicBezTo>
                    <a:cubicBezTo>
                      <a:pt x="1" y="4265"/>
                      <a:pt x="1231" y="5494"/>
                      <a:pt x="2747" y="5494"/>
                    </a:cubicBezTo>
                    <a:cubicBezTo>
                      <a:pt x="4265" y="5494"/>
                      <a:pt x="5495" y="4265"/>
                      <a:pt x="5495" y="2746"/>
                    </a:cubicBezTo>
                    <a:cubicBezTo>
                      <a:pt x="5495" y="1230"/>
                      <a:pt x="4265" y="0"/>
                      <a:pt x="2747"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852" name="Google Shape;4852;p72"/>
            <p:cNvSpPr/>
            <p:nvPr/>
          </p:nvSpPr>
          <p:spPr>
            <a:xfrm>
              <a:off x="986565" y="1362064"/>
              <a:ext cx="363666" cy="363650"/>
            </a:xfrm>
            <a:custGeom>
              <a:avLst/>
              <a:gdLst/>
              <a:ahLst/>
              <a:cxnLst/>
              <a:rect l="l" t="t" r="r" b="b"/>
              <a:pathLst>
                <a:path w="22518" h="22517" extrusionOk="0">
                  <a:moveTo>
                    <a:pt x="11258" y="0"/>
                  </a:moveTo>
                  <a:cubicBezTo>
                    <a:pt x="8273" y="0"/>
                    <a:pt x="5409" y="1187"/>
                    <a:pt x="3298" y="3297"/>
                  </a:cubicBezTo>
                  <a:cubicBezTo>
                    <a:pt x="1186" y="5409"/>
                    <a:pt x="1" y="8272"/>
                    <a:pt x="1" y="11259"/>
                  </a:cubicBezTo>
                  <a:cubicBezTo>
                    <a:pt x="1" y="14244"/>
                    <a:pt x="1186" y="17109"/>
                    <a:pt x="3298" y="19219"/>
                  </a:cubicBezTo>
                  <a:cubicBezTo>
                    <a:pt x="5409" y="21331"/>
                    <a:pt x="8273" y="22516"/>
                    <a:pt x="11258" y="22516"/>
                  </a:cubicBezTo>
                  <a:cubicBezTo>
                    <a:pt x="14245" y="22516"/>
                    <a:pt x="17108" y="21331"/>
                    <a:pt x="19220" y="19219"/>
                  </a:cubicBezTo>
                  <a:cubicBezTo>
                    <a:pt x="21331" y="17109"/>
                    <a:pt x="22517" y="14244"/>
                    <a:pt x="22517" y="11259"/>
                  </a:cubicBezTo>
                  <a:cubicBezTo>
                    <a:pt x="22517" y="8272"/>
                    <a:pt x="21331" y="5409"/>
                    <a:pt x="19220" y="3297"/>
                  </a:cubicBezTo>
                  <a:cubicBezTo>
                    <a:pt x="17108" y="1187"/>
                    <a:pt x="14245" y="0"/>
                    <a:pt x="11258"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853" name="Google Shape;4853;p72"/>
          <p:cNvGrpSpPr/>
          <p:nvPr/>
        </p:nvGrpSpPr>
        <p:grpSpPr>
          <a:xfrm>
            <a:off x="3948600" y="971313"/>
            <a:ext cx="634656" cy="699982"/>
            <a:chOff x="5985650" y="2860025"/>
            <a:chExt cx="1396075" cy="1539775"/>
          </a:xfrm>
        </p:grpSpPr>
        <p:sp>
          <p:nvSpPr>
            <p:cNvPr id="4854" name="Google Shape;4854;p72"/>
            <p:cNvSpPr/>
            <p:nvPr/>
          </p:nvSpPr>
          <p:spPr>
            <a:xfrm>
              <a:off x="6655300" y="3128850"/>
              <a:ext cx="637150" cy="631950"/>
            </a:xfrm>
            <a:custGeom>
              <a:avLst/>
              <a:gdLst/>
              <a:ahLst/>
              <a:cxnLst/>
              <a:rect l="l" t="t" r="r" b="b"/>
              <a:pathLst>
                <a:path w="25486" h="25278" extrusionOk="0">
                  <a:moveTo>
                    <a:pt x="12746" y="4905"/>
                  </a:moveTo>
                  <a:cubicBezTo>
                    <a:pt x="13701" y="4905"/>
                    <a:pt x="14672" y="5083"/>
                    <a:pt x="15613" y="5460"/>
                  </a:cubicBezTo>
                  <a:cubicBezTo>
                    <a:pt x="19580" y="7047"/>
                    <a:pt x="21508" y="11545"/>
                    <a:pt x="19923" y="15511"/>
                  </a:cubicBezTo>
                  <a:cubicBezTo>
                    <a:pt x="18714" y="18534"/>
                    <a:pt x="15811" y="20374"/>
                    <a:pt x="12742" y="20374"/>
                  </a:cubicBezTo>
                  <a:cubicBezTo>
                    <a:pt x="11786" y="20374"/>
                    <a:pt x="10814" y="20196"/>
                    <a:pt x="9873" y="19819"/>
                  </a:cubicBezTo>
                  <a:cubicBezTo>
                    <a:pt x="5908" y="18234"/>
                    <a:pt x="3978" y="13734"/>
                    <a:pt x="5563" y="9769"/>
                  </a:cubicBezTo>
                  <a:cubicBezTo>
                    <a:pt x="6772" y="6745"/>
                    <a:pt x="9676" y="4905"/>
                    <a:pt x="12746" y="4905"/>
                  </a:cubicBezTo>
                  <a:close/>
                  <a:moveTo>
                    <a:pt x="15551" y="1"/>
                  </a:moveTo>
                  <a:cubicBezTo>
                    <a:pt x="15240" y="1"/>
                    <a:pt x="14946" y="187"/>
                    <a:pt x="14824" y="492"/>
                  </a:cubicBezTo>
                  <a:lnTo>
                    <a:pt x="14047" y="2435"/>
                  </a:lnTo>
                  <a:cubicBezTo>
                    <a:pt x="13612" y="2378"/>
                    <a:pt x="13174" y="2350"/>
                    <a:pt x="12736" y="2350"/>
                  </a:cubicBezTo>
                  <a:cubicBezTo>
                    <a:pt x="12218" y="2350"/>
                    <a:pt x="11700" y="2390"/>
                    <a:pt x="11187" y="2469"/>
                  </a:cubicBezTo>
                  <a:lnTo>
                    <a:pt x="10364" y="547"/>
                  </a:lnTo>
                  <a:cubicBezTo>
                    <a:pt x="10238" y="251"/>
                    <a:pt x="9949" y="73"/>
                    <a:pt x="9646" y="73"/>
                  </a:cubicBezTo>
                  <a:cubicBezTo>
                    <a:pt x="9543" y="73"/>
                    <a:pt x="9438" y="93"/>
                    <a:pt x="9338" y="137"/>
                  </a:cubicBezTo>
                  <a:lnTo>
                    <a:pt x="6036" y="1553"/>
                  </a:lnTo>
                  <a:cubicBezTo>
                    <a:pt x="5640" y="1722"/>
                    <a:pt x="5456" y="2182"/>
                    <a:pt x="5626" y="2579"/>
                  </a:cubicBezTo>
                  <a:lnTo>
                    <a:pt x="6449" y="4501"/>
                  </a:lnTo>
                  <a:cubicBezTo>
                    <a:pt x="5690" y="5085"/>
                    <a:pt x="5019" y="5775"/>
                    <a:pt x="4452" y="6549"/>
                  </a:cubicBezTo>
                  <a:lnTo>
                    <a:pt x="2510" y="5772"/>
                  </a:lnTo>
                  <a:cubicBezTo>
                    <a:pt x="2414" y="5734"/>
                    <a:pt x="2316" y="5716"/>
                    <a:pt x="2219" y="5716"/>
                  </a:cubicBezTo>
                  <a:cubicBezTo>
                    <a:pt x="1910" y="5716"/>
                    <a:pt x="1616" y="5901"/>
                    <a:pt x="1493" y="6208"/>
                  </a:cubicBezTo>
                  <a:lnTo>
                    <a:pt x="161" y="9542"/>
                  </a:lnTo>
                  <a:cubicBezTo>
                    <a:pt x="0" y="9944"/>
                    <a:pt x="194" y="10398"/>
                    <a:pt x="596" y="10558"/>
                  </a:cubicBezTo>
                  <a:lnTo>
                    <a:pt x="2537" y="11335"/>
                  </a:lnTo>
                  <a:cubicBezTo>
                    <a:pt x="2415" y="12285"/>
                    <a:pt x="2426" y="13249"/>
                    <a:pt x="2572" y="14195"/>
                  </a:cubicBezTo>
                  <a:lnTo>
                    <a:pt x="651" y="15018"/>
                  </a:lnTo>
                  <a:cubicBezTo>
                    <a:pt x="253" y="15189"/>
                    <a:pt x="71" y="15649"/>
                    <a:pt x="241" y="16046"/>
                  </a:cubicBezTo>
                  <a:lnTo>
                    <a:pt x="1655" y="19347"/>
                  </a:lnTo>
                  <a:cubicBezTo>
                    <a:pt x="1781" y="19643"/>
                    <a:pt x="2070" y="19821"/>
                    <a:pt x="2373" y="19821"/>
                  </a:cubicBezTo>
                  <a:cubicBezTo>
                    <a:pt x="2476" y="19821"/>
                    <a:pt x="2581" y="19800"/>
                    <a:pt x="2681" y="19756"/>
                  </a:cubicBezTo>
                  <a:lnTo>
                    <a:pt x="4603" y="18933"/>
                  </a:lnTo>
                  <a:cubicBezTo>
                    <a:pt x="5189" y="19692"/>
                    <a:pt x="5879" y="20365"/>
                    <a:pt x="6651" y="20930"/>
                  </a:cubicBezTo>
                  <a:lnTo>
                    <a:pt x="5874" y="22873"/>
                  </a:lnTo>
                  <a:cubicBezTo>
                    <a:pt x="5714" y="23273"/>
                    <a:pt x="5909" y="23728"/>
                    <a:pt x="6310" y="23888"/>
                  </a:cubicBezTo>
                  <a:lnTo>
                    <a:pt x="9645" y="25222"/>
                  </a:lnTo>
                  <a:cubicBezTo>
                    <a:pt x="9740" y="25260"/>
                    <a:pt x="9838" y="25278"/>
                    <a:pt x="9935" y="25278"/>
                  </a:cubicBezTo>
                  <a:cubicBezTo>
                    <a:pt x="10245" y="25278"/>
                    <a:pt x="10538" y="25092"/>
                    <a:pt x="10660" y="24786"/>
                  </a:cubicBezTo>
                  <a:lnTo>
                    <a:pt x="11437" y="22845"/>
                  </a:lnTo>
                  <a:cubicBezTo>
                    <a:pt x="11871" y="22901"/>
                    <a:pt x="12308" y="22929"/>
                    <a:pt x="12745" y="22929"/>
                  </a:cubicBezTo>
                  <a:cubicBezTo>
                    <a:pt x="13264" y="22929"/>
                    <a:pt x="13784" y="22889"/>
                    <a:pt x="14299" y="22810"/>
                  </a:cubicBezTo>
                  <a:lnTo>
                    <a:pt x="15122" y="24732"/>
                  </a:lnTo>
                  <a:cubicBezTo>
                    <a:pt x="15248" y="25028"/>
                    <a:pt x="15536" y="25206"/>
                    <a:pt x="15839" y="25206"/>
                  </a:cubicBezTo>
                  <a:cubicBezTo>
                    <a:pt x="15943" y="25206"/>
                    <a:pt x="16047" y="25185"/>
                    <a:pt x="16148" y="25142"/>
                  </a:cubicBezTo>
                  <a:lnTo>
                    <a:pt x="19449" y="23728"/>
                  </a:lnTo>
                  <a:cubicBezTo>
                    <a:pt x="19846" y="23558"/>
                    <a:pt x="20030" y="23098"/>
                    <a:pt x="19860" y="22701"/>
                  </a:cubicBezTo>
                  <a:lnTo>
                    <a:pt x="19037" y="20780"/>
                  </a:lnTo>
                  <a:cubicBezTo>
                    <a:pt x="19794" y="20194"/>
                    <a:pt x="20467" y="19503"/>
                    <a:pt x="21034" y="18732"/>
                  </a:cubicBezTo>
                  <a:lnTo>
                    <a:pt x="22975" y="19508"/>
                  </a:lnTo>
                  <a:cubicBezTo>
                    <a:pt x="23070" y="19546"/>
                    <a:pt x="23168" y="19564"/>
                    <a:pt x="23265" y="19564"/>
                  </a:cubicBezTo>
                  <a:cubicBezTo>
                    <a:pt x="23576" y="19564"/>
                    <a:pt x="23869" y="19378"/>
                    <a:pt x="23992" y="19073"/>
                  </a:cubicBezTo>
                  <a:lnTo>
                    <a:pt x="25326" y="15737"/>
                  </a:lnTo>
                  <a:cubicBezTo>
                    <a:pt x="25486" y="15337"/>
                    <a:pt x="25290" y="14882"/>
                    <a:pt x="24890" y="14722"/>
                  </a:cubicBezTo>
                  <a:lnTo>
                    <a:pt x="22948" y="13945"/>
                  </a:lnTo>
                  <a:cubicBezTo>
                    <a:pt x="23071" y="12994"/>
                    <a:pt x="23060" y="12032"/>
                    <a:pt x="22914" y="11084"/>
                  </a:cubicBezTo>
                  <a:lnTo>
                    <a:pt x="24835" y="10261"/>
                  </a:lnTo>
                  <a:cubicBezTo>
                    <a:pt x="25231" y="10091"/>
                    <a:pt x="25415" y="9631"/>
                    <a:pt x="25245" y="9234"/>
                  </a:cubicBezTo>
                  <a:lnTo>
                    <a:pt x="23830" y="5934"/>
                  </a:lnTo>
                  <a:cubicBezTo>
                    <a:pt x="23703" y="5637"/>
                    <a:pt x="23414" y="5459"/>
                    <a:pt x="23111" y="5459"/>
                  </a:cubicBezTo>
                  <a:cubicBezTo>
                    <a:pt x="23008" y="5459"/>
                    <a:pt x="22904" y="5479"/>
                    <a:pt x="22803" y="5522"/>
                  </a:cubicBezTo>
                  <a:lnTo>
                    <a:pt x="20882" y="6347"/>
                  </a:lnTo>
                  <a:cubicBezTo>
                    <a:pt x="20297" y="5588"/>
                    <a:pt x="19607" y="4915"/>
                    <a:pt x="18835" y="4348"/>
                  </a:cubicBezTo>
                  <a:lnTo>
                    <a:pt x="19610" y="2408"/>
                  </a:lnTo>
                  <a:cubicBezTo>
                    <a:pt x="19770" y="2006"/>
                    <a:pt x="19577" y="1551"/>
                    <a:pt x="19175" y="1391"/>
                  </a:cubicBezTo>
                  <a:lnTo>
                    <a:pt x="15841" y="57"/>
                  </a:lnTo>
                  <a:cubicBezTo>
                    <a:pt x="15745" y="19"/>
                    <a:pt x="15647" y="1"/>
                    <a:pt x="15551"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5" name="Google Shape;4855;p72"/>
            <p:cNvSpPr/>
            <p:nvPr/>
          </p:nvSpPr>
          <p:spPr>
            <a:xfrm>
              <a:off x="6673425" y="3771400"/>
              <a:ext cx="600850" cy="600800"/>
            </a:xfrm>
            <a:custGeom>
              <a:avLst/>
              <a:gdLst/>
              <a:ahLst/>
              <a:cxnLst/>
              <a:rect l="l" t="t" r="r" b="b"/>
              <a:pathLst>
                <a:path w="24034" h="24032" extrusionOk="0">
                  <a:moveTo>
                    <a:pt x="12017" y="4775"/>
                  </a:moveTo>
                  <a:cubicBezTo>
                    <a:pt x="16016" y="4775"/>
                    <a:pt x="19258" y="8018"/>
                    <a:pt x="19258" y="12017"/>
                  </a:cubicBezTo>
                  <a:cubicBezTo>
                    <a:pt x="19258" y="16015"/>
                    <a:pt x="16016" y="19256"/>
                    <a:pt x="12019" y="19256"/>
                  </a:cubicBezTo>
                  <a:lnTo>
                    <a:pt x="12017" y="19256"/>
                  </a:lnTo>
                  <a:cubicBezTo>
                    <a:pt x="8019" y="19256"/>
                    <a:pt x="4778" y="16015"/>
                    <a:pt x="4778" y="12017"/>
                  </a:cubicBezTo>
                  <a:cubicBezTo>
                    <a:pt x="4778" y="8018"/>
                    <a:pt x="8019" y="4775"/>
                    <a:pt x="12017" y="4775"/>
                  </a:cubicBezTo>
                  <a:close/>
                  <a:moveTo>
                    <a:pt x="10336" y="0"/>
                  </a:moveTo>
                  <a:cubicBezTo>
                    <a:pt x="9932" y="0"/>
                    <a:pt x="9604" y="327"/>
                    <a:pt x="9604" y="732"/>
                  </a:cubicBezTo>
                  <a:lnTo>
                    <a:pt x="9604" y="2689"/>
                  </a:lnTo>
                  <a:cubicBezTo>
                    <a:pt x="8734" y="2913"/>
                    <a:pt x="7902" y="3259"/>
                    <a:pt x="7128" y="3714"/>
                  </a:cubicBezTo>
                  <a:lnTo>
                    <a:pt x="5745" y="2330"/>
                  </a:lnTo>
                  <a:cubicBezTo>
                    <a:pt x="5602" y="2187"/>
                    <a:pt x="5415" y="2115"/>
                    <a:pt x="5228" y="2115"/>
                  </a:cubicBezTo>
                  <a:cubicBezTo>
                    <a:pt x="5040" y="2115"/>
                    <a:pt x="4853" y="2187"/>
                    <a:pt x="4710" y="2330"/>
                  </a:cubicBezTo>
                  <a:lnTo>
                    <a:pt x="2332" y="4708"/>
                  </a:lnTo>
                  <a:cubicBezTo>
                    <a:pt x="2046" y="4995"/>
                    <a:pt x="2046" y="5457"/>
                    <a:pt x="2332" y="5744"/>
                  </a:cubicBezTo>
                  <a:lnTo>
                    <a:pt x="3716" y="7128"/>
                  </a:lnTo>
                  <a:cubicBezTo>
                    <a:pt x="3260" y="7900"/>
                    <a:pt x="2915" y="8734"/>
                    <a:pt x="2691" y="9602"/>
                  </a:cubicBezTo>
                  <a:lnTo>
                    <a:pt x="734" y="9602"/>
                  </a:lnTo>
                  <a:cubicBezTo>
                    <a:pt x="329" y="9602"/>
                    <a:pt x="1" y="9930"/>
                    <a:pt x="1" y="10335"/>
                  </a:cubicBezTo>
                  <a:lnTo>
                    <a:pt x="1" y="13698"/>
                  </a:lnTo>
                  <a:cubicBezTo>
                    <a:pt x="1" y="14101"/>
                    <a:pt x="329" y="14430"/>
                    <a:pt x="734" y="14430"/>
                  </a:cubicBezTo>
                  <a:lnTo>
                    <a:pt x="2691" y="14430"/>
                  </a:lnTo>
                  <a:cubicBezTo>
                    <a:pt x="2915" y="15298"/>
                    <a:pt x="3260" y="16132"/>
                    <a:pt x="3716" y="16904"/>
                  </a:cubicBezTo>
                  <a:lnTo>
                    <a:pt x="2332" y="18289"/>
                  </a:lnTo>
                  <a:cubicBezTo>
                    <a:pt x="2046" y="18574"/>
                    <a:pt x="2046" y="19038"/>
                    <a:pt x="2332" y="19323"/>
                  </a:cubicBezTo>
                  <a:lnTo>
                    <a:pt x="4710" y="21701"/>
                  </a:lnTo>
                  <a:cubicBezTo>
                    <a:pt x="4853" y="21845"/>
                    <a:pt x="5040" y="21916"/>
                    <a:pt x="5228" y="21916"/>
                  </a:cubicBezTo>
                  <a:cubicBezTo>
                    <a:pt x="5415" y="21916"/>
                    <a:pt x="5602" y="21845"/>
                    <a:pt x="5745" y="21701"/>
                  </a:cubicBezTo>
                  <a:lnTo>
                    <a:pt x="7128" y="20318"/>
                  </a:lnTo>
                  <a:cubicBezTo>
                    <a:pt x="7902" y="20774"/>
                    <a:pt x="8736" y="21118"/>
                    <a:pt x="9604" y="21343"/>
                  </a:cubicBezTo>
                  <a:lnTo>
                    <a:pt x="9604" y="23299"/>
                  </a:lnTo>
                  <a:cubicBezTo>
                    <a:pt x="9604" y="23705"/>
                    <a:pt x="9932" y="24031"/>
                    <a:pt x="10336" y="24031"/>
                  </a:cubicBezTo>
                  <a:lnTo>
                    <a:pt x="13699" y="24031"/>
                  </a:lnTo>
                  <a:cubicBezTo>
                    <a:pt x="14104" y="24031"/>
                    <a:pt x="14432" y="23705"/>
                    <a:pt x="14432" y="23299"/>
                  </a:cubicBezTo>
                  <a:lnTo>
                    <a:pt x="14432" y="21343"/>
                  </a:lnTo>
                  <a:cubicBezTo>
                    <a:pt x="15300" y="21118"/>
                    <a:pt x="16134" y="20773"/>
                    <a:pt x="16906" y="20318"/>
                  </a:cubicBezTo>
                  <a:lnTo>
                    <a:pt x="18290" y="21701"/>
                  </a:lnTo>
                  <a:cubicBezTo>
                    <a:pt x="18433" y="21844"/>
                    <a:pt x="18620" y="21915"/>
                    <a:pt x="18808" y="21915"/>
                  </a:cubicBezTo>
                  <a:cubicBezTo>
                    <a:pt x="18995" y="21915"/>
                    <a:pt x="19182" y="21844"/>
                    <a:pt x="19326" y="21701"/>
                  </a:cubicBezTo>
                  <a:lnTo>
                    <a:pt x="21704" y="19323"/>
                  </a:lnTo>
                  <a:cubicBezTo>
                    <a:pt x="21989" y="19037"/>
                    <a:pt x="21989" y="18574"/>
                    <a:pt x="21704" y="18287"/>
                  </a:cubicBezTo>
                  <a:lnTo>
                    <a:pt x="20320" y="16904"/>
                  </a:lnTo>
                  <a:cubicBezTo>
                    <a:pt x="20775" y="16130"/>
                    <a:pt x="21121" y="15298"/>
                    <a:pt x="21345" y="14430"/>
                  </a:cubicBezTo>
                  <a:lnTo>
                    <a:pt x="23302" y="14430"/>
                  </a:lnTo>
                  <a:cubicBezTo>
                    <a:pt x="23705" y="14430"/>
                    <a:pt x="24034" y="14101"/>
                    <a:pt x="24034" y="13696"/>
                  </a:cubicBezTo>
                  <a:lnTo>
                    <a:pt x="24034" y="10334"/>
                  </a:lnTo>
                  <a:cubicBezTo>
                    <a:pt x="24034" y="9930"/>
                    <a:pt x="23705" y="9602"/>
                    <a:pt x="23302" y="9602"/>
                  </a:cubicBezTo>
                  <a:lnTo>
                    <a:pt x="21343" y="9602"/>
                  </a:lnTo>
                  <a:cubicBezTo>
                    <a:pt x="21121" y="8734"/>
                    <a:pt x="20775" y="7900"/>
                    <a:pt x="20320" y="7128"/>
                  </a:cubicBezTo>
                  <a:lnTo>
                    <a:pt x="21704" y="5744"/>
                  </a:lnTo>
                  <a:cubicBezTo>
                    <a:pt x="21989" y="5457"/>
                    <a:pt x="21989" y="4995"/>
                    <a:pt x="21704" y="4708"/>
                  </a:cubicBezTo>
                  <a:lnTo>
                    <a:pt x="19326" y="2330"/>
                  </a:lnTo>
                  <a:cubicBezTo>
                    <a:pt x="19182" y="2187"/>
                    <a:pt x="18995" y="2115"/>
                    <a:pt x="18808" y="2115"/>
                  </a:cubicBezTo>
                  <a:cubicBezTo>
                    <a:pt x="18620" y="2115"/>
                    <a:pt x="18433" y="2187"/>
                    <a:pt x="18290" y="2330"/>
                  </a:cubicBezTo>
                  <a:lnTo>
                    <a:pt x="16906" y="3714"/>
                  </a:lnTo>
                  <a:cubicBezTo>
                    <a:pt x="16133" y="3259"/>
                    <a:pt x="15300" y="2913"/>
                    <a:pt x="14430" y="2689"/>
                  </a:cubicBezTo>
                  <a:lnTo>
                    <a:pt x="14430" y="732"/>
                  </a:lnTo>
                  <a:cubicBezTo>
                    <a:pt x="14430" y="327"/>
                    <a:pt x="14104" y="0"/>
                    <a:pt x="13699"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6" name="Google Shape;4856;p72"/>
            <p:cNvSpPr/>
            <p:nvPr/>
          </p:nvSpPr>
          <p:spPr>
            <a:xfrm>
              <a:off x="6073050" y="3509700"/>
              <a:ext cx="641725" cy="636800"/>
            </a:xfrm>
            <a:custGeom>
              <a:avLst/>
              <a:gdLst/>
              <a:ahLst/>
              <a:cxnLst/>
              <a:rect l="l" t="t" r="r" b="b"/>
              <a:pathLst>
                <a:path w="25669" h="25472" extrusionOk="0">
                  <a:moveTo>
                    <a:pt x="12840" y="5002"/>
                  </a:moveTo>
                  <a:cubicBezTo>
                    <a:pt x="13949" y="5002"/>
                    <a:pt x="15075" y="5242"/>
                    <a:pt x="16144" y="5747"/>
                  </a:cubicBezTo>
                  <a:cubicBezTo>
                    <a:pt x="20003" y="7575"/>
                    <a:pt x="21651" y="12185"/>
                    <a:pt x="19822" y="16044"/>
                  </a:cubicBezTo>
                  <a:cubicBezTo>
                    <a:pt x="18501" y="18836"/>
                    <a:pt x="15726" y="20470"/>
                    <a:pt x="12830" y="20470"/>
                  </a:cubicBezTo>
                  <a:cubicBezTo>
                    <a:pt x="11721" y="20470"/>
                    <a:pt x="10595" y="20230"/>
                    <a:pt x="9525" y="19724"/>
                  </a:cubicBezTo>
                  <a:cubicBezTo>
                    <a:pt x="5666" y="17897"/>
                    <a:pt x="4018" y="13286"/>
                    <a:pt x="5845" y="9427"/>
                  </a:cubicBezTo>
                  <a:cubicBezTo>
                    <a:pt x="7167" y="6636"/>
                    <a:pt x="9944" y="5002"/>
                    <a:pt x="12840" y="5002"/>
                  </a:cubicBezTo>
                  <a:close/>
                  <a:moveTo>
                    <a:pt x="10471" y="1"/>
                  </a:moveTo>
                  <a:cubicBezTo>
                    <a:pt x="10383" y="1"/>
                    <a:pt x="10294" y="16"/>
                    <a:pt x="10208" y="47"/>
                  </a:cubicBezTo>
                  <a:lnTo>
                    <a:pt x="6824" y="1256"/>
                  </a:lnTo>
                  <a:cubicBezTo>
                    <a:pt x="6417" y="1401"/>
                    <a:pt x="6206" y="1848"/>
                    <a:pt x="6351" y="2255"/>
                  </a:cubicBezTo>
                  <a:lnTo>
                    <a:pt x="7054" y="4223"/>
                  </a:lnTo>
                  <a:cubicBezTo>
                    <a:pt x="6262" y="4761"/>
                    <a:pt x="5548" y="5408"/>
                    <a:pt x="4934" y="6145"/>
                  </a:cubicBezTo>
                  <a:lnTo>
                    <a:pt x="3045" y="5249"/>
                  </a:lnTo>
                  <a:cubicBezTo>
                    <a:pt x="2937" y="5199"/>
                    <a:pt x="2823" y="5174"/>
                    <a:pt x="2711" y="5174"/>
                  </a:cubicBezTo>
                  <a:cubicBezTo>
                    <a:pt x="2418" y="5174"/>
                    <a:pt x="2137" y="5340"/>
                    <a:pt x="2004" y="5623"/>
                  </a:cubicBezTo>
                  <a:lnTo>
                    <a:pt x="467" y="8868"/>
                  </a:lnTo>
                  <a:cubicBezTo>
                    <a:pt x="282" y="9259"/>
                    <a:pt x="449" y="9725"/>
                    <a:pt x="840" y="9909"/>
                  </a:cubicBezTo>
                  <a:lnTo>
                    <a:pt x="2729" y="10804"/>
                  </a:lnTo>
                  <a:cubicBezTo>
                    <a:pt x="2548" y="11744"/>
                    <a:pt x="2500" y="12707"/>
                    <a:pt x="2587" y="13661"/>
                  </a:cubicBezTo>
                  <a:lnTo>
                    <a:pt x="619" y="14364"/>
                  </a:lnTo>
                  <a:cubicBezTo>
                    <a:pt x="212" y="14510"/>
                    <a:pt x="1" y="14957"/>
                    <a:pt x="145" y="15363"/>
                  </a:cubicBezTo>
                  <a:lnTo>
                    <a:pt x="1354" y="18747"/>
                  </a:lnTo>
                  <a:cubicBezTo>
                    <a:pt x="1467" y="19067"/>
                    <a:pt x="1768" y="19265"/>
                    <a:pt x="2089" y="19265"/>
                  </a:cubicBezTo>
                  <a:cubicBezTo>
                    <a:pt x="2177" y="19265"/>
                    <a:pt x="2266" y="19251"/>
                    <a:pt x="2353" y="19219"/>
                  </a:cubicBezTo>
                  <a:lnTo>
                    <a:pt x="4321" y="18516"/>
                  </a:lnTo>
                  <a:cubicBezTo>
                    <a:pt x="4859" y="19309"/>
                    <a:pt x="5506" y="20023"/>
                    <a:pt x="6243" y="20637"/>
                  </a:cubicBezTo>
                  <a:lnTo>
                    <a:pt x="5347" y="22526"/>
                  </a:lnTo>
                  <a:cubicBezTo>
                    <a:pt x="5163" y="22917"/>
                    <a:pt x="5330" y="23383"/>
                    <a:pt x="5721" y="23567"/>
                  </a:cubicBezTo>
                  <a:lnTo>
                    <a:pt x="8966" y="25104"/>
                  </a:lnTo>
                  <a:cubicBezTo>
                    <a:pt x="9074" y="25155"/>
                    <a:pt x="9188" y="25179"/>
                    <a:pt x="9300" y="25179"/>
                  </a:cubicBezTo>
                  <a:cubicBezTo>
                    <a:pt x="9593" y="25179"/>
                    <a:pt x="9874" y="25014"/>
                    <a:pt x="10007" y="24731"/>
                  </a:cubicBezTo>
                  <a:lnTo>
                    <a:pt x="10902" y="22842"/>
                  </a:lnTo>
                  <a:cubicBezTo>
                    <a:pt x="11540" y="22964"/>
                    <a:pt x="12187" y="23026"/>
                    <a:pt x="12836" y="23026"/>
                  </a:cubicBezTo>
                  <a:cubicBezTo>
                    <a:pt x="13144" y="23026"/>
                    <a:pt x="13452" y="23012"/>
                    <a:pt x="13759" y="22984"/>
                  </a:cubicBezTo>
                  <a:lnTo>
                    <a:pt x="14462" y="24952"/>
                  </a:lnTo>
                  <a:cubicBezTo>
                    <a:pt x="14577" y="25272"/>
                    <a:pt x="14878" y="25471"/>
                    <a:pt x="15200" y="25471"/>
                  </a:cubicBezTo>
                  <a:cubicBezTo>
                    <a:pt x="15286" y="25471"/>
                    <a:pt x="15375" y="25457"/>
                    <a:pt x="15461" y="25426"/>
                  </a:cubicBezTo>
                  <a:lnTo>
                    <a:pt x="18845" y="24217"/>
                  </a:lnTo>
                  <a:cubicBezTo>
                    <a:pt x="19252" y="24071"/>
                    <a:pt x="19463" y="23625"/>
                    <a:pt x="19318" y="23218"/>
                  </a:cubicBezTo>
                  <a:lnTo>
                    <a:pt x="18615" y="21250"/>
                  </a:lnTo>
                  <a:cubicBezTo>
                    <a:pt x="19407" y="20712"/>
                    <a:pt x="20121" y="20065"/>
                    <a:pt x="20735" y="19328"/>
                  </a:cubicBezTo>
                  <a:lnTo>
                    <a:pt x="22624" y="20223"/>
                  </a:lnTo>
                  <a:cubicBezTo>
                    <a:pt x="22732" y="20274"/>
                    <a:pt x="22846" y="20298"/>
                    <a:pt x="22958" y="20298"/>
                  </a:cubicBezTo>
                  <a:cubicBezTo>
                    <a:pt x="23251" y="20298"/>
                    <a:pt x="23532" y="20133"/>
                    <a:pt x="23665" y="19850"/>
                  </a:cubicBezTo>
                  <a:lnTo>
                    <a:pt x="25202" y="16604"/>
                  </a:lnTo>
                  <a:cubicBezTo>
                    <a:pt x="25387" y="16214"/>
                    <a:pt x="25220" y="15748"/>
                    <a:pt x="24829" y="15564"/>
                  </a:cubicBezTo>
                  <a:lnTo>
                    <a:pt x="22940" y="14668"/>
                  </a:lnTo>
                  <a:cubicBezTo>
                    <a:pt x="23121" y="13727"/>
                    <a:pt x="23169" y="12766"/>
                    <a:pt x="23082" y="11812"/>
                  </a:cubicBezTo>
                  <a:lnTo>
                    <a:pt x="25050" y="11107"/>
                  </a:lnTo>
                  <a:cubicBezTo>
                    <a:pt x="25457" y="10963"/>
                    <a:pt x="25668" y="10515"/>
                    <a:pt x="25523" y="10108"/>
                  </a:cubicBezTo>
                  <a:lnTo>
                    <a:pt x="24315" y="6726"/>
                  </a:lnTo>
                  <a:cubicBezTo>
                    <a:pt x="24201" y="6406"/>
                    <a:pt x="23898" y="6207"/>
                    <a:pt x="23577" y="6207"/>
                  </a:cubicBezTo>
                  <a:cubicBezTo>
                    <a:pt x="23491" y="6207"/>
                    <a:pt x="23402" y="6221"/>
                    <a:pt x="23316" y="6252"/>
                  </a:cubicBezTo>
                  <a:lnTo>
                    <a:pt x="21348" y="6956"/>
                  </a:lnTo>
                  <a:cubicBezTo>
                    <a:pt x="20810" y="6162"/>
                    <a:pt x="20163" y="5450"/>
                    <a:pt x="19426" y="4836"/>
                  </a:cubicBezTo>
                  <a:lnTo>
                    <a:pt x="20320" y="2947"/>
                  </a:lnTo>
                  <a:cubicBezTo>
                    <a:pt x="20506" y="2556"/>
                    <a:pt x="20339" y="2090"/>
                    <a:pt x="19948" y="1906"/>
                  </a:cubicBezTo>
                  <a:lnTo>
                    <a:pt x="16703" y="369"/>
                  </a:lnTo>
                  <a:cubicBezTo>
                    <a:pt x="16595" y="318"/>
                    <a:pt x="16481" y="294"/>
                    <a:pt x="16369" y="294"/>
                  </a:cubicBezTo>
                  <a:cubicBezTo>
                    <a:pt x="16076" y="294"/>
                    <a:pt x="15795" y="459"/>
                    <a:pt x="15662" y="742"/>
                  </a:cubicBezTo>
                  <a:lnTo>
                    <a:pt x="14767" y="2631"/>
                  </a:lnTo>
                  <a:cubicBezTo>
                    <a:pt x="14130" y="2508"/>
                    <a:pt x="13485" y="2447"/>
                    <a:pt x="12839" y="2447"/>
                  </a:cubicBezTo>
                  <a:cubicBezTo>
                    <a:pt x="12529" y="2447"/>
                    <a:pt x="12219" y="2461"/>
                    <a:pt x="11910" y="2489"/>
                  </a:cubicBezTo>
                  <a:lnTo>
                    <a:pt x="11207" y="521"/>
                  </a:lnTo>
                  <a:cubicBezTo>
                    <a:pt x="11092" y="200"/>
                    <a:pt x="10791" y="1"/>
                    <a:pt x="10471"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7" name="Google Shape;4857;p72"/>
            <p:cNvSpPr/>
            <p:nvPr/>
          </p:nvSpPr>
          <p:spPr>
            <a:xfrm>
              <a:off x="6124575" y="2917775"/>
              <a:ext cx="572575" cy="572525"/>
            </a:xfrm>
            <a:custGeom>
              <a:avLst/>
              <a:gdLst/>
              <a:ahLst/>
              <a:cxnLst/>
              <a:rect l="l" t="t" r="r" b="b"/>
              <a:pathLst>
                <a:path w="22903" h="22901" extrusionOk="0">
                  <a:moveTo>
                    <a:pt x="11452" y="4551"/>
                  </a:moveTo>
                  <a:cubicBezTo>
                    <a:pt x="15263" y="4551"/>
                    <a:pt x="18352" y="7640"/>
                    <a:pt x="18352" y="11451"/>
                  </a:cubicBezTo>
                  <a:cubicBezTo>
                    <a:pt x="18352" y="15262"/>
                    <a:pt x="15263" y="18350"/>
                    <a:pt x="11452" y="18350"/>
                  </a:cubicBezTo>
                  <a:lnTo>
                    <a:pt x="11452" y="18351"/>
                  </a:lnTo>
                  <a:cubicBezTo>
                    <a:pt x="7640" y="18351"/>
                    <a:pt x="4552" y="15262"/>
                    <a:pt x="4552" y="11451"/>
                  </a:cubicBezTo>
                  <a:cubicBezTo>
                    <a:pt x="4552" y="7640"/>
                    <a:pt x="7640" y="4551"/>
                    <a:pt x="11452" y="4551"/>
                  </a:cubicBezTo>
                  <a:close/>
                  <a:moveTo>
                    <a:pt x="9850" y="0"/>
                  </a:moveTo>
                  <a:cubicBezTo>
                    <a:pt x="9464" y="0"/>
                    <a:pt x="9152" y="312"/>
                    <a:pt x="9152" y="698"/>
                  </a:cubicBezTo>
                  <a:lnTo>
                    <a:pt x="9152" y="2564"/>
                  </a:lnTo>
                  <a:cubicBezTo>
                    <a:pt x="8324" y="2777"/>
                    <a:pt x="7530" y="3105"/>
                    <a:pt x="6793" y="3539"/>
                  </a:cubicBezTo>
                  <a:lnTo>
                    <a:pt x="5474" y="2221"/>
                  </a:lnTo>
                  <a:cubicBezTo>
                    <a:pt x="5338" y="2085"/>
                    <a:pt x="5159" y="2017"/>
                    <a:pt x="4981" y="2017"/>
                  </a:cubicBezTo>
                  <a:cubicBezTo>
                    <a:pt x="4802" y="2017"/>
                    <a:pt x="4624" y="2085"/>
                    <a:pt x="4487" y="2221"/>
                  </a:cubicBezTo>
                  <a:lnTo>
                    <a:pt x="2222" y="4487"/>
                  </a:lnTo>
                  <a:cubicBezTo>
                    <a:pt x="1949" y="4759"/>
                    <a:pt x="1949" y="5201"/>
                    <a:pt x="2222" y="5473"/>
                  </a:cubicBezTo>
                  <a:lnTo>
                    <a:pt x="3541" y="6791"/>
                  </a:lnTo>
                  <a:cubicBezTo>
                    <a:pt x="3107" y="7528"/>
                    <a:pt x="2777" y="8322"/>
                    <a:pt x="2564" y="9150"/>
                  </a:cubicBezTo>
                  <a:lnTo>
                    <a:pt x="699" y="9150"/>
                  </a:lnTo>
                  <a:cubicBezTo>
                    <a:pt x="313" y="9150"/>
                    <a:pt x="1" y="9462"/>
                    <a:pt x="1" y="9848"/>
                  </a:cubicBezTo>
                  <a:lnTo>
                    <a:pt x="1" y="13053"/>
                  </a:lnTo>
                  <a:cubicBezTo>
                    <a:pt x="1" y="13438"/>
                    <a:pt x="313" y="13751"/>
                    <a:pt x="699" y="13751"/>
                  </a:cubicBezTo>
                  <a:lnTo>
                    <a:pt x="2564" y="13751"/>
                  </a:lnTo>
                  <a:cubicBezTo>
                    <a:pt x="2777" y="14579"/>
                    <a:pt x="3106" y="15373"/>
                    <a:pt x="3541" y="16109"/>
                  </a:cubicBezTo>
                  <a:lnTo>
                    <a:pt x="2222" y="17427"/>
                  </a:lnTo>
                  <a:cubicBezTo>
                    <a:pt x="1949" y="17701"/>
                    <a:pt x="1949" y="18142"/>
                    <a:pt x="2222" y="18415"/>
                  </a:cubicBezTo>
                  <a:lnTo>
                    <a:pt x="4487" y="20681"/>
                  </a:lnTo>
                  <a:cubicBezTo>
                    <a:pt x="4624" y="20817"/>
                    <a:pt x="4802" y="20885"/>
                    <a:pt x="4981" y="20885"/>
                  </a:cubicBezTo>
                  <a:cubicBezTo>
                    <a:pt x="5159" y="20885"/>
                    <a:pt x="5338" y="20817"/>
                    <a:pt x="5474" y="20681"/>
                  </a:cubicBezTo>
                  <a:lnTo>
                    <a:pt x="6793" y="19362"/>
                  </a:lnTo>
                  <a:cubicBezTo>
                    <a:pt x="7530" y="19796"/>
                    <a:pt x="8324" y="20124"/>
                    <a:pt x="9152" y="20339"/>
                  </a:cubicBezTo>
                  <a:lnTo>
                    <a:pt x="9152" y="22204"/>
                  </a:lnTo>
                  <a:cubicBezTo>
                    <a:pt x="9152" y="22588"/>
                    <a:pt x="9464" y="22901"/>
                    <a:pt x="9850" y="22901"/>
                  </a:cubicBezTo>
                  <a:lnTo>
                    <a:pt x="13055" y="22901"/>
                  </a:lnTo>
                  <a:cubicBezTo>
                    <a:pt x="13439" y="22901"/>
                    <a:pt x="13751" y="22588"/>
                    <a:pt x="13751" y="22204"/>
                  </a:cubicBezTo>
                  <a:lnTo>
                    <a:pt x="13751" y="20339"/>
                  </a:lnTo>
                  <a:cubicBezTo>
                    <a:pt x="14581" y="20124"/>
                    <a:pt x="15373" y="19796"/>
                    <a:pt x="16110" y="19362"/>
                  </a:cubicBezTo>
                  <a:lnTo>
                    <a:pt x="17429" y="20680"/>
                  </a:lnTo>
                  <a:cubicBezTo>
                    <a:pt x="17566" y="20816"/>
                    <a:pt x="17744" y="20884"/>
                    <a:pt x="17923" y="20884"/>
                  </a:cubicBezTo>
                  <a:cubicBezTo>
                    <a:pt x="18101" y="20884"/>
                    <a:pt x="18280" y="20816"/>
                    <a:pt x="18416" y="20680"/>
                  </a:cubicBezTo>
                  <a:lnTo>
                    <a:pt x="20682" y="18414"/>
                  </a:lnTo>
                  <a:cubicBezTo>
                    <a:pt x="20954" y="18142"/>
                    <a:pt x="20954" y="17700"/>
                    <a:pt x="20682" y="17427"/>
                  </a:cubicBezTo>
                  <a:lnTo>
                    <a:pt x="19364" y="16109"/>
                  </a:lnTo>
                  <a:cubicBezTo>
                    <a:pt x="19798" y="15373"/>
                    <a:pt x="20126" y="14579"/>
                    <a:pt x="20339" y="13751"/>
                  </a:cubicBezTo>
                  <a:lnTo>
                    <a:pt x="22205" y="13751"/>
                  </a:lnTo>
                  <a:cubicBezTo>
                    <a:pt x="22591" y="13751"/>
                    <a:pt x="22903" y="13438"/>
                    <a:pt x="22903" y="13053"/>
                  </a:cubicBezTo>
                  <a:lnTo>
                    <a:pt x="22903" y="9850"/>
                  </a:lnTo>
                  <a:cubicBezTo>
                    <a:pt x="22903" y="9465"/>
                    <a:pt x="22592" y="9152"/>
                    <a:pt x="22208" y="9152"/>
                  </a:cubicBezTo>
                  <a:cubicBezTo>
                    <a:pt x="22207" y="9152"/>
                    <a:pt x="22206" y="9152"/>
                    <a:pt x="22205" y="9152"/>
                  </a:cubicBezTo>
                  <a:lnTo>
                    <a:pt x="20339" y="9152"/>
                  </a:lnTo>
                  <a:cubicBezTo>
                    <a:pt x="20126" y="8322"/>
                    <a:pt x="19798" y="7530"/>
                    <a:pt x="19364" y="6793"/>
                  </a:cubicBezTo>
                  <a:lnTo>
                    <a:pt x="20682" y="5473"/>
                  </a:lnTo>
                  <a:cubicBezTo>
                    <a:pt x="20954" y="5201"/>
                    <a:pt x="20954" y="4759"/>
                    <a:pt x="20682" y="4487"/>
                  </a:cubicBezTo>
                  <a:lnTo>
                    <a:pt x="18416" y="2221"/>
                  </a:lnTo>
                  <a:cubicBezTo>
                    <a:pt x="18280" y="2085"/>
                    <a:pt x="18101" y="2017"/>
                    <a:pt x="17923" y="2017"/>
                  </a:cubicBezTo>
                  <a:cubicBezTo>
                    <a:pt x="17744" y="2017"/>
                    <a:pt x="17566" y="2085"/>
                    <a:pt x="17429" y="2221"/>
                  </a:cubicBezTo>
                  <a:lnTo>
                    <a:pt x="16110" y="3541"/>
                  </a:lnTo>
                  <a:cubicBezTo>
                    <a:pt x="15373" y="3105"/>
                    <a:pt x="14581" y="2777"/>
                    <a:pt x="13751" y="2564"/>
                  </a:cubicBezTo>
                  <a:lnTo>
                    <a:pt x="13751" y="698"/>
                  </a:lnTo>
                  <a:cubicBezTo>
                    <a:pt x="13751" y="312"/>
                    <a:pt x="13439" y="0"/>
                    <a:pt x="13055"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8" name="Google Shape;4858;p72"/>
            <p:cNvSpPr/>
            <p:nvPr/>
          </p:nvSpPr>
          <p:spPr>
            <a:xfrm>
              <a:off x="6459975" y="2867300"/>
              <a:ext cx="101300" cy="50500"/>
            </a:xfrm>
            <a:custGeom>
              <a:avLst/>
              <a:gdLst/>
              <a:ahLst/>
              <a:cxnLst/>
              <a:rect l="l" t="t" r="r" b="b"/>
              <a:pathLst>
                <a:path w="4052" h="2020" extrusionOk="0">
                  <a:moveTo>
                    <a:pt x="272" y="1"/>
                  </a:moveTo>
                  <a:cubicBezTo>
                    <a:pt x="157" y="1"/>
                    <a:pt x="54" y="82"/>
                    <a:pt x="29" y="200"/>
                  </a:cubicBezTo>
                  <a:cubicBezTo>
                    <a:pt x="0" y="338"/>
                    <a:pt x="87" y="474"/>
                    <a:pt x="225" y="507"/>
                  </a:cubicBezTo>
                  <a:cubicBezTo>
                    <a:pt x="1077" y="719"/>
                    <a:pt x="1895" y="1049"/>
                    <a:pt x="2657" y="1486"/>
                  </a:cubicBezTo>
                  <a:lnTo>
                    <a:pt x="2505" y="1740"/>
                  </a:lnTo>
                  <a:cubicBezTo>
                    <a:pt x="2459" y="1819"/>
                    <a:pt x="2511" y="1918"/>
                    <a:pt x="2603" y="1926"/>
                  </a:cubicBezTo>
                  <a:lnTo>
                    <a:pt x="3887" y="2019"/>
                  </a:lnTo>
                  <a:cubicBezTo>
                    <a:pt x="3890" y="2019"/>
                    <a:pt x="3893" y="2019"/>
                    <a:pt x="3895" y="2019"/>
                  </a:cubicBezTo>
                  <a:cubicBezTo>
                    <a:pt x="3991" y="2019"/>
                    <a:pt x="4052" y="1913"/>
                    <a:pt x="3999" y="1830"/>
                  </a:cubicBezTo>
                  <a:lnTo>
                    <a:pt x="3302" y="746"/>
                  </a:lnTo>
                  <a:cubicBezTo>
                    <a:pt x="3278" y="709"/>
                    <a:pt x="3239" y="690"/>
                    <a:pt x="3200" y="690"/>
                  </a:cubicBezTo>
                  <a:cubicBezTo>
                    <a:pt x="3159" y="690"/>
                    <a:pt x="3118" y="711"/>
                    <a:pt x="3094" y="751"/>
                  </a:cubicBezTo>
                  <a:lnTo>
                    <a:pt x="2917" y="1047"/>
                  </a:lnTo>
                  <a:cubicBezTo>
                    <a:pt x="2108" y="581"/>
                    <a:pt x="1237" y="230"/>
                    <a:pt x="330" y="8"/>
                  </a:cubicBezTo>
                  <a:cubicBezTo>
                    <a:pt x="311" y="3"/>
                    <a:pt x="291" y="1"/>
                    <a:pt x="272"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9" name="Google Shape;4859;p72"/>
            <p:cNvSpPr/>
            <p:nvPr/>
          </p:nvSpPr>
          <p:spPr>
            <a:xfrm>
              <a:off x="6389025" y="2860025"/>
              <a:ext cx="63100" cy="15700"/>
            </a:xfrm>
            <a:custGeom>
              <a:avLst/>
              <a:gdLst/>
              <a:ahLst/>
              <a:cxnLst/>
              <a:rect l="l" t="t" r="r" b="b"/>
              <a:pathLst>
                <a:path w="2524" h="628" extrusionOk="0">
                  <a:moveTo>
                    <a:pt x="787" y="1"/>
                  </a:moveTo>
                  <a:cubicBezTo>
                    <a:pt x="605" y="1"/>
                    <a:pt x="424" y="7"/>
                    <a:pt x="241" y="19"/>
                  </a:cubicBezTo>
                  <a:cubicBezTo>
                    <a:pt x="103" y="31"/>
                    <a:pt x="1" y="153"/>
                    <a:pt x="11" y="291"/>
                  </a:cubicBezTo>
                  <a:cubicBezTo>
                    <a:pt x="20" y="425"/>
                    <a:pt x="132" y="528"/>
                    <a:pt x="263" y="528"/>
                  </a:cubicBezTo>
                  <a:cubicBezTo>
                    <a:pt x="268" y="528"/>
                    <a:pt x="273" y="528"/>
                    <a:pt x="278" y="528"/>
                  </a:cubicBezTo>
                  <a:cubicBezTo>
                    <a:pt x="448" y="518"/>
                    <a:pt x="617" y="512"/>
                    <a:pt x="787" y="512"/>
                  </a:cubicBezTo>
                  <a:cubicBezTo>
                    <a:pt x="1261" y="512"/>
                    <a:pt x="1734" y="550"/>
                    <a:pt x="2203" y="624"/>
                  </a:cubicBezTo>
                  <a:cubicBezTo>
                    <a:pt x="2217" y="626"/>
                    <a:pt x="2231" y="627"/>
                    <a:pt x="2245" y="627"/>
                  </a:cubicBezTo>
                  <a:cubicBezTo>
                    <a:pt x="2363" y="627"/>
                    <a:pt x="2470" y="544"/>
                    <a:pt x="2494" y="424"/>
                  </a:cubicBezTo>
                  <a:cubicBezTo>
                    <a:pt x="2523" y="283"/>
                    <a:pt x="2430" y="145"/>
                    <a:pt x="2288" y="121"/>
                  </a:cubicBezTo>
                  <a:cubicBezTo>
                    <a:pt x="1791" y="43"/>
                    <a:pt x="1288" y="3"/>
                    <a:pt x="787"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0" name="Google Shape;4860;p72"/>
            <p:cNvSpPr/>
            <p:nvPr/>
          </p:nvSpPr>
          <p:spPr>
            <a:xfrm>
              <a:off x="6279750" y="2879875"/>
              <a:ext cx="39600" cy="26000"/>
            </a:xfrm>
            <a:custGeom>
              <a:avLst/>
              <a:gdLst/>
              <a:ahLst/>
              <a:cxnLst/>
              <a:rect l="l" t="t" r="r" b="b"/>
              <a:pathLst>
                <a:path w="1584" h="1040" extrusionOk="0">
                  <a:moveTo>
                    <a:pt x="1330" y="1"/>
                  </a:moveTo>
                  <a:cubicBezTo>
                    <a:pt x="1303" y="1"/>
                    <a:pt x="1276" y="6"/>
                    <a:pt x="1249" y="17"/>
                  </a:cubicBezTo>
                  <a:cubicBezTo>
                    <a:pt x="878" y="174"/>
                    <a:pt x="518" y="355"/>
                    <a:pt x="168" y="557"/>
                  </a:cubicBezTo>
                  <a:cubicBezTo>
                    <a:pt x="58" y="621"/>
                    <a:pt x="0" y="757"/>
                    <a:pt x="47" y="876"/>
                  </a:cubicBezTo>
                  <a:cubicBezTo>
                    <a:pt x="86" y="979"/>
                    <a:pt x="183" y="1040"/>
                    <a:pt x="284" y="1040"/>
                  </a:cubicBezTo>
                  <a:cubicBezTo>
                    <a:pt x="327" y="1040"/>
                    <a:pt x="371" y="1029"/>
                    <a:pt x="412" y="1005"/>
                  </a:cubicBezTo>
                  <a:cubicBezTo>
                    <a:pt x="727" y="823"/>
                    <a:pt x="1054" y="658"/>
                    <a:pt x="1389" y="512"/>
                  </a:cubicBezTo>
                  <a:cubicBezTo>
                    <a:pt x="1518" y="458"/>
                    <a:pt x="1584" y="312"/>
                    <a:pt x="1538" y="177"/>
                  </a:cubicBezTo>
                  <a:lnTo>
                    <a:pt x="1525" y="141"/>
                  </a:lnTo>
                  <a:cubicBezTo>
                    <a:pt x="1496" y="54"/>
                    <a:pt x="1415" y="1"/>
                    <a:pt x="1330"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1" name="Google Shape;4861;p72"/>
            <p:cNvSpPr/>
            <p:nvPr/>
          </p:nvSpPr>
          <p:spPr>
            <a:xfrm>
              <a:off x="6325825" y="2862750"/>
              <a:ext cx="54425" cy="22400"/>
            </a:xfrm>
            <a:custGeom>
              <a:avLst/>
              <a:gdLst/>
              <a:ahLst/>
              <a:cxnLst/>
              <a:rect l="l" t="t" r="r" b="b"/>
              <a:pathLst>
                <a:path w="2177" h="896" extrusionOk="0">
                  <a:moveTo>
                    <a:pt x="1906" y="0"/>
                  </a:moveTo>
                  <a:cubicBezTo>
                    <a:pt x="1894" y="0"/>
                    <a:pt x="1883" y="1"/>
                    <a:pt x="1871" y="2"/>
                  </a:cubicBezTo>
                  <a:cubicBezTo>
                    <a:pt x="1306" y="87"/>
                    <a:pt x="748" y="220"/>
                    <a:pt x="205" y="400"/>
                  </a:cubicBezTo>
                  <a:cubicBezTo>
                    <a:pt x="71" y="444"/>
                    <a:pt x="0" y="590"/>
                    <a:pt x="47" y="725"/>
                  </a:cubicBezTo>
                  <a:cubicBezTo>
                    <a:pt x="84" y="829"/>
                    <a:pt x="183" y="895"/>
                    <a:pt x="288" y="895"/>
                  </a:cubicBezTo>
                  <a:cubicBezTo>
                    <a:pt x="316" y="895"/>
                    <a:pt x="343" y="891"/>
                    <a:pt x="370" y="882"/>
                  </a:cubicBezTo>
                  <a:cubicBezTo>
                    <a:pt x="883" y="712"/>
                    <a:pt x="1408" y="587"/>
                    <a:pt x="1941" y="507"/>
                  </a:cubicBezTo>
                  <a:cubicBezTo>
                    <a:pt x="2081" y="488"/>
                    <a:pt x="2177" y="360"/>
                    <a:pt x="2157" y="220"/>
                  </a:cubicBezTo>
                  <a:cubicBezTo>
                    <a:pt x="2140" y="93"/>
                    <a:pt x="2031" y="0"/>
                    <a:pt x="1906"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2" name="Google Shape;4862;p72"/>
            <p:cNvSpPr/>
            <p:nvPr/>
          </p:nvSpPr>
          <p:spPr>
            <a:xfrm>
              <a:off x="7023725" y="3061400"/>
              <a:ext cx="101300" cy="50475"/>
            </a:xfrm>
            <a:custGeom>
              <a:avLst/>
              <a:gdLst/>
              <a:ahLst/>
              <a:cxnLst/>
              <a:rect l="l" t="t" r="r" b="b"/>
              <a:pathLst>
                <a:path w="4052" h="2019" extrusionOk="0">
                  <a:moveTo>
                    <a:pt x="273" y="0"/>
                  </a:moveTo>
                  <a:cubicBezTo>
                    <a:pt x="158" y="0"/>
                    <a:pt x="53" y="81"/>
                    <a:pt x="29" y="199"/>
                  </a:cubicBezTo>
                  <a:cubicBezTo>
                    <a:pt x="0" y="339"/>
                    <a:pt x="87" y="475"/>
                    <a:pt x="225" y="507"/>
                  </a:cubicBezTo>
                  <a:cubicBezTo>
                    <a:pt x="1077" y="720"/>
                    <a:pt x="1895" y="1048"/>
                    <a:pt x="2655" y="1487"/>
                  </a:cubicBezTo>
                  <a:lnTo>
                    <a:pt x="2505" y="1740"/>
                  </a:lnTo>
                  <a:cubicBezTo>
                    <a:pt x="2459" y="1818"/>
                    <a:pt x="2511" y="1919"/>
                    <a:pt x="2603" y="1925"/>
                  </a:cubicBezTo>
                  <a:lnTo>
                    <a:pt x="3885" y="2018"/>
                  </a:lnTo>
                  <a:cubicBezTo>
                    <a:pt x="3889" y="2019"/>
                    <a:pt x="3892" y="2019"/>
                    <a:pt x="3896" y="2019"/>
                  </a:cubicBezTo>
                  <a:cubicBezTo>
                    <a:pt x="3991" y="2019"/>
                    <a:pt x="4052" y="1911"/>
                    <a:pt x="3999" y="1829"/>
                  </a:cubicBezTo>
                  <a:lnTo>
                    <a:pt x="3302" y="747"/>
                  </a:lnTo>
                  <a:cubicBezTo>
                    <a:pt x="3278" y="709"/>
                    <a:pt x="3238" y="690"/>
                    <a:pt x="3198" y="690"/>
                  </a:cubicBezTo>
                  <a:cubicBezTo>
                    <a:pt x="3157" y="690"/>
                    <a:pt x="3116" y="710"/>
                    <a:pt x="3093" y="750"/>
                  </a:cubicBezTo>
                  <a:lnTo>
                    <a:pt x="2917" y="1048"/>
                  </a:lnTo>
                  <a:cubicBezTo>
                    <a:pt x="2108" y="582"/>
                    <a:pt x="1237" y="231"/>
                    <a:pt x="330" y="7"/>
                  </a:cubicBezTo>
                  <a:cubicBezTo>
                    <a:pt x="311" y="3"/>
                    <a:pt x="292" y="0"/>
                    <a:pt x="273"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3" name="Google Shape;4863;p72"/>
            <p:cNvSpPr/>
            <p:nvPr/>
          </p:nvSpPr>
          <p:spPr>
            <a:xfrm>
              <a:off x="6952750" y="3054150"/>
              <a:ext cx="63100" cy="15650"/>
            </a:xfrm>
            <a:custGeom>
              <a:avLst/>
              <a:gdLst/>
              <a:ahLst/>
              <a:cxnLst/>
              <a:rect l="l" t="t" r="r" b="b"/>
              <a:pathLst>
                <a:path w="2524" h="626" extrusionOk="0">
                  <a:moveTo>
                    <a:pt x="787" y="1"/>
                  </a:moveTo>
                  <a:cubicBezTo>
                    <a:pt x="606" y="1"/>
                    <a:pt x="423" y="7"/>
                    <a:pt x="242" y="18"/>
                  </a:cubicBezTo>
                  <a:cubicBezTo>
                    <a:pt x="104" y="31"/>
                    <a:pt x="0" y="151"/>
                    <a:pt x="10" y="291"/>
                  </a:cubicBezTo>
                  <a:cubicBezTo>
                    <a:pt x="21" y="425"/>
                    <a:pt x="131" y="526"/>
                    <a:pt x="264" y="526"/>
                  </a:cubicBezTo>
                  <a:cubicBezTo>
                    <a:pt x="269" y="526"/>
                    <a:pt x="274" y="526"/>
                    <a:pt x="279" y="526"/>
                  </a:cubicBezTo>
                  <a:cubicBezTo>
                    <a:pt x="447" y="516"/>
                    <a:pt x="617" y="510"/>
                    <a:pt x="787" y="510"/>
                  </a:cubicBezTo>
                  <a:cubicBezTo>
                    <a:pt x="1261" y="512"/>
                    <a:pt x="1735" y="548"/>
                    <a:pt x="2204" y="622"/>
                  </a:cubicBezTo>
                  <a:cubicBezTo>
                    <a:pt x="2218" y="624"/>
                    <a:pt x="2232" y="626"/>
                    <a:pt x="2246" y="626"/>
                  </a:cubicBezTo>
                  <a:cubicBezTo>
                    <a:pt x="2364" y="626"/>
                    <a:pt x="2469" y="542"/>
                    <a:pt x="2495" y="422"/>
                  </a:cubicBezTo>
                  <a:cubicBezTo>
                    <a:pt x="2524" y="281"/>
                    <a:pt x="2430" y="145"/>
                    <a:pt x="2289" y="121"/>
                  </a:cubicBezTo>
                  <a:cubicBezTo>
                    <a:pt x="1792" y="41"/>
                    <a:pt x="1289" y="1"/>
                    <a:pt x="787"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4" name="Google Shape;4864;p72"/>
            <p:cNvSpPr/>
            <p:nvPr/>
          </p:nvSpPr>
          <p:spPr>
            <a:xfrm>
              <a:off x="6843450" y="3073975"/>
              <a:ext cx="39625" cy="26025"/>
            </a:xfrm>
            <a:custGeom>
              <a:avLst/>
              <a:gdLst/>
              <a:ahLst/>
              <a:cxnLst/>
              <a:rect l="l" t="t" r="r" b="b"/>
              <a:pathLst>
                <a:path w="1585" h="1041" extrusionOk="0">
                  <a:moveTo>
                    <a:pt x="1331" y="0"/>
                  </a:moveTo>
                  <a:cubicBezTo>
                    <a:pt x="1304" y="0"/>
                    <a:pt x="1277" y="6"/>
                    <a:pt x="1251" y="16"/>
                  </a:cubicBezTo>
                  <a:cubicBezTo>
                    <a:pt x="880" y="175"/>
                    <a:pt x="518" y="356"/>
                    <a:pt x="170" y="558"/>
                  </a:cubicBezTo>
                  <a:cubicBezTo>
                    <a:pt x="60" y="622"/>
                    <a:pt x="1" y="758"/>
                    <a:pt x="47" y="876"/>
                  </a:cubicBezTo>
                  <a:cubicBezTo>
                    <a:pt x="87" y="979"/>
                    <a:pt x="185" y="1040"/>
                    <a:pt x="287" y="1040"/>
                  </a:cubicBezTo>
                  <a:cubicBezTo>
                    <a:pt x="330" y="1040"/>
                    <a:pt x="373" y="1029"/>
                    <a:pt x="414" y="1006"/>
                  </a:cubicBezTo>
                  <a:cubicBezTo>
                    <a:pt x="729" y="822"/>
                    <a:pt x="1056" y="657"/>
                    <a:pt x="1391" y="513"/>
                  </a:cubicBezTo>
                  <a:cubicBezTo>
                    <a:pt x="1520" y="457"/>
                    <a:pt x="1584" y="311"/>
                    <a:pt x="1540" y="178"/>
                  </a:cubicBezTo>
                  <a:lnTo>
                    <a:pt x="1527" y="141"/>
                  </a:lnTo>
                  <a:cubicBezTo>
                    <a:pt x="1497" y="55"/>
                    <a:pt x="1417" y="0"/>
                    <a:pt x="1331"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5" name="Google Shape;4865;p72"/>
            <p:cNvSpPr/>
            <p:nvPr/>
          </p:nvSpPr>
          <p:spPr>
            <a:xfrm>
              <a:off x="6889575" y="3056825"/>
              <a:ext cx="54425" cy="22400"/>
            </a:xfrm>
            <a:custGeom>
              <a:avLst/>
              <a:gdLst/>
              <a:ahLst/>
              <a:cxnLst/>
              <a:rect l="l" t="t" r="r" b="b"/>
              <a:pathLst>
                <a:path w="2177" h="896" extrusionOk="0">
                  <a:moveTo>
                    <a:pt x="1906" y="0"/>
                  </a:moveTo>
                  <a:cubicBezTo>
                    <a:pt x="1894" y="0"/>
                    <a:pt x="1883" y="1"/>
                    <a:pt x="1871" y="3"/>
                  </a:cubicBezTo>
                  <a:lnTo>
                    <a:pt x="1871" y="4"/>
                  </a:lnTo>
                  <a:cubicBezTo>
                    <a:pt x="1306" y="88"/>
                    <a:pt x="748" y="220"/>
                    <a:pt x="205" y="400"/>
                  </a:cubicBezTo>
                  <a:cubicBezTo>
                    <a:pt x="71" y="446"/>
                    <a:pt x="0" y="592"/>
                    <a:pt x="47" y="725"/>
                  </a:cubicBezTo>
                  <a:cubicBezTo>
                    <a:pt x="84" y="830"/>
                    <a:pt x="182" y="896"/>
                    <a:pt x="288" y="896"/>
                  </a:cubicBezTo>
                  <a:cubicBezTo>
                    <a:pt x="315" y="896"/>
                    <a:pt x="343" y="891"/>
                    <a:pt x="370" y="882"/>
                  </a:cubicBezTo>
                  <a:cubicBezTo>
                    <a:pt x="881" y="714"/>
                    <a:pt x="1406" y="587"/>
                    <a:pt x="1940" y="509"/>
                  </a:cubicBezTo>
                  <a:cubicBezTo>
                    <a:pt x="2079" y="490"/>
                    <a:pt x="2177" y="360"/>
                    <a:pt x="2157" y="220"/>
                  </a:cubicBezTo>
                  <a:cubicBezTo>
                    <a:pt x="2140" y="93"/>
                    <a:pt x="2031" y="0"/>
                    <a:pt x="1906"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6" name="Google Shape;4866;p72"/>
            <p:cNvSpPr/>
            <p:nvPr/>
          </p:nvSpPr>
          <p:spPr>
            <a:xfrm>
              <a:off x="6245350" y="4177200"/>
              <a:ext cx="101275" cy="50475"/>
            </a:xfrm>
            <a:custGeom>
              <a:avLst/>
              <a:gdLst/>
              <a:ahLst/>
              <a:cxnLst/>
              <a:rect l="l" t="t" r="r" b="b"/>
              <a:pathLst>
                <a:path w="4051" h="2019" extrusionOk="0">
                  <a:moveTo>
                    <a:pt x="157" y="1"/>
                  </a:moveTo>
                  <a:cubicBezTo>
                    <a:pt x="61" y="1"/>
                    <a:pt x="1" y="107"/>
                    <a:pt x="54" y="190"/>
                  </a:cubicBezTo>
                  <a:lnTo>
                    <a:pt x="750" y="1274"/>
                  </a:lnTo>
                  <a:cubicBezTo>
                    <a:pt x="774" y="1311"/>
                    <a:pt x="813" y="1330"/>
                    <a:pt x="852" y="1330"/>
                  </a:cubicBezTo>
                  <a:cubicBezTo>
                    <a:pt x="893" y="1330"/>
                    <a:pt x="935" y="1309"/>
                    <a:pt x="958" y="1269"/>
                  </a:cubicBezTo>
                  <a:lnTo>
                    <a:pt x="1136" y="973"/>
                  </a:lnTo>
                  <a:cubicBezTo>
                    <a:pt x="1945" y="1439"/>
                    <a:pt x="2816" y="1788"/>
                    <a:pt x="3722" y="2012"/>
                  </a:cubicBezTo>
                  <a:cubicBezTo>
                    <a:pt x="3741" y="2017"/>
                    <a:pt x="3761" y="2019"/>
                    <a:pt x="3779" y="2019"/>
                  </a:cubicBezTo>
                  <a:cubicBezTo>
                    <a:pt x="3895" y="2019"/>
                    <a:pt x="3999" y="1938"/>
                    <a:pt x="4023" y="1820"/>
                  </a:cubicBezTo>
                  <a:cubicBezTo>
                    <a:pt x="4051" y="1682"/>
                    <a:pt x="3964" y="1546"/>
                    <a:pt x="3828" y="1512"/>
                  </a:cubicBezTo>
                  <a:cubicBezTo>
                    <a:pt x="2976" y="1301"/>
                    <a:pt x="2158" y="971"/>
                    <a:pt x="1396" y="534"/>
                  </a:cubicBezTo>
                  <a:lnTo>
                    <a:pt x="1548" y="279"/>
                  </a:lnTo>
                  <a:cubicBezTo>
                    <a:pt x="1594" y="201"/>
                    <a:pt x="1541" y="100"/>
                    <a:pt x="1450" y="94"/>
                  </a:cubicBezTo>
                  <a:lnTo>
                    <a:pt x="166" y="1"/>
                  </a:lnTo>
                  <a:cubicBezTo>
                    <a:pt x="163" y="1"/>
                    <a:pt x="160" y="1"/>
                    <a:pt x="157"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7" name="Google Shape;4867;p72"/>
            <p:cNvSpPr/>
            <p:nvPr/>
          </p:nvSpPr>
          <p:spPr>
            <a:xfrm>
              <a:off x="6354525" y="4219275"/>
              <a:ext cx="63075" cy="15675"/>
            </a:xfrm>
            <a:custGeom>
              <a:avLst/>
              <a:gdLst/>
              <a:ahLst/>
              <a:cxnLst/>
              <a:rect l="l" t="t" r="r" b="b"/>
              <a:pathLst>
                <a:path w="2523" h="627" extrusionOk="0">
                  <a:moveTo>
                    <a:pt x="279" y="1"/>
                  </a:moveTo>
                  <a:cubicBezTo>
                    <a:pt x="160" y="1"/>
                    <a:pt x="54" y="84"/>
                    <a:pt x="29" y="204"/>
                  </a:cubicBezTo>
                  <a:cubicBezTo>
                    <a:pt x="1" y="345"/>
                    <a:pt x="93" y="483"/>
                    <a:pt x="236" y="507"/>
                  </a:cubicBezTo>
                  <a:cubicBezTo>
                    <a:pt x="732" y="585"/>
                    <a:pt x="1235" y="625"/>
                    <a:pt x="1738" y="627"/>
                  </a:cubicBezTo>
                  <a:cubicBezTo>
                    <a:pt x="1919" y="627"/>
                    <a:pt x="2102" y="621"/>
                    <a:pt x="2282" y="609"/>
                  </a:cubicBezTo>
                  <a:cubicBezTo>
                    <a:pt x="2420" y="596"/>
                    <a:pt x="2523" y="475"/>
                    <a:pt x="2513" y="337"/>
                  </a:cubicBezTo>
                  <a:cubicBezTo>
                    <a:pt x="2504" y="203"/>
                    <a:pt x="2392" y="100"/>
                    <a:pt x="2260" y="100"/>
                  </a:cubicBezTo>
                  <a:cubicBezTo>
                    <a:pt x="2255" y="100"/>
                    <a:pt x="2251" y="100"/>
                    <a:pt x="2246" y="100"/>
                  </a:cubicBezTo>
                  <a:cubicBezTo>
                    <a:pt x="2076" y="110"/>
                    <a:pt x="1908" y="116"/>
                    <a:pt x="1738" y="116"/>
                  </a:cubicBezTo>
                  <a:cubicBezTo>
                    <a:pt x="1262" y="116"/>
                    <a:pt x="790" y="78"/>
                    <a:pt x="321" y="4"/>
                  </a:cubicBezTo>
                  <a:cubicBezTo>
                    <a:pt x="307" y="2"/>
                    <a:pt x="293" y="1"/>
                    <a:pt x="279"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8" name="Google Shape;4868;p72"/>
            <p:cNvSpPr/>
            <p:nvPr/>
          </p:nvSpPr>
          <p:spPr>
            <a:xfrm>
              <a:off x="6487275" y="4189125"/>
              <a:ext cx="39625" cy="25975"/>
            </a:xfrm>
            <a:custGeom>
              <a:avLst/>
              <a:gdLst/>
              <a:ahLst/>
              <a:cxnLst/>
              <a:rect l="l" t="t" r="r" b="b"/>
              <a:pathLst>
                <a:path w="1585" h="1039" extrusionOk="0">
                  <a:moveTo>
                    <a:pt x="1300" y="0"/>
                  </a:moveTo>
                  <a:cubicBezTo>
                    <a:pt x="1257" y="0"/>
                    <a:pt x="1213" y="11"/>
                    <a:pt x="1173" y="35"/>
                  </a:cubicBezTo>
                  <a:cubicBezTo>
                    <a:pt x="857" y="217"/>
                    <a:pt x="531" y="382"/>
                    <a:pt x="196" y="528"/>
                  </a:cubicBezTo>
                  <a:cubicBezTo>
                    <a:pt x="66" y="582"/>
                    <a:pt x="1" y="728"/>
                    <a:pt x="47" y="863"/>
                  </a:cubicBezTo>
                  <a:lnTo>
                    <a:pt x="60" y="899"/>
                  </a:lnTo>
                  <a:cubicBezTo>
                    <a:pt x="89" y="986"/>
                    <a:pt x="169" y="1039"/>
                    <a:pt x="255" y="1039"/>
                  </a:cubicBezTo>
                  <a:cubicBezTo>
                    <a:pt x="282" y="1039"/>
                    <a:pt x="309" y="1034"/>
                    <a:pt x="335" y="1023"/>
                  </a:cubicBezTo>
                  <a:cubicBezTo>
                    <a:pt x="707" y="866"/>
                    <a:pt x="1067" y="685"/>
                    <a:pt x="1416" y="483"/>
                  </a:cubicBezTo>
                  <a:cubicBezTo>
                    <a:pt x="1527" y="419"/>
                    <a:pt x="1584" y="283"/>
                    <a:pt x="1538" y="164"/>
                  </a:cubicBezTo>
                  <a:cubicBezTo>
                    <a:pt x="1499" y="61"/>
                    <a:pt x="1401" y="0"/>
                    <a:pt x="1300"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9" name="Google Shape;4869;p72"/>
            <p:cNvSpPr/>
            <p:nvPr/>
          </p:nvSpPr>
          <p:spPr>
            <a:xfrm>
              <a:off x="6426350" y="4209850"/>
              <a:ext cx="54475" cy="22400"/>
            </a:xfrm>
            <a:custGeom>
              <a:avLst/>
              <a:gdLst/>
              <a:ahLst/>
              <a:cxnLst/>
              <a:rect l="l" t="t" r="r" b="b"/>
              <a:pathLst>
                <a:path w="2179" h="896" extrusionOk="0">
                  <a:moveTo>
                    <a:pt x="1890" y="1"/>
                  </a:moveTo>
                  <a:cubicBezTo>
                    <a:pt x="1863" y="1"/>
                    <a:pt x="1835" y="5"/>
                    <a:pt x="1808" y="14"/>
                  </a:cubicBezTo>
                  <a:cubicBezTo>
                    <a:pt x="1296" y="184"/>
                    <a:pt x="771" y="309"/>
                    <a:pt x="237" y="389"/>
                  </a:cubicBezTo>
                  <a:cubicBezTo>
                    <a:pt x="98" y="408"/>
                    <a:pt x="0" y="536"/>
                    <a:pt x="20" y="676"/>
                  </a:cubicBezTo>
                  <a:cubicBezTo>
                    <a:pt x="37" y="803"/>
                    <a:pt x="147" y="896"/>
                    <a:pt x="273" y="896"/>
                  </a:cubicBezTo>
                  <a:cubicBezTo>
                    <a:pt x="284" y="896"/>
                    <a:pt x="296" y="895"/>
                    <a:pt x="308" y="893"/>
                  </a:cubicBezTo>
                  <a:cubicBezTo>
                    <a:pt x="873" y="809"/>
                    <a:pt x="1430" y="676"/>
                    <a:pt x="1973" y="496"/>
                  </a:cubicBezTo>
                  <a:cubicBezTo>
                    <a:pt x="2106" y="451"/>
                    <a:pt x="2178" y="306"/>
                    <a:pt x="2132" y="171"/>
                  </a:cubicBezTo>
                  <a:cubicBezTo>
                    <a:pt x="2095" y="67"/>
                    <a:pt x="1996" y="1"/>
                    <a:pt x="1890"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0" name="Google Shape;4870;p72"/>
            <p:cNvSpPr/>
            <p:nvPr/>
          </p:nvSpPr>
          <p:spPr>
            <a:xfrm>
              <a:off x="5992275" y="3674825"/>
              <a:ext cx="51250" cy="99900"/>
            </a:xfrm>
            <a:custGeom>
              <a:avLst/>
              <a:gdLst/>
              <a:ahLst/>
              <a:cxnLst/>
              <a:rect l="l" t="t" r="r" b="b"/>
              <a:pathLst>
                <a:path w="2050" h="3996" extrusionOk="0">
                  <a:moveTo>
                    <a:pt x="1920" y="0"/>
                  </a:moveTo>
                  <a:cubicBezTo>
                    <a:pt x="1898" y="0"/>
                    <a:pt x="1876" y="6"/>
                    <a:pt x="1854" y="20"/>
                  </a:cubicBezTo>
                  <a:lnTo>
                    <a:pt x="772" y="717"/>
                  </a:lnTo>
                  <a:cubicBezTo>
                    <a:pt x="695" y="766"/>
                    <a:pt x="697" y="878"/>
                    <a:pt x="775" y="926"/>
                  </a:cubicBezTo>
                  <a:lnTo>
                    <a:pt x="1073" y="1102"/>
                  </a:lnTo>
                  <a:cubicBezTo>
                    <a:pt x="607" y="1911"/>
                    <a:pt x="256" y="2782"/>
                    <a:pt x="32" y="3689"/>
                  </a:cubicBezTo>
                  <a:cubicBezTo>
                    <a:pt x="0" y="3825"/>
                    <a:pt x="87" y="3962"/>
                    <a:pt x="224" y="3990"/>
                  </a:cubicBezTo>
                  <a:cubicBezTo>
                    <a:pt x="242" y="3993"/>
                    <a:pt x="260" y="3995"/>
                    <a:pt x="278" y="3995"/>
                  </a:cubicBezTo>
                  <a:cubicBezTo>
                    <a:pt x="397" y="3995"/>
                    <a:pt x="502" y="3914"/>
                    <a:pt x="532" y="3794"/>
                  </a:cubicBezTo>
                  <a:cubicBezTo>
                    <a:pt x="743" y="2942"/>
                    <a:pt x="1073" y="2124"/>
                    <a:pt x="1512" y="1363"/>
                  </a:cubicBezTo>
                  <a:lnTo>
                    <a:pt x="1765" y="1514"/>
                  </a:lnTo>
                  <a:cubicBezTo>
                    <a:pt x="1785" y="1526"/>
                    <a:pt x="1806" y="1531"/>
                    <a:pt x="1827" y="1531"/>
                  </a:cubicBezTo>
                  <a:cubicBezTo>
                    <a:pt x="1888" y="1531"/>
                    <a:pt x="1946" y="1484"/>
                    <a:pt x="1951" y="1416"/>
                  </a:cubicBezTo>
                  <a:lnTo>
                    <a:pt x="2043" y="134"/>
                  </a:lnTo>
                  <a:cubicBezTo>
                    <a:pt x="2049" y="57"/>
                    <a:pt x="1988" y="0"/>
                    <a:pt x="1920"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1" name="Google Shape;4871;p72"/>
            <p:cNvSpPr/>
            <p:nvPr/>
          </p:nvSpPr>
          <p:spPr>
            <a:xfrm>
              <a:off x="5985650" y="3783750"/>
              <a:ext cx="16125" cy="62275"/>
            </a:xfrm>
            <a:custGeom>
              <a:avLst/>
              <a:gdLst/>
              <a:ahLst/>
              <a:cxnLst/>
              <a:rect l="l" t="t" r="r" b="b"/>
              <a:pathLst>
                <a:path w="645" h="2491" extrusionOk="0">
                  <a:moveTo>
                    <a:pt x="371" y="1"/>
                  </a:moveTo>
                  <a:cubicBezTo>
                    <a:pt x="249" y="1"/>
                    <a:pt x="141" y="89"/>
                    <a:pt x="121" y="212"/>
                  </a:cubicBezTo>
                  <a:cubicBezTo>
                    <a:pt x="41" y="709"/>
                    <a:pt x="1" y="1212"/>
                    <a:pt x="1" y="1714"/>
                  </a:cubicBezTo>
                  <a:cubicBezTo>
                    <a:pt x="1" y="1895"/>
                    <a:pt x="7" y="2078"/>
                    <a:pt x="19" y="2259"/>
                  </a:cubicBezTo>
                  <a:cubicBezTo>
                    <a:pt x="31" y="2390"/>
                    <a:pt x="140" y="2490"/>
                    <a:pt x="270" y="2490"/>
                  </a:cubicBezTo>
                  <a:cubicBezTo>
                    <a:pt x="277" y="2490"/>
                    <a:pt x="284" y="2490"/>
                    <a:pt x="291" y="2489"/>
                  </a:cubicBezTo>
                  <a:cubicBezTo>
                    <a:pt x="428" y="2480"/>
                    <a:pt x="534" y="2361"/>
                    <a:pt x="526" y="2222"/>
                  </a:cubicBezTo>
                  <a:cubicBezTo>
                    <a:pt x="517" y="2054"/>
                    <a:pt x="510" y="1884"/>
                    <a:pt x="510" y="1714"/>
                  </a:cubicBezTo>
                  <a:cubicBezTo>
                    <a:pt x="512" y="1240"/>
                    <a:pt x="549" y="766"/>
                    <a:pt x="622" y="297"/>
                  </a:cubicBezTo>
                  <a:cubicBezTo>
                    <a:pt x="645" y="163"/>
                    <a:pt x="557" y="35"/>
                    <a:pt x="422" y="6"/>
                  </a:cubicBezTo>
                  <a:cubicBezTo>
                    <a:pt x="405" y="2"/>
                    <a:pt x="388" y="1"/>
                    <a:pt x="371"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2" name="Google Shape;4872;p72"/>
            <p:cNvSpPr/>
            <p:nvPr/>
          </p:nvSpPr>
          <p:spPr>
            <a:xfrm>
              <a:off x="6004725" y="3916700"/>
              <a:ext cx="27875" cy="38100"/>
            </a:xfrm>
            <a:custGeom>
              <a:avLst/>
              <a:gdLst/>
              <a:ahLst/>
              <a:cxnLst/>
              <a:rect l="l" t="t" r="r" b="b"/>
              <a:pathLst>
                <a:path w="1115" h="1524" extrusionOk="0">
                  <a:moveTo>
                    <a:pt x="296" y="1"/>
                  </a:moveTo>
                  <a:cubicBezTo>
                    <a:pt x="267" y="1"/>
                    <a:pt x="237" y="5"/>
                    <a:pt x="208" y="15"/>
                  </a:cubicBezTo>
                  <a:lnTo>
                    <a:pt x="171" y="28"/>
                  </a:lnTo>
                  <a:cubicBezTo>
                    <a:pt x="58" y="67"/>
                    <a:pt x="0" y="193"/>
                    <a:pt x="47" y="304"/>
                  </a:cubicBezTo>
                  <a:cubicBezTo>
                    <a:pt x="205" y="675"/>
                    <a:pt x="384" y="1035"/>
                    <a:pt x="588" y="1385"/>
                  </a:cubicBezTo>
                  <a:cubicBezTo>
                    <a:pt x="637" y="1469"/>
                    <a:pt x="728" y="1524"/>
                    <a:pt x="822" y="1524"/>
                  </a:cubicBezTo>
                  <a:cubicBezTo>
                    <a:pt x="850" y="1524"/>
                    <a:pt x="879" y="1519"/>
                    <a:pt x="906" y="1508"/>
                  </a:cubicBezTo>
                  <a:cubicBezTo>
                    <a:pt x="1052" y="1450"/>
                    <a:pt x="1115" y="1277"/>
                    <a:pt x="1036" y="1141"/>
                  </a:cubicBezTo>
                  <a:cubicBezTo>
                    <a:pt x="852" y="826"/>
                    <a:pt x="687" y="499"/>
                    <a:pt x="543" y="164"/>
                  </a:cubicBezTo>
                  <a:cubicBezTo>
                    <a:pt x="499" y="63"/>
                    <a:pt x="400" y="1"/>
                    <a:pt x="296"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3" name="Google Shape;4873;p72"/>
            <p:cNvSpPr/>
            <p:nvPr/>
          </p:nvSpPr>
          <p:spPr>
            <a:xfrm>
              <a:off x="5987900" y="3855450"/>
              <a:ext cx="23600" cy="53200"/>
            </a:xfrm>
            <a:custGeom>
              <a:avLst/>
              <a:gdLst/>
              <a:ahLst/>
              <a:cxnLst/>
              <a:rect l="l" t="t" r="r" b="b"/>
              <a:pathLst>
                <a:path w="944" h="2128" extrusionOk="0">
                  <a:moveTo>
                    <a:pt x="273" y="0"/>
                  </a:moveTo>
                  <a:cubicBezTo>
                    <a:pt x="261" y="0"/>
                    <a:pt x="249" y="1"/>
                    <a:pt x="238" y="3"/>
                  </a:cubicBezTo>
                  <a:cubicBezTo>
                    <a:pt x="98" y="22"/>
                    <a:pt x="1" y="150"/>
                    <a:pt x="20" y="289"/>
                  </a:cubicBezTo>
                  <a:lnTo>
                    <a:pt x="21" y="289"/>
                  </a:lnTo>
                  <a:cubicBezTo>
                    <a:pt x="105" y="854"/>
                    <a:pt x="238" y="1412"/>
                    <a:pt x="417" y="1955"/>
                  </a:cubicBezTo>
                  <a:cubicBezTo>
                    <a:pt x="454" y="2061"/>
                    <a:pt x="553" y="2127"/>
                    <a:pt x="658" y="2127"/>
                  </a:cubicBezTo>
                  <a:cubicBezTo>
                    <a:pt x="686" y="2127"/>
                    <a:pt x="714" y="2123"/>
                    <a:pt x="742" y="2113"/>
                  </a:cubicBezTo>
                  <a:cubicBezTo>
                    <a:pt x="875" y="2067"/>
                    <a:pt x="944" y="1923"/>
                    <a:pt x="899" y="1790"/>
                  </a:cubicBezTo>
                  <a:cubicBezTo>
                    <a:pt x="731" y="1279"/>
                    <a:pt x="604" y="754"/>
                    <a:pt x="526" y="220"/>
                  </a:cubicBezTo>
                  <a:cubicBezTo>
                    <a:pt x="508" y="93"/>
                    <a:pt x="398" y="0"/>
                    <a:pt x="273"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4" name="Google Shape;4874;p72"/>
            <p:cNvSpPr/>
            <p:nvPr/>
          </p:nvSpPr>
          <p:spPr>
            <a:xfrm>
              <a:off x="6071975" y="3300325"/>
              <a:ext cx="52475" cy="102475"/>
            </a:xfrm>
            <a:custGeom>
              <a:avLst/>
              <a:gdLst/>
              <a:ahLst/>
              <a:cxnLst/>
              <a:rect l="l" t="t" r="r" b="b"/>
              <a:pathLst>
                <a:path w="2099" h="4099" extrusionOk="0">
                  <a:moveTo>
                    <a:pt x="412" y="1"/>
                  </a:moveTo>
                  <a:cubicBezTo>
                    <a:pt x="358" y="1"/>
                    <a:pt x="305" y="37"/>
                    <a:pt x="292" y="98"/>
                  </a:cubicBezTo>
                  <a:lnTo>
                    <a:pt x="18" y="1357"/>
                  </a:lnTo>
                  <a:cubicBezTo>
                    <a:pt x="1" y="1436"/>
                    <a:pt x="62" y="1506"/>
                    <a:pt x="139" y="1506"/>
                  </a:cubicBezTo>
                  <a:cubicBezTo>
                    <a:pt x="149" y="1506"/>
                    <a:pt x="158" y="1505"/>
                    <a:pt x="169" y="1502"/>
                  </a:cubicBezTo>
                  <a:lnTo>
                    <a:pt x="503" y="1416"/>
                  </a:lnTo>
                  <a:cubicBezTo>
                    <a:pt x="745" y="2317"/>
                    <a:pt x="1113" y="3181"/>
                    <a:pt x="1597" y="3981"/>
                  </a:cubicBezTo>
                  <a:cubicBezTo>
                    <a:pt x="1644" y="4057"/>
                    <a:pt x="1725" y="4099"/>
                    <a:pt x="1809" y="4099"/>
                  </a:cubicBezTo>
                  <a:cubicBezTo>
                    <a:pt x="1856" y="4099"/>
                    <a:pt x="1903" y="4086"/>
                    <a:pt x="1946" y="4058"/>
                  </a:cubicBezTo>
                  <a:cubicBezTo>
                    <a:pt x="2063" y="3980"/>
                    <a:pt x="2098" y="3823"/>
                    <a:pt x="2024" y="3703"/>
                  </a:cubicBezTo>
                  <a:cubicBezTo>
                    <a:pt x="1571" y="2950"/>
                    <a:pt x="1225" y="2138"/>
                    <a:pt x="998" y="1291"/>
                  </a:cubicBezTo>
                  <a:lnTo>
                    <a:pt x="1283" y="1217"/>
                  </a:lnTo>
                  <a:cubicBezTo>
                    <a:pt x="1373" y="1195"/>
                    <a:pt x="1406" y="1086"/>
                    <a:pt x="1347" y="1017"/>
                  </a:cubicBezTo>
                  <a:lnTo>
                    <a:pt x="505" y="44"/>
                  </a:lnTo>
                  <a:cubicBezTo>
                    <a:pt x="479" y="14"/>
                    <a:pt x="445" y="1"/>
                    <a:pt x="412"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5" name="Google Shape;4875;p72"/>
            <p:cNvSpPr/>
            <p:nvPr/>
          </p:nvSpPr>
          <p:spPr>
            <a:xfrm>
              <a:off x="6122225" y="3408475"/>
              <a:ext cx="47725" cy="49550"/>
            </a:xfrm>
            <a:custGeom>
              <a:avLst/>
              <a:gdLst/>
              <a:ahLst/>
              <a:cxnLst/>
              <a:rect l="l" t="t" r="r" b="b"/>
              <a:pathLst>
                <a:path w="1909" h="1982" extrusionOk="0">
                  <a:moveTo>
                    <a:pt x="291" y="0"/>
                  </a:moveTo>
                  <a:cubicBezTo>
                    <a:pt x="243" y="0"/>
                    <a:pt x="195" y="14"/>
                    <a:pt x="152" y="41"/>
                  </a:cubicBezTo>
                  <a:cubicBezTo>
                    <a:pt x="30" y="121"/>
                    <a:pt x="0" y="285"/>
                    <a:pt x="85" y="403"/>
                  </a:cubicBezTo>
                  <a:cubicBezTo>
                    <a:pt x="380" y="810"/>
                    <a:pt x="706" y="1193"/>
                    <a:pt x="1062" y="1548"/>
                  </a:cubicBezTo>
                  <a:cubicBezTo>
                    <a:pt x="1190" y="1678"/>
                    <a:pt x="1323" y="1801"/>
                    <a:pt x="1459" y="1921"/>
                  </a:cubicBezTo>
                  <a:cubicBezTo>
                    <a:pt x="1507" y="1962"/>
                    <a:pt x="1566" y="1981"/>
                    <a:pt x="1624" y="1981"/>
                  </a:cubicBezTo>
                  <a:cubicBezTo>
                    <a:pt x="1695" y="1981"/>
                    <a:pt x="1766" y="1952"/>
                    <a:pt x="1816" y="1894"/>
                  </a:cubicBezTo>
                  <a:cubicBezTo>
                    <a:pt x="1909" y="1788"/>
                    <a:pt x="1898" y="1628"/>
                    <a:pt x="1794" y="1535"/>
                  </a:cubicBezTo>
                  <a:cubicBezTo>
                    <a:pt x="1665" y="1423"/>
                    <a:pt x="1542" y="1308"/>
                    <a:pt x="1422" y="1188"/>
                  </a:cubicBezTo>
                  <a:cubicBezTo>
                    <a:pt x="1087" y="851"/>
                    <a:pt x="778" y="490"/>
                    <a:pt x="500" y="107"/>
                  </a:cubicBezTo>
                  <a:cubicBezTo>
                    <a:pt x="449" y="38"/>
                    <a:pt x="371" y="0"/>
                    <a:pt x="291"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6" name="Google Shape;4876;p72"/>
            <p:cNvSpPr/>
            <p:nvPr/>
          </p:nvSpPr>
          <p:spPr>
            <a:xfrm>
              <a:off x="6228150" y="3490275"/>
              <a:ext cx="42050" cy="21525"/>
            </a:xfrm>
            <a:custGeom>
              <a:avLst/>
              <a:gdLst/>
              <a:ahLst/>
              <a:cxnLst/>
              <a:rect l="l" t="t" r="r" b="b"/>
              <a:pathLst>
                <a:path w="1682" h="861" extrusionOk="0">
                  <a:moveTo>
                    <a:pt x="311" y="0"/>
                  </a:moveTo>
                  <a:cubicBezTo>
                    <a:pt x="211" y="0"/>
                    <a:pt x="116" y="56"/>
                    <a:pt x="69" y="151"/>
                  </a:cubicBezTo>
                  <a:lnTo>
                    <a:pt x="53" y="185"/>
                  </a:lnTo>
                  <a:cubicBezTo>
                    <a:pt x="0" y="292"/>
                    <a:pt x="48" y="423"/>
                    <a:pt x="160" y="468"/>
                  </a:cubicBezTo>
                  <a:cubicBezTo>
                    <a:pt x="533" y="619"/>
                    <a:pt x="916" y="747"/>
                    <a:pt x="1307" y="851"/>
                  </a:cubicBezTo>
                  <a:cubicBezTo>
                    <a:pt x="1331" y="857"/>
                    <a:pt x="1355" y="861"/>
                    <a:pt x="1379" y="861"/>
                  </a:cubicBezTo>
                  <a:cubicBezTo>
                    <a:pt x="1480" y="861"/>
                    <a:pt x="1576" y="806"/>
                    <a:pt x="1618" y="713"/>
                  </a:cubicBezTo>
                  <a:cubicBezTo>
                    <a:pt x="1682" y="569"/>
                    <a:pt x="1602" y="403"/>
                    <a:pt x="1451" y="363"/>
                  </a:cubicBezTo>
                  <a:cubicBezTo>
                    <a:pt x="1097" y="268"/>
                    <a:pt x="751" y="154"/>
                    <a:pt x="412" y="20"/>
                  </a:cubicBezTo>
                  <a:cubicBezTo>
                    <a:pt x="379" y="7"/>
                    <a:pt x="345" y="0"/>
                    <a:pt x="311"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7" name="Google Shape;4877;p72"/>
            <p:cNvSpPr/>
            <p:nvPr/>
          </p:nvSpPr>
          <p:spPr>
            <a:xfrm>
              <a:off x="6172850" y="3459275"/>
              <a:ext cx="49900" cy="34575"/>
            </a:xfrm>
            <a:custGeom>
              <a:avLst/>
              <a:gdLst/>
              <a:ahLst/>
              <a:cxnLst/>
              <a:rect l="l" t="t" r="r" b="b"/>
              <a:pathLst>
                <a:path w="1996" h="1383" extrusionOk="0">
                  <a:moveTo>
                    <a:pt x="289" y="1"/>
                  </a:moveTo>
                  <a:cubicBezTo>
                    <a:pt x="212" y="1"/>
                    <a:pt x="136" y="36"/>
                    <a:pt x="86" y="102"/>
                  </a:cubicBezTo>
                  <a:cubicBezTo>
                    <a:pt x="1" y="214"/>
                    <a:pt x="23" y="374"/>
                    <a:pt x="135" y="459"/>
                  </a:cubicBezTo>
                  <a:cubicBezTo>
                    <a:pt x="595" y="800"/>
                    <a:pt x="1082" y="1100"/>
                    <a:pt x="1592" y="1356"/>
                  </a:cubicBezTo>
                  <a:cubicBezTo>
                    <a:pt x="1629" y="1374"/>
                    <a:pt x="1667" y="1382"/>
                    <a:pt x="1705" y="1382"/>
                  </a:cubicBezTo>
                  <a:cubicBezTo>
                    <a:pt x="1799" y="1382"/>
                    <a:pt x="1891" y="1329"/>
                    <a:pt x="1935" y="1239"/>
                  </a:cubicBezTo>
                  <a:cubicBezTo>
                    <a:pt x="1996" y="1113"/>
                    <a:pt x="1943" y="960"/>
                    <a:pt x="1817" y="898"/>
                  </a:cubicBezTo>
                  <a:cubicBezTo>
                    <a:pt x="1336" y="656"/>
                    <a:pt x="875" y="373"/>
                    <a:pt x="443" y="52"/>
                  </a:cubicBezTo>
                  <a:cubicBezTo>
                    <a:pt x="397" y="18"/>
                    <a:pt x="343" y="1"/>
                    <a:pt x="289"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8" name="Google Shape;4878;p72"/>
            <p:cNvSpPr/>
            <p:nvPr/>
          </p:nvSpPr>
          <p:spPr>
            <a:xfrm>
              <a:off x="7323825" y="3495225"/>
              <a:ext cx="51250" cy="99900"/>
            </a:xfrm>
            <a:custGeom>
              <a:avLst/>
              <a:gdLst/>
              <a:ahLst/>
              <a:cxnLst/>
              <a:rect l="l" t="t" r="r" b="b"/>
              <a:pathLst>
                <a:path w="2050" h="3996" extrusionOk="0">
                  <a:moveTo>
                    <a:pt x="1772" y="0"/>
                  </a:moveTo>
                  <a:cubicBezTo>
                    <a:pt x="1653" y="0"/>
                    <a:pt x="1547" y="82"/>
                    <a:pt x="1518" y="201"/>
                  </a:cubicBezTo>
                  <a:cubicBezTo>
                    <a:pt x="1307" y="1053"/>
                    <a:pt x="977" y="1872"/>
                    <a:pt x="540" y="2634"/>
                  </a:cubicBezTo>
                  <a:lnTo>
                    <a:pt x="285" y="2482"/>
                  </a:lnTo>
                  <a:cubicBezTo>
                    <a:pt x="265" y="2470"/>
                    <a:pt x="244" y="2465"/>
                    <a:pt x="223" y="2465"/>
                  </a:cubicBezTo>
                  <a:cubicBezTo>
                    <a:pt x="162" y="2465"/>
                    <a:pt x="104" y="2511"/>
                    <a:pt x="99" y="2579"/>
                  </a:cubicBezTo>
                  <a:lnTo>
                    <a:pt x="6" y="3864"/>
                  </a:lnTo>
                  <a:cubicBezTo>
                    <a:pt x="0" y="3939"/>
                    <a:pt x="62" y="3995"/>
                    <a:pt x="129" y="3995"/>
                  </a:cubicBezTo>
                  <a:cubicBezTo>
                    <a:pt x="152" y="3995"/>
                    <a:pt x="174" y="3989"/>
                    <a:pt x="195" y="3976"/>
                  </a:cubicBezTo>
                  <a:lnTo>
                    <a:pt x="1278" y="3279"/>
                  </a:lnTo>
                  <a:cubicBezTo>
                    <a:pt x="1355" y="3229"/>
                    <a:pt x="1353" y="3117"/>
                    <a:pt x="1275" y="3071"/>
                  </a:cubicBezTo>
                  <a:lnTo>
                    <a:pt x="978" y="2893"/>
                  </a:lnTo>
                  <a:cubicBezTo>
                    <a:pt x="1444" y="2085"/>
                    <a:pt x="1794" y="1213"/>
                    <a:pt x="2018" y="307"/>
                  </a:cubicBezTo>
                  <a:cubicBezTo>
                    <a:pt x="2050" y="171"/>
                    <a:pt x="1963" y="35"/>
                    <a:pt x="1826" y="6"/>
                  </a:cubicBezTo>
                  <a:cubicBezTo>
                    <a:pt x="1808" y="2"/>
                    <a:pt x="1790" y="0"/>
                    <a:pt x="1772"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9" name="Google Shape;4879;p72"/>
            <p:cNvSpPr/>
            <p:nvPr/>
          </p:nvSpPr>
          <p:spPr>
            <a:xfrm>
              <a:off x="7365575" y="3423925"/>
              <a:ext cx="16150" cy="62275"/>
            </a:xfrm>
            <a:custGeom>
              <a:avLst/>
              <a:gdLst/>
              <a:ahLst/>
              <a:cxnLst/>
              <a:rect l="l" t="t" r="r" b="b"/>
              <a:pathLst>
                <a:path w="646" h="2491" extrusionOk="0">
                  <a:moveTo>
                    <a:pt x="375" y="0"/>
                  </a:moveTo>
                  <a:cubicBezTo>
                    <a:pt x="368" y="0"/>
                    <a:pt x="361" y="1"/>
                    <a:pt x="354" y="1"/>
                  </a:cubicBezTo>
                  <a:cubicBezTo>
                    <a:pt x="216" y="11"/>
                    <a:pt x="111" y="129"/>
                    <a:pt x="119" y="269"/>
                  </a:cubicBezTo>
                  <a:cubicBezTo>
                    <a:pt x="128" y="438"/>
                    <a:pt x="135" y="607"/>
                    <a:pt x="135" y="776"/>
                  </a:cubicBezTo>
                  <a:cubicBezTo>
                    <a:pt x="135" y="1252"/>
                    <a:pt x="96" y="1724"/>
                    <a:pt x="23" y="2193"/>
                  </a:cubicBezTo>
                  <a:cubicBezTo>
                    <a:pt x="0" y="2328"/>
                    <a:pt x="88" y="2458"/>
                    <a:pt x="223" y="2485"/>
                  </a:cubicBezTo>
                  <a:cubicBezTo>
                    <a:pt x="240" y="2488"/>
                    <a:pt x="257" y="2490"/>
                    <a:pt x="274" y="2490"/>
                  </a:cubicBezTo>
                  <a:cubicBezTo>
                    <a:pt x="396" y="2490"/>
                    <a:pt x="504" y="2403"/>
                    <a:pt x="526" y="2278"/>
                  </a:cubicBezTo>
                  <a:cubicBezTo>
                    <a:pt x="604" y="1782"/>
                    <a:pt x="644" y="1279"/>
                    <a:pt x="646" y="776"/>
                  </a:cubicBezTo>
                  <a:cubicBezTo>
                    <a:pt x="646" y="595"/>
                    <a:pt x="638" y="413"/>
                    <a:pt x="626" y="232"/>
                  </a:cubicBezTo>
                  <a:cubicBezTo>
                    <a:pt x="616" y="101"/>
                    <a:pt x="505" y="0"/>
                    <a:pt x="375"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0" name="Google Shape;4880;p72"/>
            <p:cNvSpPr/>
            <p:nvPr/>
          </p:nvSpPr>
          <p:spPr>
            <a:xfrm>
              <a:off x="7334775" y="3315150"/>
              <a:ext cx="27850" cy="38100"/>
            </a:xfrm>
            <a:custGeom>
              <a:avLst/>
              <a:gdLst/>
              <a:ahLst/>
              <a:cxnLst/>
              <a:rect l="l" t="t" r="r" b="b"/>
              <a:pathLst>
                <a:path w="1114" h="1524" extrusionOk="0">
                  <a:moveTo>
                    <a:pt x="293" y="1"/>
                  </a:moveTo>
                  <a:cubicBezTo>
                    <a:pt x="265" y="1"/>
                    <a:pt x="236" y="5"/>
                    <a:pt x="209" y="16"/>
                  </a:cubicBezTo>
                  <a:cubicBezTo>
                    <a:pt x="62" y="74"/>
                    <a:pt x="1" y="246"/>
                    <a:pt x="79" y="383"/>
                  </a:cubicBezTo>
                  <a:cubicBezTo>
                    <a:pt x="262" y="698"/>
                    <a:pt x="427" y="1025"/>
                    <a:pt x="573" y="1359"/>
                  </a:cubicBezTo>
                  <a:cubicBezTo>
                    <a:pt x="615" y="1461"/>
                    <a:pt x="714" y="1523"/>
                    <a:pt x="819" y="1523"/>
                  </a:cubicBezTo>
                  <a:cubicBezTo>
                    <a:pt x="848" y="1523"/>
                    <a:pt x="878" y="1518"/>
                    <a:pt x="907" y="1508"/>
                  </a:cubicBezTo>
                  <a:lnTo>
                    <a:pt x="942" y="1495"/>
                  </a:lnTo>
                  <a:cubicBezTo>
                    <a:pt x="1056" y="1457"/>
                    <a:pt x="1114" y="1331"/>
                    <a:pt x="1067" y="1220"/>
                  </a:cubicBezTo>
                  <a:cubicBezTo>
                    <a:pt x="910" y="849"/>
                    <a:pt x="729" y="488"/>
                    <a:pt x="528" y="139"/>
                  </a:cubicBezTo>
                  <a:cubicBezTo>
                    <a:pt x="478" y="54"/>
                    <a:pt x="387" y="1"/>
                    <a:pt x="293"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1" name="Google Shape;4881;p72"/>
            <p:cNvSpPr/>
            <p:nvPr/>
          </p:nvSpPr>
          <p:spPr>
            <a:xfrm>
              <a:off x="7355800" y="3361300"/>
              <a:ext cx="23650" cy="53200"/>
            </a:xfrm>
            <a:custGeom>
              <a:avLst/>
              <a:gdLst/>
              <a:ahLst/>
              <a:cxnLst/>
              <a:rect l="l" t="t" r="r" b="b"/>
              <a:pathLst>
                <a:path w="946" h="2128" extrusionOk="0">
                  <a:moveTo>
                    <a:pt x="288" y="0"/>
                  </a:moveTo>
                  <a:cubicBezTo>
                    <a:pt x="260" y="0"/>
                    <a:pt x="232" y="5"/>
                    <a:pt x="204" y="15"/>
                  </a:cubicBezTo>
                  <a:cubicBezTo>
                    <a:pt x="71" y="61"/>
                    <a:pt x="1" y="205"/>
                    <a:pt x="47" y="338"/>
                  </a:cubicBezTo>
                  <a:cubicBezTo>
                    <a:pt x="215" y="850"/>
                    <a:pt x="342" y="1376"/>
                    <a:pt x="420" y="1909"/>
                  </a:cubicBezTo>
                  <a:cubicBezTo>
                    <a:pt x="438" y="2036"/>
                    <a:pt x="548" y="2128"/>
                    <a:pt x="673" y="2128"/>
                  </a:cubicBezTo>
                  <a:cubicBezTo>
                    <a:pt x="685" y="2128"/>
                    <a:pt x="696" y="2127"/>
                    <a:pt x="708" y="2125"/>
                  </a:cubicBezTo>
                  <a:cubicBezTo>
                    <a:pt x="848" y="2106"/>
                    <a:pt x="945" y="1978"/>
                    <a:pt x="926" y="1839"/>
                  </a:cubicBezTo>
                  <a:lnTo>
                    <a:pt x="925" y="1839"/>
                  </a:lnTo>
                  <a:cubicBezTo>
                    <a:pt x="841" y="1273"/>
                    <a:pt x="708" y="716"/>
                    <a:pt x="529" y="173"/>
                  </a:cubicBezTo>
                  <a:cubicBezTo>
                    <a:pt x="492" y="67"/>
                    <a:pt x="393" y="0"/>
                    <a:pt x="288"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2" name="Google Shape;4882;p72"/>
            <p:cNvSpPr/>
            <p:nvPr/>
          </p:nvSpPr>
          <p:spPr>
            <a:xfrm>
              <a:off x="7093025" y="4348600"/>
              <a:ext cx="104200" cy="51200"/>
            </a:xfrm>
            <a:custGeom>
              <a:avLst/>
              <a:gdLst/>
              <a:ahLst/>
              <a:cxnLst/>
              <a:rect l="l" t="t" r="r" b="b"/>
              <a:pathLst>
                <a:path w="4168" h="2048" extrusionOk="0">
                  <a:moveTo>
                    <a:pt x="3871" y="0"/>
                  </a:moveTo>
                  <a:cubicBezTo>
                    <a:pt x="3824" y="0"/>
                    <a:pt x="3777" y="13"/>
                    <a:pt x="3735" y="39"/>
                  </a:cubicBezTo>
                  <a:cubicBezTo>
                    <a:pt x="2982" y="492"/>
                    <a:pt x="2170" y="838"/>
                    <a:pt x="1323" y="1067"/>
                  </a:cubicBezTo>
                  <a:lnTo>
                    <a:pt x="1249" y="780"/>
                  </a:lnTo>
                  <a:cubicBezTo>
                    <a:pt x="1235" y="721"/>
                    <a:pt x="1183" y="687"/>
                    <a:pt x="1130" y="687"/>
                  </a:cubicBezTo>
                  <a:cubicBezTo>
                    <a:pt x="1102" y="687"/>
                    <a:pt x="1073" y="696"/>
                    <a:pt x="1049" y="717"/>
                  </a:cubicBezTo>
                  <a:lnTo>
                    <a:pt x="76" y="1560"/>
                  </a:lnTo>
                  <a:cubicBezTo>
                    <a:pt x="0" y="1625"/>
                    <a:pt x="32" y="1750"/>
                    <a:pt x="130" y="1773"/>
                  </a:cubicBezTo>
                  <a:lnTo>
                    <a:pt x="1389" y="2045"/>
                  </a:lnTo>
                  <a:cubicBezTo>
                    <a:pt x="1398" y="2047"/>
                    <a:pt x="1407" y="2048"/>
                    <a:pt x="1416" y="2048"/>
                  </a:cubicBezTo>
                  <a:cubicBezTo>
                    <a:pt x="1493" y="2048"/>
                    <a:pt x="1555" y="1975"/>
                    <a:pt x="1534" y="1894"/>
                  </a:cubicBezTo>
                  <a:lnTo>
                    <a:pt x="1450" y="1561"/>
                  </a:lnTo>
                  <a:cubicBezTo>
                    <a:pt x="2351" y="1318"/>
                    <a:pt x="3214" y="950"/>
                    <a:pt x="4013" y="466"/>
                  </a:cubicBezTo>
                  <a:cubicBezTo>
                    <a:pt x="4132" y="392"/>
                    <a:pt x="4167" y="235"/>
                    <a:pt x="4090" y="119"/>
                  </a:cubicBezTo>
                  <a:cubicBezTo>
                    <a:pt x="4039" y="42"/>
                    <a:pt x="3956" y="0"/>
                    <a:pt x="3871"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3" name="Google Shape;4883;p72"/>
            <p:cNvSpPr/>
            <p:nvPr/>
          </p:nvSpPr>
          <p:spPr>
            <a:xfrm>
              <a:off x="7201150" y="4302925"/>
              <a:ext cx="51100" cy="46100"/>
            </a:xfrm>
            <a:custGeom>
              <a:avLst/>
              <a:gdLst/>
              <a:ahLst/>
              <a:cxnLst/>
              <a:rect l="l" t="t" r="r" b="b"/>
              <a:pathLst>
                <a:path w="2044" h="1844" extrusionOk="0">
                  <a:moveTo>
                    <a:pt x="1760" y="1"/>
                  </a:moveTo>
                  <a:cubicBezTo>
                    <a:pt x="1689" y="1"/>
                    <a:pt x="1619" y="31"/>
                    <a:pt x="1568" y="88"/>
                  </a:cubicBezTo>
                  <a:cubicBezTo>
                    <a:pt x="1456" y="215"/>
                    <a:pt x="1341" y="338"/>
                    <a:pt x="1221" y="458"/>
                  </a:cubicBezTo>
                  <a:cubicBezTo>
                    <a:pt x="885" y="793"/>
                    <a:pt x="524" y="1102"/>
                    <a:pt x="140" y="1380"/>
                  </a:cubicBezTo>
                  <a:cubicBezTo>
                    <a:pt x="29" y="1460"/>
                    <a:pt x="1" y="1612"/>
                    <a:pt x="74" y="1728"/>
                  </a:cubicBezTo>
                  <a:cubicBezTo>
                    <a:pt x="124" y="1803"/>
                    <a:pt x="205" y="1844"/>
                    <a:pt x="288" y="1844"/>
                  </a:cubicBezTo>
                  <a:cubicBezTo>
                    <a:pt x="339" y="1844"/>
                    <a:pt x="391" y="1828"/>
                    <a:pt x="436" y="1797"/>
                  </a:cubicBezTo>
                  <a:cubicBezTo>
                    <a:pt x="843" y="1500"/>
                    <a:pt x="1226" y="1174"/>
                    <a:pt x="1581" y="820"/>
                  </a:cubicBezTo>
                  <a:cubicBezTo>
                    <a:pt x="1711" y="690"/>
                    <a:pt x="1834" y="557"/>
                    <a:pt x="1954" y="421"/>
                  </a:cubicBezTo>
                  <a:cubicBezTo>
                    <a:pt x="2044" y="315"/>
                    <a:pt x="2033" y="155"/>
                    <a:pt x="1927" y="64"/>
                  </a:cubicBezTo>
                  <a:cubicBezTo>
                    <a:pt x="1879" y="22"/>
                    <a:pt x="1819" y="1"/>
                    <a:pt x="1760"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4" name="Google Shape;4884;p72"/>
            <p:cNvSpPr/>
            <p:nvPr/>
          </p:nvSpPr>
          <p:spPr>
            <a:xfrm>
              <a:off x="7282950" y="4203000"/>
              <a:ext cx="22950" cy="40225"/>
            </a:xfrm>
            <a:custGeom>
              <a:avLst/>
              <a:gdLst/>
              <a:ahLst/>
              <a:cxnLst/>
              <a:rect l="l" t="t" r="r" b="b"/>
              <a:pathLst>
                <a:path w="918" h="1609" extrusionOk="0">
                  <a:moveTo>
                    <a:pt x="642" y="0"/>
                  </a:moveTo>
                  <a:cubicBezTo>
                    <a:pt x="531" y="0"/>
                    <a:pt x="426" y="74"/>
                    <a:pt x="396" y="189"/>
                  </a:cubicBezTo>
                  <a:cubicBezTo>
                    <a:pt x="301" y="543"/>
                    <a:pt x="187" y="889"/>
                    <a:pt x="53" y="1228"/>
                  </a:cubicBezTo>
                  <a:cubicBezTo>
                    <a:pt x="0" y="1360"/>
                    <a:pt x="58" y="1509"/>
                    <a:pt x="184" y="1571"/>
                  </a:cubicBezTo>
                  <a:lnTo>
                    <a:pt x="218" y="1587"/>
                  </a:lnTo>
                  <a:cubicBezTo>
                    <a:pt x="248" y="1602"/>
                    <a:pt x="280" y="1608"/>
                    <a:pt x="311" y="1608"/>
                  </a:cubicBezTo>
                  <a:cubicBezTo>
                    <a:pt x="392" y="1608"/>
                    <a:pt x="469" y="1561"/>
                    <a:pt x="501" y="1480"/>
                  </a:cubicBezTo>
                  <a:cubicBezTo>
                    <a:pt x="653" y="1107"/>
                    <a:pt x="780" y="724"/>
                    <a:pt x="886" y="333"/>
                  </a:cubicBezTo>
                  <a:cubicBezTo>
                    <a:pt x="918" y="210"/>
                    <a:pt x="862" y="74"/>
                    <a:pt x="746" y="22"/>
                  </a:cubicBezTo>
                  <a:cubicBezTo>
                    <a:pt x="712" y="7"/>
                    <a:pt x="677" y="0"/>
                    <a:pt x="642"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5" name="Google Shape;4885;p72"/>
            <p:cNvSpPr/>
            <p:nvPr/>
          </p:nvSpPr>
          <p:spPr>
            <a:xfrm>
              <a:off x="7252000" y="4250300"/>
              <a:ext cx="36300" cy="48175"/>
            </a:xfrm>
            <a:custGeom>
              <a:avLst/>
              <a:gdLst/>
              <a:ahLst/>
              <a:cxnLst/>
              <a:rect l="l" t="t" r="r" b="b"/>
              <a:pathLst>
                <a:path w="1452" h="1927" extrusionOk="0">
                  <a:moveTo>
                    <a:pt x="1159" y="1"/>
                  </a:moveTo>
                  <a:cubicBezTo>
                    <a:pt x="1064" y="1"/>
                    <a:pt x="974" y="53"/>
                    <a:pt x="931" y="143"/>
                  </a:cubicBezTo>
                  <a:cubicBezTo>
                    <a:pt x="689" y="625"/>
                    <a:pt x="405" y="1085"/>
                    <a:pt x="85" y="1519"/>
                  </a:cubicBezTo>
                  <a:cubicBezTo>
                    <a:pt x="0" y="1631"/>
                    <a:pt x="21" y="1790"/>
                    <a:pt x="135" y="1874"/>
                  </a:cubicBezTo>
                  <a:cubicBezTo>
                    <a:pt x="181" y="1909"/>
                    <a:pt x="235" y="1926"/>
                    <a:pt x="289" y="1926"/>
                  </a:cubicBezTo>
                  <a:cubicBezTo>
                    <a:pt x="366" y="1926"/>
                    <a:pt x="441" y="1892"/>
                    <a:pt x="492" y="1826"/>
                  </a:cubicBezTo>
                  <a:cubicBezTo>
                    <a:pt x="831" y="1367"/>
                    <a:pt x="1132" y="878"/>
                    <a:pt x="1389" y="368"/>
                  </a:cubicBezTo>
                  <a:cubicBezTo>
                    <a:pt x="1451" y="241"/>
                    <a:pt x="1398" y="87"/>
                    <a:pt x="1270" y="26"/>
                  </a:cubicBezTo>
                  <a:cubicBezTo>
                    <a:pt x="1234" y="9"/>
                    <a:pt x="1196" y="1"/>
                    <a:pt x="1159"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886" name="Google Shape;4886;p72"/>
          <p:cNvGrpSpPr/>
          <p:nvPr/>
        </p:nvGrpSpPr>
        <p:grpSpPr>
          <a:xfrm>
            <a:off x="4704250" y="971306"/>
            <a:ext cx="725845" cy="699975"/>
            <a:chOff x="4249973" y="1201875"/>
            <a:chExt cx="1958568" cy="1888762"/>
          </a:xfrm>
        </p:grpSpPr>
        <p:sp>
          <p:nvSpPr>
            <p:cNvPr id="4887" name="Google Shape;4887;p72"/>
            <p:cNvSpPr/>
            <p:nvPr/>
          </p:nvSpPr>
          <p:spPr>
            <a:xfrm>
              <a:off x="4468527" y="1411932"/>
              <a:ext cx="1528500" cy="1452600"/>
            </a:xfrm>
            <a:prstGeom prst="pentagon">
              <a:avLst>
                <a:gd name="hf" fmla="val 105146"/>
                <a:gd name="vf" fmla="val 110557"/>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888" name="Google Shape;4888;p72"/>
            <p:cNvGrpSpPr/>
            <p:nvPr/>
          </p:nvGrpSpPr>
          <p:grpSpPr>
            <a:xfrm>
              <a:off x="5853086" y="1789142"/>
              <a:ext cx="355454" cy="1048099"/>
              <a:chOff x="5576108" y="2016725"/>
              <a:chExt cx="565200" cy="1666560"/>
            </a:xfrm>
          </p:grpSpPr>
          <p:sp>
            <p:nvSpPr>
              <p:cNvPr id="4889" name="Google Shape;4889;p72"/>
              <p:cNvSpPr/>
              <p:nvPr/>
            </p:nvSpPr>
            <p:spPr>
              <a:xfrm>
                <a:off x="5576108" y="2016725"/>
                <a:ext cx="565200" cy="565500"/>
              </a:xfrm>
              <a:prstGeom prst="ellipse">
                <a:avLst/>
              </a:prstGeom>
              <a:solidFill>
                <a:srgbClr val="667E9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sz="1200">
                  <a:solidFill>
                    <a:srgbClr val="FFFFFF"/>
                  </a:solidFill>
                  <a:latin typeface="Roboto Medium"/>
                  <a:ea typeface="Roboto Medium"/>
                  <a:cs typeface="Roboto Medium"/>
                  <a:sym typeface="Roboto Medium"/>
                </a:endParaRPr>
              </a:p>
            </p:txBody>
          </p:sp>
          <p:sp>
            <p:nvSpPr>
              <p:cNvPr id="4890" name="Google Shape;4890;p72"/>
              <p:cNvSpPr/>
              <p:nvPr/>
            </p:nvSpPr>
            <p:spPr>
              <a:xfrm rot="6479001">
                <a:off x="5275897" y="3050667"/>
                <a:ext cx="1119386" cy="152834"/>
              </a:xfrm>
              <a:prstGeom prst="rightArrow">
                <a:avLst>
                  <a:gd name="adj1" fmla="val 25514"/>
                  <a:gd name="adj2" fmla="val 64322"/>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891" name="Google Shape;4891;p72"/>
            <p:cNvGrpSpPr/>
            <p:nvPr/>
          </p:nvGrpSpPr>
          <p:grpSpPr>
            <a:xfrm>
              <a:off x="4869455" y="2691676"/>
              <a:ext cx="1013897" cy="398961"/>
              <a:chOff x="4012057" y="3451825"/>
              <a:chExt cx="1612175" cy="634379"/>
            </a:xfrm>
          </p:grpSpPr>
          <p:sp>
            <p:nvSpPr>
              <p:cNvPr id="4892" name="Google Shape;4892;p72"/>
              <p:cNvSpPr/>
              <p:nvPr/>
            </p:nvSpPr>
            <p:spPr>
              <a:xfrm>
                <a:off x="5059033" y="3451825"/>
                <a:ext cx="565200" cy="565500"/>
              </a:xfrm>
              <a:prstGeom prst="ellipse">
                <a:avLst/>
              </a:prstGeom>
              <a:solidFill>
                <a:srgbClr val="667E9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sz="1200">
                  <a:solidFill>
                    <a:srgbClr val="FFFFFF"/>
                  </a:solidFill>
                  <a:latin typeface="Roboto Medium"/>
                  <a:ea typeface="Roboto Medium"/>
                  <a:cs typeface="Roboto Medium"/>
                  <a:sym typeface="Roboto Medium"/>
                </a:endParaRPr>
              </a:p>
            </p:txBody>
          </p:sp>
          <p:sp>
            <p:nvSpPr>
              <p:cNvPr id="4893" name="Google Shape;4893;p72"/>
              <p:cNvSpPr/>
              <p:nvPr/>
            </p:nvSpPr>
            <p:spPr>
              <a:xfrm rot="10799079">
                <a:off x="4012507" y="3933353"/>
                <a:ext cx="1119600" cy="152703"/>
              </a:xfrm>
              <a:prstGeom prst="rightArrow">
                <a:avLst>
                  <a:gd name="adj1" fmla="val 25514"/>
                  <a:gd name="adj2" fmla="val 64322"/>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894" name="Google Shape;4894;p72"/>
            <p:cNvGrpSpPr/>
            <p:nvPr/>
          </p:nvGrpSpPr>
          <p:grpSpPr>
            <a:xfrm>
              <a:off x="4276937" y="2155961"/>
              <a:ext cx="651965" cy="891358"/>
              <a:chOff x="3069908" y="2599997"/>
              <a:chExt cx="1036675" cy="1417328"/>
            </a:xfrm>
          </p:grpSpPr>
          <p:sp>
            <p:nvSpPr>
              <p:cNvPr id="4895" name="Google Shape;4895;p72"/>
              <p:cNvSpPr/>
              <p:nvPr/>
            </p:nvSpPr>
            <p:spPr>
              <a:xfrm>
                <a:off x="3541383" y="3451825"/>
                <a:ext cx="565200" cy="565500"/>
              </a:xfrm>
              <a:prstGeom prst="ellipse">
                <a:avLst/>
              </a:prstGeom>
              <a:solidFill>
                <a:srgbClr val="667E9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sz="1200">
                  <a:solidFill>
                    <a:srgbClr val="FFFFFF"/>
                  </a:solidFill>
                  <a:latin typeface="Roboto Medium"/>
                  <a:ea typeface="Roboto Medium"/>
                  <a:cs typeface="Roboto Medium"/>
                  <a:sym typeface="Roboto Medium"/>
                </a:endParaRPr>
              </a:p>
            </p:txBody>
          </p:sp>
          <p:sp>
            <p:nvSpPr>
              <p:cNvPr id="4896" name="Google Shape;4896;p72"/>
              <p:cNvSpPr/>
              <p:nvPr/>
            </p:nvSpPr>
            <p:spPr>
              <a:xfrm rot="-6478717">
                <a:off x="2755922" y="3079191"/>
                <a:ext cx="1119672" cy="153413"/>
              </a:xfrm>
              <a:prstGeom prst="rightArrow">
                <a:avLst>
                  <a:gd name="adj1" fmla="val 25514"/>
                  <a:gd name="adj2" fmla="val 64322"/>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897" name="Google Shape;4897;p72"/>
            <p:cNvGrpSpPr/>
            <p:nvPr/>
          </p:nvGrpSpPr>
          <p:grpSpPr>
            <a:xfrm>
              <a:off x="5054918" y="1201875"/>
              <a:ext cx="999548" cy="602711"/>
              <a:chOff x="4306958" y="1082925"/>
              <a:chExt cx="1589359" cy="958358"/>
            </a:xfrm>
          </p:grpSpPr>
          <p:sp>
            <p:nvSpPr>
              <p:cNvPr id="4898" name="Google Shape;4898;p72"/>
              <p:cNvSpPr/>
              <p:nvPr/>
            </p:nvSpPr>
            <p:spPr>
              <a:xfrm>
                <a:off x="4306958" y="1082925"/>
                <a:ext cx="565200" cy="565500"/>
              </a:xfrm>
              <a:prstGeom prst="ellipse">
                <a:avLst/>
              </a:prstGeom>
              <a:solidFill>
                <a:srgbClr val="5F7D95"/>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sz="1200">
                  <a:solidFill>
                    <a:srgbClr val="FFFFFF"/>
                  </a:solidFill>
                  <a:latin typeface="Roboto Medium"/>
                  <a:ea typeface="Roboto Medium"/>
                  <a:cs typeface="Roboto Medium"/>
                  <a:sym typeface="Roboto Medium"/>
                </a:endParaRPr>
              </a:p>
            </p:txBody>
          </p:sp>
          <p:sp>
            <p:nvSpPr>
              <p:cNvPr id="4899" name="Google Shape;4899;p72"/>
              <p:cNvSpPr/>
              <p:nvPr/>
            </p:nvSpPr>
            <p:spPr>
              <a:xfrm rot="2159678">
                <a:off x="4838902" y="1574444"/>
                <a:ext cx="1119431" cy="152476"/>
              </a:xfrm>
              <a:prstGeom prst="rightArrow">
                <a:avLst>
                  <a:gd name="adj1" fmla="val 25514"/>
                  <a:gd name="adj2" fmla="val 64322"/>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900" name="Google Shape;4900;p72"/>
            <p:cNvGrpSpPr/>
            <p:nvPr/>
          </p:nvGrpSpPr>
          <p:grpSpPr>
            <a:xfrm>
              <a:off x="4249973" y="1303451"/>
              <a:ext cx="799317" cy="841334"/>
              <a:chOff x="3027033" y="1244439"/>
              <a:chExt cx="1270977" cy="1337786"/>
            </a:xfrm>
          </p:grpSpPr>
          <p:sp>
            <p:nvSpPr>
              <p:cNvPr id="4901" name="Google Shape;4901;p72"/>
              <p:cNvSpPr/>
              <p:nvPr/>
            </p:nvSpPr>
            <p:spPr>
              <a:xfrm>
                <a:off x="3027033" y="2016725"/>
                <a:ext cx="565200" cy="565500"/>
              </a:xfrm>
              <a:prstGeom prst="ellipse">
                <a:avLst/>
              </a:prstGeom>
              <a:solidFill>
                <a:srgbClr val="667E9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sz="1200">
                  <a:solidFill>
                    <a:srgbClr val="FFFFFF"/>
                  </a:solidFill>
                  <a:latin typeface="Roboto Medium"/>
                  <a:ea typeface="Roboto Medium"/>
                  <a:cs typeface="Roboto Medium"/>
                  <a:sym typeface="Roboto Medium"/>
                </a:endParaRPr>
              </a:p>
            </p:txBody>
          </p:sp>
          <p:sp>
            <p:nvSpPr>
              <p:cNvPr id="4902" name="Google Shape;4902;p72"/>
              <p:cNvSpPr/>
              <p:nvPr/>
            </p:nvSpPr>
            <p:spPr>
              <a:xfrm rot="-2159137">
                <a:off x="3240473" y="1559002"/>
                <a:ext cx="1119673" cy="153273"/>
              </a:xfrm>
              <a:prstGeom prst="rightArrow">
                <a:avLst>
                  <a:gd name="adj1" fmla="val 25514"/>
                  <a:gd name="adj2" fmla="val 64322"/>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4903" name="Google Shape;4903;p72"/>
          <p:cNvGrpSpPr/>
          <p:nvPr/>
        </p:nvGrpSpPr>
        <p:grpSpPr>
          <a:xfrm>
            <a:off x="4057114" y="1858087"/>
            <a:ext cx="750769" cy="683784"/>
            <a:chOff x="4204684" y="2104422"/>
            <a:chExt cx="699822" cy="637382"/>
          </a:xfrm>
        </p:grpSpPr>
        <p:grpSp>
          <p:nvGrpSpPr>
            <p:cNvPr id="4904" name="Google Shape;4904;p72"/>
            <p:cNvGrpSpPr/>
            <p:nvPr/>
          </p:nvGrpSpPr>
          <p:grpSpPr>
            <a:xfrm>
              <a:off x="4204684" y="2430067"/>
              <a:ext cx="342957" cy="311738"/>
              <a:chOff x="4204684" y="2430067"/>
              <a:chExt cx="342957" cy="311738"/>
            </a:xfrm>
          </p:grpSpPr>
          <p:sp>
            <p:nvSpPr>
              <p:cNvPr id="4905" name="Google Shape;4905;p72"/>
              <p:cNvSpPr/>
              <p:nvPr/>
            </p:nvSpPr>
            <p:spPr>
              <a:xfrm>
                <a:off x="4235882" y="2430067"/>
                <a:ext cx="311759" cy="311738"/>
              </a:xfrm>
              <a:custGeom>
                <a:avLst/>
                <a:gdLst/>
                <a:ahLst/>
                <a:cxnLst/>
                <a:rect l="l" t="t" r="r" b="b"/>
                <a:pathLst>
                  <a:path w="8384" h="8384" extrusionOk="0">
                    <a:moveTo>
                      <a:pt x="1" y="0"/>
                    </a:moveTo>
                    <a:cubicBezTo>
                      <a:pt x="23" y="1056"/>
                      <a:pt x="239" y="2096"/>
                      <a:pt x="641" y="3073"/>
                    </a:cubicBezTo>
                    <a:cubicBezTo>
                      <a:pt x="676" y="3072"/>
                      <a:pt x="710" y="3070"/>
                      <a:pt x="745" y="3070"/>
                    </a:cubicBezTo>
                    <a:cubicBezTo>
                      <a:pt x="1419" y="3070"/>
                      <a:pt x="2047" y="3416"/>
                      <a:pt x="2406" y="3988"/>
                    </a:cubicBezTo>
                    <a:cubicBezTo>
                      <a:pt x="2766" y="4558"/>
                      <a:pt x="2808" y="5272"/>
                      <a:pt x="2516" y="5880"/>
                    </a:cubicBezTo>
                    <a:cubicBezTo>
                      <a:pt x="4076" y="7440"/>
                      <a:pt x="6179" y="8337"/>
                      <a:pt x="8384" y="8383"/>
                    </a:cubicBezTo>
                    <a:lnTo>
                      <a:pt x="8384" y="3190"/>
                    </a:lnTo>
                    <a:cubicBezTo>
                      <a:pt x="6664" y="3094"/>
                      <a:pt x="5290" y="1720"/>
                      <a:pt x="5194"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6" name="Google Shape;4906;p72"/>
              <p:cNvSpPr/>
              <p:nvPr/>
            </p:nvSpPr>
            <p:spPr>
              <a:xfrm>
                <a:off x="4204684" y="2558309"/>
                <a:ext cx="117839" cy="117794"/>
              </a:xfrm>
              <a:custGeom>
                <a:avLst/>
                <a:gdLst/>
                <a:ahLst/>
                <a:cxnLst/>
                <a:rect l="l" t="t" r="r" b="b"/>
                <a:pathLst>
                  <a:path w="3169" h="3168" extrusionOk="0">
                    <a:moveTo>
                      <a:pt x="1584" y="0"/>
                    </a:moveTo>
                    <a:cubicBezTo>
                      <a:pt x="710" y="0"/>
                      <a:pt x="1" y="710"/>
                      <a:pt x="1" y="1584"/>
                    </a:cubicBezTo>
                    <a:cubicBezTo>
                      <a:pt x="1" y="2459"/>
                      <a:pt x="710" y="3168"/>
                      <a:pt x="1584" y="3168"/>
                    </a:cubicBezTo>
                    <a:cubicBezTo>
                      <a:pt x="2459" y="3168"/>
                      <a:pt x="3168" y="2459"/>
                      <a:pt x="3168" y="1584"/>
                    </a:cubicBezTo>
                    <a:cubicBezTo>
                      <a:pt x="3168" y="710"/>
                      <a:pt x="2459" y="0"/>
                      <a:pt x="1584"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907" name="Google Shape;4907;p72"/>
            <p:cNvGrpSpPr/>
            <p:nvPr/>
          </p:nvGrpSpPr>
          <p:grpSpPr>
            <a:xfrm>
              <a:off x="4561586" y="2430067"/>
              <a:ext cx="342920" cy="311738"/>
              <a:chOff x="4561586" y="2430067"/>
              <a:chExt cx="342920" cy="311738"/>
            </a:xfrm>
          </p:grpSpPr>
          <p:sp>
            <p:nvSpPr>
              <p:cNvPr id="4908" name="Google Shape;4908;p72"/>
              <p:cNvSpPr/>
              <p:nvPr/>
            </p:nvSpPr>
            <p:spPr>
              <a:xfrm>
                <a:off x="4561586" y="2430067"/>
                <a:ext cx="311759" cy="311738"/>
              </a:xfrm>
              <a:custGeom>
                <a:avLst/>
                <a:gdLst/>
                <a:ahLst/>
                <a:cxnLst/>
                <a:rect l="l" t="t" r="r" b="b"/>
                <a:pathLst>
                  <a:path w="8384" h="8384" extrusionOk="0">
                    <a:moveTo>
                      <a:pt x="3189" y="0"/>
                    </a:moveTo>
                    <a:cubicBezTo>
                      <a:pt x="3093" y="1720"/>
                      <a:pt x="1721" y="3092"/>
                      <a:pt x="1" y="3190"/>
                    </a:cubicBezTo>
                    <a:lnTo>
                      <a:pt x="1" y="8383"/>
                    </a:lnTo>
                    <a:cubicBezTo>
                      <a:pt x="2206" y="8337"/>
                      <a:pt x="4309" y="7440"/>
                      <a:pt x="5868" y="5880"/>
                    </a:cubicBezTo>
                    <a:cubicBezTo>
                      <a:pt x="5577" y="5272"/>
                      <a:pt x="5618" y="4558"/>
                      <a:pt x="5979" y="3986"/>
                    </a:cubicBezTo>
                    <a:cubicBezTo>
                      <a:pt x="6337" y="3416"/>
                      <a:pt x="6965" y="3070"/>
                      <a:pt x="7639" y="3070"/>
                    </a:cubicBezTo>
                    <a:cubicBezTo>
                      <a:pt x="7675" y="3070"/>
                      <a:pt x="7710" y="3070"/>
                      <a:pt x="7743" y="3073"/>
                    </a:cubicBezTo>
                    <a:cubicBezTo>
                      <a:pt x="8145" y="2096"/>
                      <a:pt x="8362" y="1056"/>
                      <a:pt x="8384"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9" name="Google Shape;4909;p72"/>
              <p:cNvSpPr/>
              <p:nvPr/>
            </p:nvSpPr>
            <p:spPr>
              <a:xfrm>
                <a:off x="4786741" y="2558309"/>
                <a:ext cx="117765" cy="117794"/>
              </a:xfrm>
              <a:custGeom>
                <a:avLst/>
                <a:gdLst/>
                <a:ahLst/>
                <a:cxnLst/>
                <a:rect l="l" t="t" r="r" b="b"/>
                <a:pathLst>
                  <a:path w="3167" h="3168" extrusionOk="0">
                    <a:moveTo>
                      <a:pt x="1583" y="0"/>
                    </a:moveTo>
                    <a:cubicBezTo>
                      <a:pt x="708" y="0"/>
                      <a:pt x="1" y="710"/>
                      <a:pt x="1" y="1584"/>
                    </a:cubicBezTo>
                    <a:cubicBezTo>
                      <a:pt x="1" y="2459"/>
                      <a:pt x="708" y="3168"/>
                      <a:pt x="1583" y="3168"/>
                    </a:cubicBezTo>
                    <a:cubicBezTo>
                      <a:pt x="2457" y="3168"/>
                      <a:pt x="3166" y="2459"/>
                      <a:pt x="3166" y="1584"/>
                    </a:cubicBezTo>
                    <a:cubicBezTo>
                      <a:pt x="3166" y="710"/>
                      <a:pt x="2457" y="0"/>
                      <a:pt x="1583"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910" name="Google Shape;4910;p72"/>
            <p:cNvGrpSpPr/>
            <p:nvPr/>
          </p:nvGrpSpPr>
          <p:grpSpPr>
            <a:xfrm>
              <a:off x="4561586" y="2104422"/>
              <a:ext cx="342920" cy="311738"/>
              <a:chOff x="4561586" y="2104422"/>
              <a:chExt cx="342920" cy="311738"/>
            </a:xfrm>
          </p:grpSpPr>
          <p:sp>
            <p:nvSpPr>
              <p:cNvPr id="4911" name="Google Shape;4911;p72"/>
              <p:cNvSpPr/>
              <p:nvPr/>
            </p:nvSpPr>
            <p:spPr>
              <a:xfrm>
                <a:off x="4561586" y="2104422"/>
                <a:ext cx="311722" cy="311738"/>
              </a:xfrm>
              <a:custGeom>
                <a:avLst/>
                <a:gdLst/>
                <a:ahLst/>
                <a:cxnLst/>
                <a:rect l="l" t="t" r="r" b="b"/>
                <a:pathLst>
                  <a:path w="8383" h="8384" extrusionOk="0">
                    <a:moveTo>
                      <a:pt x="1" y="1"/>
                    </a:moveTo>
                    <a:lnTo>
                      <a:pt x="1" y="5194"/>
                    </a:lnTo>
                    <a:cubicBezTo>
                      <a:pt x="1721" y="5290"/>
                      <a:pt x="3093" y="6662"/>
                      <a:pt x="3189" y="8384"/>
                    </a:cubicBezTo>
                    <a:lnTo>
                      <a:pt x="8382" y="8384"/>
                    </a:lnTo>
                    <a:cubicBezTo>
                      <a:pt x="8362" y="7328"/>
                      <a:pt x="8144" y="6286"/>
                      <a:pt x="7742" y="5311"/>
                    </a:cubicBezTo>
                    <a:cubicBezTo>
                      <a:pt x="7708" y="5312"/>
                      <a:pt x="7673" y="5314"/>
                      <a:pt x="7638" y="5314"/>
                    </a:cubicBezTo>
                    <a:cubicBezTo>
                      <a:pt x="6964" y="5312"/>
                      <a:pt x="6336" y="4966"/>
                      <a:pt x="5977" y="4396"/>
                    </a:cubicBezTo>
                    <a:cubicBezTo>
                      <a:pt x="5618" y="3825"/>
                      <a:pt x="5577" y="3110"/>
                      <a:pt x="5867" y="2502"/>
                    </a:cubicBezTo>
                    <a:cubicBezTo>
                      <a:pt x="4309" y="942"/>
                      <a:pt x="2206" y="45"/>
                      <a:pt x="1"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2" name="Google Shape;4912;p72"/>
              <p:cNvSpPr/>
              <p:nvPr/>
            </p:nvSpPr>
            <p:spPr>
              <a:xfrm>
                <a:off x="4786741" y="2170087"/>
                <a:ext cx="117765" cy="117757"/>
              </a:xfrm>
              <a:custGeom>
                <a:avLst/>
                <a:gdLst/>
                <a:ahLst/>
                <a:cxnLst/>
                <a:rect l="l" t="t" r="r" b="b"/>
                <a:pathLst>
                  <a:path w="3167" h="3167" extrusionOk="0">
                    <a:moveTo>
                      <a:pt x="1583" y="1"/>
                    </a:moveTo>
                    <a:cubicBezTo>
                      <a:pt x="708" y="1"/>
                      <a:pt x="1" y="709"/>
                      <a:pt x="1" y="1583"/>
                    </a:cubicBezTo>
                    <a:cubicBezTo>
                      <a:pt x="1" y="2457"/>
                      <a:pt x="708" y="3167"/>
                      <a:pt x="1583" y="3167"/>
                    </a:cubicBezTo>
                    <a:cubicBezTo>
                      <a:pt x="2457" y="3167"/>
                      <a:pt x="3166" y="2457"/>
                      <a:pt x="3166" y="1583"/>
                    </a:cubicBezTo>
                    <a:cubicBezTo>
                      <a:pt x="3166" y="709"/>
                      <a:pt x="2457" y="1"/>
                      <a:pt x="158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913" name="Google Shape;4913;p72"/>
            <p:cNvGrpSpPr/>
            <p:nvPr/>
          </p:nvGrpSpPr>
          <p:grpSpPr>
            <a:xfrm>
              <a:off x="4204684" y="2104422"/>
              <a:ext cx="342957" cy="311664"/>
              <a:chOff x="4204684" y="2104422"/>
              <a:chExt cx="342957" cy="311664"/>
            </a:xfrm>
          </p:grpSpPr>
          <p:sp>
            <p:nvSpPr>
              <p:cNvPr id="4914" name="Google Shape;4914;p72"/>
              <p:cNvSpPr/>
              <p:nvPr/>
            </p:nvSpPr>
            <p:spPr>
              <a:xfrm>
                <a:off x="4235882" y="2104422"/>
                <a:ext cx="311759" cy="311664"/>
              </a:xfrm>
              <a:custGeom>
                <a:avLst/>
                <a:gdLst/>
                <a:ahLst/>
                <a:cxnLst/>
                <a:rect l="l" t="t" r="r" b="b"/>
                <a:pathLst>
                  <a:path w="8384" h="8382" extrusionOk="0">
                    <a:moveTo>
                      <a:pt x="8384" y="1"/>
                    </a:moveTo>
                    <a:cubicBezTo>
                      <a:pt x="6179" y="45"/>
                      <a:pt x="4076" y="942"/>
                      <a:pt x="2516" y="2502"/>
                    </a:cubicBezTo>
                    <a:cubicBezTo>
                      <a:pt x="2808" y="3110"/>
                      <a:pt x="2766" y="3825"/>
                      <a:pt x="2406" y="4396"/>
                    </a:cubicBezTo>
                    <a:cubicBezTo>
                      <a:pt x="2047" y="4966"/>
                      <a:pt x="1419" y="5312"/>
                      <a:pt x="745" y="5312"/>
                    </a:cubicBezTo>
                    <a:cubicBezTo>
                      <a:pt x="710" y="5312"/>
                      <a:pt x="675" y="5312"/>
                      <a:pt x="641" y="5311"/>
                    </a:cubicBezTo>
                    <a:cubicBezTo>
                      <a:pt x="239" y="6286"/>
                      <a:pt x="23" y="7327"/>
                      <a:pt x="1" y="8382"/>
                    </a:cubicBezTo>
                    <a:lnTo>
                      <a:pt x="5194" y="8382"/>
                    </a:lnTo>
                    <a:cubicBezTo>
                      <a:pt x="5290" y="6662"/>
                      <a:pt x="6664" y="5290"/>
                      <a:pt x="8384" y="5194"/>
                    </a:cubicBezTo>
                    <a:lnTo>
                      <a:pt x="8384"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5" name="Google Shape;4915;p72"/>
              <p:cNvSpPr/>
              <p:nvPr/>
            </p:nvSpPr>
            <p:spPr>
              <a:xfrm>
                <a:off x="4204684" y="2170087"/>
                <a:ext cx="117839" cy="117757"/>
              </a:xfrm>
              <a:custGeom>
                <a:avLst/>
                <a:gdLst/>
                <a:ahLst/>
                <a:cxnLst/>
                <a:rect l="l" t="t" r="r" b="b"/>
                <a:pathLst>
                  <a:path w="3169" h="3167" extrusionOk="0">
                    <a:moveTo>
                      <a:pt x="1584" y="1"/>
                    </a:moveTo>
                    <a:cubicBezTo>
                      <a:pt x="710" y="1"/>
                      <a:pt x="1" y="709"/>
                      <a:pt x="1" y="1583"/>
                    </a:cubicBezTo>
                    <a:cubicBezTo>
                      <a:pt x="1" y="2457"/>
                      <a:pt x="710" y="3167"/>
                      <a:pt x="1584" y="3167"/>
                    </a:cubicBezTo>
                    <a:cubicBezTo>
                      <a:pt x="2459" y="3167"/>
                      <a:pt x="3168" y="2457"/>
                      <a:pt x="3168" y="1583"/>
                    </a:cubicBezTo>
                    <a:cubicBezTo>
                      <a:pt x="3168" y="709"/>
                      <a:pt x="2459" y="1"/>
                      <a:pt x="1584"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4916" name="Google Shape;4916;p72"/>
          <p:cNvGrpSpPr/>
          <p:nvPr/>
        </p:nvGrpSpPr>
        <p:grpSpPr>
          <a:xfrm>
            <a:off x="5521547" y="971301"/>
            <a:ext cx="660591" cy="688867"/>
            <a:chOff x="5830645" y="1267368"/>
            <a:chExt cx="530340" cy="553040"/>
          </a:xfrm>
        </p:grpSpPr>
        <p:sp>
          <p:nvSpPr>
            <p:cNvPr id="4917" name="Google Shape;4917;p72"/>
            <p:cNvSpPr/>
            <p:nvPr/>
          </p:nvSpPr>
          <p:spPr>
            <a:xfrm>
              <a:off x="5994669" y="1442730"/>
              <a:ext cx="202317" cy="202342"/>
            </a:xfrm>
            <a:custGeom>
              <a:avLst/>
              <a:gdLst/>
              <a:ahLst/>
              <a:cxnLst/>
              <a:rect l="l" t="t" r="r" b="b"/>
              <a:pathLst>
                <a:path w="7941" h="7942" extrusionOk="0">
                  <a:moveTo>
                    <a:pt x="3971" y="319"/>
                  </a:moveTo>
                  <a:cubicBezTo>
                    <a:pt x="5984" y="319"/>
                    <a:pt x="7623" y="1957"/>
                    <a:pt x="7623" y="3971"/>
                  </a:cubicBezTo>
                  <a:cubicBezTo>
                    <a:pt x="7623" y="5984"/>
                    <a:pt x="5985" y="7624"/>
                    <a:pt x="3971" y="7624"/>
                  </a:cubicBezTo>
                  <a:cubicBezTo>
                    <a:pt x="1956" y="7624"/>
                    <a:pt x="318" y="5984"/>
                    <a:pt x="318" y="3971"/>
                  </a:cubicBezTo>
                  <a:cubicBezTo>
                    <a:pt x="318" y="1957"/>
                    <a:pt x="1956" y="319"/>
                    <a:pt x="3971" y="319"/>
                  </a:cubicBezTo>
                  <a:close/>
                  <a:moveTo>
                    <a:pt x="3971" y="0"/>
                  </a:moveTo>
                  <a:cubicBezTo>
                    <a:pt x="1782" y="0"/>
                    <a:pt x="1" y="1782"/>
                    <a:pt x="1" y="3971"/>
                  </a:cubicBezTo>
                  <a:cubicBezTo>
                    <a:pt x="1" y="6159"/>
                    <a:pt x="1782" y="7941"/>
                    <a:pt x="3971" y="7941"/>
                  </a:cubicBezTo>
                  <a:cubicBezTo>
                    <a:pt x="6160" y="7941"/>
                    <a:pt x="7940" y="6159"/>
                    <a:pt x="7940" y="3971"/>
                  </a:cubicBezTo>
                  <a:cubicBezTo>
                    <a:pt x="7940" y="1782"/>
                    <a:pt x="6160" y="0"/>
                    <a:pt x="3971"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918" name="Google Shape;4918;p72"/>
            <p:cNvGrpSpPr/>
            <p:nvPr/>
          </p:nvGrpSpPr>
          <p:grpSpPr>
            <a:xfrm>
              <a:off x="5830645" y="1267368"/>
              <a:ext cx="259743" cy="269909"/>
              <a:chOff x="5830645" y="1267368"/>
              <a:chExt cx="259743" cy="269909"/>
            </a:xfrm>
          </p:grpSpPr>
          <p:sp>
            <p:nvSpPr>
              <p:cNvPr id="4919" name="Google Shape;4919;p72"/>
              <p:cNvSpPr/>
              <p:nvPr/>
            </p:nvSpPr>
            <p:spPr>
              <a:xfrm>
                <a:off x="5830645" y="1304897"/>
                <a:ext cx="259743" cy="232380"/>
              </a:xfrm>
              <a:custGeom>
                <a:avLst/>
                <a:gdLst/>
                <a:ahLst/>
                <a:cxnLst/>
                <a:rect l="l" t="t" r="r" b="b"/>
                <a:pathLst>
                  <a:path w="10195" h="9121" extrusionOk="0">
                    <a:moveTo>
                      <a:pt x="7470" y="1"/>
                    </a:moveTo>
                    <a:cubicBezTo>
                      <a:pt x="7469" y="1"/>
                      <a:pt x="7468" y="1"/>
                      <a:pt x="7467" y="1"/>
                    </a:cubicBezTo>
                    <a:lnTo>
                      <a:pt x="7044" y="1"/>
                    </a:lnTo>
                    <a:cubicBezTo>
                      <a:pt x="7044" y="1075"/>
                      <a:pt x="6172" y="1946"/>
                      <a:pt x="5097" y="1946"/>
                    </a:cubicBezTo>
                    <a:cubicBezTo>
                      <a:pt x="4021" y="1946"/>
                      <a:pt x="3150" y="1075"/>
                      <a:pt x="3150" y="1"/>
                    </a:cubicBezTo>
                    <a:lnTo>
                      <a:pt x="0" y="1"/>
                    </a:lnTo>
                    <a:lnTo>
                      <a:pt x="0" y="6393"/>
                    </a:lnTo>
                    <a:cubicBezTo>
                      <a:pt x="0" y="7900"/>
                      <a:pt x="1220" y="9120"/>
                      <a:pt x="2727" y="9120"/>
                    </a:cubicBezTo>
                    <a:lnTo>
                      <a:pt x="6018" y="9120"/>
                    </a:lnTo>
                    <a:cubicBezTo>
                      <a:pt x="6148" y="6883"/>
                      <a:pt x="7951" y="5095"/>
                      <a:pt x="10194" y="4987"/>
                    </a:cubicBezTo>
                    <a:lnTo>
                      <a:pt x="10194" y="2726"/>
                    </a:lnTo>
                    <a:cubicBezTo>
                      <a:pt x="10194" y="1222"/>
                      <a:pt x="8974" y="1"/>
                      <a:pt x="7470"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0" name="Google Shape;4920;p72"/>
              <p:cNvSpPr/>
              <p:nvPr/>
            </p:nvSpPr>
            <p:spPr>
              <a:xfrm>
                <a:off x="5922950" y="1267368"/>
                <a:ext cx="75057" cy="75057"/>
              </a:xfrm>
              <a:custGeom>
                <a:avLst/>
                <a:gdLst/>
                <a:ahLst/>
                <a:cxnLst/>
                <a:rect l="l" t="t" r="r" b="b"/>
                <a:pathLst>
                  <a:path w="2946" h="2946" extrusionOk="0">
                    <a:moveTo>
                      <a:pt x="1474" y="1"/>
                    </a:moveTo>
                    <a:cubicBezTo>
                      <a:pt x="661" y="1"/>
                      <a:pt x="1" y="660"/>
                      <a:pt x="1" y="1472"/>
                    </a:cubicBezTo>
                    <a:cubicBezTo>
                      <a:pt x="1" y="2286"/>
                      <a:pt x="661" y="2945"/>
                      <a:pt x="1474" y="2945"/>
                    </a:cubicBezTo>
                    <a:cubicBezTo>
                      <a:pt x="2288" y="2945"/>
                      <a:pt x="2946" y="2286"/>
                      <a:pt x="2946" y="1472"/>
                    </a:cubicBezTo>
                    <a:cubicBezTo>
                      <a:pt x="2946" y="660"/>
                      <a:pt x="2288" y="1"/>
                      <a:pt x="1474"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921" name="Google Shape;4921;p72"/>
            <p:cNvGrpSpPr/>
            <p:nvPr/>
          </p:nvGrpSpPr>
          <p:grpSpPr>
            <a:xfrm>
              <a:off x="6101293" y="1267368"/>
              <a:ext cx="259692" cy="269909"/>
              <a:chOff x="6101293" y="1267368"/>
              <a:chExt cx="259692" cy="269909"/>
            </a:xfrm>
          </p:grpSpPr>
          <p:sp>
            <p:nvSpPr>
              <p:cNvPr id="4922" name="Google Shape;4922;p72"/>
              <p:cNvSpPr/>
              <p:nvPr/>
            </p:nvSpPr>
            <p:spPr>
              <a:xfrm>
                <a:off x="6101293" y="1304897"/>
                <a:ext cx="259692" cy="232380"/>
              </a:xfrm>
              <a:custGeom>
                <a:avLst/>
                <a:gdLst/>
                <a:ahLst/>
                <a:cxnLst/>
                <a:rect l="l" t="t" r="r" b="b"/>
                <a:pathLst>
                  <a:path w="10193" h="9121" extrusionOk="0">
                    <a:moveTo>
                      <a:pt x="2726" y="1"/>
                    </a:moveTo>
                    <a:cubicBezTo>
                      <a:pt x="1220" y="1"/>
                      <a:pt x="0" y="1221"/>
                      <a:pt x="0" y="2726"/>
                    </a:cubicBezTo>
                    <a:lnTo>
                      <a:pt x="0" y="4987"/>
                    </a:lnTo>
                    <a:cubicBezTo>
                      <a:pt x="2244" y="5095"/>
                      <a:pt x="4045" y="6883"/>
                      <a:pt x="4177" y="9120"/>
                    </a:cubicBezTo>
                    <a:lnTo>
                      <a:pt x="7467" y="9120"/>
                    </a:lnTo>
                    <a:cubicBezTo>
                      <a:pt x="8973" y="9120"/>
                      <a:pt x="10193" y="7900"/>
                      <a:pt x="10193" y="6393"/>
                    </a:cubicBezTo>
                    <a:lnTo>
                      <a:pt x="10193" y="1"/>
                    </a:lnTo>
                    <a:lnTo>
                      <a:pt x="7043" y="1"/>
                    </a:lnTo>
                    <a:cubicBezTo>
                      <a:pt x="7043" y="1075"/>
                      <a:pt x="6172" y="1946"/>
                      <a:pt x="5097" y="1946"/>
                    </a:cubicBezTo>
                    <a:cubicBezTo>
                      <a:pt x="4021" y="1946"/>
                      <a:pt x="3150" y="1075"/>
                      <a:pt x="3150"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3" name="Google Shape;4923;p72"/>
              <p:cNvSpPr/>
              <p:nvPr/>
            </p:nvSpPr>
            <p:spPr>
              <a:xfrm>
                <a:off x="6193623" y="1267368"/>
                <a:ext cx="75031" cy="75057"/>
              </a:xfrm>
              <a:custGeom>
                <a:avLst/>
                <a:gdLst/>
                <a:ahLst/>
                <a:cxnLst/>
                <a:rect l="l" t="t" r="r" b="b"/>
                <a:pathLst>
                  <a:path w="2945" h="2946" extrusionOk="0">
                    <a:moveTo>
                      <a:pt x="1473" y="1"/>
                    </a:moveTo>
                    <a:cubicBezTo>
                      <a:pt x="660" y="1"/>
                      <a:pt x="0" y="660"/>
                      <a:pt x="0" y="1472"/>
                    </a:cubicBezTo>
                    <a:cubicBezTo>
                      <a:pt x="0" y="2286"/>
                      <a:pt x="660" y="2945"/>
                      <a:pt x="1473" y="2945"/>
                    </a:cubicBezTo>
                    <a:cubicBezTo>
                      <a:pt x="2285" y="2945"/>
                      <a:pt x="2945" y="2286"/>
                      <a:pt x="2945" y="1472"/>
                    </a:cubicBezTo>
                    <a:cubicBezTo>
                      <a:pt x="2945" y="660"/>
                      <a:pt x="2285" y="1"/>
                      <a:pt x="1473"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924" name="Google Shape;4924;p72"/>
            <p:cNvGrpSpPr/>
            <p:nvPr/>
          </p:nvGrpSpPr>
          <p:grpSpPr>
            <a:xfrm>
              <a:off x="5830645" y="1550500"/>
              <a:ext cx="259692" cy="269909"/>
              <a:chOff x="5830645" y="1550500"/>
              <a:chExt cx="259692" cy="269909"/>
            </a:xfrm>
          </p:grpSpPr>
          <p:sp>
            <p:nvSpPr>
              <p:cNvPr id="4925" name="Google Shape;4925;p72"/>
              <p:cNvSpPr/>
              <p:nvPr/>
            </p:nvSpPr>
            <p:spPr>
              <a:xfrm>
                <a:off x="5830645" y="1550500"/>
                <a:ext cx="259692" cy="232406"/>
              </a:xfrm>
              <a:custGeom>
                <a:avLst/>
                <a:gdLst/>
                <a:ahLst/>
                <a:cxnLst/>
                <a:rect l="l" t="t" r="r" b="b"/>
                <a:pathLst>
                  <a:path w="10193" h="9122" extrusionOk="0">
                    <a:moveTo>
                      <a:pt x="2727" y="1"/>
                    </a:moveTo>
                    <a:cubicBezTo>
                      <a:pt x="1220" y="1"/>
                      <a:pt x="0" y="1223"/>
                      <a:pt x="0" y="2728"/>
                    </a:cubicBezTo>
                    <a:lnTo>
                      <a:pt x="0" y="9122"/>
                    </a:lnTo>
                    <a:lnTo>
                      <a:pt x="3150" y="9122"/>
                    </a:lnTo>
                    <a:cubicBezTo>
                      <a:pt x="3150" y="8046"/>
                      <a:pt x="4021" y="7175"/>
                      <a:pt x="5097" y="7175"/>
                    </a:cubicBezTo>
                    <a:cubicBezTo>
                      <a:pt x="6172" y="7175"/>
                      <a:pt x="7044" y="8046"/>
                      <a:pt x="7044" y="9122"/>
                    </a:cubicBezTo>
                    <a:lnTo>
                      <a:pt x="7467" y="9122"/>
                    </a:lnTo>
                    <a:cubicBezTo>
                      <a:pt x="8972" y="9122"/>
                      <a:pt x="10192" y="7900"/>
                      <a:pt x="10192" y="6395"/>
                    </a:cubicBezTo>
                    <a:lnTo>
                      <a:pt x="10192" y="4135"/>
                    </a:lnTo>
                    <a:cubicBezTo>
                      <a:pt x="7951" y="4028"/>
                      <a:pt x="6148" y="2239"/>
                      <a:pt x="6018"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6" name="Google Shape;4926;p72"/>
              <p:cNvSpPr/>
              <p:nvPr/>
            </p:nvSpPr>
            <p:spPr>
              <a:xfrm>
                <a:off x="5922950" y="1745352"/>
                <a:ext cx="75057" cy="75057"/>
              </a:xfrm>
              <a:custGeom>
                <a:avLst/>
                <a:gdLst/>
                <a:ahLst/>
                <a:cxnLst/>
                <a:rect l="l" t="t" r="r" b="b"/>
                <a:pathLst>
                  <a:path w="2946" h="2946" extrusionOk="0">
                    <a:moveTo>
                      <a:pt x="1474" y="1"/>
                    </a:moveTo>
                    <a:cubicBezTo>
                      <a:pt x="661" y="1"/>
                      <a:pt x="1" y="660"/>
                      <a:pt x="1" y="1474"/>
                    </a:cubicBezTo>
                    <a:cubicBezTo>
                      <a:pt x="1" y="2287"/>
                      <a:pt x="661" y="2946"/>
                      <a:pt x="1474" y="2946"/>
                    </a:cubicBezTo>
                    <a:cubicBezTo>
                      <a:pt x="2288" y="2946"/>
                      <a:pt x="2946" y="2287"/>
                      <a:pt x="2946" y="1474"/>
                    </a:cubicBezTo>
                    <a:cubicBezTo>
                      <a:pt x="2946" y="660"/>
                      <a:pt x="2288" y="1"/>
                      <a:pt x="1474"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927" name="Google Shape;4927;p72"/>
            <p:cNvGrpSpPr/>
            <p:nvPr/>
          </p:nvGrpSpPr>
          <p:grpSpPr>
            <a:xfrm>
              <a:off x="6101293" y="1550500"/>
              <a:ext cx="259692" cy="269909"/>
              <a:chOff x="6101293" y="1550500"/>
              <a:chExt cx="259692" cy="269909"/>
            </a:xfrm>
          </p:grpSpPr>
          <p:sp>
            <p:nvSpPr>
              <p:cNvPr id="4928" name="Google Shape;4928;p72"/>
              <p:cNvSpPr/>
              <p:nvPr/>
            </p:nvSpPr>
            <p:spPr>
              <a:xfrm>
                <a:off x="6101293" y="1550500"/>
                <a:ext cx="259692" cy="232406"/>
              </a:xfrm>
              <a:custGeom>
                <a:avLst/>
                <a:gdLst/>
                <a:ahLst/>
                <a:cxnLst/>
                <a:rect l="l" t="t" r="r" b="b"/>
                <a:pathLst>
                  <a:path w="10193" h="9122" extrusionOk="0">
                    <a:moveTo>
                      <a:pt x="4177" y="1"/>
                    </a:moveTo>
                    <a:cubicBezTo>
                      <a:pt x="4045" y="2239"/>
                      <a:pt x="2244" y="4027"/>
                      <a:pt x="0" y="4135"/>
                    </a:cubicBezTo>
                    <a:lnTo>
                      <a:pt x="0" y="6395"/>
                    </a:lnTo>
                    <a:cubicBezTo>
                      <a:pt x="0" y="7902"/>
                      <a:pt x="1220" y="9122"/>
                      <a:pt x="2726" y="9122"/>
                    </a:cubicBezTo>
                    <a:lnTo>
                      <a:pt x="3148" y="9122"/>
                    </a:lnTo>
                    <a:cubicBezTo>
                      <a:pt x="3148" y="8046"/>
                      <a:pt x="4020" y="7175"/>
                      <a:pt x="5096" y="7175"/>
                    </a:cubicBezTo>
                    <a:cubicBezTo>
                      <a:pt x="6170" y="7175"/>
                      <a:pt x="7043" y="8046"/>
                      <a:pt x="7043" y="9122"/>
                    </a:cubicBezTo>
                    <a:lnTo>
                      <a:pt x="10193" y="9122"/>
                    </a:lnTo>
                    <a:lnTo>
                      <a:pt x="10193" y="2728"/>
                    </a:lnTo>
                    <a:cubicBezTo>
                      <a:pt x="10193" y="1223"/>
                      <a:pt x="8973" y="2"/>
                      <a:pt x="7467"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9" name="Google Shape;4929;p72"/>
              <p:cNvSpPr/>
              <p:nvPr/>
            </p:nvSpPr>
            <p:spPr>
              <a:xfrm>
                <a:off x="6193623" y="1745352"/>
                <a:ext cx="75031" cy="75057"/>
              </a:xfrm>
              <a:custGeom>
                <a:avLst/>
                <a:gdLst/>
                <a:ahLst/>
                <a:cxnLst/>
                <a:rect l="l" t="t" r="r" b="b"/>
                <a:pathLst>
                  <a:path w="2945" h="2946" extrusionOk="0">
                    <a:moveTo>
                      <a:pt x="1473" y="1"/>
                    </a:moveTo>
                    <a:cubicBezTo>
                      <a:pt x="660" y="1"/>
                      <a:pt x="0" y="660"/>
                      <a:pt x="0" y="1474"/>
                    </a:cubicBezTo>
                    <a:cubicBezTo>
                      <a:pt x="0" y="2287"/>
                      <a:pt x="660" y="2946"/>
                      <a:pt x="1473" y="2946"/>
                    </a:cubicBezTo>
                    <a:cubicBezTo>
                      <a:pt x="2285" y="2946"/>
                      <a:pt x="2945" y="2287"/>
                      <a:pt x="2945" y="1474"/>
                    </a:cubicBezTo>
                    <a:cubicBezTo>
                      <a:pt x="2945" y="660"/>
                      <a:pt x="2285" y="1"/>
                      <a:pt x="1473"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4930" name="Google Shape;4930;p72"/>
          <p:cNvGrpSpPr/>
          <p:nvPr/>
        </p:nvGrpSpPr>
        <p:grpSpPr>
          <a:xfrm>
            <a:off x="723700" y="1861760"/>
            <a:ext cx="697154" cy="679574"/>
            <a:chOff x="2679875" y="2361475"/>
            <a:chExt cx="780425" cy="760575"/>
          </a:xfrm>
        </p:grpSpPr>
        <p:sp>
          <p:nvSpPr>
            <p:cNvPr id="4931" name="Google Shape;4931;p72"/>
            <p:cNvSpPr/>
            <p:nvPr/>
          </p:nvSpPr>
          <p:spPr>
            <a:xfrm>
              <a:off x="2812050" y="2361475"/>
              <a:ext cx="516050" cy="266400"/>
            </a:xfrm>
            <a:custGeom>
              <a:avLst/>
              <a:gdLst/>
              <a:ahLst/>
              <a:cxnLst/>
              <a:rect l="l" t="t" r="r" b="b"/>
              <a:pathLst>
                <a:path w="20642" h="10656" extrusionOk="0">
                  <a:moveTo>
                    <a:pt x="10321" y="0"/>
                  </a:moveTo>
                  <a:cubicBezTo>
                    <a:pt x="4630" y="0"/>
                    <a:pt x="1" y="4630"/>
                    <a:pt x="1" y="10321"/>
                  </a:cubicBezTo>
                  <a:cubicBezTo>
                    <a:pt x="1" y="10385"/>
                    <a:pt x="2" y="10450"/>
                    <a:pt x="4" y="10514"/>
                  </a:cubicBezTo>
                  <a:cubicBezTo>
                    <a:pt x="1580" y="9686"/>
                    <a:pt x="3307" y="9273"/>
                    <a:pt x="5033" y="9273"/>
                  </a:cubicBezTo>
                  <a:cubicBezTo>
                    <a:pt x="6858" y="9273"/>
                    <a:pt x="8681" y="9735"/>
                    <a:pt x="10321" y="10655"/>
                  </a:cubicBezTo>
                  <a:cubicBezTo>
                    <a:pt x="11962" y="9735"/>
                    <a:pt x="13786" y="9273"/>
                    <a:pt x="15610" y="9273"/>
                  </a:cubicBezTo>
                  <a:cubicBezTo>
                    <a:pt x="17337" y="9273"/>
                    <a:pt x="19065" y="9686"/>
                    <a:pt x="20640" y="10514"/>
                  </a:cubicBezTo>
                  <a:cubicBezTo>
                    <a:pt x="20640" y="10450"/>
                    <a:pt x="20642" y="10385"/>
                    <a:pt x="20642" y="10321"/>
                  </a:cubicBezTo>
                  <a:cubicBezTo>
                    <a:pt x="20642" y="4630"/>
                    <a:pt x="16012" y="0"/>
                    <a:pt x="1032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2" name="Google Shape;4932;p72"/>
            <p:cNvSpPr/>
            <p:nvPr/>
          </p:nvSpPr>
          <p:spPr>
            <a:xfrm>
              <a:off x="3082750" y="2645625"/>
              <a:ext cx="377550" cy="476425"/>
            </a:xfrm>
            <a:custGeom>
              <a:avLst/>
              <a:gdLst/>
              <a:ahLst/>
              <a:cxnLst/>
              <a:rect l="l" t="t" r="r" b="b"/>
              <a:pathLst>
                <a:path w="15102" h="19057" extrusionOk="0">
                  <a:moveTo>
                    <a:pt x="10272" y="0"/>
                  </a:moveTo>
                  <a:cubicBezTo>
                    <a:pt x="9934" y="3512"/>
                    <a:pt x="7912" y="6539"/>
                    <a:pt x="5024" y="8262"/>
                  </a:cubicBezTo>
                  <a:cubicBezTo>
                    <a:pt x="5031" y="8418"/>
                    <a:pt x="5036" y="8577"/>
                    <a:pt x="5036" y="8736"/>
                  </a:cubicBezTo>
                  <a:cubicBezTo>
                    <a:pt x="5036" y="12577"/>
                    <a:pt x="3024" y="15957"/>
                    <a:pt x="1" y="17879"/>
                  </a:cubicBezTo>
                  <a:cubicBezTo>
                    <a:pt x="1471" y="18653"/>
                    <a:pt x="3109" y="19056"/>
                    <a:pt x="4771" y="19056"/>
                  </a:cubicBezTo>
                  <a:cubicBezTo>
                    <a:pt x="4774" y="19056"/>
                    <a:pt x="4778" y="19056"/>
                    <a:pt x="4781" y="19056"/>
                  </a:cubicBezTo>
                  <a:cubicBezTo>
                    <a:pt x="10472" y="19056"/>
                    <a:pt x="15102" y="14427"/>
                    <a:pt x="15102" y="8736"/>
                  </a:cubicBezTo>
                  <a:cubicBezTo>
                    <a:pt x="15102" y="5062"/>
                    <a:pt x="13170" y="1831"/>
                    <a:pt x="10272"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3" name="Google Shape;4933;p72"/>
            <p:cNvSpPr/>
            <p:nvPr/>
          </p:nvSpPr>
          <p:spPr>
            <a:xfrm>
              <a:off x="3082750" y="2605975"/>
              <a:ext cx="244675" cy="231900"/>
            </a:xfrm>
            <a:custGeom>
              <a:avLst/>
              <a:gdLst/>
              <a:ahLst/>
              <a:cxnLst/>
              <a:rect l="l" t="t" r="r" b="b"/>
              <a:pathLst>
                <a:path w="9787" h="9276" extrusionOk="0">
                  <a:moveTo>
                    <a:pt x="4781" y="1"/>
                  </a:moveTo>
                  <a:cubicBezTo>
                    <a:pt x="3141" y="1"/>
                    <a:pt x="1499" y="393"/>
                    <a:pt x="1" y="1178"/>
                  </a:cubicBezTo>
                  <a:cubicBezTo>
                    <a:pt x="2747" y="2923"/>
                    <a:pt x="4656" y="5871"/>
                    <a:pt x="4984" y="9276"/>
                  </a:cubicBezTo>
                  <a:cubicBezTo>
                    <a:pt x="7683" y="7574"/>
                    <a:pt x="9542" y="4656"/>
                    <a:pt x="9787" y="1300"/>
                  </a:cubicBezTo>
                  <a:cubicBezTo>
                    <a:pt x="8232" y="434"/>
                    <a:pt x="6507" y="1"/>
                    <a:pt x="4781"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4" name="Google Shape;4934;p72"/>
            <p:cNvSpPr/>
            <p:nvPr/>
          </p:nvSpPr>
          <p:spPr>
            <a:xfrm>
              <a:off x="2679875" y="2645625"/>
              <a:ext cx="377575" cy="476425"/>
            </a:xfrm>
            <a:custGeom>
              <a:avLst/>
              <a:gdLst/>
              <a:ahLst/>
              <a:cxnLst/>
              <a:rect l="l" t="t" r="r" b="b"/>
              <a:pathLst>
                <a:path w="15103" h="19057" extrusionOk="0">
                  <a:moveTo>
                    <a:pt x="4831" y="0"/>
                  </a:moveTo>
                  <a:cubicBezTo>
                    <a:pt x="1931" y="1831"/>
                    <a:pt x="0" y="5062"/>
                    <a:pt x="0" y="8736"/>
                  </a:cubicBezTo>
                  <a:cubicBezTo>
                    <a:pt x="0" y="14427"/>
                    <a:pt x="4631" y="19056"/>
                    <a:pt x="10321" y="19056"/>
                  </a:cubicBezTo>
                  <a:cubicBezTo>
                    <a:pt x="10324" y="19056"/>
                    <a:pt x="10327" y="19056"/>
                    <a:pt x="10331" y="19056"/>
                  </a:cubicBezTo>
                  <a:cubicBezTo>
                    <a:pt x="11993" y="19056"/>
                    <a:pt x="13630" y="18653"/>
                    <a:pt x="15102" y="17879"/>
                  </a:cubicBezTo>
                  <a:cubicBezTo>
                    <a:pt x="12077" y="15957"/>
                    <a:pt x="10068" y="12577"/>
                    <a:pt x="10068" y="8736"/>
                  </a:cubicBezTo>
                  <a:cubicBezTo>
                    <a:pt x="10068" y="8577"/>
                    <a:pt x="10071" y="8418"/>
                    <a:pt x="10079" y="8262"/>
                  </a:cubicBezTo>
                  <a:cubicBezTo>
                    <a:pt x="7192" y="6540"/>
                    <a:pt x="5169" y="3512"/>
                    <a:pt x="4831"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5" name="Google Shape;4935;p72"/>
            <p:cNvSpPr/>
            <p:nvPr/>
          </p:nvSpPr>
          <p:spPr>
            <a:xfrm>
              <a:off x="2812775" y="2605975"/>
              <a:ext cx="244675" cy="231900"/>
            </a:xfrm>
            <a:custGeom>
              <a:avLst/>
              <a:gdLst/>
              <a:ahLst/>
              <a:cxnLst/>
              <a:rect l="l" t="t" r="r" b="b"/>
              <a:pathLst>
                <a:path w="9787" h="9276" extrusionOk="0">
                  <a:moveTo>
                    <a:pt x="5005" y="1"/>
                  </a:moveTo>
                  <a:cubicBezTo>
                    <a:pt x="3280" y="1"/>
                    <a:pt x="1555" y="434"/>
                    <a:pt x="1" y="1300"/>
                  </a:cubicBezTo>
                  <a:cubicBezTo>
                    <a:pt x="246" y="4658"/>
                    <a:pt x="2103" y="7574"/>
                    <a:pt x="4801" y="9276"/>
                  </a:cubicBezTo>
                  <a:cubicBezTo>
                    <a:pt x="5130" y="5871"/>
                    <a:pt x="7040" y="2923"/>
                    <a:pt x="9786" y="1178"/>
                  </a:cubicBezTo>
                  <a:cubicBezTo>
                    <a:pt x="8288" y="393"/>
                    <a:pt x="6646" y="1"/>
                    <a:pt x="5005"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6" name="Google Shape;4936;p72"/>
            <p:cNvSpPr/>
            <p:nvPr/>
          </p:nvSpPr>
          <p:spPr>
            <a:xfrm>
              <a:off x="2944250" y="2859150"/>
              <a:ext cx="251675" cy="226375"/>
            </a:xfrm>
            <a:custGeom>
              <a:avLst/>
              <a:gdLst/>
              <a:ahLst/>
              <a:cxnLst/>
              <a:rect l="l" t="t" r="r" b="b"/>
              <a:pathLst>
                <a:path w="10067" h="9055" extrusionOk="0">
                  <a:moveTo>
                    <a:pt x="4" y="1"/>
                  </a:moveTo>
                  <a:cubicBezTo>
                    <a:pt x="2" y="65"/>
                    <a:pt x="0" y="130"/>
                    <a:pt x="0" y="195"/>
                  </a:cubicBezTo>
                  <a:cubicBezTo>
                    <a:pt x="0" y="3954"/>
                    <a:pt x="2023" y="7250"/>
                    <a:pt x="5033" y="9055"/>
                  </a:cubicBezTo>
                  <a:cubicBezTo>
                    <a:pt x="8045" y="7250"/>
                    <a:pt x="10066" y="3954"/>
                    <a:pt x="10066" y="195"/>
                  </a:cubicBezTo>
                  <a:cubicBezTo>
                    <a:pt x="10066" y="130"/>
                    <a:pt x="10066" y="65"/>
                    <a:pt x="10065" y="1"/>
                  </a:cubicBezTo>
                  <a:cubicBezTo>
                    <a:pt x="8490" y="829"/>
                    <a:pt x="6762" y="1243"/>
                    <a:pt x="5034" y="1243"/>
                  </a:cubicBezTo>
                  <a:cubicBezTo>
                    <a:pt x="3306" y="1243"/>
                    <a:pt x="1578" y="829"/>
                    <a:pt x="4"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937" name="Google Shape;4937;p72"/>
          <p:cNvGrpSpPr/>
          <p:nvPr/>
        </p:nvGrpSpPr>
        <p:grpSpPr>
          <a:xfrm>
            <a:off x="3122859" y="971352"/>
            <a:ext cx="735829" cy="684547"/>
            <a:chOff x="3351965" y="1148808"/>
            <a:chExt cx="750770" cy="698375"/>
          </a:xfrm>
        </p:grpSpPr>
        <p:grpSp>
          <p:nvGrpSpPr>
            <p:cNvPr id="4938" name="Google Shape;4938;p72"/>
            <p:cNvGrpSpPr/>
            <p:nvPr/>
          </p:nvGrpSpPr>
          <p:grpSpPr>
            <a:xfrm>
              <a:off x="3586796" y="1148808"/>
              <a:ext cx="294857" cy="286830"/>
              <a:chOff x="3750225" y="1774000"/>
              <a:chExt cx="149575" cy="145525"/>
            </a:xfrm>
          </p:grpSpPr>
          <p:sp>
            <p:nvSpPr>
              <p:cNvPr id="4939" name="Google Shape;4939;p72"/>
              <p:cNvSpPr/>
              <p:nvPr/>
            </p:nvSpPr>
            <p:spPr>
              <a:xfrm>
                <a:off x="3750225" y="1774000"/>
                <a:ext cx="149575" cy="145525"/>
              </a:xfrm>
              <a:custGeom>
                <a:avLst/>
                <a:gdLst/>
                <a:ahLst/>
                <a:cxnLst/>
                <a:rect l="l" t="t" r="r" b="b"/>
                <a:pathLst>
                  <a:path w="5983" h="5821" extrusionOk="0">
                    <a:moveTo>
                      <a:pt x="2652" y="1"/>
                    </a:moveTo>
                    <a:cubicBezTo>
                      <a:pt x="1473" y="1"/>
                      <a:pt x="333" y="843"/>
                      <a:pt x="176" y="2200"/>
                    </a:cubicBezTo>
                    <a:cubicBezTo>
                      <a:pt x="1" y="3763"/>
                      <a:pt x="1259" y="4955"/>
                      <a:pt x="2643" y="4955"/>
                    </a:cubicBezTo>
                    <a:cubicBezTo>
                      <a:pt x="3079" y="4955"/>
                      <a:pt x="3528" y="4836"/>
                      <a:pt x="3948" y="4573"/>
                    </a:cubicBezTo>
                    <a:lnTo>
                      <a:pt x="5203" y="5821"/>
                    </a:lnTo>
                    <a:lnTo>
                      <a:pt x="5982" y="5035"/>
                    </a:lnTo>
                    <a:lnTo>
                      <a:pt x="4735" y="3787"/>
                    </a:lnTo>
                    <a:cubicBezTo>
                      <a:pt x="5340" y="2813"/>
                      <a:pt x="5196" y="1544"/>
                      <a:pt x="4388" y="729"/>
                    </a:cubicBezTo>
                    <a:cubicBezTo>
                      <a:pt x="3888" y="228"/>
                      <a:pt x="3265" y="1"/>
                      <a:pt x="265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0" name="Google Shape;4940;p72"/>
              <p:cNvSpPr/>
              <p:nvPr/>
            </p:nvSpPr>
            <p:spPr>
              <a:xfrm>
                <a:off x="3776075" y="1794931"/>
                <a:ext cx="82600" cy="78800"/>
              </a:xfrm>
              <a:custGeom>
                <a:avLst/>
                <a:gdLst/>
                <a:ahLst/>
                <a:cxnLst/>
                <a:rect l="l" t="t" r="r" b="b"/>
                <a:pathLst>
                  <a:path w="3304" h="3152" extrusionOk="0">
                    <a:moveTo>
                      <a:pt x="1658" y="1"/>
                    </a:moveTo>
                    <a:cubicBezTo>
                      <a:pt x="853" y="1"/>
                      <a:pt x="162" y="612"/>
                      <a:pt x="87" y="1428"/>
                    </a:cubicBezTo>
                    <a:cubicBezTo>
                      <a:pt x="1" y="2294"/>
                      <a:pt x="635" y="3058"/>
                      <a:pt x="1501" y="3145"/>
                    </a:cubicBezTo>
                    <a:cubicBezTo>
                      <a:pt x="1550" y="3149"/>
                      <a:pt x="1598" y="3151"/>
                      <a:pt x="1647" y="3151"/>
                    </a:cubicBezTo>
                    <a:cubicBezTo>
                      <a:pt x="2451" y="3151"/>
                      <a:pt x="3142" y="2540"/>
                      <a:pt x="3217" y="1724"/>
                    </a:cubicBezTo>
                    <a:cubicBezTo>
                      <a:pt x="3304" y="858"/>
                      <a:pt x="2669" y="94"/>
                      <a:pt x="1804" y="7"/>
                    </a:cubicBezTo>
                    <a:cubicBezTo>
                      <a:pt x="1755" y="3"/>
                      <a:pt x="1706" y="1"/>
                      <a:pt x="1658"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941" name="Google Shape;4941;p72"/>
            <p:cNvGrpSpPr/>
            <p:nvPr/>
          </p:nvGrpSpPr>
          <p:grpSpPr>
            <a:xfrm>
              <a:off x="3779245" y="1375768"/>
              <a:ext cx="323490" cy="286978"/>
              <a:chOff x="3847850" y="1889150"/>
              <a:chExt cx="164100" cy="145600"/>
            </a:xfrm>
          </p:grpSpPr>
          <p:sp>
            <p:nvSpPr>
              <p:cNvPr id="4942" name="Google Shape;4942;p72"/>
              <p:cNvSpPr/>
              <p:nvPr/>
            </p:nvSpPr>
            <p:spPr>
              <a:xfrm>
                <a:off x="3847850" y="1889150"/>
                <a:ext cx="164100" cy="145600"/>
              </a:xfrm>
              <a:custGeom>
                <a:avLst/>
                <a:gdLst/>
                <a:ahLst/>
                <a:cxnLst/>
                <a:rect l="l" t="t" r="r" b="b"/>
                <a:pathLst>
                  <a:path w="6564" h="5824" extrusionOk="0">
                    <a:moveTo>
                      <a:pt x="3329" y="0"/>
                    </a:moveTo>
                    <a:cubicBezTo>
                      <a:pt x="1439" y="0"/>
                      <a:pt x="206" y="2117"/>
                      <a:pt x="1255" y="3790"/>
                    </a:cubicBezTo>
                    <a:lnTo>
                      <a:pt x="0" y="5038"/>
                    </a:lnTo>
                    <a:lnTo>
                      <a:pt x="786" y="5824"/>
                    </a:lnTo>
                    <a:lnTo>
                      <a:pt x="2034" y="4569"/>
                    </a:lnTo>
                    <a:cubicBezTo>
                      <a:pt x="2441" y="4823"/>
                      <a:pt x="2897" y="4947"/>
                      <a:pt x="3350" y="4947"/>
                    </a:cubicBezTo>
                    <a:cubicBezTo>
                      <a:pt x="3989" y="4947"/>
                      <a:pt x="4622" y="4700"/>
                      <a:pt x="5099" y="4223"/>
                    </a:cubicBezTo>
                    <a:cubicBezTo>
                      <a:pt x="6563" y="2758"/>
                      <a:pt x="5683" y="248"/>
                      <a:pt x="3628" y="18"/>
                    </a:cubicBezTo>
                    <a:cubicBezTo>
                      <a:pt x="3527" y="6"/>
                      <a:pt x="3427" y="0"/>
                      <a:pt x="3329"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3" name="Google Shape;4943;p72"/>
              <p:cNvSpPr/>
              <p:nvPr/>
            </p:nvSpPr>
            <p:spPr>
              <a:xfrm>
                <a:off x="3887875" y="1912456"/>
                <a:ext cx="89450" cy="78700"/>
              </a:xfrm>
              <a:custGeom>
                <a:avLst/>
                <a:gdLst/>
                <a:ahLst/>
                <a:cxnLst/>
                <a:rect l="l" t="t" r="r" b="b"/>
                <a:pathLst>
                  <a:path w="3578" h="3148" extrusionOk="0">
                    <a:moveTo>
                      <a:pt x="1788" y="0"/>
                    </a:moveTo>
                    <a:cubicBezTo>
                      <a:pt x="1172" y="0"/>
                      <a:pt x="587" y="366"/>
                      <a:pt x="332" y="968"/>
                    </a:cubicBezTo>
                    <a:cubicBezTo>
                      <a:pt x="0" y="1769"/>
                      <a:pt x="383" y="2692"/>
                      <a:pt x="1183" y="3024"/>
                    </a:cubicBezTo>
                    <a:cubicBezTo>
                      <a:pt x="1382" y="3108"/>
                      <a:pt x="1588" y="3147"/>
                      <a:pt x="1790" y="3147"/>
                    </a:cubicBezTo>
                    <a:cubicBezTo>
                      <a:pt x="2405" y="3147"/>
                      <a:pt x="2989" y="2782"/>
                      <a:pt x="3239" y="2180"/>
                    </a:cubicBezTo>
                    <a:cubicBezTo>
                      <a:pt x="3578" y="1379"/>
                      <a:pt x="3195" y="456"/>
                      <a:pt x="2395" y="124"/>
                    </a:cubicBezTo>
                    <a:cubicBezTo>
                      <a:pt x="2196" y="40"/>
                      <a:pt x="1990" y="0"/>
                      <a:pt x="1788"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944" name="Google Shape;4944;p72"/>
            <p:cNvGrpSpPr/>
            <p:nvPr/>
          </p:nvGrpSpPr>
          <p:grpSpPr>
            <a:xfrm>
              <a:off x="3351965" y="1330435"/>
              <a:ext cx="295449" cy="285401"/>
              <a:chOff x="3631100" y="1866150"/>
              <a:chExt cx="149875" cy="144800"/>
            </a:xfrm>
          </p:grpSpPr>
          <p:sp>
            <p:nvSpPr>
              <p:cNvPr id="4945" name="Google Shape;4945;p72"/>
              <p:cNvSpPr/>
              <p:nvPr/>
            </p:nvSpPr>
            <p:spPr>
              <a:xfrm>
                <a:off x="3631100" y="1866150"/>
                <a:ext cx="149875" cy="144800"/>
              </a:xfrm>
              <a:custGeom>
                <a:avLst/>
                <a:gdLst/>
                <a:ahLst/>
                <a:cxnLst/>
                <a:rect l="l" t="t" r="r" b="b"/>
                <a:pathLst>
                  <a:path w="5995" h="5792" extrusionOk="0">
                    <a:moveTo>
                      <a:pt x="5251" y="0"/>
                    </a:moveTo>
                    <a:lnTo>
                      <a:pt x="4025" y="1226"/>
                    </a:lnTo>
                    <a:cubicBezTo>
                      <a:pt x="3619" y="974"/>
                      <a:pt x="3165" y="852"/>
                      <a:pt x="2716" y="852"/>
                    </a:cubicBezTo>
                    <a:cubicBezTo>
                      <a:pt x="1986" y="852"/>
                      <a:pt x="1267" y="1174"/>
                      <a:pt x="780" y="1782"/>
                    </a:cubicBezTo>
                    <a:cubicBezTo>
                      <a:pt x="1" y="2770"/>
                      <a:pt x="80" y="4183"/>
                      <a:pt x="967" y="5070"/>
                    </a:cubicBezTo>
                    <a:cubicBezTo>
                      <a:pt x="1449" y="5548"/>
                      <a:pt x="2082" y="5792"/>
                      <a:pt x="2716" y="5792"/>
                    </a:cubicBezTo>
                    <a:cubicBezTo>
                      <a:pt x="3259" y="5792"/>
                      <a:pt x="3804" y="5613"/>
                      <a:pt x="4256" y="5251"/>
                    </a:cubicBezTo>
                    <a:cubicBezTo>
                      <a:pt x="5237" y="4472"/>
                      <a:pt x="5475" y="3073"/>
                      <a:pt x="4811" y="2012"/>
                    </a:cubicBezTo>
                    <a:lnTo>
                      <a:pt x="5994" y="822"/>
                    </a:lnTo>
                    <a:cubicBezTo>
                      <a:pt x="5872" y="736"/>
                      <a:pt x="5756" y="642"/>
                      <a:pt x="5655" y="541"/>
                    </a:cubicBezTo>
                    <a:cubicBezTo>
                      <a:pt x="5497" y="382"/>
                      <a:pt x="5360" y="202"/>
                      <a:pt x="5251" y="0"/>
                    </a:cubicBez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6" name="Google Shape;4946;p72"/>
              <p:cNvSpPr/>
              <p:nvPr/>
            </p:nvSpPr>
            <p:spPr>
              <a:xfrm>
                <a:off x="3654725" y="1907806"/>
                <a:ext cx="86575" cy="78800"/>
              </a:xfrm>
              <a:custGeom>
                <a:avLst/>
                <a:gdLst/>
                <a:ahLst/>
                <a:cxnLst/>
                <a:rect l="l" t="t" r="r" b="b"/>
                <a:pathLst>
                  <a:path w="3463" h="3152" extrusionOk="0">
                    <a:moveTo>
                      <a:pt x="1733" y="0"/>
                    </a:moveTo>
                    <a:cubicBezTo>
                      <a:pt x="1018" y="0"/>
                      <a:pt x="375" y="490"/>
                      <a:pt x="203" y="1212"/>
                    </a:cubicBezTo>
                    <a:cubicBezTo>
                      <a:pt x="1" y="2056"/>
                      <a:pt x="520" y="2907"/>
                      <a:pt x="1371" y="3109"/>
                    </a:cubicBezTo>
                    <a:cubicBezTo>
                      <a:pt x="1493" y="3138"/>
                      <a:pt x="1615" y="3152"/>
                      <a:pt x="1735" y="3152"/>
                    </a:cubicBezTo>
                    <a:cubicBezTo>
                      <a:pt x="2447" y="3152"/>
                      <a:pt x="3094" y="2662"/>
                      <a:pt x="3261" y="1940"/>
                    </a:cubicBezTo>
                    <a:cubicBezTo>
                      <a:pt x="3463" y="1096"/>
                      <a:pt x="2943" y="245"/>
                      <a:pt x="2099" y="43"/>
                    </a:cubicBezTo>
                    <a:cubicBezTo>
                      <a:pt x="1976" y="14"/>
                      <a:pt x="1854" y="0"/>
                      <a:pt x="1733"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947" name="Google Shape;4947;p72"/>
            <p:cNvGrpSpPr/>
            <p:nvPr/>
          </p:nvGrpSpPr>
          <p:grpSpPr>
            <a:xfrm>
              <a:off x="3548208" y="1560352"/>
              <a:ext cx="294808" cy="286830"/>
              <a:chOff x="3730650" y="1982800"/>
              <a:chExt cx="149550" cy="145525"/>
            </a:xfrm>
          </p:grpSpPr>
          <p:sp>
            <p:nvSpPr>
              <p:cNvPr id="4948" name="Google Shape;4948;p72"/>
              <p:cNvSpPr/>
              <p:nvPr/>
            </p:nvSpPr>
            <p:spPr>
              <a:xfrm>
                <a:off x="3730650" y="1982800"/>
                <a:ext cx="149550" cy="145525"/>
              </a:xfrm>
              <a:custGeom>
                <a:avLst/>
                <a:gdLst/>
                <a:ahLst/>
                <a:cxnLst/>
                <a:rect l="l" t="t" r="r" b="b"/>
                <a:pathLst>
                  <a:path w="5982" h="5821" extrusionOk="0">
                    <a:moveTo>
                      <a:pt x="786" y="0"/>
                    </a:moveTo>
                    <a:lnTo>
                      <a:pt x="0" y="787"/>
                    </a:lnTo>
                    <a:lnTo>
                      <a:pt x="1255" y="2034"/>
                    </a:lnTo>
                    <a:cubicBezTo>
                      <a:pt x="642" y="3008"/>
                      <a:pt x="786" y="4277"/>
                      <a:pt x="1601" y="5092"/>
                    </a:cubicBezTo>
                    <a:cubicBezTo>
                      <a:pt x="2102" y="5593"/>
                      <a:pt x="2724" y="5821"/>
                      <a:pt x="3335" y="5821"/>
                    </a:cubicBezTo>
                    <a:cubicBezTo>
                      <a:pt x="4512" y="5821"/>
                      <a:pt x="5649" y="4979"/>
                      <a:pt x="5806" y="3621"/>
                    </a:cubicBezTo>
                    <a:cubicBezTo>
                      <a:pt x="5981" y="2058"/>
                      <a:pt x="4723" y="867"/>
                      <a:pt x="3339" y="867"/>
                    </a:cubicBezTo>
                    <a:cubicBezTo>
                      <a:pt x="2903" y="867"/>
                      <a:pt x="2454" y="985"/>
                      <a:pt x="2034" y="1248"/>
                    </a:cubicBezTo>
                    <a:lnTo>
                      <a:pt x="786" y="0"/>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9" name="Google Shape;4949;p72"/>
              <p:cNvSpPr/>
              <p:nvPr/>
            </p:nvSpPr>
            <p:spPr>
              <a:xfrm>
                <a:off x="3771925" y="2027231"/>
                <a:ext cx="86575" cy="78750"/>
              </a:xfrm>
              <a:custGeom>
                <a:avLst/>
                <a:gdLst/>
                <a:ahLst/>
                <a:cxnLst/>
                <a:rect l="l" t="t" r="r" b="b"/>
                <a:pathLst>
                  <a:path w="3463" h="3150" extrusionOk="0">
                    <a:moveTo>
                      <a:pt x="1740" y="0"/>
                    </a:moveTo>
                    <a:cubicBezTo>
                      <a:pt x="1022" y="0"/>
                      <a:pt x="376" y="485"/>
                      <a:pt x="203" y="1209"/>
                    </a:cubicBezTo>
                    <a:cubicBezTo>
                      <a:pt x="1" y="2060"/>
                      <a:pt x="527" y="2904"/>
                      <a:pt x="1371" y="3106"/>
                    </a:cubicBezTo>
                    <a:cubicBezTo>
                      <a:pt x="1493" y="3135"/>
                      <a:pt x="1615" y="3149"/>
                      <a:pt x="1735" y="3149"/>
                    </a:cubicBezTo>
                    <a:cubicBezTo>
                      <a:pt x="2447" y="3149"/>
                      <a:pt x="3095" y="2660"/>
                      <a:pt x="3268" y="1938"/>
                    </a:cubicBezTo>
                    <a:cubicBezTo>
                      <a:pt x="3463" y="1094"/>
                      <a:pt x="2943" y="243"/>
                      <a:pt x="2099" y="41"/>
                    </a:cubicBezTo>
                    <a:cubicBezTo>
                      <a:pt x="1979" y="13"/>
                      <a:pt x="1858" y="0"/>
                      <a:pt x="1740"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4950" name="Google Shape;4950;p72"/>
          <p:cNvGrpSpPr/>
          <p:nvPr/>
        </p:nvGrpSpPr>
        <p:grpSpPr>
          <a:xfrm>
            <a:off x="7624512" y="971306"/>
            <a:ext cx="804565" cy="677795"/>
            <a:chOff x="7636443" y="1204988"/>
            <a:chExt cx="804565" cy="677795"/>
          </a:xfrm>
        </p:grpSpPr>
        <p:grpSp>
          <p:nvGrpSpPr>
            <p:cNvPr id="4951" name="Google Shape;4951;p72"/>
            <p:cNvGrpSpPr/>
            <p:nvPr/>
          </p:nvGrpSpPr>
          <p:grpSpPr>
            <a:xfrm>
              <a:off x="7636443" y="1509705"/>
              <a:ext cx="804565" cy="373078"/>
              <a:chOff x="7636443" y="1509705"/>
              <a:chExt cx="804565" cy="373078"/>
            </a:xfrm>
          </p:grpSpPr>
          <p:sp>
            <p:nvSpPr>
              <p:cNvPr id="4952" name="Google Shape;4952;p72"/>
              <p:cNvSpPr/>
              <p:nvPr/>
            </p:nvSpPr>
            <p:spPr>
              <a:xfrm>
                <a:off x="7636443" y="1509705"/>
                <a:ext cx="749840" cy="373078"/>
              </a:xfrm>
              <a:custGeom>
                <a:avLst/>
                <a:gdLst/>
                <a:ahLst/>
                <a:cxnLst/>
                <a:rect l="l" t="t" r="r" b="b"/>
                <a:pathLst>
                  <a:path w="20764" h="10331" extrusionOk="0">
                    <a:moveTo>
                      <a:pt x="10376" y="1"/>
                    </a:moveTo>
                    <a:lnTo>
                      <a:pt x="1" y="5028"/>
                    </a:lnTo>
                    <a:lnTo>
                      <a:pt x="10376" y="10331"/>
                    </a:lnTo>
                    <a:lnTo>
                      <a:pt x="20763" y="5028"/>
                    </a:lnTo>
                    <a:lnTo>
                      <a:pt x="10376" y="1"/>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53" name="Google Shape;4953;p72"/>
              <p:cNvSpPr/>
              <p:nvPr/>
            </p:nvSpPr>
            <p:spPr>
              <a:xfrm>
                <a:off x="8398251" y="1667375"/>
                <a:ext cx="42757" cy="36365"/>
              </a:xfrm>
              <a:custGeom>
                <a:avLst/>
                <a:gdLst/>
                <a:ahLst/>
                <a:cxnLst/>
                <a:rect l="l" t="t" r="r" b="b"/>
                <a:pathLst>
                  <a:path w="1184" h="1007" extrusionOk="0">
                    <a:moveTo>
                      <a:pt x="513" y="0"/>
                    </a:moveTo>
                    <a:cubicBezTo>
                      <a:pt x="255" y="0"/>
                      <a:pt x="5" y="198"/>
                      <a:pt x="12" y="501"/>
                    </a:cubicBezTo>
                    <a:cubicBezTo>
                      <a:pt x="1" y="788"/>
                      <a:pt x="230" y="1006"/>
                      <a:pt x="506" y="1006"/>
                    </a:cubicBezTo>
                    <a:cubicBezTo>
                      <a:pt x="953" y="1006"/>
                      <a:pt x="1183" y="467"/>
                      <a:pt x="862" y="146"/>
                    </a:cubicBezTo>
                    <a:cubicBezTo>
                      <a:pt x="762" y="45"/>
                      <a:pt x="636" y="0"/>
                      <a:pt x="513"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954" name="Google Shape;4954;p72"/>
            <p:cNvGrpSpPr/>
            <p:nvPr/>
          </p:nvGrpSpPr>
          <p:grpSpPr>
            <a:xfrm>
              <a:off x="7636443" y="1408133"/>
              <a:ext cx="804565" cy="373078"/>
              <a:chOff x="7636443" y="1408133"/>
              <a:chExt cx="804565" cy="373078"/>
            </a:xfrm>
          </p:grpSpPr>
          <p:sp>
            <p:nvSpPr>
              <p:cNvPr id="4955" name="Google Shape;4955;p72"/>
              <p:cNvSpPr/>
              <p:nvPr/>
            </p:nvSpPr>
            <p:spPr>
              <a:xfrm>
                <a:off x="7636443" y="1408133"/>
                <a:ext cx="749840" cy="373078"/>
              </a:xfrm>
              <a:custGeom>
                <a:avLst/>
                <a:gdLst/>
                <a:ahLst/>
                <a:cxnLst/>
                <a:rect l="l" t="t" r="r" b="b"/>
                <a:pathLst>
                  <a:path w="20764" h="10331" extrusionOk="0">
                    <a:moveTo>
                      <a:pt x="10376" y="1"/>
                    </a:moveTo>
                    <a:lnTo>
                      <a:pt x="1" y="5028"/>
                    </a:lnTo>
                    <a:lnTo>
                      <a:pt x="10376" y="10331"/>
                    </a:lnTo>
                    <a:lnTo>
                      <a:pt x="20763" y="5028"/>
                    </a:lnTo>
                    <a:lnTo>
                      <a:pt x="10376"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56" name="Google Shape;4956;p72"/>
              <p:cNvSpPr/>
              <p:nvPr/>
            </p:nvSpPr>
            <p:spPr>
              <a:xfrm>
                <a:off x="8398251" y="1565802"/>
                <a:ext cx="42757" cy="36365"/>
              </a:xfrm>
              <a:custGeom>
                <a:avLst/>
                <a:gdLst/>
                <a:ahLst/>
                <a:cxnLst/>
                <a:rect l="l" t="t" r="r" b="b"/>
                <a:pathLst>
                  <a:path w="1184" h="1007" extrusionOk="0">
                    <a:moveTo>
                      <a:pt x="513" y="0"/>
                    </a:moveTo>
                    <a:cubicBezTo>
                      <a:pt x="255" y="0"/>
                      <a:pt x="5" y="198"/>
                      <a:pt x="12" y="501"/>
                    </a:cubicBezTo>
                    <a:cubicBezTo>
                      <a:pt x="1" y="788"/>
                      <a:pt x="230" y="1006"/>
                      <a:pt x="506" y="1006"/>
                    </a:cubicBezTo>
                    <a:cubicBezTo>
                      <a:pt x="953" y="1006"/>
                      <a:pt x="1183" y="467"/>
                      <a:pt x="862" y="146"/>
                    </a:cubicBezTo>
                    <a:cubicBezTo>
                      <a:pt x="762" y="45"/>
                      <a:pt x="636" y="0"/>
                      <a:pt x="51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957" name="Google Shape;4957;p72"/>
            <p:cNvGrpSpPr/>
            <p:nvPr/>
          </p:nvGrpSpPr>
          <p:grpSpPr>
            <a:xfrm>
              <a:off x="7636443" y="1306560"/>
              <a:ext cx="804565" cy="373078"/>
              <a:chOff x="7636443" y="1306560"/>
              <a:chExt cx="804565" cy="373078"/>
            </a:xfrm>
          </p:grpSpPr>
          <p:sp>
            <p:nvSpPr>
              <p:cNvPr id="4958" name="Google Shape;4958;p72"/>
              <p:cNvSpPr/>
              <p:nvPr/>
            </p:nvSpPr>
            <p:spPr>
              <a:xfrm>
                <a:off x="7636443" y="1306560"/>
                <a:ext cx="749840" cy="373078"/>
              </a:xfrm>
              <a:custGeom>
                <a:avLst/>
                <a:gdLst/>
                <a:ahLst/>
                <a:cxnLst/>
                <a:rect l="l" t="t" r="r" b="b"/>
                <a:pathLst>
                  <a:path w="20764" h="10331" extrusionOk="0">
                    <a:moveTo>
                      <a:pt x="10376" y="1"/>
                    </a:moveTo>
                    <a:lnTo>
                      <a:pt x="1" y="5028"/>
                    </a:lnTo>
                    <a:lnTo>
                      <a:pt x="10376" y="10331"/>
                    </a:lnTo>
                    <a:lnTo>
                      <a:pt x="20763" y="5028"/>
                    </a:lnTo>
                    <a:lnTo>
                      <a:pt x="10376"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59" name="Google Shape;4959;p72"/>
              <p:cNvSpPr/>
              <p:nvPr/>
            </p:nvSpPr>
            <p:spPr>
              <a:xfrm>
                <a:off x="8398251" y="1464230"/>
                <a:ext cx="42757" cy="36365"/>
              </a:xfrm>
              <a:custGeom>
                <a:avLst/>
                <a:gdLst/>
                <a:ahLst/>
                <a:cxnLst/>
                <a:rect l="l" t="t" r="r" b="b"/>
                <a:pathLst>
                  <a:path w="1184" h="1007" extrusionOk="0">
                    <a:moveTo>
                      <a:pt x="513" y="0"/>
                    </a:moveTo>
                    <a:cubicBezTo>
                      <a:pt x="255" y="0"/>
                      <a:pt x="5" y="198"/>
                      <a:pt x="12" y="501"/>
                    </a:cubicBezTo>
                    <a:cubicBezTo>
                      <a:pt x="1" y="788"/>
                      <a:pt x="230" y="1006"/>
                      <a:pt x="506" y="1006"/>
                    </a:cubicBezTo>
                    <a:cubicBezTo>
                      <a:pt x="953" y="1006"/>
                      <a:pt x="1183" y="467"/>
                      <a:pt x="862" y="146"/>
                    </a:cubicBezTo>
                    <a:cubicBezTo>
                      <a:pt x="762" y="45"/>
                      <a:pt x="636" y="0"/>
                      <a:pt x="513" y="0"/>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960" name="Google Shape;4960;p72"/>
            <p:cNvGrpSpPr/>
            <p:nvPr/>
          </p:nvGrpSpPr>
          <p:grpSpPr>
            <a:xfrm>
              <a:off x="7636443" y="1204988"/>
              <a:ext cx="804565" cy="373078"/>
              <a:chOff x="7636443" y="1204988"/>
              <a:chExt cx="804565" cy="373078"/>
            </a:xfrm>
          </p:grpSpPr>
          <p:sp>
            <p:nvSpPr>
              <p:cNvPr id="4961" name="Google Shape;4961;p72"/>
              <p:cNvSpPr/>
              <p:nvPr/>
            </p:nvSpPr>
            <p:spPr>
              <a:xfrm>
                <a:off x="7636443" y="1204988"/>
                <a:ext cx="749840" cy="373078"/>
              </a:xfrm>
              <a:custGeom>
                <a:avLst/>
                <a:gdLst/>
                <a:ahLst/>
                <a:cxnLst/>
                <a:rect l="l" t="t" r="r" b="b"/>
                <a:pathLst>
                  <a:path w="20764" h="10331" extrusionOk="0">
                    <a:moveTo>
                      <a:pt x="10376" y="1"/>
                    </a:moveTo>
                    <a:lnTo>
                      <a:pt x="1" y="5028"/>
                    </a:lnTo>
                    <a:lnTo>
                      <a:pt x="10376" y="10331"/>
                    </a:lnTo>
                    <a:lnTo>
                      <a:pt x="20763" y="5028"/>
                    </a:lnTo>
                    <a:lnTo>
                      <a:pt x="10376"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62" name="Google Shape;4962;p72"/>
              <p:cNvSpPr/>
              <p:nvPr/>
            </p:nvSpPr>
            <p:spPr>
              <a:xfrm>
                <a:off x="8398251" y="1362658"/>
                <a:ext cx="42757" cy="36365"/>
              </a:xfrm>
              <a:custGeom>
                <a:avLst/>
                <a:gdLst/>
                <a:ahLst/>
                <a:cxnLst/>
                <a:rect l="l" t="t" r="r" b="b"/>
                <a:pathLst>
                  <a:path w="1184" h="1007" extrusionOk="0">
                    <a:moveTo>
                      <a:pt x="513" y="0"/>
                    </a:moveTo>
                    <a:cubicBezTo>
                      <a:pt x="255" y="0"/>
                      <a:pt x="5" y="198"/>
                      <a:pt x="12" y="501"/>
                    </a:cubicBezTo>
                    <a:cubicBezTo>
                      <a:pt x="1" y="788"/>
                      <a:pt x="230" y="1006"/>
                      <a:pt x="506" y="1006"/>
                    </a:cubicBezTo>
                    <a:cubicBezTo>
                      <a:pt x="953" y="1006"/>
                      <a:pt x="1183" y="467"/>
                      <a:pt x="862" y="146"/>
                    </a:cubicBezTo>
                    <a:cubicBezTo>
                      <a:pt x="762" y="45"/>
                      <a:pt x="636" y="0"/>
                      <a:pt x="513"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4963" name="Google Shape;4963;p72"/>
          <p:cNvGrpSpPr/>
          <p:nvPr/>
        </p:nvGrpSpPr>
        <p:grpSpPr>
          <a:xfrm>
            <a:off x="4963358" y="1878721"/>
            <a:ext cx="661339" cy="661188"/>
            <a:chOff x="3990000" y="975400"/>
            <a:chExt cx="3934200" cy="3933300"/>
          </a:xfrm>
        </p:grpSpPr>
        <p:sp>
          <p:nvSpPr>
            <p:cNvPr id="4964" name="Google Shape;4964;p72"/>
            <p:cNvSpPr/>
            <p:nvPr/>
          </p:nvSpPr>
          <p:spPr>
            <a:xfrm>
              <a:off x="3990000" y="975400"/>
              <a:ext cx="3934200" cy="3933300"/>
            </a:xfrm>
            <a:prstGeom prst="ellipse">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65" name="Google Shape;4965;p72"/>
            <p:cNvSpPr/>
            <p:nvPr/>
          </p:nvSpPr>
          <p:spPr>
            <a:xfrm>
              <a:off x="4346550" y="1331800"/>
              <a:ext cx="3221100" cy="3220500"/>
            </a:xfrm>
            <a:prstGeom prst="ellipse">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66" name="Google Shape;4966;p72"/>
            <p:cNvSpPr/>
            <p:nvPr/>
          </p:nvSpPr>
          <p:spPr>
            <a:xfrm>
              <a:off x="4786800" y="1771750"/>
              <a:ext cx="2340600" cy="2340600"/>
            </a:xfrm>
            <a:prstGeom prst="ellipse">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67" name="Google Shape;4967;p72"/>
            <p:cNvSpPr/>
            <p:nvPr/>
          </p:nvSpPr>
          <p:spPr>
            <a:xfrm>
              <a:off x="5218650" y="2203450"/>
              <a:ext cx="1476900" cy="1477200"/>
            </a:xfrm>
            <a:prstGeom prst="ellipse">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968" name="Google Shape;4968;p72"/>
          <p:cNvGrpSpPr/>
          <p:nvPr/>
        </p:nvGrpSpPr>
        <p:grpSpPr>
          <a:xfrm>
            <a:off x="6607006" y="1857359"/>
            <a:ext cx="868881" cy="684241"/>
            <a:chOff x="6598259" y="2078634"/>
            <a:chExt cx="868881" cy="684241"/>
          </a:xfrm>
        </p:grpSpPr>
        <p:sp>
          <p:nvSpPr>
            <p:cNvPr id="4969" name="Google Shape;4969;p72"/>
            <p:cNvSpPr/>
            <p:nvPr/>
          </p:nvSpPr>
          <p:spPr>
            <a:xfrm>
              <a:off x="7165957" y="2159753"/>
              <a:ext cx="286185" cy="107120"/>
            </a:xfrm>
            <a:custGeom>
              <a:avLst/>
              <a:gdLst/>
              <a:ahLst/>
              <a:cxnLst/>
              <a:rect l="l" t="t" r="r" b="b"/>
              <a:pathLst>
                <a:path w="48506" h="18156" extrusionOk="0">
                  <a:moveTo>
                    <a:pt x="1" y="1"/>
                  </a:moveTo>
                  <a:lnTo>
                    <a:pt x="1" y="18156"/>
                  </a:lnTo>
                  <a:lnTo>
                    <a:pt x="48506" y="18156"/>
                  </a:lnTo>
                  <a:lnTo>
                    <a:pt x="48506" y="1"/>
                  </a:ln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70" name="Google Shape;4970;p72"/>
            <p:cNvSpPr/>
            <p:nvPr/>
          </p:nvSpPr>
          <p:spPr>
            <a:xfrm>
              <a:off x="7085764" y="2536793"/>
              <a:ext cx="349475" cy="107120"/>
            </a:xfrm>
            <a:custGeom>
              <a:avLst/>
              <a:gdLst/>
              <a:ahLst/>
              <a:cxnLst/>
              <a:rect l="l" t="t" r="r" b="b"/>
              <a:pathLst>
                <a:path w="59233" h="18156" extrusionOk="0">
                  <a:moveTo>
                    <a:pt x="1" y="1"/>
                  </a:moveTo>
                  <a:lnTo>
                    <a:pt x="1" y="18156"/>
                  </a:lnTo>
                  <a:lnTo>
                    <a:pt x="59233" y="18156"/>
                  </a:lnTo>
                  <a:lnTo>
                    <a:pt x="59233" y="1"/>
                  </a:lnTo>
                  <a:close/>
                </a:path>
              </a:pathLst>
            </a:custGeom>
            <a:solidFill>
              <a:srgbClr val="374F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71" name="Google Shape;4971;p72"/>
            <p:cNvSpPr/>
            <p:nvPr/>
          </p:nvSpPr>
          <p:spPr>
            <a:xfrm>
              <a:off x="6598259" y="2195183"/>
              <a:ext cx="271241" cy="107120"/>
            </a:xfrm>
            <a:custGeom>
              <a:avLst/>
              <a:gdLst/>
              <a:ahLst/>
              <a:cxnLst/>
              <a:rect l="l" t="t" r="r" b="b"/>
              <a:pathLst>
                <a:path w="45973" h="18156" extrusionOk="0">
                  <a:moveTo>
                    <a:pt x="1" y="0"/>
                  </a:moveTo>
                  <a:lnTo>
                    <a:pt x="1" y="18156"/>
                  </a:lnTo>
                  <a:lnTo>
                    <a:pt x="45972" y="18156"/>
                  </a:lnTo>
                  <a:lnTo>
                    <a:pt x="45972" y="0"/>
                  </a:lnTo>
                  <a:close/>
                </a:path>
              </a:pathLst>
            </a:custGeom>
            <a:solidFill>
              <a:srgbClr val="8FA1A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72" name="Google Shape;4972;p72"/>
            <p:cNvSpPr/>
            <p:nvPr/>
          </p:nvSpPr>
          <p:spPr>
            <a:xfrm>
              <a:off x="6604064" y="2370778"/>
              <a:ext cx="358696" cy="107126"/>
            </a:xfrm>
            <a:custGeom>
              <a:avLst/>
              <a:gdLst/>
              <a:ahLst/>
              <a:cxnLst/>
              <a:rect l="l" t="t" r="r" b="b"/>
              <a:pathLst>
                <a:path w="60796" h="18157" extrusionOk="0">
                  <a:moveTo>
                    <a:pt x="0" y="1"/>
                  </a:moveTo>
                  <a:lnTo>
                    <a:pt x="0" y="18156"/>
                  </a:lnTo>
                  <a:lnTo>
                    <a:pt x="60796" y="18156"/>
                  </a:lnTo>
                  <a:lnTo>
                    <a:pt x="60796" y="1"/>
                  </a:lnTo>
                  <a:close/>
                </a:path>
              </a:pathLst>
            </a:custGeom>
            <a:solidFill>
              <a:srgbClr val="C9D4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73" name="Google Shape;4973;p72"/>
            <p:cNvSpPr/>
            <p:nvPr/>
          </p:nvSpPr>
          <p:spPr>
            <a:xfrm>
              <a:off x="6645158" y="2545743"/>
              <a:ext cx="358696" cy="109044"/>
            </a:xfrm>
            <a:custGeom>
              <a:avLst/>
              <a:gdLst/>
              <a:ahLst/>
              <a:cxnLst/>
              <a:rect l="l" t="t" r="r" b="b"/>
              <a:pathLst>
                <a:path w="60796" h="18482" extrusionOk="0">
                  <a:moveTo>
                    <a:pt x="1" y="0"/>
                  </a:moveTo>
                  <a:lnTo>
                    <a:pt x="1" y="18482"/>
                  </a:lnTo>
                  <a:lnTo>
                    <a:pt x="60796" y="18482"/>
                  </a:lnTo>
                  <a:lnTo>
                    <a:pt x="60796" y="0"/>
                  </a:lnTo>
                  <a:close/>
                </a:path>
              </a:pathLst>
            </a:custGeom>
            <a:solidFill>
              <a:srgbClr val="DBE3E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74" name="Google Shape;4974;p72"/>
            <p:cNvSpPr/>
            <p:nvPr/>
          </p:nvSpPr>
          <p:spPr>
            <a:xfrm>
              <a:off x="7155838" y="2352960"/>
              <a:ext cx="311302" cy="107120"/>
            </a:xfrm>
            <a:custGeom>
              <a:avLst/>
              <a:gdLst/>
              <a:ahLst/>
              <a:cxnLst/>
              <a:rect l="l" t="t" r="r" b="b"/>
              <a:pathLst>
                <a:path w="52763" h="18156" extrusionOk="0">
                  <a:moveTo>
                    <a:pt x="0" y="0"/>
                  </a:moveTo>
                  <a:lnTo>
                    <a:pt x="0" y="18155"/>
                  </a:lnTo>
                  <a:lnTo>
                    <a:pt x="52763" y="18155"/>
                  </a:lnTo>
                  <a:lnTo>
                    <a:pt x="52763" y="0"/>
                  </a:lnTo>
                  <a:close/>
                </a:path>
              </a:pathLst>
            </a:custGeom>
            <a:solidFill>
              <a:srgbClr val="4F67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975" name="Google Shape;4975;p72"/>
            <p:cNvGrpSpPr/>
            <p:nvPr/>
          </p:nvGrpSpPr>
          <p:grpSpPr>
            <a:xfrm>
              <a:off x="6808175" y="2078634"/>
              <a:ext cx="452229" cy="684241"/>
              <a:chOff x="6808175" y="2078634"/>
              <a:chExt cx="452229" cy="684241"/>
            </a:xfrm>
          </p:grpSpPr>
          <p:sp>
            <p:nvSpPr>
              <p:cNvPr id="4976" name="Google Shape;4976;p72"/>
              <p:cNvSpPr/>
              <p:nvPr/>
            </p:nvSpPr>
            <p:spPr>
              <a:xfrm>
                <a:off x="7165957" y="2159753"/>
                <a:ext cx="94447" cy="107120"/>
              </a:xfrm>
              <a:custGeom>
                <a:avLst/>
                <a:gdLst/>
                <a:ahLst/>
                <a:cxnLst/>
                <a:rect l="l" t="t" r="r" b="b"/>
                <a:pathLst>
                  <a:path w="16008" h="18156" extrusionOk="0">
                    <a:moveTo>
                      <a:pt x="1" y="1"/>
                    </a:moveTo>
                    <a:lnTo>
                      <a:pt x="1" y="18156"/>
                    </a:lnTo>
                    <a:lnTo>
                      <a:pt x="16007" y="18156"/>
                    </a:lnTo>
                    <a:cubicBezTo>
                      <a:pt x="15291" y="11568"/>
                      <a:pt x="12904" y="5350"/>
                      <a:pt x="905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77" name="Google Shape;4977;p72"/>
              <p:cNvSpPr/>
              <p:nvPr/>
            </p:nvSpPr>
            <p:spPr>
              <a:xfrm>
                <a:off x="7085764" y="2536793"/>
                <a:ext cx="61100" cy="107120"/>
              </a:xfrm>
              <a:custGeom>
                <a:avLst/>
                <a:gdLst/>
                <a:ahLst/>
                <a:cxnLst/>
                <a:rect l="l" t="t" r="r" b="b"/>
                <a:pathLst>
                  <a:path w="10356" h="18156" extrusionOk="0">
                    <a:moveTo>
                      <a:pt x="1" y="1"/>
                    </a:moveTo>
                    <a:lnTo>
                      <a:pt x="1" y="18156"/>
                    </a:lnTo>
                    <a:lnTo>
                      <a:pt x="5804" y="18156"/>
                    </a:lnTo>
                    <a:cubicBezTo>
                      <a:pt x="5810" y="18084"/>
                      <a:pt x="5813" y="18013"/>
                      <a:pt x="5813" y="17941"/>
                    </a:cubicBezTo>
                    <a:cubicBezTo>
                      <a:pt x="5815" y="17225"/>
                      <a:pt x="5579" y="16528"/>
                      <a:pt x="5146" y="15958"/>
                    </a:cubicBezTo>
                    <a:cubicBezTo>
                      <a:pt x="5764" y="15144"/>
                      <a:pt x="5967" y="14089"/>
                      <a:pt x="5696" y="13103"/>
                    </a:cubicBezTo>
                    <a:cubicBezTo>
                      <a:pt x="6334" y="11805"/>
                      <a:pt x="6339" y="10352"/>
                      <a:pt x="6343" y="9017"/>
                    </a:cubicBezTo>
                    <a:lnTo>
                      <a:pt x="6343" y="8907"/>
                    </a:lnTo>
                    <a:cubicBezTo>
                      <a:pt x="6346" y="8040"/>
                      <a:pt x="6573" y="6922"/>
                      <a:pt x="6952" y="5914"/>
                    </a:cubicBezTo>
                    <a:cubicBezTo>
                      <a:pt x="7745" y="3797"/>
                      <a:pt x="8890" y="1817"/>
                      <a:pt x="10355"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78" name="Google Shape;4978;p72"/>
              <p:cNvSpPr/>
              <p:nvPr/>
            </p:nvSpPr>
            <p:spPr>
              <a:xfrm>
                <a:off x="6808175" y="2195183"/>
                <a:ext cx="61325" cy="107120"/>
              </a:xfrm>
              <a:custGeom>
                <a:avLst/>
                <a:gdLst/>
                <a:ahLst/>
                <a:cxnLst/>
                <a:rect l="l" t="t" r="r" b="b"/>
                <a:pathLst>
                  <a:path w="10394" h="18156" extrusionOk="0">
                    <a:moveTo>
                      <a:pt x="3660" y="0"/>
                    </a:moveTo>
                    <a:cubicBezTo>
                      <a:pt x="1279" y="5051"/>
                      <a:pt x="19" y="10605"/>
                      <a:pt x="14" y="16353"/>
                    </a:cubicBezTo>
                    <a:cubicBezTo>
                      <a:pt x="11" y="16529"/>
                      <a:pt x="0" y="17161"/>
                      <a:pt x="51" y="18156"/>
                    </a:cubicBezTo>
                    <a:lnTo>
                      <a:pt x="10393" y="18156"/>
                    </a:lnTo>
                    <a:lnTo>
                      <a:pt x="10393" y="0"/>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79" name="Google Shape;4979;p72"/>
              <p:cNvSpPr/>
              <p:nvPr/>
            </p:nvSpPr>
            <p:spPr>
              <a:xfrm>
                <a:off x="6820441" y="2370778"/>
                <a:ext cx="142320" cy="107126"/>
              </a:xfrm>
              <a:custGeom>
                <a:avLst/>
                <a:gdLst/>
                <a:ahLst/>
                <a:cxnLst/>
                <a:rect l="l" t="t" r="r" b="b"/>
                <a:pathLst>
                  <a:path w="24122" h="18157" extrusionOk="0">
                    <a:moveTo>
                      <a:pt x="0" y="1"/>
                    </a:moveTo>
                    <a:cubicBezTo>
                      <a:pt x="1532" y="5312"/>
                      <a:pt x="4200" y="11690"/>
                      <a:pt x="8823" y="18156"/>
                    </a:cubicBezTo>
                    <a:lnTo>
                      <a:pt x="24122" y="18156"/>
                    </a:lnTo>
                    <a:lnTo>
                      <a:pt x="24122" y="1"/>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80" name="Google Shape;4980;p72"/>
              <p:cNvSpPr/>
              <p:nvPr/>
            </p:nvSpPr>
            <p:spPr>
              <a:xfrm>
                <a:off x="6929774" y="2545743"/>
                <a:ext cx="74092" cy="109044"/>
              </a:xfrm>
              <a:custGeom>
                <a:avLst/>
                <a:gdLst/>
                <a:ahLst/>
                <a:cxnLst/>
                <a:rect l="l" t="t" r="r" b="b"/>
                <a:pathLst>
                  <a:path w="12558" h="18482" extrusionOk="0">
                    <a:moveTo>
                      <a:pt x="0" y="0"/>
                    </a:moveTo>
                    <a:cubicBezTo>
                      <a:pt x="938" y="1387"/>
                      <a:pt x="1707" y="2855"/>
                      <a:pt x="2285" y="4397"/>
                    </a:cubicBezTo>
                    <a:cubicBezTo>
                      <a:pt x="2664" y="5405"/>
                      <a:pt x="2891" y="6523"/>
                      <a:pt x="2895" y="7390"/>
                    </a:cubicBezTo>
                    <a:lnTo>
                      <a:pt x="2895" y="7500"/>
                    </a:lnTo>
                    <a:cubicBezTo>
                      <a:pt x="2898" y="8835"/>
                      <a:pt x="2904" y="10288"/>
                      <a:pt x="3541" y="11586"/>
                    </a:cubicBezTo>
                    <a:cubicBezTo>
                      <a:pt x="3270" y="12572"/>
                      <a:pt x="3473" y="13627"/>
                      <a:pt x="4092" y="14441"/>
                    </a:cubicBezTo>
                    <a:cubicBezTo>
                      <a:pt x="3202" y="15613"/>
                      <a:pt x="3202" y="17235"/>
                      <a:pt x="4092" y="18407"/>
                    </a:cubicBezTo>
                    <a:cubicBezTo>
                      <a:pt x="4072" y="18431"/>
                      <a:pt x="4057" y="18457"/>
                      <a:pt x="4039" y="18482"/>
                    </a:cubicBezTo>
                    <a:lnTo>
                      <a:pt x="12558" y="18482"/>
                    </a:lnTo>
                    <a:lnTo>
                      <a:pt x="12558"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81" name="Google Shape;4981;p72"/>
              <p:cNvSpPr/>
              <p:nvPr/>
            </p:nvSpPr>
            <p:spPr>
              <a:xfrm>
                <a:off x="7155838" y="2352960"/>
                <a:ext cx="98377" cy="107120"/>
              </a:xfrm>
              <a:custGeom>
                <a:avLst/>
                <a:gdLst/>
                <a:ahLst/>
                <a:cxnLst/>
                <a:rect l="l" t="t" r="r" b="b"/>
                <a:pathLst>
                  <a:path w="16674" h="18156" extrusionOk="0">
                    <a:moveTo>
                      <a:pt x="0" y="0"/>
                    </a:moveTo>
                    <a:lnTo>
                      <a:pt x="0" y="18155"/>
                    </a:lnTo>
                    <a:lnTo>
                      <a:pt x="9101" y="18155"/>
                    </a:lnTo>
                    <a:cubicBezTo>
                      <a:pt x="13299" y="11475"/>
                      <a:pt x="15509" y="5056"/>
                      <a:pt x="16674"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982" name="Google Shape;4982;p72"/>
              <p:cNvGrpSpPr/>
              <p:nvPr/>
            </p:nvGrpSpPr>
            <p:grpSpPr>
              <a:xfrm>
                <a:off x="6821586" y="2078634"/>
                <a:ext cx="426871" cy="684241"/>
                <a:chOff x="6821586" y="2078634"/>
                <a:chExt cx="426871" cy="684241"/>
              </a:xfrm>
            </p:grpSpPr>
            <p:grpSp>
              <p:nvGrpSpPr>
                <p:cNvPr id="4983" name="Google Shape;4983;p72"/>
                <p:cNvGrpSpPr/>
                <p:nvPr/>
              </p:nvGrpSpPr>
              <p:grpSpPr>
                <a:xfrm>
                  <a:off x="6821586" y="2078634"/>
                  <a:ext cx="426871" cy="684241"/>
                  <a:chOff x="6821586" y="2078634"/>
                  <a:chExt cx="426871" cy="684241"/>
                </a:xfrm>
              </p:grpSpPr>
              <p:sp>
                <p:nvSpPr>
                  <p:cNvPr id="4984" name="Google Shape;4984;p72"/>
                  <p:cNvSpPr/>
                  <p:nvPr/>
                </p:nvSpPr>
                <p:spPr>
                  <a:xfrm>
                    <a:off x="6990036" y="2693797"/>
                    <a:ext cx="89963" cy="69077"/>
                  </a:xfrm>
                  <a:custGeom>
                    <a:avLst/>
                    <a:gdLst/>
                    <a:ahLst/>
                    <a:cxnLst/>
                    <a:rect l="l" t="t" r="r" b="b"/>
                    <a:pathLst>
                      <a:path w="15248" h="11708" extrusionOk="0">
                        <a:moveTo>
                          <a:pt x="1" y="0"/>
                        </a:moveTo>
                        <a:lnTo>
                          <a:pt x="1" y="4083"/>
                        </a:lnTo>
                        <a:cubicBezTo>
                          <a:pt x="1" y="8276"/>
                          <a:pt x="3430" y="11707"/>
                          <a:pt x="7623" y="11707"/>
                        </a:cubicBezTo>
                        <a:cubicBezTo>
                          <a:pt x="11816" y="11707"/>
                          <a:pt x="15247" y="8276"/>
                          <a:pt x="15247" y="4083"/>
                        </a:cubicBezTo>
                        <a:lnTo>
                          <a:pt x="15247" y="0"/>
                        </a:lnTo>
                        <a:close/>
                      </a:path>
                    </a:pathLst>
                  </a:custGeom>
                  <a:solidFill>
                    <a:srgbClr val="EEF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85" name="Google Shape;4985;p72"/>
                  <p:cNvSpPr/>
                  <p:nvPr/>
                </p:nvSpPr>
                <p:spPr>
                  <a:xfrm>
                    <a:off x="6968649" y="2671926"/>
                    <a:ext cx="132738" cy="72712"/>
                  </a:xfrm>
                  <a:custGeom>
                    <a:avLst/>
                    <a:gdLst/>
                    <a:ahLst/>
                    <a:cxnLst/>
                    <a:rect l="l" t="t" r="r" b="b"/>
                    <a:pathLst>
                      <a:path w="22498" h="12324" extrusionOk="0">
                        <a:moveTo>
                          <a:pt x="1" y="0"/>
                        </a:moveTo>
                        <a:lnTo>
                          <a:pt x="1" y="2864"/>
                        </a:lnTo>
                        <a:cubicBezTo>
                          <a:pt x="1" y="8528"/>
                          <a:pt x="10476" y="12324"/>
                          <a:pt x="11248" y="12324"/>
                        </a:cubicBezTo>
                        <a:cubicBezTo>
                          <a:pt x="12022" y="12324"/>
                          <a:pt x="22498" y="7684"/>
                          <a:pt x="22498" y="2864"/>
                        </a:cubicBezTo>
                        <a:lnTo>
                          <a:pt x="22498" y="0"/>
                        </a:lnTo>
                        <a:close/>
                      </a:path>
                    </a:pathLst>
                  </a:custGeom>
                  <a:solidFill>
                    <a:srgbClr val="E3E7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86" name="Google Shape;4986;p72"/>
                  <p:cNvSpPr/>
                  <p:nvPr/>
                </p:nvSpPr>
                <p:spPr>
                  <a:xfrm>
                    <a:off x="6968649" y="2679891"/>
                    <a:ext cx="132738" cy="64747"/>
                  </a:xfrm>
                  <a:custGeom>
                    <a:avLst/>
                    <a:gdLst/>
                    <a:ahLst/>
                    <a:cxnLst/>
                    <a:rect l="l" t="t" r="r" b="b"/>
                    <a:pathLst>
                      <a:path w="22498" h="10974" extrusionOk="0">
                        <a:moveTo>
                          <a:pt x="1" y="1"/>
                        </a:moveTo>
                        <a:lnTo>
                          <a:pt x="1" y="1514"/>
                        </a:lnTo>
                        <a:cubicBezTo>
                          <a:pt x="1" y="7178"/>
                          <a:pt x="10476" y="10974"/>
                          <a:pt x="11248" y="10974"/>
                        </a:cubicBezTo>
                        <a:cubicBezTo>
                          <a:pt x="12022" y="10974"/>
                          <a:pt x="22498" y="6335"/>
                          <a:pt x="22498" y="1514"/>
                        </a:cubicBezTo>
                        <a:lnTo>
                          <a:pt x="22498" y="1"/>
                        </a:lnTo>
                        <a:cubicBezTo>
                          <a:pt x="22498" y="4821"/>
                          <a:pt x="12022" y="9459"/>
                          <a:pt x="11248" y="9459"/>
                        </a:cubicBezTo>
                        <a:cubicBezTo>
                          <a:pt x="10476" y="9459"/>
                          <a:pt x="1" y="5665"/>
                          <a:pt x="1" y="1"/>
                        </a:cubicBezTo>
                        <a:close/>
                      </a:path>
                    </a:pathLst>
                  </a:custGeom>
                  <a:solidFill>
                    <a:srgbClr val="D6DB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87" name="Google Shape;4987;p72"/>
                  <p:cNvSpPr/>
                  <p:nvPr/>
                </p:nvSpPr>
                <p:spPr>
                  <a:xfrm>
                    <a:off x="6969091" y="2693467"/>
                    <a:ext cx="131729" cy="11765"/>
                  </a:xfrm>
                  <a:custGeom>
                    <a:avLst/>
                    <a:gdLst/>
                    <a:ahLst/>
                    <a:cxnLst/>
                    <a:rect l="l" t="t" r="r" b="b"/>
                    <a:pathLst>
                      <a:path w="22327" h="1994" extrusionOk="0">
                        <a:moveTo>
                          <a:pt x="52" y="1"/>
                        </a:moveTo>
                        <a:cubicBezTo>
                          <a:pt x="34" y="1"/>
                          <a:pt x="18" y="4"/>
                          <a:pt x="1" y="4"/>
                        </a:cubicBezTo>
                        <a:cubicBezTo>
                          <a:pt x="122" y="701"/>
                          <a:pt x="392" y="1367"/>
                          <a:pt x="778" y="1994"/>
                        </a:cubicBezTo>
                        <a:lnTo>
                          <a:pt x="21362" y="1994"/>
                        </a:lnTo>
                        <a:cubicBezTo>
                          <a:pt x="21834" y="1347"/>
                          <a:pt x="22173" y="680"/>
                          <a:pt x="22326" y="2"/>
                        </a:cubicBezTo>
                        <a:cubicBezTo>
                          <a:pt x="22316" y="2"/>
                          <a:pt x="22307" y="1"/>
                          <a:pt x="22297" y="1"/>
                        </a:cubicBezTo>
                        <a:close/>
                      </a:path>
                    </a:pathLst>
                  </a:custGeom>
                  <a:solidFill>
                    <a:srgbClr val="D6DB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88" name="Google Shape;4988;p72"/>
                  <p:cNvSpPr/>
                  <p:nvPr/>
                </p:nvSpPr>
                <p:spPr>
                  <a:xfrm>
                    <a:off x="6821586" y="2078634"/>
                    <a:ext cx="426871" cy="544694"/>
                  </a:xfrm>
                  <a:custGeom>
                    <a:avLst/>
                    <a:gdLst/>
                    <a:ahLst/>
                    <a:cxnLst/>
                    <a:rect l="l" t="t" r="r" b="b"/>
                    <a:pathLst>
                      <a:path w="72351" h="92321" extrusionOk="0">
                        <a:moveTo>
                          <a:pt x="36174" y="1"/>
                        </a:moveTo>
                        <a:cubicBezTo>
                          <a:pt x="16216" y="1"/>
                          <a:pt x="37" y="16180"/>
                          <a:pt x="37" y="36140"/>
                        </a:cubicBezTo>
                        <a:cubicBezTo>
                          <a:pt x="37" y="36140"/>
                          <a:pt x="0" y="37141"/>
                          <a:pt x="140" y="38891"/>
                        </a:cubicBezTo>
                        <a:cubicBezTo>
                          <a:pt x="143" y="38928"/>
                          <a:pt x="147" y="38965"/>
                          <a:pt x="149" y="39003"/>
                        </a:cubicBezTo>
                        <a:cubicBezTo>
                          <a:pt x="164" y="39192"/>
                          <a:pt x="182" y="39386"/>
                          <a:pt x="201" y="39590"/>
                        </a:cubicBezTo>
                        <a:cubicBezTo>
                          <a:pt x="222" y="39817"/>
                          <a:pt x="246" y="40044"/>
                          <a:pt x="273" y="40271"/>
                        </a:cubicBezTo>
                        <a:cubicBezTo>
                          <a:pt x="281" y="40354"/>
                          <a:pt x="292" y="40436"/>
                          <a:pt x="301" y="40521"/>
                        </a:cubicBezTo>
                        <a:cubicBezTo>
                          <a:pt x="313" y="40621"/>
                          <a:pt x="325" y="40722"/>
                          <a:pt x="337" y="40822"/>
                        </a:cubicBezTo>
                        <a:cubicBezTo>
                          <a:pt x="1211" y="47845"/>
                          <a:pt x="4544" y="61615"/>
                          <a:pt x="17111" y="74112"/>
                        </a:cubicBezTo>
                        <a:cubicBezTo>
                          <a:pt x="19581" y="76568"/>
                          <a:pt x="21548" y="79501"/>
                          <a:pt x="22771" y="82763"/>
                        </a:cubicBezTo>
                        <a:cubicBezTo>
                          <a:pt x="23307" y="84192"/>
                          <a:pt x="23522" y="85567"/>
                          <a:pt x="23526" y="86552"/>
                        </a:cubicBezTo>
                        <a:cubicBezTo>
                          <a:pt x="23540" y="90527"/>
                          <a:pt x="23421" y="92321"/>
                          <a:pt x="36174" y="92321"/>
                        </a:cubicBezTo>
                        <a:cubicBezTo>
                          <a:pt x="48929" y="92321"/>
                          <a:pt x="48811" y="90527"/>
                          <a:pt x="48825" y="86552"/>
                        </a:cubicBezTo>
                        <a:cubicBezTo>
                          <a:pt x="48828" y="85567"/>
                          <a:pt x="49043" y="84192"/>
                          <a:pt x="49579" y="82763"/>
                        </a:cubicBezTo>
                        <a:cubicBezTo>
                          <a:pt x="50802" y="79501"/>
                          <a:pt x="52769" y="76568"/>
                          <a:pt x="55240" y="74112"/>
                        </a:cubicBezTo>
                        <a:cubicBezTo>
                          <a:pt x="67806" y="61615"/>
                          <a:pt x="71138" y="47845"/>
                          <a:pt x="72011" y="40822"/>
                        </a:cubicBezTo>
                        <a:cubicBezTo>
                          <a:pt x="72025" y="40722"/>
                          <a:pt x="72038" y="40621"/>
                          <a:pt x="72050" y="40521"/>
                        </a:cubicBezTo>
                        <a:cubicBezTo>
                          <a:pt x="72059" y="40436"/>
                          <a:pt x="72069" y="40354"/>
                          <a:pt x="72078" y="40271"/>
                        </a:cubicBezTo>
                        <a:cubicBezTo>
                          <a:pt x="72104" y="40044"/>
                          <a:pt x="72127" y="39817"/>
                          <a:pt x="72149" y="39590"/>
                        </a:cubicBezTo>
                        <a:cubicBezTo>
                          <a:pt x="72169" y="39386"/>
                          <a:pt x="72186" y="39192"/>
                          <a:pt x="72202" y="39003"/>
                        </a:cubicBezTo>
                        <a:cubicBezTo>
                          <a:pt x="72205" y="38966"/>
                          <a:pt x="72207" y="38928"/>
                          <a:pt x="72211" y="38891"/>
                        </a:cubicBezTo>
                        <a:cubicBezTo>
                          <a:pt x="72350" y="37141"/>
                          <a:pt x="72314" y="36140"/>
                          <a:pt x="72314" y="36140"/>
                        </a:cubicBezTo>
                        <a:cubicBezTo>
                          <a:pt x="72314" y="16180"/>
                          <a:pt x="56134" y="1"/>
                          <a:pt x="36174" y="1"/>
                        </a:cubicBezTo>
                        <a:close/>
                      </a:path>
                    </a:pathLst>
                  </a:custGeom>
                  <a:solidFill>
                    <a:srgbClr val="FEFE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89" name="Google Shape;4989;p72"/>
                  <p:cNvSpPr/>
                  <p:nvPr/>
                </p:nvSpPr>
                <p:spPr>
                  <a:xfrm>
                    <a:off x="6984514" y="2448953"/>
                    <a:ext cx="101008" cy="164409"/>
                  </a:xfrm>
                  <a:custGeom>
                    <a:avLst/>
                    <a:gdLst/>
                    <a:ahLst/>
                    <a:cxnLst/>
                    <a:rect l="l" t="t" r="r" b="b"/>
                    <a:pathLst>
                      <a:path w="17120" h="27866" extrusionOk="0">
                        <a:moveTo>
                          <a:pt x="1" y="0"/>
                        </a:moveTo>
                        <a:lnTo>
                          <a:pt x="4920" y="27866"/>
                        </a:lnTo>
                        <a:lnTo>
                          <a:pt x="12200" y="27866"/>
                        </a:lnTo>
                        <a:lnTo>
                          <a:pt x="17120" y="0"/>
                        </a:lnTo>
                        <a:close/>
                      </a:path>
                    </a:pathLst>
                  </a:custGeom>
                  <a:solidFill>
                    <a:srgbClr val="ED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0" name="Google Shape;4990;p72"/>
                  <p:cNvSpPr/>
                  <p:nvPr/>
                </p:nvSpPr>
                <p:spPr>
                  <a:xfrm>
                    <a:off x="6984514" y="2448953"/>
                    <a:ext cx="101008" cy="140963"/>
                  </a:xfrm>
                  <a:custGeom>
                    <a:avLst/>
                    <a:gdLst/>
                    <a:ahLst/>
                    <a:cxnLst/>
                    <a:rect l="l" t="t" r="r" b="b"/>
                    <a:pathLst>
                      <a:path w="17120" h="23892" extrusionOk="0">
                        <a:moveTo>
                          <a:pt x="1" y="0"/>
                        </a:moveTo>
                        <a:lnTo>
                          <a:pt x="4218" y="23891"/>
                        </a:lnTo>
                        <a:lnTo>
                          <a:pt x="12902" y="23891"/>
                        </a:lnTo>
                        <a:lnTo>
                          <a:pt x="17120"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1" name="Google Shape;4991;p72"/>
                  <p:cNvSpPr/>
                  <p:nvPr/>
                </p:nvSpPr>
                <p:spPr>
                  <a:xfrm>
                    <a:off x="7012451" y="2607162"/>
                    <a:ext cx="45141" cy="6201"/>
                  </a:xfrm>
                  <a:custGeom>
                    <a:avLst/>
                    <a:gdLst/>
                    <a:ahLst/>
                    <a:cxnLst/>
                    <a:rect l="l" t="t" r="r" b="b"/>
                    <a:pathLst>
                      <a:path w="7651" h="1051" extrusionOk="0">
                        <a:moveTo>
                          <a:pt x="0" y="1"/>
                        </a:moveTo>
                        <a:lnTo>
                          <a:pt x="185" y="1051"/>
                        </a:lnTo>
                        <a:lnTo>
                          <a:pt x="7465" y="1051"/>
                        </a:lnTo>
                        <a:lnTo>
                          <a:pt x="7650"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2" name="Google Shape;4992;p72"/>
                  <p:cNvSpPr/>
                  <p:nvPr/>
                </p:nvSpPr>
                <p:spPr>
                  <a:xfrm>
                    <a:off x="6968649" y="2664244"/>
                    <a:ext cx="132738" cy="25199"/>
                  </a:xfrm>
                  <a:custGeom>
                    <a:avLst/>
                    <a:gdLst/>
                    <a:ahLst/>
                    <a:cxnLst/>
                    <a:rect l="l" t="t" r="r" b="b"/>
                    <a:pathLst>
                      <a:path w="22498" h="4271" extrusionOk="0">
                        <a:moveTo>
                          <a:pt x="93" y="1"/>
                        </a:moveTo>
                        <a:cubicBezTo>
                          <a:pt x="43" y="1"/>
                          <a:pt x="1" y="43"/>
                          <a:pt x="1" y="95"/>
                        </a:cubicBezTo>
                        <a:lnTo>
                          <a:pt x="1" y="4176"/>
                        </a:lnTo>
                        <a:cubicBezTo>
                          <a:pt x="1" y="4229"/>
                          <a:pt x="43" y="4270"/>
                          <a:pt x="93" y="4270"/>
                        </a:cubicBezTo>
                        <a:lnTo>
                          <a:pt x="22405" y="4270"/>
                        </a:lnTo>
                        <a:cubicBezTo>
                          <a:pt x="22456" y="4270"/>
                          <a:pt x="22498" y="4229"/>
                          <a:pt x="22498" y="4176"/>
                        </a:cubicBezTo>
                        <a:lnTo>
                          <a:pt x="22498" y="95"/>
                        </a:lnTo>
                        <a:cubicBezTo>
                          <a:pt x="22498" y="43"/>
                          <a:pt x="22456" y="1"/>
                          <a:pt x="22405" y="1"/>
                        </a:cubicBezTo>
                        <a:close/>
                      </a:path>
                    </a:pathLst>
                  </a:custGeom>
                  <a:solidFill>
                    <a:srgbClr val="E3E7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3" name="Google Shape;4993;p72"/>
                  <p:cNvSpPr/>
                  <p:nvPr/>
                </p:nvSpPr>
                <p:spPr>
                  <a:xfrm>
                    <a:off x="6968649" y="2667389"/>
                    <a:ext cx="132738" cy="11776"/>
                  </a:xfrm>
                  <a:custGeom>
                    <a:avLst/>
                    <a:gdLst/>
                    <a:ahLst/>
                    <a:cxnLst/>
                    <a:rect l="l" t="t" r="r" b="b"/>
                    <a:pathLst>
                      <a:path w="22498" h="1996" extrusionOk="0">
                        <a:moveTo>
                          <a:pt x="22185" y="1"/>
                        </a:moveTo>
                        <a:lnTo>
                          <a:pt x="314" y="2"/>
                        </a:lnTo>
                        <a:cubicBezTo>
                          <a:pt x="113" y="247"/>
                          <a:pt x="3" y="556"/>
                          <a:pt x="1" y="874"/>
                        </a:cubicBezTo>
                        <a:lnTo>
                          <a:pt x="1" y="1880"/>
                        </a:lnTo>
                        <a:cubicBezTo>
                          <a:pt x="1" y="1915"/>
                          <a:pt x="8" y="1948"/>
                          <a:pt x="11" y="1983"/>
                        </a:cubicBezTo>
                        <a:cubicBezTo>
                          <a:pt x="48" y="1990"/>
                          <a:pt x="88" y="1994"/>
                          <a:pt x="127" y="1996"/>
                        </a:cubicBezTo>
                        <a:lnTo>
                          <a:pt x="22372" y="1996"/>
                        </a:lnTo>
                        <a:cubicBezTo>
                          <a:pt x="22410" y="1994"/>
                          <a:pt x="22449" y="1990"/>
                          <a:pt x="22487" y="1983"/>
                        </a:cubicBezTo>
                        <a:cubicBezTo>
                          <a:pt x="22491" y="1948"/>
                          <a:pt x="22498" y="1915"/>
                          <a:pt x="22498" y="1880"/>
                        </a:cubicBezTo>
                        <a:lnTo>
                          <a:pt x="22498" y="872"/>
                        </a:lnTo>
                        <a:cubicBezTo>
                          <a:pt x="22496" y="554"/>
                          <a:pt x="22386" y="247"/>
                          <a:pt x="22185" y="1"/>
                        </a:cubicBezTo>
                        <a:close/>
                      </a:path>
                    </a:pathLst>
                  </a:custGeom>
                  <a:solidFill>
                    <a:srgbClr val="D6DB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4" name="Google Shape;4994;p72"/>
                  <p:cNvSpPr/>
                  <p:nvPr/>
                </p:nvSpPr>
                <p:spPr>
                  <a:xfrm>
                    <a:off x="6963510" y="2683549"/>
                    <a:ext cx="143022" cy="11776"/>
                  </a:xfrm>
                  <a:custGeom>
                    <a:avLst/>
                    <a:gdLst/>
                    <a:ahLst/>
                    <a:cxnLst/>
                    <a:rect l="l" t="t" r="r" b="b"/>
                    <a:pathLst>
                      <a:path w="24241" h="1996" extrusionOk="0">
                        <a:moveTo>
                          <a:pt x="46" y="1"/>
                        </a:moveTo>
                        <a:cubicBezTo>
                          <a:pt x="19" y="1"/>
                          <a:pt x="0" y="22"/>
                          <a:pt x="0" y="46"/>
                        </a:cubicBezTo>
                        <a:lnTo>
                          <a:pt x="0" y="1951"/>
                        </a:lnTo>
                        <a:cubicBezTo>
                          <a:pt x="0" y="1975"/>
                          <a:pt x="19" y="1996"/>
                          <a:pt x="46" y="1996"/>
                        </a:cubicBezTo>
                        <a:lnTo>
                          <a:pt x="24195" y="1996"/>
                        </a:lnTo>
                        <a:cubicBezTo>
                          <a:pt x="24219" y="1996"/>
                          <a:pt x="24240" y="1975"/>
                          <a:pt x="24240" y="1951"/>
                        </a:cubicBezTo>
                        <a:lnTo>
                          <a:pt x="24240" y="46"/>
                        </a:lnTo>
                        <a:cubicBezTo>
                          <a:pt x="24240" y="22"/>
                          <a:pt x="24219" y="1"/>
                          <a:pt x="24195" y="1"/>
                        </a:cubicBezTo>
                        <a:close/>
                      </a:path>
                    </a:pathLst>
                  </a:custGeom>
                  <a:solidFill>
                    <a:srgbClr val="EEF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5" name="Google Shape;4995;p72"/>
                  <p:cNvSpPr/>
                  <p:nvPr/>
                </p:nvSpPr>
                <p:spPr>
                  <a:xfrm>
                    <a:off x="6968649" y="2642639"/>
                    <a:ext cx="132738" cy="25199"/>
                  </a:xfrm>
                  <a:custGeom>
                    <a:avLst/>
                    <a:gdLst/>
                    <a:ahLst/>
                    <a:cxnLst/>
                    <a:rect l="l" t="t" r="r" b="b"/>
                    <a:pathLst>
                      <a:path w="22498" h="4271" extrusionOk="0">
                        <a:moveTo>
                          <a:pt x="93" y="1"/>
                        </a:moveTo>
                        <a:cubicBezTo>
                          <a:pt x="43" y="1"/>
                          <a:pt x="1" y="43"/>
                          <a:pt x="1" y="95"/>
                        </a:cubicBezTo>
                        <a:lnTo>
                          <a:pt x="1" y="4176"/>
                        </a:lnTo>
                        <a:cubicBezTo>
                          <a:pt x="1" y="4229"/>
                          <a:pt x="43" y="4271"/>
                          <a:pt x="93" y="4271"/>
                        </a:cubicBezTo>
                        <a:lnTo>
                          <a:pt x="22405" y="4271"/>
                        </a:lnTo>
                        <a:cubicBezTo>
                          <a:pt x="22456" y="4271"/>
                          <a:pt x="22498" y="4229"/>
                          <a:pt x="22498" y="4176"/>
                        </a:cubicBezTo>
                        <a:lnTo>
                          <a:pt x="22498" y="95"/>
                        </a:lnTo>
                        <a:cubicBezTo>
                          <a:pt x="22498" y="43"/>
                          <a:pt x="22456" y="1"/>
                          <a:pt x="22405" y="1"/>
                        </a:cubicBezTo>
                        <a:close/>
                      </a:path>
                    </a:pathLst>
                  </a:custGeom>
                  <a:solidFill>
                    <a:srgbClr val="E3E7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6" name="Google Shape;4996;p72"/>
                  <p:cNvSpPr/>
                  <p:nvPr/>
                </p:nvSpPr>
                <p:spPr>
                  <a:xfrm>
                    <a:off x="6968649" y="2643990"/>
                    <a:ext cx="132738" cy="11776"/>
                  </a:xfrm>
                  <a:custGeom>
                    <a:avLst/>
                    <a:gdLst/>
                    <a:ahLst/>
                    <a:cxnLst/>
                    <a:rect l="l" t="t" r="r" b="b"/>
                    <a:pathLst>
                      <a:path w="22498" h="1996" extrusionOk="0">
                        <a:moveTo>
                          <a:pt x="642" y="1"/>
                        </a:moveTo>
                        <a:cubicBezTo>
                          <a:pt x="242" y="259"/>
                          <a:pt x="1" y="701"/>
                          <a:pt x="1" y="1177"/>
                        </a:cubicBezTo>
                        <a:lnTo>
                          <a:pt x="1" y="1984"/>
                        </a:lnTo>
                        <a:cubicBezTo>
                          <a:pt x="41" y="1991"/>
                          <a:pt x="83" y="1994"/>
                          <a:pt x="127" y="1996"/>
                        </a:cubicBezTo>
                        <a:lnTo>
                          <a:pt x="22372" y="1996"/>
                        </a:lnTo>
                        <a:cubicBezTo>
                          <a:pt x="22414" y="1994"/>
                          <a:pt x="22456" y="1991"/>
                          <a:pt x="22498" y="1984"/>
                        </a:cubicBezTo>
                        <a:lnTo>
                          <a:pt x="22498" y="1177"/>
                        </a:lnTo>
                        <a:cubicBezTo>
                          <a:pt x="22496" y="701"/>
                          <a:pt x="22255" y="259"/>
                          <a:pt x="21856" y="1"/>
                        </a:cubicBezTo>
                        <a:close/>
                      </a:path>
                    </a:pathLst>
                  </a:custGeom>
                  <a:solidFill>
                    <a:srgbClr val="D6DB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7" name="Google Shape;4997;p72"/>
                  <p:cNvSpPr/>
                  <p:nvPr/>
                </p:nvSpPr>
                <p:spPr>
                  <a:xfrm>
                    <a:off x="6963510" y="2660156"/>
                    <a:ext cx="143022" cy="11776"/>
                  </a:xfrm>
                  <a:custGeom>
                    <a:avLst/>
                    <a:gdLst/>
                    <a:ahLst/>
                    <a:cxnLst/>
                    <a:rect l="l" t="t" r="r" b="b"/>
                    <a:pathLst>
                      <a:path w="24241" h="1996" extrusionOk="0">
                        <a:moveTo>
                          <a:pt x="998" y="0"/>
                        </a:moveTo>
                        <a:cubicBezTo>
                          <a:pt x="447" y="2"/>
                          <a:pt x="2" y="447"/>
                          <a:pt x="0" y="998"/>
                        </a:cubicBezTo>
                        <a:cubicBezTo>
                          <a:pt x="2" y="1548"/>
                          <a:pt x="447" y="1993"/>
                          <a:pt x="998" y="1995"/>
                        </a:cubicBezTo>
                        <a:lnTo>
                          <a:pt x="23243" y="1995"/>
                        </a:lnTo>
                        <a:cubicBezTo>
                          <a:pt x="23793" y="1993"/>
                          <a:pt x="24239" y="1548"/>
                          <a:pt x="24240" y="998"/>
                        </a:cubicBezTo>
                        <a:cubicBezTo>
                          <a:pt x="24239" y="447"/>
                          <a:pt x="23793" y="2"/>
                          <a:pt x="23243" y="0"/>
                        </a:cubicBezTo>
                        <a:close/>
                      </a:path>
                    </a:pathLst>
                  </a:custGeom>
                  <a:solidFill>
                    <a:srgbClr val="EEF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8" name="Google Shape;4998;p72"/>
                  <p:cNvSpPr/>
                  <p:nvPr/>
                </p:nvSpPr>
                <p:spPr>
                  <a:xfrm>
                    <a:off x="6968649" y="2617451"/>
                    <a:ext cx="132738" cy="25193"/>
                  </a:xfrm>
                  <a:custGeom>
                    <a:avLst/>
                    <a:gdLst/>
                    <a:ahLst/>
                    <a:cxnLst/>
                    <a:rect l="l" t="t" r="r" b="b"/>
                    <a:pathLst>
                      <a:path w="22498" h="4270" extrusionOk="0">
                        <a:moveTo>
                          <a:pt x="93" y="0"/>
                        </a:moveTo>
                        <a:cubicBezTo>
                          <a:pt x="43" y="0"/>
                          <a:pt x="1" y="42"/>
                          <a:pt x="1" y="94"/>
                        </a:cubicBezTo>
                        <a:lnTo>
                          <a:pt x="1" y="4176"/>
                        </a:lnTo>
                        <a:cubicBezTo>
                          <a:pt x="1" y="4228"/>
                          <a:pt x="43" y="4270"/>
                          <a:pt x="93" y="4270"/>
                        </a:cubicBezTo>
                        <a:lnTo>
                          <a:pt x="22405" y="4270"/>
                        </a:lnTo>
                        <a:cubicBezTo>
                          <a:pt x="22456" y="4270"/>
                          <a:pt x="22498" y="4228"/>
                          <a:pt x="22498" y="4176"/>
                        </a:cubicBezTo>
                        <a:lnTo>
                          <a:pt x="22498" y="94"/>
                        </a:lnTo>
                        <a:cubicBezTo>
                          <a:pt x="22498" y="42"/>
                          <a:pt x="22456" y="0"/>
                          <a:pt x="22405" y="0"/>
                        </a:cubicBezTo>
                        <a:close/>
                      </a:path>
                    </a:pathLst>
                  </a:custGeom>
                  <a:solidFill>
                    <a:srgbClr val="E3E7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9" name="Google Shape;4999;p72"/>
                  <p:cNvSpPr/>
                  <p:nvPr/>
                </p:nvSpPr>
                <p:spPr>
                  <a:xfrm>
                    <a:off x="6968649" y="2620590"/>
                    <a:ext cx="132738" cy="11782"/>
                  </a:xfrm>
                  <a:custGeom>
                    <a:avLst/>
                    <a:gdLst/>
                    <a:ahLst/>
                    <a:cxnLst/>
                    <a:rect l="l" t="t" r="r" b="b"/>
                    <a:pathLst>
                      <a:path w="22498" h="1997" extrusionOk="0">
                        <a:moveTo>
                          <a:pt x="314" y="1"/>
                        </a:moveTo>
                        <a:cubicBezTo>
                          <a:pt x="113" y="247"/>
                          <a:pt x="3" y="555"/>
                          <a:pt x="1" y="873"/>
                        </a:cubicBezTo>
                        <a:lnTo>
                          <a:pt x="1" y="1982"/>
                        </a:lnTo>
                        <a:cubicBezTo>
                          <a:pt x="41" y="1989"/>
                          <a:pt x="83" y="1994"/>
                          <a:pt x="127" y="1996"/>
                        </a:cubicBezTo>
                        <a:lnTo>
                          <a:pt x="22372" y="1996"/>
                        </a:lnTo>
                        <a:cubicBezTo>
                          <a:pt x="22414" y="1994"/>
                          <a:pt x="22456" y="1989"/>
                          <a:pt x="22498" y="1982"/>
                        </a:cubicBezTo>
                        <a:lnTo>
                          <a:pt x="22498" y="873"/>
                        </a:lnTo>
                        <a:cubicBezTo>
                          <a:pt x="22496" y="555"/>
                          <a:pt x="22386" y="247"/>
                          <a:pt x="22185" y="1"/>
                        </a:cubicBezTo>
                        <a:close/>
                      </a:path>
                    </a:pathLst>
                  </a:custGeom>
                  <a:solidFill>
                    <a:srgbClr val="D6DB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00" name="Google Shape;5000;p72"/>
                  <p:cNvSpPr/>
                  <p:nvPr/>
                </p:nvSpPr>
                <p:spPr>
                  <a:xfrm>
                    <a:off x="6963510" y="2613357"/>
                    <a:ext cx="143022" cy="11765"/>
                  </a:xfrm>
                  <a:custGeom>
                    <a:avLst/>
                    <a:gdLst/>
                    <a:ahLst/>
                    <a:cxnLst/>
                    <a:rect l="l" t="t" r="r" b="b"/>
                    <a:pathLst>
                      <a:path w="24241" h="1994" extrusionOk="0">
                        <a:moveTo>
                          <a:pt x="998" y="1"/>
                        </a:moveTo>
                        <a:cubicBezTo>
                          <a:pt x="447" y="2"/>
                          <a:pt x="2" y="448"/>
                          <a:pt x="0" y="996"/>
                        </a:cubicBezTo>
                        <a:cubicBezTo>
                          <a:pt x="2" y="1547"/>
                          <a:pt x="447" y="1992"/>
                          <a:pt x="998" y="1994"/>
                        </a:cubicBezTo>
                        <a:lnTo>
                          <a:pt x="23243" y="1994"/>
                        </a:lnTo>
                        <a:cubicBezTo>
                          <a:pt x="23793" y="1992"/>
                          <a:pt x="24239" y="1547"/>
                          <a:pt x="24240" y="996"/>
                        </a:cubicBezTo>
                        <a:cubicBezTo>
                          <a:pt x="24239" y="448"/>
                          <a:pt x="23793" y="2"/>
                          <a:pt x="23243" y="1"/>
                        </a:cubicBezTo>
                        <a:close/>
                      </a:path>
                    </a:pathLst>
                  </a:custGeom>
                  <a:solidFill>
                    <a:srgbClr val="EEF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01" name="Google Shape;5001;p72"/>
                  <p:cNvSpPr/>
                  <p:nvPr/>
                </p:nvSpPr>
                <p:spPr>
                  <a:xfrm>
                    <a:off x="6850372" y="2107302"/>
                    <a:ext cx="369293" cy="477399"/>
                  </a:xfrm>
                  <a:custGeom>
                    <a:avLst/>
                    <a:gdLst/>
                    <a:ahLst/>
                    <a:cxnLst/>
                    <a:rect l="l" t="t" r="r" b="b"/>
                    <a:pathLst>
                      <a:path w="62592" h="80915" extrusionOk="0">
                        <a:moveTo>
                          <a:pt x="31297" y="0"/>
                        </a:moveTo>
                        <a:cubicBezTo>
                          <a:pt x="14049" y="0"/>
                          <a:pt x="16" y="14032"/>
                          <a:pt x="16" y="31281"/>
                        </a:cubicBezTo>
                        <a:lnTo>
                          <a:pt x="16" y="31387"/>
                        </a:lnTo>
                        <a:lnTo>
                          <a:pt x="13" y="31445"/>
                        </a:lnTo>
                        <a:cubicBezTo>
                          <a:pt x="11" y="31548"/>
                          <a:pt x="1" y="32341"/>
                          <a:pt x="104" y="33646"/>
                        </a:cubicBezTo>
                        <a:lnTo>
                          <a:pt x="104" y="33657"/>
                        </a:lnTo>
                        <a:lnTo>
                          <a:pt x="104" y="33667"/>
                        </a:lnTo>
                        <a:lnTo>
                          <a:pt x="105" y="33683"/>
                        </a:lnTo>
                        <a:lnTo>
                          <a:pt x="111" y="33746"/>
                        </a:lnTo>
                        <a:cubicBezTo>
                          <a:pt x="125" y="33912"/>
                          <a:pt x="139" y="34083"/>
                          <a:pt x="156" y="34265"/>
                        </a:cubicBezTo>
                        <a:cubicBezTo>
                          <a:pt x="175" y="34469"/>
                          <a:pt x="198" y="34667"/>
                          <a:pt x="219" y="34862"/>
                        </a:cubicBezTo>
                        <a:lnTo>
                          <a:pt x="245" y="35093"/>
                        </a:lnTo>
                        <a:lnTo>
                          <a:pt x="257" y="35191"/>
                        </a:lnTo>
                        <a:cubicBezTo>
                          <a:pt x="264" y="35241"/>
                          <a:pt x="270" y="35290"/>
                          <a:pt x="277" y="35341"/>
                        </a:cubicBezTo>
                        <a:lnTo>
                          <a:pt x="278" y="35353"/>
                        </a:lnTo>
                        <a:lnTo>
                          <a:pt x="278" y="35364"/>
                        </a:lnTo>
                        <a:cubicBezTo>
                          <a:pt x="1082" y="41822"/>
                          <a:pt x="4150" y="54364"/>
                          <a:pt x="15656" y="65807"/>
                        </a:cubicBezTo>
                        <a:cubicBezTo>
                          <a:pt x="18711" y="68844"/>
                          <a:pt x="20993" y="72340"/>
                          <a:pt x="22440" y="76197"/>
                        </a:cubicBezTo>
                        <a:cubicBezTo>
                          <a:pt x="22707" y="76910"/>
                          <a:pt x="22927" y="77638"/>
                          <a:pt x="23098" y="78379"/>
                        </a:cubicBezTo>
                        <a:cubicBezTo>
                          <a:pt x="23441" y="79855"/>
                          <a:pt x="24733" y="80914"/>
                          <a:pt x="26250" y="80914"/>
                        </a:cubicBezTo>
                        <a:lnTo>
                          <a:pt x="36339" y="80914"/>
                        </a:lnTo>
                        <a:cubicBezTo>
                          <a:pt x="37855" y="80914"/>
                          <a:pt x="39148" y="79855"/>
                          <a:pt x="39491" y="78379"/>
                        </a:cubicBezTo>
                        <a:cubicBezTo>
                          <a:pt x="39662" y="77638"/>
                          <a:pt x="39882" y="76910"/>
                          <a:pt x="40149" y="76197"/>
                        </a:cubicBezTo>
                        <a:cubicBezTo>
                          <a:pt x="41596" y="72340"/>
                          <a:pt x="43879" y="68844"/>
                          <a:pt x="46933" y="65807"/>
                        </a:cubicBezTo>
                        <a:cubicBezTo>
                          <a:pt x="58441" y="54364"/>
                          <a:pt x="61509" y="41822"/>
                          <a:pt x="62312" y="35364"/>
                        </a:cubicBezTo>
                        <a:lnTo>
                          <a:pt x="62314" y="35351"/>
                        </a:lnTo>
                        <a:lnTo>
                          <a:pt x="62314" y="35341"/>
                        </a:lnTo>
                        <a:cubicBezTo>
                          <a:pt x="62321" y="35290"/>
                          <a:pt x="62326" y="35240"/>
                          <a:pt x="62333" y="35191"/>
                        </a:cubicBezTo>
                        <a:lnTo>
                          <a:pt x="62346" y="35091"/>
                        </a:lnTo>
                        <a:lnTo>
                          <a:pt x="62370" y="34871"/>
                        </a:lnTo>
                        <a:cubicBezTo>
                          <a:pt x="62393" y="34667"/>
                          <a:pt x="62414" y="34469"/>
                          <a:pt x="62433" y="34272"/>
                        </a:cubicBezTo>
                        <a:cubicBezTo>
                          <a:pt x="62452" y="34083"/>
                          <a:pt x="62466" y="33912"/>
                          <a:pt x="62480" y="33746"/>
                        </a:cubicBezTo>
                        <a:lnTo>
                          <a:pt x="62485" y="33681"/>
                        </a:lnTo>
                        <a:lnTo>
                          <a:pt x="62487" y="33662"/>
                        </a:lnTo>
                        <a:cubicBezTo>
                          <a:pt x="62592" y="32338"/>
                          <a:pt x="62581" y="31543"/>
                          <a:pt x="62580" y="31443"/>
                        </a:cubicBezTo>
                        <a:lnTo>
                          <a:pt x="62574" y="31345"/>
                        </a:lnTo>
                        <a:lnTo>
                          <a:pt x="62576" y="31281"/>
                        </a:lnTo>
                        <a:cubicBezTo>
                          <a:pt x="62576" y="14032"/>
                          <a:pt x="48544" y="0"/>
                          <a:pt x="31297" y="0"/>
                        </a:cubicBezTo>
                        <a:close/>
                      </a:path>
                    </a:pathLst>
                  </a:custGeom>
                  <a:solidFill>
                    <a:srgbClr val="F3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02" name="Google Shape;5002;p72"/>
                  <p:cNvSpPr/>
                  <p:nvPr/>
                </p:nvSpPr>
                <p:spPr>
                  <a:xfrm>
                    <a:off x="6963510" y="2636756"/>
                    <a:ext cx="143022" cy="11776"/>
                  </a:xfrm>
                  <a:custGeom>
                    <a:avLst/>
                    <a:gdLst/>
                    <a:ahLst/>
                    <a:cxnLst/>
                    <a:rect l="l" t="t" r="r" b="b"/>
                    <a:pathLst>
                      <a:path w="24241" h="1996" extrusionOk="0">
                        <a:moveTo>
                          <a:pt x="998" y="0"/>
                        </a:moveTo>
                        <a:cubicBezTo>
                          <a:pt x="447" y="2"/>
                          <a:pt x="2" y="448"/>
                          <a:pt x="0" y="998"/>
                        </a:cubicBezTo>
                        <a:cubicBezTo>
                          <a:pt x="2" y="1548"/>
                          <a:pt x="447" y="1994"/>
                          <a:pt x="998" y="1995"/>
                        </a:cubicBezTo>
                        <a:lnTo>
                          <a:pt x="23243" y="1995"/>
                        </a:lnTo>
                        <a:cubicBezTo>
                          <a:pt x="23793" y="1994"/>
                          <a:pt x="24239" y="1548"/>
                          <a:pt x="24240" y="998"/>
                        </a:cubicBezTo>
                        <a:cubicBezTo>
                          <a:pt x="24239" y="448"/>
                          <a:pt x="23793" y="2"/>
                          <a:pt x="23243" y="0"/>
                        </a:cubicBezTo>
                        <a:close/>
                      </a:path>
                    </a:pathLst>
                  </a:custGeom>
                  <a:solidFill>
                    <a:srgbClr val="EEF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003" name="Google Shape;5003;p72"/>
                <p:cNvSpPr/>
                <p:nvPr/>
              </p:nvSpPr>
              <p:spPr>
                <a:xfrm>
                  <a:off x="7046588" y="2275942"/>
                  <a:ext cx="173076" cy="113894"/>
                </a:xfrm>
                <a:custGeom>
                  <a:avLst/>
                  <a:gdLst/>
                  <a:ahLst/>
                  <a:cxnLst/>
                  <a:rect l="l" t="t" r="r" b="b"/>
                  <a:pathLst>
                    <a:path w="29335" h="19304" extrusionOk="0">
                      <a:moveTo>
                        <a:pt x="0" y="0"/>
                      </a:moveTo>
                      <a:lnTo>
                        <a:pt x="0" y="19303"/>
                      </a:lnTo>
                      <a:lnTo>
                        <a:pt x="25725" y="19303"/>
                      </a:lnTo>
                      <a:cubicBezTo>
                        <a:pt x="27782" y="14272"/>
                        <a:pt x="28673" y="9841"/>
                        <a:pt x="29054" y="6781"/>
                      </a:cubicBezTo>
                      <a:lnTo>
                        <a:pt x="29055" y="6770"/>
                      </a:lnTo>
                      <a:lnTo>
                        <a:pt x="29057" y="6758"/>
                      </a:lnTo>
                      <a:cubicBezTo>
                        <a:pt x="29064" y="6707"/>
                        <a:pt x="29069" y="6657"/>
                        <a:pt x="29075" y="6608"/>
                      </a:cubicBezTo>
                      <a:lnTo>
                        <a:pt x="29087" y="6508"/>
                      </a:lnTo>
                      <a:lnTo>
                        <a:pt x="29113" y="6288"/>
                      </a:lnTo>
                      <a:cubicBezTo>
                        <a:pt x="29136" y="6084"/>
                        <a:pt x="29157" y="5886"/>
                        <a:pt x="29176" y="5689"/>
                      </a:cubicBezTo>
                      <a:cubicBezTo>
                        <a:pt x="29193" y="5500"/>
                        <a:pt x="29209" y="5329"/>
                        <a:pt x="29221" y="5163"/>
                      </a:cubicBezTo>
                      <a:lnTo>
                        <a:pt x="29227" y="5098"/>
                      </a:lnTo>
                      <a:lnTo>
                        <a:pt x="29228" y="5079"/>
                      </a:lnTo>
                      <a:cubicBezTo>
                        <a:pt x="29335" y="3755"/>
                        <a:pt x="29323" y="2960"/>
                        <a:pt x="29321" y="2860"/>
                      </a:cubicBezTo>
                      <a:lnTo>
                        <a:pt x="29316" y="2762"/>
                      </a:lnTo>
                      <a:lnTo>
                        <a:pt x="29317" y="2698"/>
                      </a:lnTo>
                      <a:cubicBezTo>
                        <a:pt x="29317" y="1789"/>
                        <a:pt x="29277" y="890"/>
                        <a:pt x="29200" y="0"/>
                      </a:cubicBezTo>
                      <a:close/>
                    </a:path>
                  </a:pathLst>
                </a:custGeom>
                <a:solidFill>
                  <a:srgbClr val="4F67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04" name="Google Shape;5004;p72"/>
                <p:cNvSpPr/>
                <p:nvPr/>
              </p:nvSpPr>
              <p:spPr>
                <a:xfrm>
                  <a:off x="7046588" y="2107680"/>
                  <a:ext cx="168811" cy="145128"/>
                </a:xfrm>
                <a:custGeom>
                  <a:avLst/>
                  <a:gdLst/>
                  <a:ahLst/>
                  <a:cxnLst/>
                  <a:rect l="l" t="t" r="r" b="b"/>
                  <a:pathLst>
                    <a:path w="28612" h="24598" extrusionOk="0">
                      <a:moveTo>
                        <a:pt x="0" y="1"/>
                      </a:moveTo>
                      <a:lnTo>
                        <a:pt x="0" y="24597"/>
                      </a:lnTo>
                      <a:lnTo>
                        <a:pt x="28612" y="24597"/>
                      </a:lnTo>
                      <a:cubicBezTo>
                        <a:pt x="25701" y="11138"/>
                        <a:pt x="14102" y="876"/>
                        <a:pt x="0" y="1"/>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05" name="Google Shape;5005;p72"/>
                <p:cNvSpPr/>
                <p:nvPr/>
              </p:nvSpPr>
              <p:spPr>
                <a:xfrm>
                  <a:off x="6850372" y="2275942"/>
                  <a:ext cx="173082" cy="113894"/>
                </a:xfrm>
                <a:custGeom>
                  <a:avLst/>
                  <a:gdLst/>
                  <a:ahLst/>
                  <a:cxnLst/>
                  <a:rect l="l" t="t" r="r" b="b"/>
                  <a:pathLst>
                    <a:path w="29336" h="19304" extrusionOk="0">
                      <a:moveTo>
                        <a:pt x="133" y="0"/>
                      </a:moveTo>
                      <a:cubicBezTo>
                        <a:pt x="58" y="890"/>
                        <a:pt x="16" y="1789"/>
                        <a:pt x="16" y="2698"/>
                      </a:cubicBezTo>
                      <a:lnTo>
                        <a:pt x="16" y="2804"/>
                      </a:lnTo>
                      <a:lnTo>
                        <a:pt x="13" y="2862"/>
                      </a:lnTo>
                      <a:cubicBezTo>
                        <a:pt x="11" y="2965"/>
                        <a:pt x="1" y="3758"/>
                        <a:pt x="104" y="5065"/>
                      </a:cubicBezTo>
                      <a:lnTo>
                        <a:pt x="104" y="5075"/>
                      </a:lnTo>
                      <a:lnTo>
                        <a:pt x="104" y="5086"/>
                      </a:lnTo>
                      <a:lnTo>
                        <a:pt x="105" y="5100"/>
                      </a:lnTo>
                      <a:lnTo>
                        <a:pt x="111" y="5163"/>
                      </a:lnTo>
                      <a:cubicBezTo>
                        <a:pt x="125" y="5329"/>
                        <a:pt x="139" y="5500"/>
                        <a:pt x="156" y="5682"/>
                      </a:cubicBezTo>
                      <a:cubicBezTo>
                        <a:pt x="175" y="5886"/>
                        <a:pt x="198" y="6084"/>
                        <a:pt x="219" y="6279"/>
                      </a:cubicBezTo>
                      <a:lnTo>
                        <a:pt x="245" y="6510"/>
                      </a:lnTo>
                      <a:lnTo>
                        <a:pt x="257" y="6608"/>
                      </a:lnTo>
                      <a:cubicBezTo>
                        <a:pt x="264" y="6658"/>
                        <a:pt x="270" y="6709"/>
                        <a:pt x="277" y="6758"/>
                      </a:cubicBezTo>
                      <a:lnTo>
                        <a:pt x="278" y="6770"/>
                      </a:lnTo>
                      <a:lnTo>
                        <a:pt x="278" y="6781"/>
                      </a:lnTo>
                      <a:cubicBezTo>
                        <a:pt x="661" y="9843"/>
                        <a:pt x="1552" y="14272"/>
                        <a:pt x="3608" y="19303"/>
                      </a:cubicBezTo>
                      <a:lnTo>
                        <a:pt x="29333" y="19303"/>
                      </a:lnTo>
                      <a:lnTo>
                        <a:pt x="29335" y="0"/>
                      </a:lnTo>
                      <a:close/>
                    </a:path>
                  </a:pathLst>
                </a:custGeom>
                <a:solidFill>
                  <a:srgbClr val="C9D4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06" name="Google Shape;5006;p72"/>
                <p:cNvSpPr/>
                <p:nvPr/>
              </p:nvSpPr>
              <p:spPr>
                <a:xfrm>
                  <a:off x="6882243" y="2412957"/>
                  <a:ext cx="141211" cy="171743"/>
                </a:xfrm>
                <a:custGeom>
                  <a:avLst/>
                  <a:gdLst/>
                  <a:ahLst/>
                  <a:cxnLst/>
                  <a:rect l="l" t="t" r="r" b="b"/>
                  <a:pathLst>
                    <a:path w="23934" h="29109" extrusionOk="0">
                      <a:moveTo>
                        <a:pt x="0" y="1"/>
                      </a:moveTo>
                      <a:cubicBezTo>
                        <a:pt x="2303" y="4529"/>
                        <a:pt x="5584" y="9356"/>
                        <a:pt x="10256" y="14001"/>
                      </a:cubicBezTo>
                      <a:cubicBezTo>
                        <a:pt x="13309" y="17038"/>
                        <a:pt x="15593" y="20534"/>
                        <a:pt x="17039" y="24391"/>
                      </a:cubicBezTo>
                      <a:cubicBezTo>
                        <a:pt x="17307" y="25104"/>
                        <a:pt x="17527" y="25832"/>
                        <a:pt x="17698" y="26573"/>
                      </a:cubicBezTo>
                      <a:cubicBezTo>
                        <a:pt x="18040" y="28049"/>
                        <a:pt x="19333" y="29108"/>
                        <a:pt x="20850" y="29108"/>
                      </a:cubicBezTo>
                      <a:lnTo>
                        <a:pt x="23933" y="29108"/>
                      </a:lnTo>
                      <a:lnTo>
                        <a:pt x="23933" y="1"/>
                      </a:lnTo>
                      <a:close/>
                    </a:path>
                  </a:pathLst>
                </a:custGeom>
                <a:solidFill>
                  <a:srgbClr val="DBE3E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07" name="Google Shape;5007;p72"/>
                <p:cNvSpPr/>
                <p:nvPr/>
              </p:nvSpPr>
              <p:spPr>
                <a:xfrm>
                  <a:off x="6854637" y="2107680"/>
                  <a:ext cx="168817" cy="145128"/>
                </a:xfrm>
                <a:custGeom>
                  <a:avLst/>
                  <a:gdLst/>
                  <a:ahLst/>
                  <a:cxnLst/>
                  <a:rect l="l" t="t" r="r" b="b"/>
                  <a:pathLst>
                    <a:path w="28613" h="24598" extrusionOk="0">
                      <a:moveTo>
                        <a:pt x="28612" y="1"/>
                      </a:moveTo>
                      <a:cubicBezTo>
                        <a:pt x="14512" y="876"/>
                        <a:pt x="2911" y="11138"/>
                        <a:pt x="1" y="24597"/>
                      </a:cubicBezTo>
                      <a:lnTo>
                        <a:pt x="28612" y="24597"/>
                      </a:lnTo>
                      <a:lnTo>
                        <a:pt x="28612" y="1"/>
                      </a:lnTo>
                      <a:close/>
                    </a:path>
                  </a:pathLst>
                </a:custGeom>
                <a:solidFill>
                  <a:srgbClr val="8FA1A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08" name="Google Shape;5008;p72"/>
                <p:cNvSpPr/>
                <p:nvPr/>
              </p:nvSpPr>
              <p:spPr>
                <a:xfrm>
                  <a:off x="7046588" y="2412957"/>
                  <a:ext cx="141205" cy="171743"/>
                </a:xfrm>
                <a:custGeom>
                  <a:avLst/>
                  <a:gdLst/>
                  <a:ahLst/>
                  <a:cxnLst/>
                  <a:rect l="l" t="t" r="r" b="b"/>
                  <a:pathLst>
                    <a:path w="23933" h="29109" extrusionOk="0">
                      <a:moveTo>
                        <a:pt x="0" y="1"/>
                      </a:moveTo>
                      <a:lnTo>
                        <a:pt x="0" y="29108"/>
                      </a:lnTo>
                      <a:lnTo>
                        <a:pt x="3084" y="29108"/>
                      </a:lnTo>
                      <a:cubicBezTo>
                        <a:pt x="4600" y="29108"/>
                        <a:pt x="5893" y="28049"/>
                        <a:pt x="6235" y="26573"/>
                      </a:cubicBezTo>
                      <a:cubicBezTo>
                        <a:pt x="6407" y="25832"/>
                        <a:pt x="6627" y="25104"/>
                        <a:pt x="6894" y="24391"/>
                      </a:cubicBezTo>
                      <a:cubicBezTo>
                        <a:pt x="8341" y="20534"/>
                        <a:pt x="10622" y="17038"/>
                        <a:pt x="13678" y="14001"/>
                      </a:cubicBezTo>
                      <a:cubicBezTo>
                        <a:pt x="18349" y="9356"/>
                        <a:pt x="21630" y="4529"/>
                        <a:pt x="23933" y="1"/>
                      </a:cubicBezTo>
                      <a:close/>
                    </a:path>
                  </a:pathLst>
                </a:custGeom>
                <a:solidFill>
                  <a:srgbClr val="374F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nvGrpSpPr>
          <p:cNvPr id="5009" name="Google Shape;5009;p72"/>
          <p:cNvGrpSpPr/>
          <p:nvPr/>
        </p:nvGrpSpPr>
        <p:grpSpPr>
          <a:xfrm>
            <a:off x="5780173" y="1862968"/>
            <a:ext cx="671358" cy="671358"/>
            <a:chOff x="6535625" y="760425"/>
            <a:chExt cx="1665900" cy="1665900"/>
          </a:xfrm>
        </p:grpSpPr>
        <p:sp>
          <p:nvSpPr>
            <p:cNvPr id="5010" name="Google Shape;5010;p72"/>
            <p:cNvSpPr/>
            <p:nvPr/>
          </p:nvSpPr>
          <p:spPr>
            <a:xfrm>
              <a:off x="6535625" y="760425"/>
              <a:ext cx="1665900" cy="1665900"/>
            </a:xfrm>
            <a:prstGeom prst="ellipse">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11" name="Google Shape;5011;p72"/>
            <p:cNvSpPr/>
            <p:nvPr/>
          </p:nvSpPr>
          <p:spPr>
            <a:xfrm>
              <a:off x="6713675" y="1116525"/>
              <a:ext cx="1309800" cy="1309800"/>
            </a:xfrm>
            <a:prstGeom prst="ellipse">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12" name="Google Shape;5012;p72"/>
            <p:cNvSpPr/>
            <p:nvPr/>
          </p:nvSpPr>
          <p:spPr>
            <a:xfrm>
              <a:off x="6831275" y="1351725"/>
              <a:ext cx="1074600" cy="1074600"/>
            </a:xfrm>
            <a:prstGeom prst="ellipse">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13" name="Google Shape;5013;p72"/>
            <p:cNvSpPr/>
            <p:nvPr/>
          </p:nvSpPr>
          <p:spPr>
            <a:xfrm>
              <a:off x="6942425" y="1574025"/>
              <a:ext cx="852300" cy="852300"/>
            </a:xfrm>
            <a:prstGeom prst="ellipse">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014" name="Google Shape;5014;p72"/>
          <p:cNvGrpSpPr/>
          <p:nvPr/>
        </p:nvGrpSpPr>
        <p:grpSpPr>
          <a:xfrm>
            <a:off x="716989" y="3531368"/>
            <a:ext cx="1340789" cy="640830"/>
            <a:chOff x="238125" y="1151100"/>
            <a:chExt cx="7139450" cy="3412300"/>
          </a:xfrm>
        </p:grpSpPr>
        <p:sp>
          <p:nvSpPr>
            <p:cNvPr id="5015" name="Google Shape;5015;p72"/>
            <p:cNvSpPr/>
            <p:nvPr/>
          </p:nvSpPr>
          <p:spPr>
            <a:xfrm>
              <a:off x="3468350" y="4223875"/>
              <a:ext cx="679000" cy="339525"/>
            </a:xfrm>
            <a:custGeom>
              <a:avLst/>
              <a:gdLst/>
              <a:ahLst/>
              <a:cxnLst/>
              <a:rect l="l" t="t" r="r" b="b"/>
              <a:pathLst>
                <a:path w="27160" h="13581" extrusionOk="0">
                  <a:moveTo>
                    <a:pt x="13580" y="1"/>
                  </a:moveTo>
                  <a:cubicBezTo>
                    <a:pt x="6083" y="1"/>
                    <a:pt x="0" y="6077"/>
                    <a:pt x="0" y="13580"/>
                  </a:cubicBezTo>
                  <a:lnTo>
                    <a:pt x="27159" y="13580"/>
                  </a:lnTo>
                  <a:cubicBezTo>
                    <a:pt x="27159" y="6077"/>
                    <a:pt x="21083" y="1"/>
                    <a:pt x="13580"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16" name="Google Shape;5016;p72"/>
            <p:cNvSpPr/>
            <p:nvPr/>
          </p:nvSpPr>
          <p:spPr>
            <a:xfrm>
              <a:off x="3730250" y="3276125"/>
              <a:ext cx="147275" cy="956575"/>
            </a:xfrm>
            <a:custGeom>
              <a:avLst/>
              <a:gdLst/>
              <a:ahLst/>
              <a:cxnLst/>
              <a:rect l="l" t="t" r="r" b="b"/>
              <a:pathLst>
                <a:path w="5891" h="38263" extrusionOk="0">
                  <a:moveTo>
                    <a:pt x="3276" y="0"/>
                  </a:moveTo>
                  <a:lnTo>
                    <a:pt x="0" y="38263"/>
                  </a:lnTo>
                  <a:lnTo>
                    <a:pt x="5890" y="38194"/>
                  </a:lnTo>
                  <a:lnTo>
                    <a:pt x="3276"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17" name="Google Shape;5017;p72"/>
            <p:cNvSpPr/>
            <p:nvPr/>
          </p:nvSpPr>
          <p:spPr>
            <a:xfrm>
              <a:off x="3796275" y="3875600"/>
              <a:ext cx="839350" cy="630550"/>
            </a:xfrm>
            <a:custGeom>
              <a:avLst/>
              <a:gdLst/>
              <a:ahLst/>
              <a:cxnLst/>
              <a:rect l="l" t="t" r="r" b="b"/>
              <a:pathLst>
                <a:path w="33574" h="25222" extrusionOk="0">
                  <a:moveTo>
                    <a:pt x="32291" y="1"/>
                  </a:moveTo>
                  <a:lnTo>
                    <a:pt x="1" y="23463"/>
                  </a:lnTo>
                  <a:lnTo>
                    <a:pt x="1277" y="25222"/>
                  </a:lnTo>
                  <a:lnTo>
                    <a:pt x="33574" y="1759"/>
                  </a:lnTo>
                  <a:lnTo>
                    <a:pt x="32291"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18" name="Google Shape;5018;p72"/>
            <p:cNvSpPr/>
            <p:nvPr/>
          </p:nvSpPr>
          <p:spPr>
            <a:xfrm>
              <a:off x="6240475" y="3130600"/>
              <a:ext cx="1137100" cy="1432800"/>
            </a:xfrm>
            <a:custGeom>
              <a:avLst/>
              <a:gdLst/>
              <a:ahLst/>
              <a:cxnLst/>
              <a:rect l="l" t="t" r="r" b="b"/>
              <a:pathLst>
                <a:path w="45484" h="57312" extrusionOk="0">
                  <a:moveTo>
                    <a:pt x="30704" y="0"/>
                  </a:moveTo>
                  <a:lnTo>
                    <a:pt x="0" y="13745"/>
                  </a:lnTo>
                  <a:cubicBezTo>
                    <a:pt x="6979" y="27270"/>
                    <a:pt x="11042" y="42111"/>
                    <a:pt x="11917" y="57311"/>
                  </a:cubicBezTo>
                  <a:lnTo>
                    <a:pt x="45484" y="57311"/>
                  </a:lnTo>
                  <a:cubicBezTo>
                    <a:pt x="44594" y="37118"/>
                    <a:pt x="39525" y="17683"/>
                    <a:pt x="30704"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19" name="Google Shape;5019;p72"/>
            <p:cNvSpPr/>
            <p:nvPr/>
          </p:nvSpPr>
          <p:spPr>
            <a:xfrm>
              <a:off x="5243900" y="1696775"/>
              <a:ext cx="1764175" cy="1777475"/>
            </a:xfrm>
            <a:custGeom>
              <a:avLst/>
              <a:gdLst/>
              <a:ahLst/>
              <a:cxnLst/>
              <a:rect l="l" t="t" r="r" b="b"/>
              <a:pathLst>
                <a:path w="70567" h="71099" extrusionOk="0">
                  <a:moveTo>
                    <a:pt x="18573" y="1"/>
                  </a:moveTo>
                  <a:lnTo>
                    <a:pt x="0" y="28008"/>
                  </a:lnTo>
                  <a:cubicBezTo>
                    <a:pt x="16938" y="38505"/>
                    <a:pt x="30711" y="53395"/>
                    <a:pt x="39863" y="71098"/>
                  </a:cubicBezTo>
                  <a:lnTo>
                    <a:pt x="70567" y="57353"/>
                  </a:lnTo>
                  <a:cubicBezTo>
                    <a:pt x="63753" y="43719"/>
                    <a:pt x="54712" y="31125"/>
                    <a:pt x="43629" y="20042"/>
                  </a:cubicBezTo>
                  <a:cubicBezTo>
                    <a:pt x="36049" y="12449"/>
                    <a:pt x="27642" y="5725"/>
                    <a:pt x="1857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20" name="Google Shape;5020;p72"/>
            <p:cNvSpPr/>
            <p:nvPr/>
          </p:nvSpPr>
          <p:spPr>
            <a:xfrm>
              <a:off x="3812150" y="1151100"/>
              <a:ext cx="1896075" cy="1245900"/>
            </a:xfrm>
            <a:custGeom>
              <a:avLst/>
              <a:gdLst/>
              <a:ahLst/>
              <a:cxnLst/>
              <a:rect l="l" t="t" r="r" b="b"/>
              <a:pathLst>
                <a:path w="75843" h="49836" extrusionOk="0">
                  <a:moveTo>
                    <a:pt x="0" y="0"/>
                  </a:moveTo>
                  <a:lnTo>
                    <a:pt x="0" y="33518"/>
                  </a:lnTo>
                  <a:cubicBezTo>
                    <a:pt x="20987" y="33552"/>
                    <a:pt x="40615" y="39518"/>
                    <a:pt x="57270" y="49835"/>
                  </a:cubicBezTo>
                  <a:lnTo>
                    <a:pt x="75843" y="21828"/>
                  </a:lnTo>
                  <a:cubicBezTo>
                    <a:pt x="53339" y="7641"/>
                    <a:pt x="27256" y="28"/>
                    <a:pt x="0"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21" name="Google Shape;5021;p72"/>
            <p:cNvSpPr/>
            <p:nvPr/>
          </p:nvSpPr>
          <p:spPr>
            <a:xfrm>
              <a:off x="1910550" y="1151100"/>
              <a:ext cx="1901625" cy="1244175"/>
            </a:xfrm>
            <a:custGeom>
              <a:avLst/>
              <a:gdLst/>
              <a:ahLst/>
              <a:cxnLst/>
              <a:rect l="l" t="t" r="r" b="b"/>
              <a:pathLst>
                <a:path w="76065" h="49767" extrusionOk="0">
                  <a:moveTo>
                    <a:pt x="75892" y="0"/>
                  </a:moveTo>
                  <a:cubicBezTo>
                    <a:pt x="48629" y="0"/>
                    <a:pt x="22525" y="7579"/>
                    <a:pt x="1" y="21745"/>
                  </a:cubicBezTo>
                  <a:lnTo>
                    <a:pt x="18574" y="49766"/>
                  </a:lnTo>
                  <a:cubicBezTo>
                    <a:pt x="35250" y="39463"/>
                    <a:pt x="54898" y="33518"/>
                    <a:pt x="75892" y="33518"/>
                  </a:cubicBezTo>
                  <a:lnTo>
                    <a:pt x="76064" y="33518"/>
                  </a:lnTo>
                  <a:lnTo>
                    <a:pt x="76064"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22" name="Google Shape;5022;p72"/>
            <p:cNvSpPr/>
            <p:nvPr/>
          </p:nvSpPr>
          <p:spPr>
            <a:xfrm>
              <a:off x="608475" y="1694725"/>
              <a:ext cx="1766425" cy="1778150"/>
            </a:xfrm>
            <a:custGeom>
              <a:avLst/>
              <a:gdLst/>
              <a:ahLst/>
              <a:cxnLst/>
              <a:rect l="l" t="t" r="r" b="b"/>
              <a:pathLst>
                <a:path w="70657" h="71126" extrusionOk="0">
                  <a:moveTo>
                    <a:pt x="52084" y="0"/>
                  </a:moveTo>
                  <a:cubicBezTo>
                    <a:pt x="42959" y="5745"/>
                    <a:pt x="34518" y="12490"/>
                    <a:pt x="26904" y="20124"/>
                  </a:cubicBezTo>
                  <a:cubicBezTo>
                    <a:pt x="15828" y="31194"/>
                    <a:pt x="6800" y="43759"/>
                    <a:pt x="0" y="57373"/>
                  </a:cubicBezTo>
                  <a:lnTo>
                    <a:pt x="30704" y="71125"/>
                  </a:lnTo>
                  <a:cubicBezTo>
                    <a:pt x="39870" y="53401"/>
                    <a:pt x="53677" y="38504"/>
                    <a:pt x="70657" y="28021"/>
                  </a:cubicBezTo>
                  <a:lnTo>
                    <a:pt x="52084"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23" name="Google Shape;5023;p72"/>
            <p:cNvSpPr/>
            <p:nvPr/>
          </p:nvSpPr>
          <p:spPr>
            <a:xfrm>
              <a:off x="238125" y="3129050"/>
              <a:ext cx="1137975" cy="1434175"/>
            </a:xfrm>
            <a:custGeom>
              <a:avLst/>
              <a:gdLst/>
              <a:ahLst/>
              <a:cxnLst/>
              <a:rect l="l" t="t" r="r" b="b"/>
              <a:pathLst>
                <a:path w="45519" h="57367" extrusionOk="0">
                  <a:moveTo>
                    <a:pt x="14814" y="0"/>
                  </a:moveTo>
                  <a:cubicBezTo>
                    <a:pt x="5966" y="17697"/>
                    <a:pt x="890" y="37152"/>
                    <a:pt x="0" y="57366"/>
                  </a:cubicBezTo>
                  <a:lnTo>
                    <a:pt x="33566" y="57366"/>
                  </a:lnTo>
                  <a:cubicBezTo>
                    <a:pt x="34442" y="42152"/>
                    <a:pt x="38511" y="27283"/>
                    <a:pt x="45518" y="13745"/>
                  </a:cubicBezTo>
                  <a:lnTo>
                    <a:pt x="14814" y="0"/>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24" name="Google Shape;5024;p72"/>
            <p:cNvSpPr/>
            <p:nvPr/>
          </p:nvSpPr>
          <p:spPr>
            <a:xfrm>
              <a:off x="1924656" y="1941325"/>
              <a:ext cx="3773110" cy="1646329"/>
            </a:xfrm>
            <a:custGeom>
              <a:avLst/>
              <a:gdLst/>
              <a:ahLst/>
              <a:cxnLst/>
              <a:rect l="l" t="t" r="r" b="b"/>
              <a:pathLst>
                <a:path w="148183" h="64657" extrusionOk="0">
                  <a:moveTo>
                    <a:pt x="74043" y="1"/>
                  </a:moveTo>
                  <a:cubicBezTo>
                    <a:pt x="45518" y="1"/>
                    <a:pt x="19504" y="10966"/>
                    <a:pt x="0" y="28932"/>
                  </a:cubicBezTo>
                  <a:lnTo>
                    <a:pt x="35732" y="64657"/>
                  </a:lnTo>
                  <a:cubicBezTo>
                    <a:pt x="45553" y="54774"/>
                    <a:pt x="59167" y="48663"/>
                    <a:pt x="74208" y="48663"/>
                  </a:cubicBezTo>
                  <a:cubicBezTo>
                    <a:pt x="89215" y="48663"/>
                    <a:pt x="102788" y="54739"/>
                    <a:pt x="112623" y="64567"/>
                  </a:cubicBezTo>
                  <a:lnTo>
                    <a:pt x="148182" y="29008"/>
                  </a:lnTo>
                  <a:cubicBezTo>
                    <a:pt x="128671" y="11008"/>
                    <a:pt x="102623" y="1"/>
                    <a:pt x="74043"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25" name="Google Shape;5025;p72"/>
            <p:cNvSpPr/>
            <p:nvPr/>
          </p:nvSpPr>
          <p:spPr>
            <a:xfrm>
              <a:off x="1028863" y="2678027"/>
              <a:ext cx="1805597" cy="1885320"/>
            </a:xfrm>
            <a:custGeom>
              <a:avLst/>
              <a:gdLst/>
              <a:ahLst/>
              <a:cxnLst/>
              <a:rect l="l" t="t" r="r" b="b"/>
              <a:pathLst>
                <a:path w="70912" h="74043" extrusionOk="0">
                  <a:moveTo>
                    <a:pt x="35180" y="0"/>
                  </a:moveTo>
                  <a:cubicBezTo>
                    <a:pt x="14925" y="18642"/>
                    <a:pt x="1697" y="44814"/>
                    <a:pt x="0" y="74042"/>
                  </a:cubicBezTo>
                  <a:lnTo>
                    <a:pt x="55077" y="74042"/>
                  </a:lnTo>
                  <a:cubicBezTo>
                    <a:pt x="55077" y="59084"/>
                    <a:pt x="61118" y="45545"/>
                    <a:pt x="70912" y="35725"/>
                  </a:cubicBezTo>
                  <a:lnTo>
                    <a:pt x="35180" y="0"/>
                  </a:ln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26" name="Google Shape;5026;p72"/>
            <p:cNvSpPr/>
            <p:nvPr/>
          </p:nvSpPr>
          <p:spPr>
            <a:xfrm>
              <a:off x="4792190" y="2679937"/>
              <a:ext cx="1798951" cy="1883410"/>
            </a:xfrm>
            <a:custGeom>
              <a:avLst/>
              <a:gdLst/>
              <a:ahLst/>
              <a:cxnLst/>
              <a:rect l="l" t="t" r="r" b="b"/>
              <a:pathLst>
                <a:path w="70651" h="73968" extrusionOk="0">
                  <a:moveTo>
                    <a:pt x="35567" y="1"/>
                  </a:moveTo>
                  <a:lnTo>
                    <a:pt x="1" y="35560"/>
                  </a:lnTo>
                  <a:cubicBezTo>
                    <a:pt x="9836" y="45388"/>
                    <a:pt x="15912" y="58967"/>
                    <a:pt x="15912" y="73967"/>
                  </a:cubicBezTo>
                  <a:lnTo>
                    <a:pt x="70650" y="73967"/>
                  </a:lnTo>
                  <a:cubicBezTo>
                    <a:pt x="68954" y="44795"/>
                    <a:pt x="55767" y="18643"/>
                    <a:pt x="35567"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027" name="Google Shape;5027;p72"/>
          <p:cNvGrpSpPr/>
          <p:nvPr/>
        </p:nvGrpSpPr>
        <p:grpSpPr>
          <a:xfrm>
            <a:off x="5584212" y="2734649"/>
            <a:ext cx="985357" cy="585764"/>
            <a:chOff x="5145061" y="2881789"/>
            <a:chExt cx="1107641" cy="658458"/>
          </a:xfrm>
        </p:grpSpPr>
        <p:grpSp>
          <p:nvGrpSpPr>
            <p:cNvPr id="5028" name="Google Shape;5028;p72"/>
            <p:cNvGrpSpPr/>
            <p:nvPr/>
          </p:nvGrpSpPr>
          <p:grpSpPr>
            <a:xfrm>
              <a:off x="5722989" y="3244587"/>
              <a:ext cx="529713" cy="295659"/>
              <a:chOff x="5722989" y="3244587"/>
              <a:chExt cx="529713" cy="295659"/>
            </a:xfrm>
          </p:grpSpPr>
          <p:sp>
            <p:nvSpPr>
              <p:cNvPr id="5029" name="Google Shape;5029;p72"/>
              <p:cNvSpPr/>
              <p:nvPr/>
            </p:nvSpPr>
            <p:spPr>
              <a:xfrm>
                <a:off x="5722989" y="3244587"/>
                <a:ext cx="341346" cy="295659"/>
              </a:xfrm>
              <a:custGeom>
                <a:avLst/>
                <a:gdLst/>
                <a:ahLst/>
                <a:cxnLst/>
                <a:rect l="l" t="t" r="r" b="b"/>
                <a:pathLst>
                  <a:path w="2576195" h="2231390" extrusionOk="0">
                    <a:moveTo>
                      <a:pt x="1288021" y="0"/>
                    </a:moveTo>
                    <a:lnTo>
                      <a:pt x="0" y="2230932"/>
                    </a:lnTo>
                    <a:lnTo>
                      <a:pt x="2576042" y="2230932"/>
                    </a:lnTo>
                    <a:lnTo>
                      <a:pt x="1288021" y="0"/>
                    </a:lnTo>
                    <a:close/>
                  </a:path>
                </a:pathLst>
              </a:custGeom>
              <a:solidFill>
                <a:srgbClr val="869FB2"/>
              </a:solidFill>
              <a:ln>
                <a:noFill/>
              </a:ln>
            </p:spPr>
            <p:txBody>
              <a:bodyPr spcFirstLastPara="1" wrap="square" lIns="0" tIns="0" rIns="0" bIns="0" anchor="t" anchorCtr="0">
                <a:noAutofit/>
              </a:bodyPr>
              <a:lstStyle/>
              <a:p>
                <a:pPr marL="0" marR="0" lvl="0" indent="0" algn="l" rtl="0">
                  <a:spcBef>
                    <a:spcPts val="0"/>
                  </a:spcBef>
                  <a:spcAft>
                    <a:spcPts val="0"/>
                  </a:spcAft>
                  <a:buNone/>
                </a:pPr>
                <a:endParaRPr sz="900"/>
              </a:p>
            </p:txBody>
          </p:sp>
          <p:sp>
            <p:nvSpPr>
              <p:cNvPr id="5030" name="Google Shape;5030;p72"/>
              <p:cNvSpPr/>
              <p:nvPr/>
            </p:nvSpPr>
            <p:spPr>
              <a:xfrm>
                <a:off x="6035543" y="3298113"/>
                <a:ext cx="217159" cy="224928"/>
              </a:xfrm>
              <a:custGeom>
                <a:avLst/>
                <a:gdLst/>
                <a:ahLst/>
                <a:cxnLst/>
                <a:rect l="l" t="t" r="r" b="b"/>
                <a:pathLst>
                  <a:path w="1638934" h="2306954" extrusionOk="0">
                    <a:moveTo>
                      <a:pt x="1638680" y="0"/>
                    </a:moveTo>
                    <a:lnTo>
                      <a:pt x="697255" y="0"/>
                    </a:lnTo>
                    <a:lnTo>
                      <a:pt x="697255" y="2306535"/>
                    </a:lnTo>
                    <a:lnTo>
                      <a:pt x="0" y="2306535"/>
                    </a:lnTo>
                  </a:path>
                </a:pathLst>
              </a:custGeom>
              <a:noFill/>
              <a:ln w="28575" cap="flat" cmpd="sng">
                <a:solidFill>
                  <a:srgbClr val="869FB2"/>
                </a:solidFill>
                <a:prstDash val="solid"/>
                <a:round/>
                <a:headEnd type="none" w="sm" len="sm"/>
                <a:tailEnd type="none" w="sm" len="sm"/>
              </a:ln>
            </p:spPr>
            <p:txBody>
              <a:bodyPr spcFirstLastPara="1" wrap="square" lIns="0" tIns="0" rIns="0" bIns="0" anchor="t" anchorCtr="0">
                <a:noAutofit/>
              </a:bodyPr>
              <a:lstStyle/>
              <a:p>
                <a:pPr marL="0" marR="0" lvl="0" indent="0" algn="l" rtl="0">
                  <a:spcBef>
                    <a:spcPts val="0"/>
                  </a:spcBef>
                  <a:spcAft>
                    <a:spcPts val="0"/>
                  </a:spcAft>
                  <a:buNone/>
                </a:pPr>
                <a:endParaRPr sz="900"/>
              </a:p>
            </p:txBody>
          </p:sp>
        </p:grpSp>
        <p:grpSp>
          <p:nvGrpSpPr>
            <p:cNvPr id="5031" name="Google Shape;5031;p72"/>
            <p:cNvGrpSpPr/>
            <p:nvPr/>
          </p:nvGrpSpPr>
          <p:grpSpPr>
            <a:xfrm>
              <a:off x="5145061" y="3244587"/>
              <a:ext cx="536807" cy="295659"/>
              <a:chOff x="5145061" y="3244587"/>
              <a:chExt cx="536807" cy="295659"/>
            </a:xfrm>
          </p:grpSpPr>
          <p:sp>
            <p:nvSpPr>
              <p:cNvPr id="5032" name="Google Shape;5032;p72"/>
              <p:cNvSpPr/>
              <p:nvPr/>
            </p:nvSpPr>
            <p:spPr>
              <a:xfrm>
                <a:off x="5340522" y="3244587"/>
                <a:ext cx="341346" cy="295659"/>
              </a:xfrm>
              <a:custGeom>
                <a:avLst/>
                <a:gdLst/>
                <a:ahLst/>
                <a:cxnLst/>
                <a:rect l="l" t="t" r="r" b="b"/>
                <a:pathLst>
                  <a:path w="2576195" h="2231390" extrusionOk="0">
                    <a:moveTo>
                      <a:pt x="1288034" y="0"/>
                    </a:moveTo>
                    <a:lnTo>
                      <a:pt x="0" y="2230920"/>
                    </a:lnTo>
                    <a:lnTo>
                      <a:pt x="2576055" y="2230920"/>
                    </a:lnTo>
                    <a:lnTo>
                      <a:pt x="1288034" y="0"/>
                    </a:lnTo>
                    <a:close/>
                  </a:path>
                </a:pathLst>
              </a:custGeom>
              <a:solidFill>
                <a:srgbClr val="5F7D95"/>
              </a:solidFill>
              <a:ln>
                <a:noFill/>
              </a:ln>
            </p:spPr>
            <p:txBody>
              <a:bodyPr spcFirstLastPara="1" wrap="square" lIns="0" tIns="0" rIns="0" bIns="0" anchor="t" anchorCtr="0">
                <a:noAutofit/>
              </a:bodyPr>
              <a:lstStyle/>
              <a:p>
                <a:pPr marL="0" marR="0" lvl="0" indent="0" algn="l" rtl="0">
                  <a:spcBef>
                    <a:spcPts val="0"/>
                  </a:spcBef>
                  <a:spcAft>
                    <a:spcPts val="0"/>
                  </a:spcAft>
                  <a:buNone/>
                </a:pPr>
                <a:endParaRPr sz="900"/>
              </a:p>
            </p:txBody>
          </p:sp>
          <p:sp>
            <p:nvSpPr>
              <p:cNvPr id="5033" name="Google Shape;5033;p72"/>
              <p:cNvSpPr/>
              <p:nvPr/>
            </p:nvSpPr>
            <p:spPr>
              <a:xfrm flipH="1">
                <a:off x="5145061" y="3298599"/>
                <a:ext cx="217159" cy="224928"/>
              </a:xfrm>
              <a:custGeom>
                <a:avLst/>
                <a:gdLst/>
                <a:ahLst/>
                <a:cxnLst/>
                <a:rect l="l" t="t" r="r" b="b"/>
                <a:pathLst>
                  <a:path w="1638934" h="2306954" extrusionOk="0">
                    <a:moveTo>
                      <a:pt x="1638680" y="0"/>
                    </a:moveTo>
                    <a:lnTo>
                      <a:pt x="697255" y="0"/>
                    </a:lnTo>
                    <a:lnTo>
                      <a:pt x="697255" y="2306535"/>
                    </a:lnTo>
                    <a:lnTo>
                      <a:pt x="0" y="2306535"/>
                    </a:lnTo>
                  </a:path>
                </a:pathLst>
              </a:custGeom>
              <a:noFill/>
              <a:ln w="28575" cap="flat" cmpd="sng">
                <a:solidFill>
                  <a:srgbClr val="5F7D95"/>
                </a:solidFill>
                <a:prstDash val="solid"/>
                <a:round/>
                <a:headEnd type="none" w="sm" len="sm"/>
                <a:tailEnd type="none" w="sm" len="sm"/>
              </a:ln>
            </p:spPr>
            <p:txBody>
              <a:bodyPr spcFirstLastPara="1" wrap="square" lIns="0" tIns="0" rIns="0" bIns="0" anchor="t" anchorCtr="0">
                <a:noAutofit/>
              </a:bodyPr>
              <a:lstStyle/>
              <a:p>
                <a:pPr marL="0" marR="0" lvl="0" indent="0" algn="l" rtl="0">
                  <a:spcBef>
                    <a:spcPts val="0"/>
                  </a:spcBef>
                  <a:spcAft>
                    <a:spcPts val="0"/>
                  </a:spcAft>
                  <a:buNone/>
                </a:pPr>
                <a:endParaRPr sz="900"/>
              </a:p>
            </p:txBody>
          </p:sp>
        </p:grpSp>
        <p:grpSp>
          <p:nvGrpSpPr>
            <p:cNvPr id="5034" name="Google Shape;5034;p72"/>
            <p:cNvGrpSpPr/>
            <p:nvPr/>
          </p:nvGrpSpPr>
          <p:grpSpPr>
            <a:xfrm>
              <a:off x="5341327" y="2898245"/>
              <a:ext cx="532309" cy="614891"/>
              <a:chOff x="5341327" y="2898245"/>
              <a:chExt cx="532309" cy="614891"/>
            </a:xfrm>
          </p:grpSpPr>
          <p:sp>
            <p:nvSpPr>
              <p:cNvPr id="5035" name="Google Shape;5035;p72"/>
              <p:cNvSpPr/>
              <p:nvPr/>
            </p:nvSpPr>
            <p:spPr>
              <a:xfrm>
                <a:off x="5532290" y="3217476"/>
                <a:ext cx="341346" cy="295659"/>
              </a:xfrm>
              <a:custGeom>
                <a:avLst/>
                <a:gdLst/>
                <a:ahLst/>
                <a:cxnLst/>
                <a:rect l="l" t="t" r="r" b="b"/>
                <a:pathLst>
                  <a:path w="2576195" h="2231390" extrusionOk="0">
                    <a:moveTo>
                      <a:pt x="2576042" y="0"/>
                    </a:moveTo>
                    <a:lnTo>
                      <a:pt x="0" y="0"/>
                    </a:lnTo>
                    <a:lnTo>
                      <a:pt x="1288021" y="2230920"/>
                    </a:lnTo>
                    <a:lnTo>
                      <a:pt x="2576042" y="0"/>
                    </a:lnTo>
                    <a:close/>
                  </a:path>
                </a:pathLst>
              </a:custGeom>
              <a:solidFill>
                <a:srgbClr val="E3E9ED"/>
              </a:solidFill>
              <a:ln>
                <a:noFill/>
              </a:ln>
            </p:spPr>
            <p:txBody>
              <a:bodyPr spcFirstLastPara="1" wrap="square" lIns="0" tIns="0" rIns="0" bIns="0" anchor="t" anchorCtr="0">
                <a:noAutofit/>
              </a:bodyPr>
              <a:lstStyle/>
              <a:p>
                <a:pPr marL="0" marR="0" lvl="0" indent="0" algn="l" rtl="0">
                  <a:spcBef>
                    <a:spcPts val="0"/>
                  </a:spcBef>
                  <a:spcAft>
                    <a:spcPts val="0"/>
                  </a:spcAft>
                  <a:buNone/>
                </a:pPr>
                <a:endParaRPr sz="900"/>
              </a:p>
            </p:txBody>
          </p:sp>
          <p:sp>
            <p:nvSpPr>
              <p:cNvPr id="5036" name="Google Shape;5036;p72"/>
              <p:cNvSpPr/>
              <p:nvPr/>
            </p:nvSpPr>
            <p:spPr>
              <a:xfrm flipH="1">
                <a:off x="5341327" y="2898245"/>
                <a:ext cx="217159" cy="334508"/>
              </a:xfrm>
              <a:custGeom>
                <a:avLst/>
                <a:gdLst/>
                <a:ahLst/>
                <a:cxnLst/>
                <a:rect l="l" t="t" r="r" b="b"/>
                <a:pathLst>
                  <a:path w="1638934" h="2306954" extrusionOk="0">
                    <a:moveTo>
                      <a:pt x="1638680" y="0"/>
                    </a:moveTo>
                    <a:lnTo>
                      <a:pt x="697255" y="0"/>
                    </a:lnTo>
                    <a:lnTo>
                      <a:pt x="697255" y="2306535"/>
                    </a:lnTo>
                    <a:lnTo>
                      <a:pt x="0" y="2306535"/>
                    </a:lnTo>
                  </a:path>
                </a:pathLst>
              </a:custGeom>
              <a:noFill/>
              <a:ln w="28575" cap="flat" cmpd="sng">
                <a:solidFill>
                  <a:srgbClr val="E3E9ED"/>
                </a:solidFill>
                <a:prstDash val="solid"/>
                <a:round/>
                <a:headEnd type="none" w="sm" len="sm"/>
                <a:tailEnd type="none" w="sm" len="sm"/>
              </a:ln>
            </p:spPr>
            <p:txBody>
              <a:bodyPr spcFirstLastPara="1" wrap="square" lIns="0" tIns="0" rIns="0" bIns="0" anchor="t" anchorCtr="0">
                <a:noAutofit/>
              </a:bodyPr>
              <a:lstStyle/>
              <a:p>
                <a:pPr marL="0" marR="0" lvl="0" indent="0" algn="l" rtl="0">
                  <a:spcBef>
                    <a:spcPts val="0"/>
                  </a:spcBef>
                  <a:spcAft>
                    <a:spcPts val="0"/>
                  </a:spcAft>
                  <a:buNone/>
                </a:pPr>
                <a:endParaRPr sz="900"/>
              </a:p>
            </p:txBody>
          </p:sp>
        </p:grpSp>
        <p:grpSp>
          <p:nvGrpSpPr>
            <p:cNvPr id="5037" name="Google Shape;5037;p72"/>
            <p:cNvGrpSpPr/>
            <p:nvPr/>
          </p:nvGrpSpPr>
          <p:grpSpPr>
            <a:xfrm>
              <a:off x="5532290" y="2881789"/>
              <a:ext cx="620516" cy="305456"/>
              <a:chOff x="5532290" y="2881789"/>
              <a:chExt cx="620516" cy="305456"/>
            </a:xfrm>
          </p:grpSpPr>
          <p:sp>
            <p:nvSpPr>
              <p:cNvPr id="5038" name="Google Shape;5038;p72"/>
              <p:cNvSpPr/>
              <p:nvPr/>
            </p:nvSpPr>
            <p:spPr>
              <a:xfrm>
                <a:off x="5532290" y="2891586"/>
                <a:ext cx="341346" cy="295659"/>
              </a:xfrm>
              <a:custGeom>
                <a:avLst/>
                <a:gdLst/>
                <a:ahLst/>
                <a:cxnLst/>
                <a:rect l="l" t="t" r="r" b="b"/>
                <a:pathLst>
                  <a:path w="2576195" h="2231390" extrusionOk="0">
                    <a:moveTo>
                      <a:pt x="1288021" y="0"/>
                    </a:moveTo>
                    <a:lnTo>
                      <a:pt x="0" y="2230920"/>
                    </a:lnTo>
                    <a:lnTo>
                      <a:pt x="2576042" y="2230920"/>
                    </a:lnTo>
                    <a:lnTo>
                      <a:pt x="1288021" y="0"/>
                    </a:lnTo>
                    <a:close/>
                  </a:path>
                </a:pathLst>
              </a:custGeom>
              <a:solidFill>
                <a:srgbClr val="435D74"/>
              </a:solidFill>
              <a:ln>
                <a:noFill/>
              </a:ln>
            </p:spPr>
            <p:txBody>
              <a:bodyPr spcFirstLastPara="1" wrap="square" lIns="0" tIns="0" rIns="0" bIns="0" anchor="t" anchorCtr="0">
                <a:noAutofit/>
              </a:bodyPr>
              <a:lstStyle/>
              <a:p>
                <a:pPr marL="0" marR="0" lvl="0" indent="0" algn="l" rtl="0">
                  <a:spcBef>
                    <a:spcPts val="0"/>
                  </a:spcBef>
                  <a:spcAft>
                    <a:spcPts val="0"/>
                  </a:spcAft>
                  <a:buNone/>
                </a:pPr>
                <a:endParaRPr sz="900"/>
              </a:p>
            </p:txBody>
          </p:sp>
          <p:sp>
            <p:nvSpPr>
              <p:cNvPr id="5039" name="Google Shape;5039;p72"/>
              <p:cNvSpPr/>
              <p:nvPr/>
            </p:nvSpPr>
            <p:spPr>
              <a:xfrm>
                <a:off x="5837311" y="2881789"/>
                <a:ext cx="315495" cy="288369"/>
              </a:xfrm>
              <a:custGeom>
                <a:avLst/>
                <a:gdLst/>
                <a:ahLst/>
                <a:cxnLst/>
                <a:rect l="l" t="t" r="r" b="b"/>
                <a:pathLst>
                  <a:path w="1638934" h="2306954" extrusionOk="0">
                    <a:moveTo>
                      <a:pt x="1638680" y="0"/>
                    </a:moveTo>
                    <a:lnTo>
                      <a:pt x="697255" y="0"/>
                    </a:lnTo>
                    <a:lnTo>
                      <a:pt x="697255" y="2306535"/>
                    </a:lnTo>
                    <a:lnTo>
                      <a:pt x="0" y="2306535"/>
                    </a:lnTo>
                  </a:path>
                </a:pathLst>
              </a:custGeom>
              <a:noFill/>
              <a:ln w="28575" cap="flat" cmpd="sng">
                <a:solidFill>
                  <a:srgbClr val="435D74"/>
                </a:solidFill>
                <a:prstDash val="solid"/>
                <a:round/>
                <a:headEnd type="none" w="sm" len="sm"/>
                <a:tailEnd type="none" w="sm" len="sm"/>
              </a:ln>
            </p:spPr>
            <p:txBody>
              <a:bodyPr spcFirstLastPara="1" wrap="square" lIns="0" tIns="0" rIns="0" bIns="0" anchor="t" anchorCtr="0">
                <a:noAutofit/>
              </a:bodyPr>
              <a:lstStyle/>
              <a:p>
                <a:pPr marL="0" marR="0" lvl="0" indent="0" algn="l" rtl="0">
                  <a:spcBef>
                    <a:spcPts val="0"/>
                  </a:spcBef>
                  <a:spcAft>
                    <a:spcPts val="0"/>
                  </a:spcAft>
                  <a:buNone/>
                </a:pPr>
                <a:endParaRPr sz="900"/>
              </a:p>
            </p:txBody>
          </p:sp>
        </p:grpSp>
      </p:grpSp>
      <p:grpSp>
        <p:nvGrpSpPr>
          <p:cNvPr id="5040" name="Google Shape;5040;p72"/>
          <p:cNvGrpSpPr/>
          <p:nvPr/>
        </p:nvGrpSpPr>
        <p:grpSpPr>
          <a:xfrm>
            <a:off x="8163135" y="3526707"/>
            <a:ext cx="269068" cy="645491"/>
            <a:chOff x="7026852" y="3311869"/>
            <a:chExt cx="434331" cy="1041954"/>
          </a:xfrm>
        </p:grpSpPr>
        <p:sp>
          <p:nvSpPr>
            <p:cNvPr id="5041" name="Google Shape;5041;p72"/>
            <p:cNvSpPr/>
            <p:nvPr/>
          </p:nvSpPr>
          <p:spPr>
            <a:xfrm>
              <a:off x="7026852" y="3311869"/>
              <a:ext cx="434331" cy="847405"/>
            </a:xfrm>
            <a:custGeom>
              <a:avLst/>
              <a:gdLst/>
              <a:ahLst/>
              <a:cxnLst/>
              <a:rect l="l" t="t" r="r" b="b"/>
              <a:pathLst>
                <a:path w="16734" h="32649" extrusionOk="0">
                  <a:moveTo>
                    <a:pt x="8369" y="0"/>
                  </a:moveTo>
                  <a:cubicBezTo>
                    <a:pt x="3747" y="0"/>
                    <a:pt x="1" y="3747"/>
                    <a:pt x="1" y="8366"/>
                  </a:cubicBezTo>
                  <a:lnTo>
                    <a:pt x="1" y="32649"/>
                  </a:lnTo>
                  <a:lnTo>
                    <a:pt x="16734" y="32649"/>
                  </a:lnTo>
                  <a:lnTo>
                    <a:pt x="16734" y="8366"/>
                  </a:lnTo>
                  <a:cubicBezTo>
                    <a:pt x="16734" y="3744"/>
                    <a:pt x="12987" y="0"/>
                    <a:pt x="8369"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42" name="Google Shape;5042;p72"/>
            <p:cNvSpPr/>
            <p:nvPr/>
          </p:nvSpPr>
          <p:spPr>
            <a:xfrm>
              <a:off x="7082395" y="3359392"/>
              <a:ext cx="323321" cy="323321"/>
            </a:xfrm>
            <a:custGeom>
              <a:avLst/>
              <a:gdLst/>
              <a:ahLst/>
              <a:cxnLst/>
              <a:rect l="l" t="t" r="r" b="b"/>
              <a:pathLst>
                <a:path w="12457" h="12457" extrusionOk="0">
                  <a:moveTo>
                    <a:pt x="6229" y="1"/>
                  </a:moveTo>
                  <a:cubicBezTo>
                    <a:pt x="2788" y="1"/>
                    <a:pt x="1" y="2788"/>
                    <a:pt x="1" y="6229"/>
                  </a:cubicBezTo>
                  <a:cubicBezTo>
                    <a:pt x="1" y="9670"/>
                    <a:pt x="2788" y="12457"/>
                    <a:pt x="6229" y="12457"/>
                  </a:cubicBezTo>
                  <a:cubicBezTo>
                    <a:pt x="9666" y="12457"/>
                    <a:pt x="12457" y="9670"/>
                    <a:pt x="12457" y="6229"/>
                  </a:cubicBezTo>
                  <a:cubicBezTo>
                    <a:pt x="12457" y="2788"/>
                    <a:pt x="9666" y="1"/>
                    <a:pt x="6229"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43" name="Google Shape;5043;p72"/>
            <p:cNvSpPr/>
            <p:nvPr/>
          </p:nvSpPr>
          <p:spPr>
            <a:xfrm>
              <a:off x="7026852" y="4159239"/>
              <a:ext cx="434331" cy="194585"/>
            </a:xfrm>
            <a:custGeom>
              <a:avLst/>
              <a:gdLst/>
              <a:ahLst/>
              <a:cxnLst/>
              <a:rect l="l" t="t" r="r" b="b"/>
              <a:pathLst>
                <a:path w="16734" h="7497" extrusionOk="0">
                  <a:moveTo>
                    <a:pt x="1" y="1"/>
                  </a:moveTo>
                  <a:lnTo>
                    <a:pt x="8369" y="7496"/>
                  </a:lnTo>
                  <a:lnTo>
                    <a:pt x="16734"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044" name="Google Shape;5044;p72"/>
          <p:cNvGrpSpPr/>
          <p:nvPr/>
        </p:nvGrpSpPr>
        <p:grpSpPr>
          <a:xfrm>
            <a:off x="6179716" y="3565945"/>
            <a:ext cx="293882" cy="293836"/>
            <a:chOff x="4873519" y="3311869"/>
            <a:chExt cx="499374" cy="499296"/>
          </a:xfrm>
        </p:grpSpPr>
        <p:sp>
          <p:nvSpPr>
            <p:cNvPr id="5045" name="Google Shape;5045;p72"/>
            <p:cNvSpPr/>
            <p:nvPr/>
          </p:nvSpPr>
          <p:spPr>
            <a:xfrm>
              <a:off x="4873519" y="3311869"/>
              <a:ext cx="499374" cy="499296"/>
            </a:xfrm>
            <a:custGeom>
              <a:avLst/>
              <a:gdLst/>
              <a:ahLst/>
              <a:cxnLst/>
              <a:rect l="l" t="t" r="r" b="b"/>
              <a:pathLst>
                <a:path w="19240" h="19237" extrusionOk="0">
                  <a:moveTo>
                    <a:pt x="1" y="0"/>
                  </a:moveTo>
                  <a:lnTo>
                    <a:pt x="1" y="9618"/>
                  </a:lnTo>
                  <a:cubicBezTo>
                    <a:pt x="1" y="14929"/>
                    <a:pt x="4308" y="19236"/>
                    <a:pt x="9619" y="19236"/>
                  </a:cubicBezTo>
                  <a:cubicBezTo>
                    <a:pt x="14933" y="19236"/>
                    <a:pt x="19240" y="14929"/>
                    <a:pt x="19240" y="9618"/>
                  </a:cubicBezTo>
                  <a:cubicBezTo>
                    <a:pt x="19240" y="4307"/>
                    <a:pt x="14933" y="0"/>
                    <a:pt x="9619"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46" name="Google Shape;5046;p72"/>
            <p:cNvSpPr/>
            <p:nvPr/>
          </p:nvSpPr>
          <p:spPr>
            <a:xfrm>
              <a:off x="4894620" y="3329830"/>
              <a:ext cx="202112" cy="182386"/>
            </a:xfrm>
            <a:custGeom>
              <a:avLst/>
              <a:gdLst/>
              <a:ahLst/>
              <a:cxnLst/>
              <a:rect l="l" t="t" r="r" b="b"/>
              <a:pathLst>
                <a:path w="7787" h="7027" extrusionOk="0">
                  <a:moveTo>
                    <a:pt x="0" y="1"/>
                  </a:moveTo>
                  <a:lnTo>
                    <a:pt x="0" y="7026"/>
                  </a:lnTo>
                  <a:lnTo>
                    <a:pt x="7787" y="1"/>
                  </a:ln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047" name="Google Shape;5047;p72"/>
          <p:cNvGrpSpPr/>
          <p:nvPr/>
        </p:nvGrpSpPr>
        <p:grpSpPr>
          <a:xfrm>
            <a:off x="6179716" y="3878316"/>
            <a:ext cx="293882" cy="293882"/>
            <a:chOff x="4873519" y="3875839"/>
            <a:chExt cx="499374" cy="499374"/>
          </a:xfrm>
        </p:grpSpPr>
        <p:sp>
          <p:nvSpPr>
            <p:cNvPr id="5048" name="Google Shape;5048;p72"/>
            <p:cNvSpPr/>
            <p:nvPr/>
          </p:nvSpPr>
          <p:spPr>
            <a:xfrm>
              <a:off x="4873519" y="3875839"/>
              <a:ext cx="499374" cy="499374"/>
            </a:xfrm>
            <a:custGeom>
              <a:avLst/>
              <a:gdLst/>
              <a:ahLst/>
              <a:cxnLst/>
              <a:rect l="l" t="t" r="r" b="b"/>
              <a:pathLst>
                <a:path w="19240" h="19240" extrusionOk="0">
                  <a:moveTo>
                    <a:pt x="1" y="1"/>
                  </a:moveTo>
                  <a:lnTo>
                    <a:pt x="1" y="9619"/>
                  </a:lnTo>
                  <a:cubicBezTo>
                    <a:pt x="1" y="14930"/>
                    <a:pt x="4308" y="19240"/>
                    <a:pt x="9619" y="19240"/>
                  </a:cubicBezTo>
                  <a:cubicBezTo>
                    <a:pt x="14933" y="19240"/>
                    <a:pt x="19240" y="14933"/>
                    <a:pt x="19240" y="9619"/>
                  </a:cubicBezTo>
                  <a:lnTo>
                    <a:pt x="19240" y="1"/>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49" name="Google Shape;5049;p72"/>
            <p:cNvSpPr/>
            <p:nvPr/>
          </p:nvSpPr>
          <p:spPr>
            <a:xfrm>
              <a:off x="4894620" y="3893826"/>
              <a:ext cx="202112" cy="182360"/>
            </a:xfrm>
            <a:custGeom>
              <a:avLst/>
              <a:gdLst/>
              <a:ahLst/>
              <a:cxnLst/>
              <a:rect l="l" t="t" r="r" b="b"/>
              <a:pathLst>
                <a:path w="7787" h="7026" extrusionOk="0">
                  <a:moveTo>
                    <a:pt x="0" y="0"/>
                  </a:moveTo>
                  <a:lnTo>
                    <a:pt x="0" y="7026"/>
                  </a:lnTo>
                  <a:lnTo>
                    <a:pt x="7787" y="0"/>
                  </a:ln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050" name="Google Shape;5050;p72"/>
          <p:cNvGrpSpPr/>
          <p:nvPr/>
        </p:nvGrpSpPr>
        <p:grpSpPr>
          <a:xfrm>
            <a:off x="2410244" y="1850269"/>
            <a:ext cx="698104" cy="698208"/>
            <a:chOff x="2565073" y="2075876"/>
            <a:chExt cx="672482" cy="672518"/>
          </a:xfrm>
        </p:grpSpPr>
        <p:sp>
          <p:nvSpPr>
            <p:cNvPr id="5051" name="Google Shape;5051;p72"/>
            <p:cNvSpPr/>
            <p:nvPr/>
          </p:nvSpPr>
          <p:spPr>
            <a:xfrm>
              <a:off x="2642193" y="2530650"/>
              <a:ext cx="419588" cy="217743"/>
            </a:xfrm>
            <a:custGeom>
              <a:avLst/>
              <a:gdLst/>
              <a:ahLst/>
              <a:cxnLst/>
              <a:rect l="l" t="t" r="r" b="b"/>
              <a:pathLst>
                <a:path w="130611" h="67780" extrusionOk="0">
                  <a:moveTo>
                    <a:pt x="28498" y="0"/>
                  </a:moveTo>
                  <a:cubicBezTo>
                    <a:pt x="24484" y="0"/>
                    <a:pt x="20456" y="1023"/>
                    <a:pt x="16802" y="3132"/>
                  </a:cubicBezTo>
                  <a:lnTo>
                    <a:pt x="16191" y="3487"/>
                  </a:lnTo>
                  <a:cubicBezTo>
                    <a:pt x="1795" y="11796"/>
                    <a:pt x="1" y="31826"/>
                    <a:pt x="12628" y="42639"/>
                  </a:cubicBezTo>
                  <a:cubicBezTo>
                    <a:pt x="28340" y="56094"/>
                    <a:pt x="48088" y="64970"/>
                    <a:pt x="69808" y="67207"/>
                  </a:cubicBezTo>
                  <a:cubicBezTo>
                    <a:pt x="70015" y="67227"/>
                    <a:pt x="70217" y="67252"/>
                    <a:pt x="70419" y="67271"/>
                  </a:cubicBezTo>
                  <a:cubicBezTo>
                    <a:pt x="70804" y="67306"/>
                    <a:pt x="71188" y="67345"/>
                    <a:pt x="71572" y="67375"/>
                  </a:cubicBezTo>
                  <a:cubicBezTo>
                    <a:pt x="72080" y="67419"/>
                    <a:pt x="72588" y="67464"/>
                    <a:pt x="73100" y="67498"/>
                  </a:cubicBezTo>
                  <a:lnTo>
                    <a:pt x="73440" y="67523"/>
                  </a:lnTo>
                  <a:cubicBezTo>
                    <a:pt x="75877" y="67694"/>
                    <a:pt x="78323" y="67780"/>
                    <a:pt x="80773" y="67780"/>
                  </a:cubicBezTo>
                  <a:cubicBezTo>
                    <a:pt x="97672" y="67780"/>
                    <a:pt x="114788" y="63683"/>
                    <a:pt x="130611" y="55083"/>
                  </a:cubicBezTo>
                  <a:lnTo>
                    <a:pt x="106348" y="13068"/>
                  </a:lnTo>
                  <a:cubicBezTo>
                    <a:pt x="98422" y="17162"/>
                    <a:pt x="89641" y="19287"/>
                    <a:pt x="80747" y="19287"/>
                  </a:cubicBezTo>
                  <a:cubicBezTo>
                    <a:pt x="79675" y="19287"/>
                    <a:pt x="78601" y="19256"/>
                    <a:pt x="77526" y="19194"/>
                  </a:cubicBezTo>
                  <a:cubicBezTo>
                    <a:pt x="77220" y="19174"/>
                    <a:pt x="76910" y="19149"/>
                    <a:pt x="76599" y="19130"/>
                  </a:cubicBezTo>
                  <a:cubicBezTo>
                    <a:pt x="76072" y="19090"/>
                    <a:pt x="75545" y="19051"/>
                    <a:pt x="75017" y="18997"/>
                  </a:cubicBezTo>
                  <a:cubicBezTo>
                    <a:pt x="74943" y="18992"/>
                    <a:pt x="74865" y="18982"/>
                    <a:pt x="74791" y="18972"/>
                  </a:cubicBezTo>
                  <a:cubicBezTo>
                    <a:pt x="73347" y="18819"/>
                    <a:pt x="71908" y="18612"/>
                    <a:pt x="70478" y="18351"/>
                  </a:cubicBezTo>
                  <a:cubicBezTo>
                    <a:pt x="70409" y="18336"/>
                    <a:pt x="70340" y="18331"/>
                    <a:pt x="70266" y="18317"/>
                  </a:cubicBezTo>
                  <a:cubicBezTo>
                    <a:pt x="60646" y="16518"/>
                    <a:pt x="51666" y="12220"/>
                    <a:pt x="44224" y="5857"/>
                  </a:cubicBezTo>
                  <a:cubicBezTo>
                    <a:pt x="39725" y="2011"/>
                    <a:pt x="34125" y="0"/>
                    <a:pt x="28498"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2" name="Google Shape;5052;p72"/>
            <p:cNvSpPr/>
            <p:nvPr/>
          </p:nvSpPr>
          <p:spPr>
            <a:xfrm>
              <a:off x="2910083" y="2420918"/>
              <a:ext cx="327379" cy="312727"/>
            </a:xfrm>
            <a:custGeom>
              <a:avLst/>
              <a:gdLst/>
              <a:ahLst/>
              <a:cxnLst/>
              <a:rect l="l" t="t" r="r" b="b"/>
              <a:pathLst>
                <a:path w="101908" h="97347" extrusionOk="0">
                  <a:moveTo>
                    <a:pt x="53377" y="1"/>
                  </a:moveTo>
                  <a:cubicBezTo>
                    <a:pt x="52884" y="9843"/>
                    <a:pt x="49823" y="19390"/>
                    <a:pt x="44495" y="27689"/>
                  </a:cubicBezTo>
                  <a:lnTo>
                    <a:pt x="44490" y="27684"/>
                  </a:lnTo>
                  <a:cubicBezTo>
                    <a:pt x="37847" y="37980"/>
                    <a:pt x="27936" y="45964"/>
                    <a:pt x="16216" y="50163"/>
                  </a:cubicBezTo>
                  <a:cubicBezTo>
                    <a:pt x="6521" y="53638"/>
                    <a:pt x="1" y="62746"/>
                    <a:pt x="1" y="73041"/>
                  </a:cubicBezTo>
                  <a:cubicBezTo>
                    <a:pt x="1" y="86873"/>
                    <a:pt x="11336" y="97347"/>
                    <a:pt x="24173" y="97347"/>
                  </a:cubicBezTo>
                  <a:cubicBezTo>
                    <a:pt x="26820" y="97347"/>
                    <a:pt x="29530" y="96902"/>
                    <a:pt x="32219" y="95949"/>
                  </a:cubicBezTo>
                  <a:cubicBezTo>
                    <a:pt x="49306" y="89897"/>
                    <a:pt x="64347" y="79537"/>
                    <a:pt x="76048" y="66171"/>
                  </a:cubicBezTo>
                  <a:cubicBezTo>
                    <a:pt x="76329" y="65870"/>
                    <a:pt x="76609" y="65570"/>
                    <a:pt x="76881" y="65254"/>
                  </a:cubicBezTo>
                  <a:cubicBezTo>
                    <a:pt x="92548" y="46905"/>
                    <a:pt x="101267" y="23751"/>
                    <a:pt x="101907"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3" name="Google Shape;5053;p72"/>
            <p:cNvSpPr/>
            <p:nvPr/>
          </p:nvSpPr>
          <p:spPr>
            <a:xfrm>
              <a:off x="2999034" y="2125384"/>
              <a:ext cx="238522" cy="411351"/>
            </a:xfrm>
            <a:custGeom>
              <a:avLst/>
              <a:gdLst/>
              <a:ahLst/>
              <a:cxnLst/>
              <a:rect l="l" t="t" r="r" b="b"/>
              <a:pathLst>
                <a:path w="74248" h="128047" extrusionOk="0">
                  <a:moveTo>
                    <a:pt x="24273" y="0"/>
                  </a:moveTo>
                  <a:lnTo>
                    <a:pt x="0" y="42036"/>
                  </a:lnTo>
                  <a:cubicBezTo>
                    <a:pt x="7521" y="46866"/>
                    <a:pt x="13775" y="53430"/>
                    <a:pt x="18236" y="61173"/>
                  </a:cubicBezTo>
                  <a:cubicBezTo>
                    <a:pt x="18694" y="61966"/>
                    <a:pt x="19128" y="62765"/>
                    <a:pt x="19542" y="63573"/>
                  </a:cubicBezTo>
                  <a:cubicBezTo>
                    <a:pt x="19601" y="63696"/>
                    <a:pt x="19665" y="63829"/>
                    <a:pt x="19729" y="63953"/>
                  </a:cubicBezTo>
                  <a:cubicBezTo>
                    <a:pt x="19970" y="64426"/>
                    <a:pt x="20202" y="64904"/>
                    <a:pt x="20429" y="65382"/>
                  </a:cubicBezTo>
                  <a:cubicBezTo>
                    <a:pt x="20557" y="65658"/>
                    <a:pt x="20685" y="65929"/>
                    <a:pt x="20808" y="66210"/>
                  </a:cubicBezTo>
                  <a:cubicBezTo>
                    <a:pt x="21079" y="66806"/>
                    <a:pt x="21346" y="67408"/>
                    <a:pt x="21592" y="68014"/>
                  </a:cubicBezTo>
                  <a:cubicBezTo>
                    <a:pt x="21676" y="68226"/>
                    <a:pt x="21755" y="68433"/>
                    <a:pt x="21838" y="68645"/>
                  </a:cubicBezTo>
                  <a:cubicBezTo>
                    <a:pt x="22036" y="69142"/>
                    <a:pt x="22223" y="69645"/>
                    <a:pt x="22405" y="70148"/>
                  </a:cubicBezTo>
                  <a:cubicBezTo>
                    <a:pt x="25816" y="79561"/>
                    <a:pt x="26649" y="89714"/>
                    <a:pt x="24815" y="99561"/>
                  </a:cubicBezTo>
                  <a:cubicBezTo>
                    <a:pt x="22952" y="109586"/>
                    <a:pt x="27738" y="119679"/>
                    <a:pt x="36570" y="124780"/>
                  </a:cubicBezTo>
                  <a:cubicBezTo>
                    <a:pt x="40441" y="127014"/>
                    <a:pt x="44590" y="128047"/>
                    <a:pt x="48651" y="128047"/>
                  </a:cubicBezTo>
                  <a:cubicBezTo>
                    <a:pt x="59837" y="128047"/>
                    <a:pt x="70356" y="120215"/>
                    <a:pt x="72558" y="108102"/>
                  </a:cubicBezTo>
                  <a:cubicBezTo>
                    <a:pt x="73686" y="101887"/>
                    <a:pt x="74248" y="95579"/>
                    <a:pt x="74248" y="89261"/>
                  </a:cubicBezTo>
                  <a:cubicBezTo>
                    <a:pt x="74243" y="71168"/>
                    <a:pt x="69655" y="54150"/>
                    <a:pt x="61577" y="39305"/>
                  </a:cubicBezTo>
                  <a:lnTo>
                    <a:pt x="61557" y="39315"/>
                  </a:lnTo>
                  <a:cubicBezTo>
                    <a:pt x="61123" y="38517"/>
                    <a:pt x="60680" y="37723"/>
                    <a:pt x="60222" y="36930"/>
                  </a:cubicBezTo>
                  <a:cubicBezTo>
                    <a:pt x="51178" y="21262"/>
                    <a:pt x="38694" y="8818"/>
                    <a:pt x="24273"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4" name="Google Shape;5054;p72"/>
            <p:cNvSpPr/>
            <p:nvPr/>
          </p:nvSpPr>
          <p:spPr>
            <a:xfrm>
              <a:off x="2740849" y="2075876"/>
              <a:ext cx="419604" cy="217734"/>
            </a:xfrm>
            <a:custGeom>
              <a:avLst/>
              <a:gdLst/>
              <a:ahLst/>
              <a:cxnLst/>
              <a:rect l="l" t="t" r="r" b="b"/>
              <a:pathLst>
                <a:path w="130616" h="67777" extrusionOk="0">
                  <a:moveTo>
                    <a:pt x="49853" y="1"/>
                  </a:moveTo>
                  <a:cubicBezTo>
                    <a:pt x="32949" y="1"/>
                    <a:pt x="15828" y="4093"/>
                    <a:pt x="0" y="12696"/>
                  </a:cubicBezTo>
                  <a:lnTo>
                    <a:pt x="24263" y="54711"/>
                  </a:lnTo>
                  <a:cubicBezTo>
                    <a:pt x="32189" y="50621"/>
                    <a:pt x="40970" y="48497"/>
                    <a:pt x="49860" y="48497"/>
                  </a:cubicBezTo>
                  <a:cubicBezTo>
                    <a:pt x="50932" y="48497"/>
                    <a:pt x="52006" y="48528"/>
                    <a:pt x="53080" y="48590"/>
                  </a:cubicBezTo>
                  <a:cubicBezTo>
                    <a:pt x="53391" y="48605"/>
                    <a:pt x="53701" y="48630"/>
                    <a:pt x="54012" y="48649"/>
                  </a:cubicBezTo>
                  <a:cubicBezTo>
                    <a:pt x="54539" y="48689"/>
                    <a:pt x="55066" y="48728"/>
                    <a:pt x="55594" y="48782"/>
                  </a:cubicBezTo>
                  <a:cubicBezTo>
                    <a:pt x="55668" y="48792"/>
                    <a:pt x="55746" y="48802"/>
                    <a:pt x="55820" y="48807"/>
                  </a:cubicBezTo>
                  <a:cubicBezTo>
                    <a:pt x="57264" y="48960"/>
                    <a:pt x="58704" y="49172"/>
                    <a:pt x="60133" y="49433"/>
                  </a:cubicBezTo>
                  <a:cubicBezTo>
                    <a:pt x="60202" y="49448"/>
                    <a:pt x="60271" y="49453"/>
                    <a:pt x="60345" y="49462"/>
                  </a:cubicBezTo>
                  <a:cubicBezTo>
                    <a:pt x="69965" y="51266"/>
                    <a:pt x="78945" y="55564"/>
                    <a:pt x="86387" y="61927"/>
                  </a:cubicBezTo>
                  <a:cubicBezTo>
                    <a:pt x="90886" y="65767"/>
                    <a:pt x="96484" y="67777"/>
                    <a:pt x="102111" y="67777"/>
                  </a:cubicBezTo>
                  <a:cubicBezTo>
                    <a:pt x="106125" y="67777"/>
                    <a:pt x="110154" y="66754"/>
                    <a:pt x="113809" y="64642"/>
                  </a:cubicBezTo>
                  <a:lnTo>
                    <a:pt x="114420" y="64292"/>
                  </a:lnTo>
                  <a:cubicBezTo>
                    <a:pt x="128816" y="55983"/>
                    <a:pt x="130615" y="35958"/>
                    <a:pt x="117988" y="25140"/>
                  </a:cubicBezTo>
                  <a:cubicBezTo>
                    <a:pt x="102271" y="11685"/>
                    <a:pt x="82523" y="2809"/>
                    <a:pt x="60803" y="572"/>
                  </a:cubicBezTo>
                  <a:cubicBezTo>
                    <a:pt x="60596" y="552"/>
                    <a:pt x="60394" y="532"/>
                    <a:pt x="60192" y="513"/>
                  </a:cubicBezTo>
                  <a:cubicBezTo>
                    <a:pt x="59808" y="473"/>
                    <a:pt x="59423" y="439"/>
                    <a:pt x="59039" y="404"/>
                  </a:cubicBezTo>
                  <a:cubicBezTo>
                    <a:pt x="58531" y="360"/>
                    <a:pt x="58023" y="320"/>
                    <a:pt x="57511" y="281"/>
                  </a:cubicBezTo>
                  <a:lnTo>
                    <a:pt x="57171" y="256"/>
                  </a:lnTo>
                  <a:cubicBezTo>
                    <a:pt x="54739" y="86"/>
                    <a:pt x="52298" y="1"/>
                    <a:pt x="4985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5" name="Google Shape;5055;p72"/>
            <p:cNvSpPr/>
            <p:nvPr/>
          </p:nvSpPr>
          <p:spPr>
            <a:xfrm>
              <a:off x="2565167" y="2090625"/>
              <a:ext cx="327379" cy="312740"/>
            </a:xfrm>
            <a:custGeom>
              <a:avLst/>
              <a:gdLst/>
              <a:ahLst/>
              <a:cxnLst/>
              <a:rect l="l" t="t" r="r" b="b"/>
              <a:pathLst>
                <a:path w="101908" h="97351" extrusionOk="0">
                  <a:moveTo>
                    <a:pt x="77732" y="1"/>
                  </a:moveTo>
                  <a:cubicBezTo>
                    <a:pt x="75086" y="1"/>
                    <a:pt x="72377" y="446"/>
                    <a:pt x="69690" y="1397"/>
                  </a:cubicBezTo>
                  <a:cubicBezTo>
                    <a:pt x="52607" y="7449"/>
                    <a:pt x="37561" y="17814"/>
                    <a:pt x="25865" y="31175"/>
                  </a:cubicBezTo>
                  <a:cubicBezTo>
                    <a:pt x="25580" y="31476"/>
                    <a:pt x="25299" y="31776"/>
                    <a:pt x="25028" y="32097"/>
                  </a:cubicBezTo>
                  <a:cubicBezTo>
                    <a:pt x="9365" y="50441"/>
                    <a:pt x="646" y="73600"/>
                    <a:pt x="1" y="97350"/>
                  </a:cubicBezTo>
                  <a:lnTo>
                    <a:pt x="48536" y="97350"/>
                  </a:lnTo>
                  <a:cubicBezTo>
                    <a:pt x="49024" y="87503"/>
                    <a:pt x="52085" y="77956"/>
                    <a:pt x="57413" y="69662"/>
                  </a:cubicBezTo>
                  <a:lnTo>
                    <a:pt x="57418" y="69662"/>
                  </a:lnTo>
                  <a:cubicBezTo>
                    <a:pt x="64061" y="59371"/>
                    <a:pt x="73977" y="51382"/>
                    <a:pt x="85697" y="47183"/>
                  </a:cubicBezTo>
                  <a:cubicBezTo>
                    <a:pt x="95382" y="43708"/>
                    <a:pt x="101907" y="34605"/>
                    <a:pt x="101907" y="24310"/>
                  </a:cubicBezTo>
                  <a:cubicBezTo>
                    <a:pt x="101907" y="10473"/>
                    <a:pt x="90570" y="1"/>
                    <a:pt x="77732"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6" name="Google Shape;5056;p72"/>
            <p:cNvSpPr/>
            <p:nvPr/>
          </p:nvSpPr>
          <p:spPr>
            <a:xfrm>
              <a:off x="2565073" y="2287538"/>
              <a:ext cx="218572" cy="409555"/>
            </a:xfrm>
            <a:custGeom>
              <a:avLst/>
              <a:gdLst/>
              <a:ahLst/>
              <a:cxnLst/>
              <a:rect l="l" t="t" r="r" b="b"/>
              <a:pathLst>
                <a:path w="68038" h="127488" extrusionOk="0">
                  <a:moveTo>
                    <a:pt x="25598" y="0"/>
                  </a:moveTo>
                  <a:cubicBezTo>
                    <a:pt x="14413" y="0"/>
                    <a:pt x="3897" y="7831"/>
                    <a:pt x="1695" y="19943"/>
                  </a:cubicBezTo>
                  <a:cubicBezTo>
                    <a:pt x="567" y="26163"/>
                    <a:pt x="0" y="32466"/>
                    <a:pt x="5" y="38785"/>
                  </a:cubicBezTo>
                  <a:cubicBezTo>
                    <a:pt x="5" y="56877"/>
                    <a:pt x="4598" y="73900"/>
                    <a:pt x="12676" y="88745"/>
                  </a:cubicBezTo>
                  <a:lnTo>
                    <a:pt x="12696" y="88735"/>
                  </a:lnTo>
                  <a:cubicBezTo>
                    <a:pt x="13125" y="89533"/>
                    <a:pt x="13568" y="90327"/>
                    <a:pt x="14027" y="91120"/>
                  </a:cubicBezTo>
                  <a:cubicBezTo>
                    <a:pt x="22888" y="106463"/>
                    <a:pt x="35052" y="118705"/>
                    <a:pt x="49093" y="127488"/>
                  </a:cubicBezTo>
                  <a:cubicBezTo>
                    <a:pt x="44721" y="124742"/>
                    <a:pt x="40552" y="121677"/>
                    <a:pt x="36634" y="118316"/>
                  </a:cubicBezTo>
                  <a:cubicBezTo>
                    <a:pt x="24002" y="107503"/>
                    <a:pt x="25801" y="87473"/>
                    <a:pt x="40197" y="79164"/>
                  </a:cubicBezTo>
                  <a:lnTo>
                    <a:pt x="40808" y="78809"/>
                  </a:lnTo>
                  <a:cubicBezTo>
                    <a:pt x="44459" y="76702"/>
                    <a:pt x="48483" y="75681"/>
                    <a:pt x="52492" y="75681"/>
                  </a:cubicBezTo>
                  <a:cubicBezTo>
                    <a:pt x="58042" y="75681"/>
                    <a:pt x="63566" y="77637"/>
                    <a:pt x="68038" y="81377"/>
                  </a:cubicBezTo>
                  <a:cubicBezTo>
                    <a:pt x="63238" y="77256"/>
                    <a:pt x="59172" y="72353"/>
                    <a:pt x="56017" y="66877"/>
                  </a:cubicBezTo>
                  <a:cubicBezTo>
                    <a:pt x="55559" y="66083"/>
                    <a:pt x="55120" y="65280"/>
                    <a:pt x="54706" y="64472"/>
                  </a:cubicBezTo>
                  <a:cubicBezTo>
                    <a:pt x="54647" y="64349"/>
                    <a:pt x="54583" y="64221"/>
                    <a:pt x="54519" y="64092"/>
                  </a:cubicBezTo>
                  <a:cubicBezTo>
                    <a:pt x="54278" y="63619"/>
                    <a:pt x="54046" y="63141"/>
                    <a:pt x="53824" y="62663"/>
                  </a:cubicBezTo>
                  <a:cubicBezTo>
                    <a:pt x="53691" y="62392"/>
                    <a:pt x="53568" y="62116"/>
                    <a:pt x="53440" y="61840"/>
                  </a:cubicBezTo>
                  <a:cubicBezTo>
                    <a:pt x="53169" y="61239"/>
                    <a:pt x="52907" y="60637"/>
                    <a:pt x="52656" y="60031"/>
                  </a:cubicBezTo>
                  <a:cubicBezTo>
                    <a:pt x="52572" y="59824"/>
                    <a:pt x="52493" y="59612"/>
                    <a:pt x="52410" y="59400"/>
                  </a:cubicBezTo>
                  <a:cubicBezTo>
                    <a:pt x="52217" y="58903"/>
                    <a:pt x="52025" y="58400"/>
                    <a:pt x="51843" y="57902"/>
                  </a:cubicBezTo>
                  <a:cubicBezTo>
                    <a:pt x="48437" y="48484"/>
                    <a:pt x="47604" y="38331"/>
                    <a:pt x="49433" y="28484"/>
                  </a:cubicBezTo>
                  <a:cubicBezTo>
                    <a:pt x="51301" y="18459"/>
                    <a:pt x="46515" y="8366"/>
                    <a:pt x="37683" y="3270"/>
                  </a:cubicBezTo>
                  <a:cubicBezTo>
                    <a:pt x="33811" y="1033"/>
                    <a:pt x="29660" y="0"/>
                    <a:pt x="25598"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057" name="Google Shape;5057;p72"/>
          <p:cNvGrpSpPr/>
          <p:nvPr/>
        </p:nvGrpSpPr>
        <p:grpSpPr>
          <a:xfrm>
            <a:off x="5633655" y="3534869"/>
            <a:ext cx="438354" cy="637329"/>
            <a:chOff x="1697726" y="3244179"/>
            <a:chExt cx="788124" cy="1146069"/>
          </a:xfrm>
        </p:grpSpPr>
        <p:sp>
          <p:nvSpPr>
            <p:cNvPr id="5058" name="Google Shape;5058;p72"/>
            <p:cNvSpPr/>
            <p:nvPr/>
          </p:nvSpPr>
          <p:spPr>
            <a:xfrm>
              <a:off x="1697726" y="3244179"/>
              <a:ext cx="788124" cy="1146069"/>
            </a:xfrm>
            <a:custGeom>
              <a:avLst/>
              <a:gdLst/>
              <a:ahLst/>
              <a:cxnLst/>
              <a:rect l="l" t="t" r="r" b="b"/>
              <a:pathLst>
                <a:path w="30365" h="44156" extrusionOk="0">
                  <a:moveTo>
                    <a:pt x="18841" y="1"/>
                  </a:moveTo>
                  <a:lnTo>
                    <a:pt x="18841" y="3319"/>
                  </a:lnTo>
                  <a:lnTo>
                    <a:pt x="7583" y="3319"/>
                  </a:lnTo>
                  <a:cubicBezTo>
                    <a:pt x="5740" y="3319"/>
                    <a:pt x="4248" y="4814"/>
                    <a:pt x="4248" y="6658"/>
                  </a:cubicBezTo>
                  <a:lnTo>
                    <a:pt x="4248" y="29436"/>
                  </a:lnTo>
                  <a:lnTo>
                    <a:pt x="1" y="29436"/>
                  </a:lnTo>
                  <a:lnTo>
                    <a:pt x="1" y="44155"/>
                  </a:lnTo>
                  <a:lnTo>
                    <a:pt x="14720" y="44155"/>
                  </a:lnTo>
                  <a:lnTo>
                    <a:pt x="14720" y="29436"/>
                  </a:lnTo>
                  <a:lnTo>
                    <a:pt x="10922" y="29436"/>
                  </a:lnTo>
                  <a:lnTo>
                    <a:pt x="10922" y="9993"/>
                  </a:lnTo>
                  <a:lnTo>
                    <a:pt x="18841" y="9993"/>
                  </a:lnTo>
                  <a:lnTo>
                    <a:pt x="18841" y="13311"/>
                  </a:lnTo>
                  <a:lnTo>
                    <a:pt x="30365" y="6658"/>
                  </a:lnTo>
                  <a:lnTo>
                    <a:pt x="18841" y="1"/>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9" name="Google Shape;5059;p72"/>
            <p:cNvSpPr/>
            <p:nvPr/>
          </p:nvSpPr>
          <p:spPr>
            <a:xfrm>
              <a:off x="1743302" y="4053603"/>
              <a:ext cx="291293" cy="291267"/>
            </a:xfrm>
            <a:custGeom>
              <a:avLst/>
              <a:gdLst/>
              <a:ahLst/>
              <a:cxnLst/>
              <a:rect l="l" t="t" r="r" b="b"/>
              <a:pathLst>
                <a:path w="11223" h="11222" extrusionOk="0">
                  <a:moveTo>
                    <a:pt x="1" y="0"/>
                  </a:moveTo>
                  <a:lnTo>
                    <a:pt x="1" y="11222"/>
                  </a:lnTo>
                  <a:lnTo>
                    <a:pt x="11222" y="11222"/>
                  </a:lnTo>
                  <a:lnTo>
                    <a:pt x="11222"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060" name="Google Shape;5060;p72"/>
          <p:cNvSpPr/>
          <p:nvPr/>
        </p:nvSpPr>
        <p:spPr>
          <a:xfrm>
            <a:off x="8130914" y="3422653"/>
            <a:ext cx="204" cy="4"/>
          </a:xfrm>
          <a:custGeom>
            <a:avLst/>
            <a:gdLst/>
            <a:ahLst/>
            <a:cxnLst/>
            <a:rect l="l" t="t" r="r" b="b"/>
            <a:pathLst>
              <a:path w="48" h="1" extrusionOk="0">
                <a:moveTo>
                  <a:pt x="48" y="0"/>
                </a:moveTo>
                <a:lnTo>
                  <a:pt x="1"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061" name="Google Shape;5061;p72"/>
          <p:cNvGrpSpPr/>
          <p:nvPr/>
        </p:nvGrpSpPr>
        <p:grpSpPr>
          <a:xfrm>
            <a:off x="7634869" y="1863232"/>
            <a:ext cx="799565" cy="670282"/>
            <a:chOff x="7617850" y="2063282"/>
            <a:chExt cx="799565" cy="670282"/>
          </a:xfrm>
        </p:grpSpPr>
        <p:cxnSp>
          <p:nvCxnSpPr>
            <p:cNvPr id="5062" name="Google Shape;5062;p72"/>
            <p:cNvCxnSpPr/>
            <p:nvPr/>
          </p:nvCxnSpPr>
          <p:spPr>
            <a:xfrm rot="5400000" flipH="1">
              <a:off x="7629118" y="2104714"/>
              <a:ext cx="129900" cy="111300"/>
            </a:xfrm>
            <a:prstGeom prst="bentConnector3">
              <a:avLst>
                <a:gd name="adj1" fmla="val 50000"/>
              </a:avLst>
            </a:prstGeom>
            <a:noFill/>
            <a:ln w="9525" cap="flat" cmpd="sng">
              <a:solidFill>
                <a:srgbClr val="667E92"/>
              </a:solidFill>
              <a:prstDash val="solid"/>
              <a:round/>
              <a:headEnd type="none" w="med" len="med"/>
              <a:tailEnd type="none" w="med" len="med"/>
            </a:ln>
          </p:spPr>
        </p:cxnSp>
        <p:cxnSp>
          <p:nvCxnSpPr>
            <p:cNvPr id="5063" name="Google Shape;5063;p72"/>
            <p:cNvCxnSpPr/>
            <p:nvPr/>
          </p:nvCxnSpPr>
          <p:spPr>
            <a:xfrm rot="-5400000">
              <a:off x="8276270" y="2104714"/>
              <a:ext cx="129900" cy="111300"/>
            </a:xfrm>
            <a:prstGeom prst="bentConnector3">
              <a:avLst>
                <a:gd name="adj1" fmla="val 50000"/>
              </a:avLst>
            </a:prstGeom>
            <a:noFill/>
            <a:ln w="9525" cap="flat" cmpd="sng">
              <a:solidFill>
                <a:srgbClr val="667E92"/>
              </a:solidFill>
              <a:prstDash val="solid"/>
              <a:round/>
              <a:headEnd type="none" w="med" len="med"/>
              <a:tailEnd type="none" w="med" len="med"/>
            </a:ln>
          </p:spPr>
        </p:cxnSp>
        <p:cxnSp>
          <p:nvCxnSpPr>
            <p:cNvPr id="5064" name="Google Shape;5064;p72"/>
            <p:cNvCxnSpPr/>
            <p:nvPr/>
          </p:nvCxnSpPr>
          <p:spPr>
            <a:xfrm rot="5400000">
              <a:off x="7629118" y="2612964"/>
              <a:ext cx="129900" cy="111300"/>
            </a:xfrm>
            <a:prstGeom prst="bentConnector3">
              <a:avLst>
                <a:gd name="adj1" fmla="val 50000"/>
              </a:avLst>
            </a:prstGeom>
            <a:noFill/>
            <a:ln w="9525" cap="flat" cmpd="sng">
              <a:solidFill>
                <a:srgbClr val="667E92"/>
              </a:solidFill>
              <a:prstDash val="solid"/>
              <a:round/>
              <a:headEnd type="none" w="med" len="med"/>
              <a:tailEnd type="none" w="med" len="med"/>
            </a:ln>
          </p:spPr>
        </p:cxnSp>
        <p:cxnSp>
          <p:nvCxnSpPr>
            <p:cNvPr id="5065" name="Google Shape;5065;p72"/>
            <p:cNvCxnSpPr/>
            <p:nvPr/>
          </p:nvCxnSpPr>
          <p:spPr>
            <a:xfrm rot="-5400000" flipH="1">
              <a:off x="8276270" y="2612964"/>
              <a:ext cx="129900" cy="111300"/>
            </a:xfrm>
            <a:prstGeom prst="bentConnector3">
              <a:avLst>
                <a:gd name="adj1" fmla="val 50000"/>
              </a:avLst>
            </a:prstGeom>
            <a:noFill/>
            <a:ln w="9525" cap="flat" cmpd="sng">
              <a:solidFill>
                <a:srgbClr val="667E92"/>
              </a:solidFill>
              <a:prstDash val="solid"/>
              <a:round/>
              <a:headEnd type="none" w="med" len="med"/>
              <a:tailEnd type="none" w="med" len="med"/>
            </a:ln>
          </p:spPr>
        </p:cxnSp>
        <p:cxnSp>
          <p:nvCxnSpPr>
            <p:cNvPr id="5066" name="Google Shape;5066;p72"/>
            <p:cNvCxnSpPr/>
            <p:nvPr/>
          </p:nvCxnSpPr>
          <p:spPr>
            <a:xfrm rot="10800000">
              <a:off x="7617850" y="2393356"/>
              <a:ext cx="83400" cy="0"/>
            </a:xfrm>
            <a:prstGeom prst="straightConnector1">
              <a:avLst/>
            </a:prstGeom>
            <a:noFill/>
            <a:ln w="9525" cap="flat" cmpd="sng">
              <a:solidFill>
                <a:srgbClr val="667E92"/>
              </a:solidFill>
              <a:prstDash val="solid"/>
              <a:round/>
              <a:headEnd type="none" w="med" len="med"/>
              <a:tailEnd type="none" w="med" len="med"/>
            </a:ln>
          </p:spPr>
        </p:cxnSp>
        <p:cxnSp>
          <p:nvCxnSpPr>
            <p:cNvPr id="5067" name="Google Shape;5067;p72"/>
            <p:cNvCxnSpPr/>
            <p:nvPr/>
          </p:nvCxnSpPr>
          <p:spPr>
            <a:xfrm rot="10800000">
              <a:off x="8334015" y="2393356"/>
              <a:ext cx="83400" cy="0"/>
            </a:xfrm>
            <a:prstGeom prst="straightConnector1">
              <a:avLst/>
            </a:prstGeom>
            <a:noFill/>
            <a:ln w="9525" cap="flat" cmpd="sng">
              <a:solidFill>
                <a:srgbClr val="667E92"/>
              </a:solidFill>
              <a:prstDash val="solid"/>
              <a:round/>
              <a:headEnd type="none" w="med" len="med"/>
              <a:tailEnd type="none" w="med" len="med"/>
            </a:ln>
          </p:spPr>
        </p:cxnSp>
        <p:grpSp>
          <p:nvGrpSpPr>
            <p:cNvPr id="5068" name="Google Shape;5068;p72"/>
            <p:cNvGrpSpPr/>
            <p:nvPr/>
          </p:nvGrpSpPr>
          <p:grpSpPr>
            <a:xfrm>
              <a:off x="7734309" y="2063282"/>
              <a:ext cx="570957" cy="620095"/>
              <a:chOff x="7734309" y="2063282"/>
              <a:chExt cx="570957" cy="620095"/>
            </a:xfrm>
          </p:grpSpPr>
          <p:grpSp>
            <p:nvGrpSpPr>
              <p:cNvPr id="5069" name="Google Shape;5069;p72"/>
              <p:cNvGrpSpPr/>
              <p:nvPr/>
            </p:nvGrpSpPr>
            <p:grpSpPr>
              <a:xfrm>
                <a:off x="8031573" y="2063282"/>
                <a:ext cx="273693" cy="620095"/>
                <a:chOff x="8031573" y="2063282"/>
                <a:chExt cx="273693" cy="620095"/>
              </a:xfrm>
            </p:grpSpPr>
            <p:sp>
              <p:nvSpPr>
                <p:cNvPr id="5070" name="Google Shape;5070;p72"/>
                <p:cNvSpPr/>
                <p:nvPr/>
              </p:nvSpPr>
              <p:spPr>
                <a:xfrm>
                  <a:off x="8031573" y="2481676"/>
                  <a:ext cx="246012" cy="201702"/>
                </a:xfrm>
                <a:custGeom>
                  <a:avLst/>
                  <a:gdLst/>
                  <a:ahLst/>
                  <a:cxnLst/>
                  <a:rect l="l" t="t" r="r" b="b"/>
                  <a:pathLst>
                    <a:path w="17944" h="14712" extrusionOk="0">
                      <a:moveTo>
                        <a:pt x="13714" y="1"/>
                      </a:moveTo>
                      <a:cubicBezTo>
                        <a:pt x="13485" y="1"/>
                        <a:pt x="13243" y="5"/>
                        <a:pt x="12987" y="13"/>
                      </a:cubicBezTo>
                      <a:cubicBezTo>
                        <a:pt x="11706" y="56"/>
                        <a:pt x="10294" y="76"/>
                        <a:pt x="8782" y="76"/>
                      </a:cubicBezTo>
                      <a:cubicBezTo>
                        <a:pt x="8568" y="76"/>
                        <a:pt x="8352" y="76"/>
                        <a:pt x="8134" y="75"/>
                      </a:cubicBezTo>
                      <a:lnTo>
                        <a:pt x="8118" y="75"/>
                      </a:lnTo>
                      <a:cubicBezTo>
                        <a:pt x="8116" y="75"/>
                        <a:pt x="8114" y="75"/>
                        <a:pt x="8112" y="75"/>
                      </a:cubicBezTo>
                      <a:cubicBezTo>
                        <a:pt x="6297" y="75"/>
                        <a:pt x="4825" y="1549"/>
                        <a:pt x="4828" y="3365"/>
                      </a:cubicBezTo>
                      <a:lnTo>
                        <a:pt x="4828" y="4847"/>
                      </a:lnTo>
                      <a:lnTo>
                        <a:pt x="6675" y="4847"/>
                      </a:lnTo>
                      <a:cubicBezTo>
                        <a:pt x="9163" y="4850"/>
                        <a:pt x="11182" y="6869"/>
                        <a:pt x="11185" y="9357"/>
                      </a:cubicBezTo>
                      <a:lnTo>
                        <a:pt x="11185" y="9535"/>
                      </a:lnTo>
                      <a:cubicBezTo>
                        <a:pt x="11185" y="9839"/>
                        <a:pt x="10936" y="10088"/>
                        <a:pt x="10632" y="10088"/>
                      </a:cubicBezTo>
                      <a:cubicBezTo>
                        <a:pt x="10328" y="10088"/>
                        <a:pt x="10079" y="9839"/>
                        <a:pt x="10079" y="9535"/>
                      </a:cubicBezTo>
                      <a:lnTo>
                        <a:pt x="10079" y="9357"/>
                      </a:lnTo>
                      <a:cubicBezTo>
                        <a:pt x="10079" y="7477"/>
                        <a:pt x="8555" y="5953"/>
                        <a:pt x="6675" y="5953"/>
                      </a:cubicBezTo>
                      <a:lnTo>
                        <a:pt x="1" y="5953"/>
                      </a:lnTo>
                      <a:lnTo>
                        <a:pt x="1" y="12851"/>
                      </a:lnTo>
                      <a:cubicBezTo>
                        <a:pt x="460" y="13288"/>
                        <a:pt x="2279" y="14711"/>
                        <a:pt x="6423" y="14711"/>
                      </a:cubicBezTo>
                      <a:cubicBezTo>
                        <a:pt x="11525" y="14711"/>
                        <a:pt x="14168" y="11628"/>
                        <a:pt x="14527" y="8571"/>
                      </a:cubicBezTo>
                      <a:cubicBezTo>
                        <a:pt x="14553" y="8351"/>
                        <a:pt x="14705" y="8169"/>
                        <a:pt x="14919" y="8105"/>
                      </a:cubicBezTo>
                      <a:cubicBezTo>
                        <a:pt x="15042" y="8069"/>
                        <a:pt x="17944" y="7154"/>
                        <a:pt x="17882" y="3957"/>
                      </a:cubicBezTo>
                      <a:cubicBezTo>
                        <a:pt x="17856" y="2779"/>
                        <a:pt x="17727" y="1961"/>
                        <a:pt x="17459" y="1392"/>
                      </a:cubicBezTo>
                      <a:cubicBezTo>
                        <a:pt x="17352" y="1201"/>
                        <a:pt x="17093" y="842"/>
                        <a:pt x="17028" y="780"/>
                      </a:cubicBezTo>
                      <a:cubicBezTo>
                        <a:pt x="16462" y="243"/>
                        <a:pt x="15452" y="1"/>
                        <a:pt x="13714"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1" name="Google Shape;5071;p72"/>
                <p:cNvSpPr/>
                <p:nvPr/>
              </p:nvSpPr>
              <p:spPr>
                <a:xfrm>
                  <a:off x="8031573" y="2298026"/>
                  <a:ext cx="273693" cy="250112"/>
                </a:xfrm>
                <a:custGeom>
                  <a:avLst/>
                  <a:gdLst/>
                  <a:ahLst/>
                  <a:cxnLst/>
                  <a:rect l="l" t="t" r="r" b="b"/>
                  <a:pathLst>
                    <a:path w="19963" h="18243" extrusionOk="0">
                      <a:moveTo>
                        <a:pt x="16810" y="1"/>
                      </a:moveTo>
                      <a:cubicBezTo>
                        <a:pt x="16764" y="1"/>
                        <a:pt x="16738" y="2"/>
                        <a:pt x="16737" y="2"/>
                      </a:cubicBezTo>
                      <a:lnTo>
                        <a:pt x="12039" y="2"/>
                      </a:lnTo>
                      <a:cubicBezTo>
                        <a:pt x="9752" y="2"/>
                        <a:pt x="7902" y="1856"/>
                        <a:pt x="7898" y="4140"/>
                      </a:cubicBezTo>
                      <a:lnTo>
                        <a:pt x="7898" y="6748"/>
                      </a:lnTo>
                      <a:lnTo>
                        <a:pt x="8303" y="6748"/>
                      </a:lnTo>
                      <a:cubicBezTo>
                        <a:pt x="9966" y="6748"/>
                        <a:pt x="11315" y="8097"/>
                        <a:pt x="11315" y="9760"/>
                      </a:cubicBezTo>
                      <a:lnTo>
                        <a:pt x="11315" y="10333"/>
                      </a:lnTo>
                      <a:cubicBezTo>
                        <a:pt x="11315" y="10637"/>
                        <a:pt x="11069" y="10886"/>
                        <a:pt x="10761" y="10886"/>
                      </a:cubicBezTo>
                      <a:cubicBezTo>
                        <a:pt x="10457" y="10886"/>
                        <a:pt x="10211" y="10637"/>
                        <a:pt x="10211" y="10333"/>
                      </a:cubicBezTo>
                      <a:lnTo>
                        <a:pt x="10211" y="9760"/>
                      </a:lnTo>
                      <a:cubicBezTo>
                        <a:pt x="10208" y="8705"/>
                        <a:pt x="9357" y="7854"/>
                        <a:pt x="8303" y="7851"/>
                      </a:cubicBezTo>
                      <a:lnTo>
                        <a:pt x="6449" y="7851"/>
                      </a:lnTo>
                      <a:cubicBezTo>
                        <a:pt x="5362" y="7851"/>
                        <a:pt x="4482" y="8731"/>
                        <a:pt x="4482" y="9818"/>
                      </a:cubicBezTo>
                      <a:lnTo>
                        <a:pt x="4482" y="10624"/>
                      </a:lnTo>
                      <a:cubicBezTo>
                        <a:pt x="4482" y="10931"/>
                        <a:pt x="4233" y="11177"/>
                        <a:pt x="3929" y="11177"/>
                      </a:cubicBezTo>
                      <a:cubicBezTo>
                        <a:pt x="3624" y="11177"/>
                        <a:pt x="3375" y="10931"/>
                        <a:pt x="3375" y="10624"/>
                      </a:cubicBezTo>
                      <a:lnTo>
                        <a:pt x="3375" y="9818"/>
                      </a:lnTo>
                      <a:cubicBezTo>
                        <a:pt x="3375" y="8123"/>
                        <a:pt x="4750" y="6745"/>
                        <a:pt x="6449" y="6745"/>
                      </a:cubicBezTo>
                      <a:lnTo>
                        <a:pt x="6792" y="6745"/>
                      </a:lnTo>
                      <a:lnTo>
                        <a:pt x="6792" y="5230"/>
                      </a:lnTo>
                      <a:lnTo>
                        <a:pt x="1" y="5230"/>
                      </a:lnTo>
                      <a:lnTo>
                        <a:pt x="1" y="18243"/>
                      </a:lnTo>
                      <a:lnTo>
                        <a:pt x="3722" y="18243"/>
                      </a:lnTo>
                      <a:lnTo>
                        <a:pt x="3722" y="16761"/>
                      </a:lnTo>
                      <a:cubicBezTo>
                        <a:pt x="3722" y="14335"/>
                        <a:pt x="5689" y="12364"/>
                        <a:pt x="8118" y="12364"/>
                      </a:cubicBezTo>
                      <a:lnTo>
                        <a:pt x="8138" y="12364"/>
                      </a:lnTo>
                      <a:cubicBezTo>
                        <a:pt x="8355" y="12365"/>
                        <a:pt x="8571" y="12366"/>
                        <a:pt x="8785" y="12366"/>
                      </a:cubicBezTo>
                      <a:cubicBezTo>
                        <a:pt x="10281" y="12366"/>
                        <a:pt x="11680" y="12346"/>
                        <a:pt x="12949" y="12306"/>
                      </a:cubicBezTo>
                      <a:cubicBezTo>
                        <a:pt x="13215" y="12297"/>
                        <a:pt x="13470" y="12293"/>
                        <a:pt x="13712" y="12293"/>
                      </a:cubicBezTo>
                      <a:cubicBezTo>
                        <a:pt x="15786" y="12293"/>
                        <a:pt x="16995" y="12621"/>
                        <a:pt x="17789" y="13374"/>
                      </a:cubicBezTo>
                      <a:cubicBezTo>
                        <a:pt x="17866" y="13448"/>
                        <a:pt x="17941" y="13526"/>
                        <a:pt x="18009" y="13610"/>
                      </a:cubicBezTo>
                      <a:cubicBezTo>
                        <a:pt x="19963" y="12539"/>
                        <a:pt x="19927" y="9744"/>
                        <a:pt x="19927" y="9715"/>
                      </a:cubicBezTo>
                      <a:lnTo>
                        <a:pt x="19927" y="4156"/>
                      </a:lnTo>
                      <a:cubicBezTo>
                        <a:pt x="19927" y="2603"/>
                        <a:pt x="19545" y="1461"/>
                        <a:pt x="18795" y="763"/>
                      </a:cubicBezTo>
                      <a:cubicBezTo>
                        <a:pt x="18032" y="53"/>
                        <a:pt x="17079" y="1"/>
                        <a:pt x="16810"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2" name="Google Shape;5072;p72"/>
                <p:cNvSpPr/>
                <p:nvPr/>
              </p:nvSpPr>
              <p:spPr>
                <a:xfrm>
                  <a:off x="8031573" y="2063282"/>
                  <a:ext cx="177311" cy="142529"/>
                </a:xfrm>
                <a:custGeom>
                  <a:avLst/>
                  <a:gdLst/>
                  <a:ahLst/>
                  <a:cxnLst/>
                  <a:rect l="l" t="t" r="r" b="b"/>
                  <a:pathLst>
                    <a:path w="12933" h="10396" extrusionOk="0">
                      <a:moveTo>
                        <a:pt x="3097" y="1"/>
                      </a:moveTo>
                      <a:cubicBezTo>
                        <a:pt x="134" y="1"/>
                        <a:pt x="4" y="3928"/>
                        <a:pt x="1" y="4087"/>
                      </a:cubicBezTo>
                      <a:lnTo>
                        <a:pt x="1" y="10396"/>
                      </a:lnTo>
                      <a:lnTo>
                        <a:pt x="3796" y="10396"/>
                      </a:lnTo>
                      <a:cubicBezTo>
                        <a:pt x="5061" y="10393"/>
                        <a:pt x="6087" y="9367"/>
                        <a:pt x="6087" y="8102"/>
                      </a:cubicBezTo>
                      <a:lnTo>
                        <a:pt x="6087" y="7568"/>
                      </a:lnTo>
                      <a:cubicBezTo>
                        <a:pt x="6083" y="6255"/>
                        <a:pt x="5022" y="5193"/>
                        <a:pt x="3712" y="5193"/>
                      </a:cubicBezTo>
                      <a:lnTo>
                        <a:pt x="2803" y="5193"/>
                      </a:lnTo>
                      <a:cubicBezTo>
                        <a:pt x="2499" y="5193"/>
                        <a:pt x="2249" y="4944"/>
                        <a:pt x="2249" y="4640"/>
                      </a:cubicBezTo>
                      <a:cubicBezTo>
                        <a:pt x="2249" y="4336"/>
                        <a:pt x="2499" y="4087"/>
                        <a:pt x="2803" y="4087"/>
                      </a:cubicBezTo>
                      <a:lnTo>
                        <a:pt x="3715" y="4087"/>
                      </a:lnTo>
                      <a:cubicBezTo>
                        <a:pt x="5507" y="4090"/>
                        <a:pt x="7009" y="5456"/>
                        <a:pt x="7180" y="7241"/>
                      </a:cubicBezTo>
                      <a:lnTo>
                        <a:pt x="12741" y="7241"/>
                      </a:lnTo>
                      <a:cubicBezTo>
                        <a:pt x="12868" y="7086"/>
                        <a:pt x="12932" y="6847"/>
                        <a:pt x="12777" y="6420"/>
                      </a:cubicBezTo>
                      <a:cubicBezTo>
                        <a:pt x="12389" y="5323"/>
                        <a:pt x="10755" y="3708"/>
                        <a:pt x="8616" y="2301"/>
                      </a:cubicBezTo>
                      <a:cubicBezTo>
                        <a:pt x="6494" y="903"/>
                        <a:pt x="4327" y="1"/>
                        <a:pt x="3097"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3" name="Google Shape;5073;p72"/>
                <p:cNvSpPr/>
                <p:nvPr/>
              </p:nvSpPr>
              <p:spPr>
                <a:xfrm>
                  <a:off x="8031573" y="2177659"/>
                  <a:ext cx="221307" cy="176914"/>
                </a:xfrm>
                <a:custGeom>
                  <a:avLst/>
                  <a:gdLst/>
                  <a:ahLst/>
                  <a:cxnLst/>
                  <a:rect l="l" t="t" r="r" b="b"/>
                  <a:pathLst>
                    <a:path w="16142" h="12904" extrusionOk="0">
                      <a:moveTo>
                        <a:pt x="13080" y="0"/>
                      </a:moveTo>
                      <a:cubicBezTo>
                        <a:pt x="13032" y="0"/>
                        <a:pt x="13005" y="2"/>
                        <a:pt x="13004" y="2"/>
                      </a:cubicBezTo>
                      <a:cubicBezTo>
                        <a:pt x="12997" y="3"/>
                        <a:pt x="12991" y="4"/>
                        <a:pt x="12985" y="4"/>
                      </a:cubicBezTo>
                      <a:cubicBezTo>
                        <a:pt x="12978" y="4"/>
                        <a:pt x="12973" y="3"/>
                        <a:pt x="12968" y="2"/>
                      </a:cubicBezTo>
                      <a:lnTo>
                        <a:pt x="7183" y="2"/>
                      </a:lnTo>
                      <a:cubicBezTo>
                        <a:pt x="7054" y="1778"/>
                        <a:pt x="5579" y="3156"/>
                        <a:pt x="3796" y="3156"/>
                      </a:cubicBezTo>
                      <a:lnTo>
                        <a:pt x="1" y="3156"/>
                      </a:lnTo>
                      <a:lnTo>
                        <a:pt x="1" y="12904"/>
                      </a:lnTo>
                      <a:lnTo>
                        <a:pt x="6792" y="12904"/>
                      </a:lnTo>
                      <a:cubicBezTo>
                        <a:pt x="6802" y="10018"/>
                        <a:pt x="9150" y="7676"/>
                        <a:pt x="12036" y="7676"/>
                      </a:cubicBezTo>
                      <a:lnTo>
                        <a:pt x="16142" y="7676"/>
                      </a:lnTo>
                      <a:lnTo>
                        <a:pt x="16142" y="3137"/>
                      </a:lnTo>
                      <a:cubicBezTo>
                        <a:pt x="16142" y="2108"/>
                        <a:pt x="15857" y="1318"/>
                        <a:pt x="15297" y="788"/>
                      </a:cubicBezTo>
                      <a:cubicBezTo>
                        <a:pt x="14516" y="51"/>
                        <a:pt x="13383" y="0"/>
                        <a:pt x="13080"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074" name="Google Shape;5074;p72"/>
              <p:cNvGrpSpPr/>
              <p:nvPr/>
            </p:nvGrpSpPr>
            <p:grpSpPr>
              <a:xfrm flipH="1">
                <a:off x="7734309" y="2063282"/>
                <a:ext cx="273693" cy="620095"/>
                <a:chOff x="8031573" y="2063282"/>
                <a:chExt cx="273693" cy="620095"/>
              </a:xfrm>
            </p:grpSpPr>
            <p:sp>
              <p:nvSpPr>
                <p:cNvPr id="5075" name="Google Shape;5075;p72"/>
                <p:cNvSpPr/>
                <p:nvPr/>
              </p:nvSpPr>
              <p:spPr>
                <a:xfrm>
                  <a:off x="8031573" y="2481676"/>
                  <a:ext cx="246012" cy="201702"/>
                </a:xfrm>
                <a:custGeom>
                  <a:avLst/>
                  <a:gdLst/>
                  <a:ahLst/>
                  <a:cxnLst/>
                  <a:rect l="l" t="t" r="r" b="b"/>
                  <a:pathLst>
                    <a:path w="17944" h="14712" extrusionOk="0">
                      <a:moveTo>
                        <a:pt x="13714" y="1"/>
                      </a:moveTo>
                      <a:cubicBezTo>
                        <a:pt x="13485" y="1"/>
                        <a:pt x="13243" y="5"/>
                        <a:pt x="12987" y="13"/>
                      </a:cubicBezTo>
                      <a:cubicBezTo>
                        <a:pt x="11706" y="56"/>
                        <a:pt x="10294" y="76"/>
                        <a:pt x="8782" y="76"/>
                      </a:cubicBezTo>
                      <a:cubicBezTo>
                        <a:pt x="8568" y="76"/>
                        <a:pt x="8352" y="76"/>
                        <a:pt x="8134" y="75"/>
                      </a:cubicBezTo>
                      <a:lnTo>
                        <a:pt x="8118" y="75"/>
                      </a:lnTo>
                      <a:cubicBezTo>
                        <a:pt x="8116" y="75"/>
                        <a:pt x="8114" y="75"/>
                        <a:pt x="8112" y="75"/>
                      </a:cubicBezTo>
                      <a:cubicBezTo>
                        <a:pt x="6297" y="75"/>
                        <a:pt x="4825" y="1549"/>
                        <a:pt x="4828" y="3365"/>
                      </a:cubicBezTo>
                      <a:lnTo>
                        <a:pt x="4828" y="4847"/>
                      </a:lnTo>
                      <a:lnTo>
                        <a:pt x="6675" y="4847"/>
                      </a:lnTo>
                      <a:cubicBezTo>
                        <a:pt x="9163" y="4850"/>
                        <a:pt x="11182" y="6869"/>
                        <a:pt x="11185" y="9357"/>
                      </a:cubicBezTo>
                      <a:lnTo>
                        <a:pt x="11185" y="9535"/>
                      </a:lnTo>
                      <a:cubicBezTo>
                        <a:pt x="11185" y="9839"/>
                        <a:pt x="10936" y="10088"/>
                        <a:pt x="10632" y="10088"/>
                      </a:cubicBezTo>
                      <a:cubicBezTo>
                        <a:pt x="10328" y="10088"/>
                        <a:pt x="10079" y="9839"/>
                        <a:pt x="10079" y="9535"/>
                      </a:cubicBezTo>
                      <a:lnTo>
                        <a:pt x="10079" y="9357"/>
                      </a:lnTo>
                      <a:cubicBezTo>
                        <a:pt x="10079" y="7477"/>
                        <a:pt x="8555" y="5953"/>
                        <a:pt x="6675" y="5953"/>
                      </a:cubicBezTo>
                      <a:lnTo>
                        <a:pt x="1" y="5953"/>
                      </a:lnTo>
                      <a:lnTo>
                        <a:pt x="1" y="12851"/>
                      </a:lnTo>
                      <a:cubicBezTo>
                        <a:pt x="460" y="13288"/>
                        <a:pt x="2279" y="14711"/>
                        <a:pt x="6423" y="14711"/>
                      </a:cubicBezTo>
                      <a:cubicBezTo>
                        <a:pt x="11525" y="14711"/>
                        <a:pt x="14168" y="11628"/>
                        <a:pt x="14527" y="8571"/>
                      </a:cubicBezTo>
                      <a:cubicBezTo>
                        <a:pt x="14553" y="8351"/>
                        <a:pt x="14705" y="8169"/>
                        <a:pt x="14919" y="8105"/>
                      </a:cubicBezTo>
                      <a:cubicBezTo>
                        <a:pt x="15042" y="8069"/>
                        <a:pt x="17944" y="7154"/>
                        <a:pt x="17882" y="3957"/>
                      </a:cubicBezTo>
                      <a:cubicBezTo>
                        <a:pt x="17856" y="2779"/>
                        <a:pt x="17727" y="1961"/>
                        <a:pt x="17459" y="1392"/>
                      </a:cubicBezTo>
                      <a:cubicBezTo>
                        <a:pt x="17352" y="1201"/>
                        <a:pt x="17093" y="842"/>
                        <a:pt x="17028" y="780"/>
                      </a:cubicBezTo>
                      <a:cubicBezTo>
                        <a:pt x="16462" y="243"/>
                        <a:pt x="15452" y="1"/>
                        <a:pt x="13714"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6" name="Google Shape;5076;p72"/>
                <p:cNvSpPr/>
                <p:nvPr/>
              </p:nvSpPr>
              <p:spPr>
                <a:xfrm>
                  <a:off x="8031573" y="2298026"/>
                  <a:ext cx="273693" cy="250112"/>
                </a:xfrm>
                <a:custGeom>
                  <a:avLst/>
                  <a:gdLst/>
                  <a:ahLst/>
                  <a:cxnLst/>
                  <a:rect l="l" t="t" r="r" b="b"/>
                  <a:pathLst>
                    <a:path w="19963" h="18243" extrusionOk="0">
                      <a:moveTo>
                        <a:pt x="16810" y="1"/>
                      </a:moveTo>
                      <a:cubicBezTo>
                        <a:pt x="16764" y="1"/>
                        <a:pt x="16738" y="2"/>
                        <a:pt x="16737" y="2"/>
                      </a:cubicBezTo>
                      <a:lnTo>
                        <a:pt x="12039" y="2"/>
                      </a:lnTo>
                      <a:cubicBezTo>
                        <a:pt x="9752" y="2"/>
                        <a:pt x="7902" y="1856"/>
                        <a:pt x="7898" y="4140"/>
                      </a:cubicBezTo>
                      <a:lnTo>
                        <a:pt x="7898" y="6748"/>
                      </a:lnTo>
                      <a:lnTo>
                        <a:pt x="8303" y="6748"/>
                      </a:lnTo>
                      <a:cubicBezTo>
                        <a:pt x="9966" y="6748"/>
                        <a:pt x="11315" y="8097"/>
                        <a:pt x="11315" y="9760"/>
                      </a:cubicBezTo>
                      <a:lnTo>
                        <a:pt x="11315" y="10333"/>
                      </a:lnTo>
                      <a:cubicBezTo>
                        <a:pt x="11315" y="10637"/>
                        <a:pt x="11069" y="10886"/>
                        <a:pt x="10761" y="10886"/>
                      </a:cubicBezTo>
                      <a:cubicBezTo>
                        <a:pt x="10457" y="10886"/>
                        <a:pt x="10211" y="10637"/>
                        <a:pt x="10211" y="10333"/>
                      </a:cubicBezTo>
                      <a:lnTo>
                        <a:pt x="10211" y="9760"/>
                      </a:lnTo>
                      <a:cubicBezTo>
                        <a:pt x="10208" y="8705"/>
                        <a:pt x="9357" y="7854"/>
                        <a:pt x="8303" y="7851"/>
                      </a:cubicBezTo>
                      <a:lnTo>
                        <a:pt x="6449" y="7851"/>
                      </a:lnTo>
                      <a:cubicBezTo>
                        <a:pt x="5362" y="7851"/>
                        <a:pt x="4482" y="8731"/>
                        <a:pt x="4482" y="9818"/>
                      </a:cubicBezTo>
                      <a:lnTo>
                        <a:pt x="4482" y="10624"/>
                      </a:lnTo>
                      <a:cubicBezTo>
                        <a:pt x="4482" y="10931"/>
                        <a:pt x="4233" y="11177"/>
                        <a:pt x="3929" y="11177"/>
                      </a:cubicBezTo>
                      <a:cubicBezTo>
                        <a:pt x="3624" y="11177"/>
                        <a:pt x="3375" y="10931"/>
                        <a:pt x="3375" y="10624"/>
                      </a:cubicBezTo>
                      <a:lnTo>
                        <a:pt x="3375" y="9818"/>
                      </a:lnTo>
                      <a:cubicBezTo>
                        <a:pt x="3375" y="8123"/>
                        <a:pt x="4750" y="6745"/>
                        <a:pt x="6449" y="6745"/>
                      </a:cubicBezTo>
                      <a:lnTo>
                        <a:pt x="6792" y="6745"/>
                      </a:lnTo>
                      <a:lnTo>
                        <a:pt x="6792" y="5230"/>
                      </a:lnTo>
                      <a:lnTo>
                        <a:pt x="1" y="5230"/>
                      </a:lnTo>
                      <a:lnTo>
                        <a:pt x="1" y="18243"/>
                      </a:lnTo>
                      <a:lnTo>
                        <a:pt x="3722" y="18243"/>
                      </a:lnTo>
                      <a:lnTo>
                        <a:pt x="3722" y="16761"/>
                      </a:lnTo>
                      <a:cubicBezTo>
                        <a:pt x="3722" y="14335"/>
                        <a:pt x="5689" y="12364"/>
                        <a:pt x="8118" y="12364"/>
                      </a:cubicBezTo>
                      <a:lnTo>
                        <a:pt x="8138" y="12364"/>
                      </a:lnTo>
                      <a:cubicBezTo>
                        <a:pt x="8355" y="12365"/>
                        <a:pt x="8571" y="12366"/>
                        <a:pt x="8785" y="12366"/>
                      </a:cubicBezTo>
                      <a:cubicBezTo>
                        <a:pt x="10281" y="12366"/>
                        <a:pt x="11680" y="12346"/>
                        <a:pt x="12949" y="12306"/>
                      </a:cubicBezTo>
                      <a:cubicBezTo>
                        <a:pt x="13215" y="12297"/>
                        <a:pt x="13470" y="12293"/>
                        <a:pt x="13712" y="12293"/>
                      </a:cubicBezTo>
                      <a:cubicBezTo>
                        <a:pt x="15786" y="12293"/>
                        <a:pt x="16995" y="12621"/>
                        <a:pt x="17789" y="13374"/>
                      </a:cubicBezTo>
                      <a:cubicBezTo>
                        <a:pt x="17866" y="13448"/>
                        <a:pt x="17941" y="13526"/>
                        <a:pt x="18009" y="13610"/>
                      </a:cubicBezTo>
                      <a:cubicBezTo>
                        <a:pt x="19963" y="12539"/>
                        <a:pt x="19927" y="9744"/>
                        <a:pt x="19927" y="9715"/>
                      </a:cubicBezTo>
                      <a:lnTo>
                        <a:pt x="19927" y="4156"/>
                      </a:lnTo>
                      <a:cubicBezTo>
                        <a:pt x="19927" y="2603"/>
                        <a:pt x="19545" y="1461"/>
                        <a:pt x="18795" y="763"/>
                      </a:cubicBezTo>
                      <a:cubicBezTo>
                        <a:pt x="18032" y="53"/>
                        <a:pt x="17079" y="1"/>
                        <a:pt x="16810"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7" name="Google Shape;5077;p72"/>
                <p:cNvSpPr/>
                <p:nvPr/>
              </p:nvSpPr>
              <p:spPr>
                <a:xfrm>
                  <a:off x="8031573" y="2063282"/>
                  <a:ext cx="177311" cy="142529"/>
                </a:xfrm>
                <a:custGeom>
                  <a:avLst/>
                  <a:gdLst/>
                  <a:ahLst/>
                  <a:cxnLst/>
                  <a:rect l="l" t="t" r="r" b="b"/>
                  <a:pathLst>
                    <a:path w="12933" h="10396" extrusionOk="0">
                      <a:moveTo>
                        <a:pt x="3097" y="1"/>
                      </a:moveTo>
                      <a:cubicBezTo>
                        <a:pt x="134" y="1"/>
                        <a:pt x="4" y="3928"/>
                        <a:pt x="1" y="4087"/>
                      </a:cubicBezTo>
                      <a:lnTo>
                        <a:pt x="1" y="10396"/>
                      </a:lnTo>
                      <a:lnTo>
                        <a:pt x="3796" y="10396"/>
                      </a:lnTo>
                      <a:cubicBezTo>
                        <a:pt x="5061" y="10393"/>
                        <a:pt x="6087" y="9367"/>
                        <a:pt x="6087" y="8102"/>
                      </a:cubicBezTo>
                      <a:lnTo>
                        <a:pt x="6087" y="7568"/>
                      </a:lnTo>
                      <a:cubicBezTo>
                        <a:pt x="6083" y="6255"/>
                        <a:pt x="5022" y="5193"/>
                        <a:pt x="3712" y="5193"/>
                      </a:cubicBezTo>
                      <a:lnTo>
                        <a:pt x="2803" y="5193"/>
                      </a:lnTo>
                      <a:cubicBezTo>
                        <a:pt x="2499" y="5193"/>
                        <a:pt x="2249" y="4944"/>
                        <a:pt x="2249" y="4640"/>
                      </a:cubicBezTo>
                      <a:cubicBezTo>
                        <a:pt x="2249" y="4336"/>
                        <a:pt x="2499" y="4087"/>
                        <a:pt x="2803" y="4087"/>
                      </a:cubicBezTo>
                      <a:lnTo>
                        <a:pt x="3715" y="4087"/>
                      </a:lnTo>
                      <a:cubicBezTo>
                        <a:pt x="5507" y="4090"/>
                        <a:pt x="7009" y="5456"/>
                        <a:pt x="7180" y="7241"/>
                      </a:cubicBezTo>
                      <a:lnTo>
                        <a:pt x="12741" y="7241"/>
                      </a:lnTo>
                      <a:cubicBezTo>
                        <a:pt x="12868" y="7086"/>
                        <a:pt x="12932" y="6847"/>
                        <a:pt x="12777" y="6420"/>
                      </a:cubicBezTo>
                      <a:cubicBezTo>
                        <a:pt x="12389" y="5323"/>
                        <a:pt x="10755" y="3708"/>
                        <a:pt x="8616" y="2301"/>
                      </a:cubicBezTo>
                      <a:cubicBezTo>
                        <a:pt x="6494" y="903"/>
                        <a:pt x="4327" y="1"/>
                        <a:pt x="3097"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8" name="Google Shape;5078;p72"/>
                <p:cNvSpPr/>
                <p:nvPr/>
              </p:nvSpPr>
              <p:spPr>
                <a:xfrm>
                  <a:off x="8031573" y="2177659"/>
                  <a:ext cx="221307" cy="176914"/>
                </a:xfrm>
                <a:custGeom>
                  <a:avLst/>
                  <a:gdLst/>
                  <a:ahLst/>
                  <a:cxnLst/>
                  <a:rect l="l" t="t" r="r" b="b"/>
                  <a:pathLst>
                    <a:path w="16142" h="12904" extrusionOk="0">
                      <a:moveTo>
                        <a:pt x="13080" y="0"/>
                      </a:moveTo>
                      <a:cubicBezTo>
                        <a:pt x="13032" y="0"/>
                        <a:pt x="13005" y="2"/>
                        <a:pt x="13004" y="2"/>
                      </a:cubicBezTo>
                      <a:cubicBezTo>
                        <a:pt x="12997" y="3"/>
                        <a:pt x="12991" y="4"/>
                        <a:pt x="12985" y="4"/>
                      </a:cubicBezTo>
                      <a:cubicBezTo>
                        <a:pt x="12978" y="4"/>
                        <a:pt x="12973" y="3"/>
                        <a:pt x="12968" y="2"/>
                      </a:cubicBezTo>
                      <a:lnTo>
                        <a:pt x="7183" y="2"/>
                      </a:lnTo>
                      <a:cubicBezTo>
                        <a:pt x="7054" y="1778"/>
                        <a:pt x="5579" y="3156"/>
                        <a:pt x="3796" y="3156"/>
                      </a:cubicBezTo>
                      <a:lnTo>
                        <a:pt x="1" y="3156"/>
                      </a:lnTo>
                      <a:lnTo>
                        <a:pt x="1" y="12904"/>
                      </a:lnTo>
                      <a:lnTo>
                        <a:pt x="6792" y="12904"/>
                      </a:lnTo>
                      <a:cubicBezTo>
                        <a:pt x="6802" y="10018"/>
                        <a:pt x="9150" y="7676"/>
                        <a:pt x="12036" y="7676"/>
                      </a:cubicBezTo>
                      <a:lnTo>
                        <a:pt x="16142" y="7676"/>
                      </a:lnTo>
                      <a:lnTo>
                        <a:pt x="16142" y="3137"/>
                      </a:lnTo>
                      <a:cubicBezTo>
                        <a:pt x="16142" y="2108"/>
                        <a:pt x="15857" y="1318"/>
                        <a:pt x="15297" y="788"/>
                      </a:cubicBezTo>
                      <a:cubicBezTo>
                        <a:pt x="14516" y="51"/>
                        <a:pt x="13383" y="0"/>
                        <a:pt x="13080"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sp>
        <p:nvSpPr>
          <p:cNvPr id="5079" name="Google Shape;5079;p72"/>
          <p:cNvSpPr/>
          <p:nvPr/>
        </p:nvSpPr>
        <p:spPr>
          <a:xfrm>
            <a:off x="7095123" y="3555322"/>
            <a:ext cx="558742" cy="616877"/>
          </a:xfrm>
          <a:custGeom>
            <a:avLst/>
            <a:gdLst/>
            <a:ahLst/>
            <a:cxnLst/>
            <a:rect l="l" t="t" r="r" b="b"/>
            <a:pathLst>
              <a:path w="4733" h="5225" extrusionOk="0">
                <a:moveTo>
                  <a:pt x="346" y="0"/>
                </a:moveTo>
                <a:cubicBezTo>
                  <a:pt x="148" y="0"/>
                  <a:pt x="1" y="148"/>
                  <a:pt x="1" y="333"/>
                </a:cubicBezTo>
                <a:lnTo>
                  <a:pt x="1" y="4423"/>
                </a:lnTo>
                <a:cubicBezTo>
                  <a:pt x="1" y="4608"/>
                  <a:pt x="148" y="4756"/>
                  <a:pt x="346" y="4756"/>
                </a:cubicBezTo>
                <a:lnTo>
                  <a:pt x="2046" y="4756"/>
                </a:lnTo>
                <a:lnTo>
                  <a:pt x="2366" y="5224"/>
                </a:lnTo>
                <a:lnTo>
                  <a:pt x="2674" y="4756"/>
                </a:lnTo>
                <a:lnTo>
                  <a:pt x="4387" y="4756"/>
                </a:lnTo>
                <a:cubicBezTo>
                  <a:pt x="4394" y="4757"/>
                  <a:pt x="4400" y="4757"/>
                  <a:pt x="4407" y="4757"/>
                </a:cubicBezTo>
                <a:cubicBezTo>
                  <a:pt x="4583" y="4757"/>
                  <a:pt x="4732" y="4602"/>
                  <a:pt x="4732" y="4423"/>
                </a:cubicBezTo>
                <a:lnTo>
                  <a:pt x="4732" y="333"/>
                </a:lnTo>
                <a:cubicBezTo>
                  <a:pt x="4732" y="148"/>
                  <a:pt x="4572" y="0"/>
                  <a:pt x="4387"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80" name="Google Shape;5080;p72"/>
          <p:cNvSpPr/>
          <p:nvPr/>
        </p:nvSpPr>
        <p:spPr>
          <a:xfrm rot="10800000">
            <a:off x="6581305" y="3552736"/>
            <a:ext cx="406111" cy="619462"/>
          </a:xfrm>
          <a:custGeom>
            <a:avLst/>
            <a:gdLst/>
            <a:ahLst/>
            <a:cxnLst/>
            <a:rect l="l" t="t" r="r" b="b"/>
            <a:pathLst>
              <a:path w="14910" h="22743" extrusionOk="0">
                <a:moveTo>
                  <a:pt x="7449" y="0"/>
                </a:moveTo>
                <a:cubicBezTo>
                  <a:pt x="7363" y="0"/>
                  <a:pt x="7277" y="40"/>
                  <a:pt x="7219" y="121"/>
                </a:cubicBezTo>
                <a:lnTo>
                  <a:pt x="4981" y="3220"/>
                </a:lnTo>
                <a:lnTo>
                  <a:pt x="1079" y="3220"/>
                </a:lnTo>
                <a:cubicBezTo>
                  <a:pt x="482" y="3220"/>
                  <a:pt x="0" y="3702"/>
                  <a:pt x="0" y="4298"/>
                </a:cubicBezTo>
                <a:lnTo>
                  <a:pt x="0" y="21652"/>
                </a:lnTo>
                <a:cubicBezTo>
                  <a:pt x="0" y="22249"/>
                  <a:pt x="482" y="22742"/>
                  <a:pt x="1079" y="22742"/>
                </a:cubicBezTo>
                <a:lnTo>
                  <a:pt x="13830" y="22742"/>
                </a:lnTo>
                <a:cubicBezTo>
                  <a:pt x="14427" y="22742"/>
                  <a:pt x="14909" y="22249"/>
                  <a:pt x="14909" y="21652"/>
                </a:cubicBezTo>
                <a:lnTo>
                  <a:pt x="14909" y="4298"/>
                </a:lnTo>
                <a:cubicBezTo>
                  <a:pt x="14909" y="3708"/>
                  <a:pt x="14438" y="3219"/>
                  <a:pt x="13851" y="3219"/>
                </a:cubicBezTo>
                <a:cubicBezTo>
                  <a:pt x="13844" y="3219"/>
                  <a:pt x="13837" y="3219"/>
                  <a:pt x="13830" y="3220"/>
                </a:cubicBezTo>
                <a:lnTo>
                  <a:pt x="9916" y="3220"/>
                </a:lnTo>
                <a:lnTo>
                  <a:pt x="7678" y="121"/>
                </a:lnTo>
                <a:cubicBezTo>
                  <a:pt x="7621" y="40"/>
                  <a:pt x="7535" y="0"/>
                  <a:pt x="744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081" name="Google Shape;5081;p72"/>
          <p:cNvGrpSpPr/>
          <p:nvPr/>
        </p:nvGrpSpPr>
        <p:grpSpPr>
          <a:xfrm>
            <a:off x="7821475" y="2716715"/>
            <a:ext cx="602567" cy="601884"/>
            <a:chOff x="1186975" y="238125"/>
            <a:chExt cx="5244275" cy="5238325"/>
          </a:xfrm>
        </p:grpSpPr>
        <p:sp>
          <p:nvSpPr>
            <p:cNvPr id="5082" name="Google Shape;5082;p72"/>
            <p:cNvSpPr/>
            <p:nvPr/>
          </p:nvSpPr>
          <p:spPr>
            <a:xfrm>
              <a:off x="1188450" y="238125"/>
              <a:ext cx="3198750" cy="2628625"/>
            </a:xfrm>
            <a:custGeom>
              <a:avLst/>
              <a:gdLst/>
              <a:ahLst/>
              <a:cxnLst/>
              <a:rect l="l" t="t" r="r" b="b"/>
              <a:pathLst>
                <a:path w="127950" h="105145" extrusionOk="0">
                  <a:moveTo>
                    <a:pt x="18697" y="0"/>
                  </a:moveTo>
                  <a:cubicBezTo>
                    <a:pt x="8371" y="0"/>
                    <a:pt x="1" y="8371"/>
                    <a:pt x="1" y="18697"/>
                  </a:cubicBezTo>
                  <a:lnTo>
                    <a:pt x="1" y="105145"/>
                  </a:lnTo>
                  <a:lnTo>
                    <a:pt x="36857" y="105145"/>
                  </a:lnTo>
                  <a:cubicBezTo>
                    <a:pt x="35719" y="102283"/>
                    <a:pt x="35385" y="99165"/>
                    <a:pt x="35897" y="96130"/>
                  </a:cubicBezTo>
                  <a:cubicBezTo>
                    <a:pt x="37137" y="88648"/>
                    <a:pt x="43398" y="82793"/>
                    <a:pt x="50957" y="82096"/>
                  </a:cubicBezTo>
                  <a:cubicBezTo>
                    <a:pt x="51501" y="82045"/>
                    <a:pt x="52041" y="82020"/>
                    <a:pt x="52575" y="82020"/>
                  </a:cubicBezTo>
                  <a:cubicBezTo>
                    <a:pt x="61906" y="82020"/>
                    <a:pt x="69475" y="89593"/>
                    <a:pt x="69475" y="98926"/>
                  </a:cubicBezTo>
                  <a:cubicBezTo>
                    <a:pt x="69475" y="101055"/>
                    <a:pt x="69070" y="103165"/>
                    <a:pt x="68283" y="105145"/>
                  </a:cubicBezTo>
                  <a:lnTo>
                    <a:pt x="105145" y="105145"/>
                  </a:lnTo>
                  <a:lnTo>
                    <a:pt x="105145" y="68419"/>
                  </a:lnTo>
                  <a:cubicBezTo>
                    <a:pt x="106958" y="69088"/>
                    <a:pt x="108908" y="69476"/>
                    <a:pt x="110955" y="69476"/>
                  </a:cubicBezTo>
                  <a:cubicBezTo>
                    <a:pt x="111990" y="69476"/>
                    <a:pt x="113050" y="69377"/>
                    <a:pt x="114130" y="69164"/>
                  </a:cubicBezTo>
                  <a:cubicBezTo>
                    <a:pt x="121952" y="67632"/>
                    <a:pt x="127801" y="60687"/>
                    <a:pt x="127866" y="52715"/>
                  </a:cubicBezTo>
                  <a:cubicBezTo>
                    <a:pt x="127950" y="43313"/>
                    <a:pt x="120348" y="35664"/>
                    <a:pt x="110964" y="35664"/>
                  </a:cubicBezTo>
                  <a:cubicBezTo>
                    <a:pt x="108979" y="35670"/>
                    <a:pt x="107005" y="36028"/>
                    <a:pt x="105145" y="36720"/>
                  </a:cubicBezTo>
                  <a:lnTo>
                    <a:pt x="105145" y="0"/>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83" name="Google Shape;5083;p72"/>
            <p:cNvSpPr/>
            <p:nvPr/>
          </p:nvSpPr>
          <p:spPr>
            <a:xfrm>
              <a:off x="1186975" y="2279750"/>
              <a:ext cx="2628625" cy="3196700"/>
            </a:xfrm>
            <a:custGeom>
              <a:avLst/>
              <a:gdLst/>
              <a:ahLst/>
              <a:cxnLst/>
              <a:rect l="l" t="t" r="r" b="b"/>
              <a:pathLst>
                <a:path w="105145" h="127868" extrusionOk="0">
                  <a:moveTo>
                    <a:pt x="52573" y="1"/>
                  </a:moveTo>
                  <a:cubicBezTo>
                    <a:pt x="43236" y="1"/>
                    <a:pt x="35664" y="7567"/>
                    <a:pt x="35664" y="16910"/>
                  </a:cubicBezTo>
                  <a:cubicBezTo>
                    <a:pt x="35670" y="18895"/>
                    <a:pt x="36028" y="20862"/>
                    <a:pt x="36720" y="22722"/>
                  </a:cubicBezTo>
                  <a:lnTo>
                    <a:pt x="0" y="22722"/>
                  </a:lnTo>
                  <a:lnTo>
                    <a:pt x="0" y="110011"/>
                  </a:lnTo>
                  <a:cubicBezTo>
                    <a:pt x="0" y="119872"/>
                    <a:pt x="7995" y="127867"/>
                    <a:pt x="17862" y="127867"/>
                  </a:cubicBezTo>
                  <a:lnTo>
                    <a:pt x="105145" y="127867"/>
                  </a:lnTo>
                  <a:lnTo>
                    <a:pt x="105145" y="91010"/>
                  </a:lnTo>
                  <a:cubicBezTo>
                    <a:pt x="103158" y="91801"/>
                    <a:pt x="101044" y="92206"/>
                    <a:pt x="98916" y="92206"/>
                  </a:cubicBezTo>
                  <a:cubicBezTo>
                    <a:pt x="98350" y="92206"/>
                    <a:pt x="97782" y="92177"/>
                    <a:pt x="97215" y="92119"/>
                  </a:cubicBezTo>
                  <a:cubicBezTo>
                    <a:pt x="88869" y="91267"/>
                    <a:pt x="82269" y="84184"/>
                    <a:pt x="82024" y="75802"/>
                  </a:cubicBezTo>
                  <a:cubicBezTo>
                    <a:pt x="81744" y="66233"/>
                    <a:pt x="89417" y="58393"/>
                    <a:pt x="98920" y="58393"/>
                  </a:cubicBezTo>
                  <a:cubicBezTo>
                    <a:pt x="101055" y="58393"/>
                    <a:pt x="103159" y="58792"/>
                    <a:pt x="105139" y="59585"/>
                  </a:cubicBezTo>
                  <a:lnTo>
                    <a:pt x="105139" y="22728"/>
                  </a:lnTo>
                  <a:lnTo>
                    <a:pt x="68419" y="22728"/>
                  </a:lnTo>
                  <a:cubicBezTo>
                    <a:pt x="69427" y="19992"/>
                    <a:pt x="69796" y="16951"/>
                    <a:pt x="69164" y="13738"/>
                  </a:cubicBezTo>
                  <a:cubicBezTo>
                    <a:pt x="67632" y="5922"/>
                    <a:pt x="60686" y="73"/>
                    <a:pt x="52715" y="2"/>
                  </a:cubicBezTo>
                  <a:cubicBezTo>
                    <a:pt x="52668" y="1"/>
                    <a:pt x="52620" y="1"/>
                    <a:pt x="52573"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84" name="Google Shape;5084;p72"/>
            <p:cNvSpPr/>
            <p:nvPr/>
          </p:nvSpPr>
          <p:spPr>
            <a:xfrm>
              <a:off x="3802600" y="239450"/>
              <a:ext cx="2628650" cy="3196825"/>
            </a:xfrm>
            <a:custGeom>
              <a:avLst/>
              <a:gdLst/>
              <a:ahLst/>
              <a:cxnLst/>
              <a:rect l="l" t="t" r="r" b="b"/>
              <a:pathLst>
                <a:path w="105146" h="127873" extrusionOk="0">
                  <a:moveTo>
                    <a:pt x="1" y="1"/>
                  </a:moveTo>
                  <a:lnTo>
                    <a:pt x="1" y="36857"/>
                  </a:lnTo>
                  <a:cubicBezTo>
                    <a:pt x="1988" y="36066"/>
                    <a:pt x="4101" y="35662"/>
                    <a:pt x="6229" y="35662"/>
                  </a:cubicBezTo>
                  <a:cubicBezTo>
                    <a:pt x="6796" y="35662"/>
                    <a:pt x="7364" y="35691"/>
                    <a:pt x="7930" y="35748"/>
                  </a:cubicBezTo>
                  <a:cubicBezTo>
                    <a:pt x="16277" y="36595"/>
                    <a:pt x="22877" y="43684"/>
                    <a:pt x="23121" y="52066"/>
                  </a:cubicBezTo>
                  <a:cubicBezTo>
                    <a:pt x="23396" y="61635"/>
                    <a:pt x="15722" y="69481"/>
                    <a:pt x="6219" y="69481"/>
                  </a:cubicBezTo>
                  <a:cubicBezTo>
                    <a:pt x="4091" y="69475"/>
                    <a:pt x="1980" y="69076"/>
                    <a:pt x="1" y="68289"/>
                  </a:cubicBezTo>
                  <a:lnTo>
                    <a:pt x="1" y="105145"/>
                  </a:lnTo>
                  <a:lnTo>
                    <a:pt x="36720" y="105145"/>
                  </a:lnTo>
                  <a:cubicBezTo>
                    <a:pt x="35719" y="107882"/>
                    <a:pt x="35343" y="110916"/>
                    <a:pt x="35975" y="114130"/>
                  </a:cubicBezTo>
                  <a:cubicBezTo>
                    <a:pt x="37513" y="121952"/>
                    <a:pt x="44459" y="127801"/>
                    <a:pt x="52424" y="127872"/>
                  </a:cubicBezTo>
                  <a:cubicBezTo>
                    <a:pt x="52472" y="127873"/>
                    <a:pt x="52519" y="127873"/>
                    <a:pt x="52567" y="127873"/>
                  </a:cubicBezTo>
                  <a:cubicBezTo>
                    <a:pt x="61909" y="127873"/>
                    <a:pt x="69481" y="120301"/>
                    <a:pt x="69481" y="110964"/>
                  </a:cubicBezTo>
                  <a:cubicBezTo>
                    <a:pt x="69475" y="108979"/>
                    <a:pt x="69118" y="107005"/>
                    <a:pt x="68426" y="105145"/>
                  </a:cubicBezTo>
                  <a:lnTo>
                    <a:pt x="105145" y="105145"/>
                  </a:lnTo>
                  <a:lnTo>
                    <a:pt x="105145" y="16354"/>
                  </a:lnTo>
                  <a:cubicBezTo>
                    <a:pt x="105140" y="7328"/>
                    <a:pt x="97818" y="1"/>
                    <a:pt x="8878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85" name="Google Shape;5085;p72"/>
            <p:cNvSpPr/>
            <p:nvPr/>
          </p:nvSpPr>
          <p:spPr>
            <a:xfrm>
              <a:off x="3232500" y="2847950"/>
              <a:ext cx="3198600" cy="2628500"/>
            </a:xfrm>
            <a:custGeom>
              <a:avLst/>
              <a:gdLst/>
              <a:ahLst/>
              <a:cxnLst/>
              <a:rect l="l" t="t" r="r" b="b"/>
              <a:pathLst>
                <a:path w="127944" h="105140" extrusionOk="0">
                  <a:moveTo>
                    <a:pt x="22805" y="0"/>
                  </a:moveTo>
                  <a:lnTo>
                    <a:pt x="22805" y="36720"/>
                  </a:lnTo>
                  <a:cubicBezTo>
                    <a:pt x="20992" y="36051"/>
                    <a:pt x="19042" y="35663"/>
                    <a:pt x="16995" y="35663"/>
                  </a:cubicBezTo>
                  <a:cubicBezTo>
                    <a:pt x="15960" y="35663"/>
                    <a:pt x="14900" y="35762"/>
                    <a:pt x="13820" y="35975"/>
                  </a:cubicBezTo>
                  <a:cubicBezTo>
                    <a:pt x="5998" y="37513"/>
                    <a:pt x="150" y="44453"/>
                    <a:pt x="78" y="52424"/>
                  </a:cubicBezTo>
                  <a:cubicBezTo>
                    <a:pt x="1" y="61826"/>
                    <a:pt x="7602" y="69481"/>
                    <a:pt x="16986" y="69481"/>
                  </a:cubicBezTo>
                  <a:cubicBezTo>
                    <a:pt x="18971" y="69475"/>
                    <a:pt x="20945" y="69117"/>
                    <a:pt x="22805" y="68420"/>
                  </a:cubicBezTo>
                  <a:lnTo>
                    <a:pt x="22805" y="105139"/>
                  </a:lnTo>
                  <a:lnTo>
                    <a:pt x="108943" y="105139"/>
                  </a:lnTo>
                  <a:cubicBezTo>
                    <a:pt x="119436" y="105139"/>
                    <a:pt x="127944" y="96631"/>
                    <a:pt x="127944" y="86138"/>
                  </a:cubicBezTo>
                  <a:lnTo>
                    <a:pt x="127944" y="0"/>
                  </a:lnTo>
                  <a:lnTo>
                    <a:pt x="91087" y="0"/>
                  </a:lnTo>
                  <a:cubicBezTo>
                    <a:pt x="92088" y="2510"/>
                    <a:pt x="92470" y="5235"/>
                    <a:pt x="92196" y="7924"/>
                  </a:cubicBezTo>
                  <a:cubicBezTo>
                    <a:pt x="91343" y="16271"/>
                    <a:pt x="84260" y="22870"/>
                    <a:pt x="75878" y="23115"/>
                  </a:cubicBezTo>
                  <a:cubicBezTo>
                    <a:pt x="75708" y="23120"/>
                    <a:pt x="75539" y="23122"/>
                    <a:pt x="75370" y="23122"/>
                  </a:cubicBezTo>
                  <a:cubicBezTo>
                    <a:pt x="66033" y="23122"/>
                    <a:pt x="58469" y="15553"/>
                    <a:pt x="58469" y="6219"/>
                  </a:cubicBezTo>
                  <a:cubicBezTo>
                    <a:pt x="58469" y="4084"/>
                    <a:pt x="58869" y="1980"/>
                    <a:pt x="59662"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086" name="Google Shape;5086;p72"/>
          <p:cNvGrpSpPr/>
          <p:nvPr/>
        </p:nvGrpSpPr>
        <p:grpSpPr>
          <a:xfrm>
            <a:off x="3264213" y="1856199"/>
            <a:ext cx="651848" cy="687338"/>
            <a:chOff x="3400515" y="2056248"/>
            <a:chExt cx="698134" cy="735987"/>
          </a:xfrm>
        </p:grpSpPr>
        <p:grpSp>
          <p:nvGrpSpPr>
            <p:cNvPr id="5087" name="Google Shape;5087;p72"/>
            <p:cNvGrpSpPr/>
            <p:nvPr/>
          </p:nvGrpSpPr>
          <p:grpSpPr>
            <a:xfrm>
              <a:off x="3400515" y="2283913"/>
              <a:ext cx="312919" cy="219900"/>
              <a:chOff x="3400515" y="2283913"/>
              <a:chExt cx="312919" cy="219900"/>
            </a:xfrm>
          </p:grpSpPr>
          <p:sp>
            <p:nvSpPr>
              <p:cNvPr id="5088" name="Google Shape;5088;p72"/>
              <p:cNvSpPr/>
              <p:nvPr/>
            </p:nvSpPr>
            <p:spPr>
              <a:xfrm>
                <a:off x="3493534" y="2283913"/>
                <a:ext cx="219900" cy="219900"/>
              </a:xfrm>
              <a:prstGeom prst="ellipse">
                <a:avLst/>
              </a:prstGeom>
              <a:solidFill>
                <a:srgbClr val="435D74"/>
              </a:solidFill>
              <a:ln>
                <a:noFill/>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00C3B1"/>
                  </a:solidFill>
                  <a:latin typeface="Calibri"/>
                  <a:ea typeface="Calibri"/>
                  <a:cs typeface="Calibri"/>
                  <a:sym typeface="Calibri"/>
                </a:endParaRPr>
              </a:p>
            </p:txBody>
          </p:sp>
          <p:cxnSp>
            <p:nvCxnSpPr>
              <p:cNvPr id="5089" name="Google Shape;5089;p72"/>
              <p:cNvCxnSpPr/>
              <p:nvPr/>
            </p:nvCxnSpPr>
            <p:spPr>
              <a:xfrm rot="10800000">
                <a:off x="3400515" y="2393804"/>
                <a:ext cx="95400" cy="0"/>
              </a:xfrm>
              <a:prstGeom prst="straightConnector1">
                <a:avLst/>
              </a:prstGeom>
              <a:noFill/>
              <a:ln w="28575" cap="flat" cmpd="sng">
                <a:solidFill>
                  <a:srgbClr val="435D74"/>
                </a:solidFill>
                <a:prstDash val="solid"/>
                <a:round/>
                <a:headEnd type="none" w="med" len="med"/>
                <a:tailEnd type="none" w="med" len="med"/>
              </a:ln>
            </p:spPr>
          </p:cxnSp>
        </p:grpSp>
        <p:grpSp>
          <p:nvGrpSpPr>
            <p:cNvPr id="5090" name="Google Shape;5090;p72"/>
            <p:cNvGrpSpPr/>
            <p:nvPr/>
          </p:nvGrpSpPr>
          <p:grpSpPr>
            <a:xfrm>
              <a:off x="3547823" y="2461089"/>
              <a:ext cx="219900" cy="331146"/>
              <a:chOff x="3547823" y="2461089"/>
              <a:chExt cx="219900" cy="331146"/>
            </a:xfrm>
          </p:grpSpPr>
          <p:sp>
            <p:nvSpPr>
              <p:cNvPr id="5091" name="Google Shape;5091;p72"/>
              <p:cNvSpPr/>
              <p:nvPr/>
            </p:nvSpPr>
            <p:spPr>
              <a:xfrm>
                <a:off x="3547823" y="2461089"/>
                <a:ext cx="219900" cy="219900"/>
              </a:xfrm>
              <a:prstGeom prst="ellipse">
                <a:avLst/>
              </a:prstGeom>
              <a:solidFill>
                <a:srgbClr val="5F7D95"/>
              </a:solidFill>
              <a:ln>
                <a:noFill/>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00C3B1"/>
                  </a:solidFill>
                  <a:latin typeface="Calibri"/>
                  <a:ea typeface="Calibri"/>
                  <a:cs typeface="Calibri"/>
                  <a:sym typeface="Calibri"/>
                </a:endParaRPr>
              </a:p>
            </p:txBody>
          </p:sp>
          <p:cxnSp>
            <p:nvCxnSpPr>
              <p:cNvPr id="5092" name="Google Shape;5092;p72"/>
              <p:cNvCxnSpPr/>
              <p:nvPr/>
            </p:nvCxnSpPr>
            <p:spPr>
              <a:xfrm rot="10800000">
                <a:off x="3657701" y="2678535"/>
                <a:ext cx="0" cy="113700"/>
              </a:xfrm>
              <a:prstGeom prst="straightConnector1">
                <a:avLst/>
              </a:prstGeom>
              <a:noFill/>
              <a:ln w="28575" cap="flat" cmpd="sng">
                <a:solidFill>
                  <a:srgbClr val="5F7D95"/>
                </a:solidFill>
                <a:prstDash val="solid"/>
                <a:round/>
                <a:headEnd type="none" w="med" len="med"/>
                <a:tailEnd type="none" w="med" len="med"/>
              </a:ln>
            </p:spPr>
          </p:cxnSp>
        </p:grpSp>
        <p:grpSp>
          <p:nvGrpSpPr>
            <p:cNvPr id="5093" name="Google Shape;5093;p72"/>
            <p:cNvGrpSpPr/>
            <p:nvPr/>
          </p:nvGrpSpPr>
          <p:grpSpPr>
            <a:xfrm>
              <a:off x="3734138" y="2461089"/>
              <a:ext cx="219900" cy="331146"/>
              <a:chOff x="3734138" y="2461089"/>
              <a:chExt cx="219900" cy="331146"/>
            </a:xfrm>
          </p:grpSpPr>
          <p:sp>
            <p:nvSpPr>
              <p:cNvPr id="5094" name="Google Shape;5094;p72"/>
              <p:cNvSpPr/>
              <p:nvPr/>
            </p:nvSpPr>
            <p:spPr>
              <a:xfrm>
                <a:off x="3734138" y="2461089"/>
                <a:ext cx="219900" cy="219900"/>
              </a:xfrm>
              <a:prstGeom prst="ellipse">
                <a:avLst/>
              </a:prstGeom>
              <a:solidFill>
                <a:srgbClr val="869FB2"/>
              </a:solidFill>
              <a:ln>
                <a:noFill/>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00C3B1"/>
                  </a:solidFill>
                  <a:latin typeface="Calibri"/>
                  <a:ea typeface="Calibri"/>
                  <a:cs typeface="Calibri"/>
                  <a:sym typeface="Calibri"/>
                </a:endParaRPr>
              </a:p>
            </p:txBody>
          </p:sp>
          <p:cxnSp>
            <p:nvCxnSpPr>
              <p:cNvPr id="5095" name="Google Shape;5095;p72"/>
              <p:cNvCxnSpPr/>
              <p:nvPr/>
            </p:nvCxnSpPr>
            <p:spPr>
              <a:xfrm rot="10800000">
                <a:off x="3844020" y="2678535"/>
                <a:ext cx="0" cy="113700"/>
              </a:xfrm>
              <a:prstGeom prst="straightConnector1">
                <a:avLst/>
              </a:prstGeom>
              <a:noFill/>
              <a:ln w="28575" cap="flat" cmpd="sng">
                <a:solidFill>
                  <a:srgbClr val="869FB2"/>
                </a:solidFill>
                <a:prstDash val="solid"/>
                <a:round/>
                <a:headEnd type="none" w="med" len="med"/>
                <a:tailEnd type="none" w="med" len="med"/>
              </a:ln>
            </p:spPr>
          </p:cxnSp>
        </p:grpSp>
        <p:grpSp>
          <p:nvGrpSpPr>
            <p:cNvPr id="5096" name="Google Shape;5096;p72"/>
            <p:cNvGrpSpPr/>
            <p:nvPr/>
          </p:nvGrpSpPr>
          <p:grpSpPr>
            <a:xfrm>
              <a:off x="3787560" y="2281742"/>
              <a:ext cx="311089" cy="219900"/>
              <a:chOff x="3787560" y="2281742"/>
              <a:chExt cx="311089" cy="219900"/>
            </a:xfrm>
          </p:grpSpPr>
          <p:sp>
            <p:nvSpPr>
              <p:cNvPr id="5097" name="Google Shape;5097;p72"/>
              <p:cNvSpPr/>
              <p:nvPr/>
            </p:nvSpPr>
            <p:spPr>
              <a:xfrm>
                <a:off x="3787560" y="2281742"/>
                <a:ext cx="219900" cy="219900"/>
              </a:xfrm>
              <a:prstGeom prst="ellipse">
                <a:avLst/>
              </a:prstGeom>
              <a:solidFill>
                <a:srgbClr val="A5B7C6"/>
              </a:solidFill>
              <a:ln>
                <a:noFill/>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00C3B1"/>
                  </a:solidFill>
                  <a:latin typeface="Calibri"/>
                  <a:ea typeface="Calibri"/>
                  <a:cs typeface="Calibri"/>
                  <a:sym typeface="Calibri"/>
                </a:endParaRPr>
              </a:p>
            </p:txBody>
          </p:sp>
          <p:cxnSp>
            <p:nvCxnSpPr>
              <p:cNvPr id="5098" name="Google Shape;5098;p72"/>
              <p:cNvCxnSpPr/>
              <p:nvPr/>
            </p:nvCxnSpPr>
            <p:spPr>
              <a:xfrm rot="10800000">
                <a:off x="4003849" y="2393795"/>
                <a:ext cx="94800" cy="0"/>
              </a:xfrm>
              <a:prstGeom prst="straightConnector1">
                <a:avLst/>
              </a:prstGeom>
              <a:noFill/>
              <a:ln w="28575" cap="flat" cmpd="sng">
                <a:solidFill>
                  <a:srgbClr val="A5B7C6"/>
                </a:solidFill>
                <a:prstDash val="solid"/>
                <a:round/>
                <a:headEnd type="none" w="med" len="med"/>
                <a:tailEnd type="none" w="med" len="med"/>
              </a:ln>
            </p:spPr>
          </p:cxnSp>
        </p:grpSp>
        <p:grpSp>
          <p:nvGrpSpPr>
            <p:cNvPr id="5099" name="Google Shape;5099;p72"/>
            <p:cNvGrpSpPr/>
            <p:nvPr/>
          </p:nvGrpSpPr>
          <p:grpSpPr>
            <a:xfrm>
              <a:off x="3637290" y="2056248"/>
              <a:ext cx="219900" cy="330736"/>
              <a:chOff x="3637290" y="2056248"/>
              <a:chExt cx="219900" cy="330736"/>
            </a:xfrm>
          </p:grpSpPr>
          <p:sp>
            <p:nvSpPr>
              <p:cNvPr id="5100" name="Google Shape;5100;p72"/>
              <p:cNvSpPr/>
              <p:nvPr/>
            </p:nvSpPr>
            <p:spPr>
              <a:xfrm>
                <a:off x="3637290" y="2167085"/>
                <a:ext cx="219900" cy="219900"/>
              </a:xfrm>
              <a:prstGeom prst="ellipse">
                <a:avLst/>
              </a:prstGeom>
              <a:solidFill>
                <a:srgbClr val="BAC8D3"/>
              </a:solidFill>
              <a:ln>
                <a:noFill/>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FFFFFF"/>
                  </a:solidFill>
                  <a:latin typeface="Calibri"/>
                  <a:ea typeface="Calibri"/>
                  <a:cs typeface="Calibri"/>
                  <a:sym typeface="Calibri"/>
                </a:endParaRPr>
              </a:p>
            </p:txBody>
          </p:sp>
          <p:cxnSp>
            <p:nvCxnSpPr>
              <p:cNvPr id="5101" name="Google Shape;5101;p72"/>
              <p:cNvCxnSpPr/>
              <p:nvPr/>
            </p:nvCxnSpPr>
            <p:spPr>
              <a:xfrm rot="10800000">
                <a:off x="3747169" y="2056248"/>
                <a:ext cx="0" cy="113700"/>
              </a:xfrm>
              <a:prstGeom prst="straightConnector1">
                <a:avLst/>
              </a:prstGeom>
              <a:noFill/>
              <a:ln w="28575" cap="flat" cmpd="sng">
                <a:solidFill>
                  <a:srgbClr val="BAC8D3"/>
                </a:solidFill>
                <a:prstDash val="solid"/>
                <a:round/>
                <a:headEnd type="none" w="med" len="med"/>
                <a:tailEnd type="none" w="med" len="med"/>
              </a:ln>
            </p:spPr>
          </p:cxnSp>
        </p:grpSp>
      </p:grpSp>
      <p:grpSp>
        <p:nvGrpSpPr>
          <p:cNvPr id="5102" name="Google Shape;5102;p72"/>
          <p:cNvGrpSpPr/>
          <p:nvPr/>
        </p:nvGrpSpPr>
        <p:grpSpPr>
          <a:xfrm>
            <a:off x="2555919" y="2726205"/>
            <a:ext cx="1268144" cy="592394"/>
            <a:chOff x="238125" y="1188750"/>
            <a:chExt cx="7140450" cy="3335550"/>
          </a:xfrm>
        </p:grpSpPr>
        <p:sp>
          <p:nvSpPr>
            <p:cNvPr id="5103" name="Google Shape;5103;p72"/>
            <p:cNvSpPr/>
            <p:nvPr/>
          </p:nvSpPr>
          <p:spPr>
            <a:xfrm>
              <a:off x="238125" y="1188750"/>
              <a:ext cx="3507025" cy="1584000"/>
            </a:xfrm>
            <a:custGeom>
              <a:avLst/>
              <a:gdLst/>
              <a:ahLst/>
              <a:cxnLst/>
              <a:rect l="l" t="t" r="r" b="b"/>
              <a:pathLst>
                <a:path w="140281" h="63360" extrusionOk="0">
                  <a:moveTo>
                    <a:pt x="4021" y="0"/>
                  </a:moveTo>
                  <a:cubicBezTo>
                    <a:pt x="1801" y="6"/>
                    <a:pt x="6" y="1801"/>
                    <a:pt x="0" y="4021"/>
                  </a:cubicBezTo>
                  <a:lnTo>
                    <a:pt x="0" y="59338"/>
                  </a:lnTo>
                  <a:cubicBezTo>
                    <a:pt x="6" y="61552"/>
                    <a:pt x="1801" y="63354"/>
                    <a:pt x="4021" y="63359"/>
                  </a:cubicBezTo>
                  <a:lnTo>
                    <a:pt x="98272" y="63359"/>
                  </a:lnTo>
                  <a:cubicBezTo>
                    <a:pt x="99963" y="41512"/>
                    <a:pt x="118098" y="24204"/>
                    <a:pt x="140280" y="23813"/>
                  </a:cubicBezTo>
                  <a:lnTo>
                    <a:pt x="140280" y="4021"/>
                  </a:lnTo>
                  <a:cubicBezTo>
                    <a:pt x="140275" y="1801"/>
                    <a:pt x="138474" y="6"/>
                    <a:pt x="136259"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4" name="Google Shape;5104;p72"/>
            <p:cNvSpPr/>
            <p:nvPr/>
          </p:nvSpPr>
          <p:spPr>
            <a:xfrm>
              <a:off x="238125" y="2940300"/>
              <a:ext cx="3507025" cy="1584000"/>
            </a:xfrm>
            <a:custGeom>
              <a:avLst/>
              <a:gdLst/>
              <a:ahLst/>
              <a:cxnLst/>
              <a:rect l="l" t="t" r="r" b="b"/>
              <a:pathLst>
                <a:path w="140281" h="63360" extrusionOk="0">
                  <a:moveTo>
                    <a:pt x="4021" y="1"/>
                  </a:moveTo>
                  <a:cubicBezTo>
                    <a:pt x="1801" y="6"/>
                    <a:pt x="6" y="1808"/>
                    <a:pt x="0" y="4022"/>
                  </a:cubicBezTo>
                  <a:lnTo>
                    <a:pt x="0" y="59339"/>
                  </a:lnTo>
                  <a:cubicBezTo>
                    <a:pt x="6" y="61559"/>
                    <a:pt x="1801" y="63354"/>
                    <a:pt x="4021" y="63360"/>
                  </a:cubicBezTo>
                  <a:lnTo>
                    <a:pt x="136259" y="63360"/>
                  </a:lnTo>
                  <a:cubicBezTo>
                    <a:pt x="138474" y="63354"/>
                    <a:pt x="140275" y="61559"/>
                    <a:pt x="140280" y="59339"/>
                  </a:cubicBezTo>
                  <a:lnTo>
                    <a:pt x="140280" y="39547"/>
                  </a:lnTo>
                  <a:cubicBezTo>
                    <a:pt x="118098" y="39155"/>
                    <a:pt x="99963" y="21848"/>
                    <a:pt x="98272"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5" name="Google Shape;5105;p72"/>
            <p:cNvSpPr/>
            <p:nvPr/>
          </p:nvSpPr>
          <p:spPr>
            <a:xfrm>
              <a:off x="3871550" y="1188750"/>
              <a:ext cx="3507025" cy="1584000"/>
            </a:xfrm>
            <a:custGeom>
              <a:avLst/>
              <a:gdLst/>
              <a:ahLst/>
              <a:cxnLst/>
              <a:rect l="l" t="t" r="r" b="b"/>
              <a:pathLst>
                <a:path w="140281" h="63360" extrusionOk="0">
                  <a:moveTo>
                    <a:pt x="4022" y="0"/>
                  </a:moveTo>
                  <a:cubicBezTo>
                    <a:pt x="1807" y="6"/>
                    <a:pt x="6" y="1801"/>
                    <a:pt x="0" y="4021"/>
                  </a:cubicBezTo>
                  <a:lnTo>
                    <a:pt x="0" y="24017"/>
                  </a:lnTo>
                  <a:cubicBezTo>
                    <a:pt x="20553" y="26066"/>
                    <a:pt x="36886" y="42675"/>
                    <a:pt x="38494" y="63359"/>
                  </a:cubicBezTo>
                  <a:lnTo>
                    <a:pt x="136260" y="63359"/>
                  </a:lnTo>
                  <a:cubicBezTo>
                    <a:pt x="138480" y="63354"/>
                    <a:pt x="140275" y="61552"/>
                    <a:pt x="140281" y="59338"/>
                  </a:cubicBezTo>
                  <a:lnTo>
                    <a:pt x="140281" y="4021"/>
                  </a:lnTo>
                  <a:cubicBezTo>
                    <a:pt x="140275" y="1801"/>
                    <a:pt x="138480" y="6"/>
                    <a:pt x="136260"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6" name="Google Shape;5106;p72"/>
            <p:cNvSpPr/>
            <p:nvPr/>
          </p:nvSpPr>
          <p:spPr>
            <a:xfrm>
              <a:off x="3871550" y="2940300"/>
              <a:ext cx="3507025" cy="1584000"/>
            </a:xfrm>
            <a:custGeom>
              <a:avLst/>
              <a:gdLst/>
              <a:ahLst/>
              <a:cxnLst/>
              <a:rect l="l" t="t" r="r" b="b"/>
              <a:pathLst>
                <a:path w="140281" h="63360" extrusionOk="0">
                  <a:moveTo>
                    <a:pt x="38494" y="1"/>
                  </a:moveTo>
                  <a:cubicBezTo>
                    <a:pt x="36886" y="20680"/>
                    <a:pt x="20553" y="37294"/>
                    <a:pt x="0" y="39343"/>
                  </a:cubicBezTo>
                  <a:lnTo>
                    <a:pt x="0" y="59339"/>
                  </a:lnTo>
                  <a:cubicBezTo>
                    <a:pt x="6" y="61559"/>
                    <a:pt x="1807" y="63354"/>
                    <a:pt x="4022" y="63360"/>
                  </a:cubicBezTo>
                  <a:lnTo>
                    <a:pt x="136260" y="63360"/>
                  </a:lnTo>
                  <a:cubicBezTo>
                    <a:pt x="138480" y="63354"/>
                    <a:pt x="140275" y="61559"/>
                    <a:pt x="140281" y="59339"/>
                  </a:cubicBezTo>
                  <a:lnTo>
                    <a:pt x="140281" y="4022"/>
                  </a:lnTo>
                  <a:cubicBezTo>
                    <a:pt x="140275" y="1808"/>
                    <a:pt x="138480" y="6"/>
                    <a:pt x="136260"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7" name="Google Shape;5107;p72"/>
            <p:cNvSpPr/>
            <p:nvPr/>
          </p:nvSpPr>
          <p:spPr>
            <a:xfrm>
              <a:off x="2842425" y="1934600"/>
              <a:ext cx="1843850" cy="1843850"/>
            </a:xfrm>
            <a:custGeom>
              <a:avLst/>
              <a:gdLst/>
              <a:ahLst/>
              <a:cxnLst/>
              <a:rect l="l" t="t" r="r" b="b"/>
              <a:pathLst>
                <a:path w="73754" h="73754" extrusionOk="0">
                  <a:moveTo>
                    <a:pt x="36880" y="0"/>
                  </a:moveTo>
                  <a:cubicBezTo>
                    <a:pt x="36621" y="0"/>
                    <a:pt x="36362" y="6"/>
                    <a:pt x="36108" y="11"/>
                  </a:cubicBezTo>
                  <a:cubicBezTo>
                    <a:pt x="17253" y="397"/>
                    <a:pt x="1834" y="15011"/>
                    <a:pt x="154" y="33525"/>
                  </a:cubicBezTo>
                  <a:cubicBezTo>
                    <a:pt x="55" y="34627"/>
                    <a:pt x="0" y="35745"/>
                    <a:pt x="0" y="36874"/>
                  </a:cubicBezTo>
                  <a:cubicBezTo>
                    <a:pt x="0" y="38009"/>
                    <a:pt x="55" y="39122"/>
                    <a:pt x="154" y="40229"/>
                  </a:cubicBezTo>
                  <a:cubicBezTo>
                    <a:pt x="1834" y="58749"/>
                    <a:pt x="17253" y="73357"/>
                    <a:pt x="36108" y="73743"/>
                  </a:cubicBezTo>
                  <a:cubicBezTo>
                    <a:pt x="36362" y="73748"/>
                    <a:pt x="36621" y="73754"/>
                    <a:pt x="36880" y="73754"/>
                  </a:cubicBezTo>
                  <a:cubicBezTo>
                    <a:pt x="38312" y="73754"/>
                    <a:pt x="39744" y="73666"/>
                    <a:pt x="41165" y="73500"/>
                  </a:cubicBezTo>
                  <a:cubicBezTo>
                    <a:pt x="58391" y="71495"/>
                    <a:pt x="72030" y="57581"/>
                    <a:pt x="73600" y="40229"/>
                  </a:cubicBezTo>
                  <a:cubicBezTo>
                    <a:pt x="73699" y="39127"/>
                    <a:pt x="73754" y="38009"/>
                    <a:pt x="73754" y="36874"/>
                  </a:cubicBezTo>
                  <a:cubicBezTo>
                    <a:pt x="73754" y="35745"/>
                    <a:pt x="73699" y="34632"/>
                    <a:pt x="73600" y="33525"/>
                  </a:cubicBezTo>
                  <a:cubicBezTo>
                    <a:pt x="72024" y="16173"/>
                    <a:pt x="58391" y="2259"/>
                    <a:pt x="41165" y="254"/>
                  </a:cubicBezTo>
                  <a:cubicBezTo>
                    <a:pt x="39744" y="88"/>
                    <a:pt x="38312" y="0"/>
                    <a:pt x="36880"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108" name="Google Shape;5108;p72"/>
          <p:cNvGrpSpPr/>
          <p:nvPr/>
        </p:nvGrpSpPr>
        <p:grpSpPr>
          <a:xfrm>
            <a:off x="6663819" y="2728360"/>
            <a:ext cx="1053944" cy="590147"/>
            <a:chOff x="238125" y="1335475"/>
            <a:chExt cx="5418735" cy="3034175"/>
          </a:xfrm>
        </p:grpSpPr>
        <p:sp>
          <p:nvSpPr>
            <p:cNvPr id="5109" name="Google Shape;5109;p72"/>
            <p:cNvSpPr/>
            <p:nvPr/>
          </p:nvSpPr>
          <p:spPr>
            <a:xfrm>
              <a:off x="3669985" y="1335475"/>
              <a:ext cx="1986875" cy="3034175"/>
            </a:xfrm>
            <a:custGeom>
              <a:avLst/>
              <a:gdLst/>
              <a:ahLst/>
              <a:cxnLst/>
              <a:rect l="l" t="t" r="r" b="b"/>
              <a:pathLst>
                <a:path w="79475" h="121367" extrusionOk="0">
                  <a:moveTo>
                    <a:pt x="1" y="0"/>
                  </a:moveTo>
                  <a:lnTo>
                    <a:pt x="1" y="38997"/>
                  </a:lnTo>
                  <a:cubicBezTo>
                    <a:pt x="588" y="44011"/>
                    <a:pt x="2425" y="48797"/>
                    <a:pt x="5360" y="52918"/>
                  </a:cubicBezTo>
                  <a:lnTo>
                    <a:pt x="9329" y="58469"/>
                  </a:lnTo>
                  <a:cubicBezTo>
                    <a:pt x="10541" y="59694"/>
                    <a:pt x="10541" y="61672"/>
                    <a:pt x="9329" y="62897"/>
                  </a:cubicBezTo>
                  <a:lnTo>
                    <a:pt x="5360" y="68448"/>
                  </a:lnTo>
                  <a:cubicBezTo>
                    <a:pt x="2425" y="72557"/>
                    <a:pt x="588" y="77355"/>
                    <a:pt x="1" y="82370"/>
                  </a:cubicBezTo>
                  <a:lnTo>
                    <a:pt x="1" y="121366"/>
                  </a:lnTo>
                  <a:lnTo>
                    <a:pt x="68743" y="121366"/>
                  </a:lnTo>
                  <a:lnTo>
                    <a:pt x="68743" y="85815"/>
                  </a:lnTo>
                  <a:cubicBezTo>
                    <a:pt x="68743" y="79588"/>
                    <a:pt x="70682" y="73514"/>
                    <a:pt x="74293" y="68448"/>
                  </a:cubicBezTo>
                  <a:lnTo>
                    <a:pt x="78249" y="62897"/>
                  </a:lnTo>
                  <a:cubicBezTo>
                    <a:pt x="79474" y="61672"/>
                    <a:pt x="79474" y="59694"/>
                    <a:pt x="78249" y="58469"/>
                  </a:cubicBezTo>
                  <a:lnTo>
                    <a:pt x="74293" y="52918"/>
                  </a:lnTo>
                  <a:cubicBezTo>
                    <a:pt x="70669" y="47840"/>
                    <a:pt x="68730" y="41778"/>
                    <a:pt x="68730" y="35551"/>
                  </a:cubicBezTo>
                  <a:lnTo>
                    <a:pt x="68730" y="0"/>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0" name="Google Shape;5110;p72"/>
            <p:cNvSpPr/>
            <p:nvPr/>
          </p:nvSpPr>
          <p:spPr>
            <a:xfrm>
              <a:off x="1956350" y="1335475"/>
              <a:ext cx="1984950" cy="3034175"/>
            </a:xfrm>
            <a:custGeom>
              <a:avLst/>
              <a:gdLst/>
              <a:ahLst/>
              <a:cxnLst/>
              <a:rect l="l" t="t" r="r" b="b"/>
              <a:pathLst>
                <a:path w="79398" h="121367" extrusionOk="0">
                  <a:moveTo>
                    <a:pt x="0" y="0"/>
                  </a:moveTo>
                  <a:lnTo>
                    <a:pt x="0" y="35551"/>
                  </a:lnTo>
                  <a:cubicBezTo>
                    <a:pt x="0" y="41778"/>
                    <a:pt x="1940" y="47852"/>
                    <a:pt x="5564" y="52918"/>
                  </a:cubicBezTo>
                  <a:lnTo>
                    <a:pt x="9520" y="58469"/>
                  </a:lnTo>
                  <a:cubicBezTo>
                    <a:pt x="10745" y="59694"/>
                    <a:pt x="10745" y="61672"/>
                    <a:pt x="9520" y="62897"/>
                  </a:cubicBezTo>
                  <a:lnTo>
                    <a:pt x="5564" y="68448"/>
                  </a:lnTo>
                  <a:cubicBezTo>
                    <a:pt x="1952" y="73514"/>
                    <a:pt x="0" y="79588"/>
                    <a:pt x="0" y="85815"/>
                  </a:cubicBezTo>
                  <a:lnTo>
                    <a:pt x="0" y="121366"/>
                  </a:lnTo>
                  <a:lnTo>
                    <a:pt x="68665" y="121366"/>
                  </a:lnTo>
                  <a:lnTo>
                    <a:pt x="68665" y="85815"/>
                  </a:lnTo>
                  <a:cubicBezTo>
                    <a:pt x="68665" y="79588"/>
                    <a:pt x="70605" y="73514"/>
                    <a:pt x="74216" y="68448"/>
                  </a:cubicBezTo>
                  <a:lnTo>
                    <a:pt x="78185" y="62897"/>
                  </a:lnTo>
                  <a:cubicBezTo>
                    <a:pt x="79397" y="61672"/>
                    <a:pt x="79397" y="59694"/>
                    <a:pt x="78185" y="58469"/>
                  </a:cubicBezTo>
                  <a:lnTo>
                    <a:pt x="74216" y="52918"/>
                  </a:lnTo>
                  <a:cubicBezTo>
                    <a:pt x="70605" y="47840"/>
                    <a:pt x="68665" y="41778"/>
                    <a:pt x="68665" y="35551"/>
                  </a:cubicBezTo>
                  <a:lnTo>
                    <a:pt x="68665"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1" name="Google Shape;5111;p72"/>
            <p:cNvSpPr/>
            <p:nvPr/>
          </p:nvSpPr>
          <p:spPr>
            <a:xfrm>
              <a:off x="238125" y="1335475"/>
              <a:ext cx="1986850" cy="3034175"/>
            </a:xfrm>
            <a:custGeom>
              <a:avLst/>
              <a:gdLst/>
              <a:ahLst/>
              <a:cxnLst/>
              <a:rect l="l" t="t" r="r" b="b"/>
              <a:pathLst>
                <a:path w="79474" h="121367" extrusionOk="0">
                  <a:moveTo>
                    <a:pt x="0" y="0"/>
                  </a:moveTo>
                  <a:lnTo>
                    <a:pt x="0" y="121366"/>
                  </a:lnTo>
                  <a:lnTo>
                    <a:pt x="68729" y="121366"/>
                  </a:lnTo>
                  <a:lnTo>
                    <a:pt x="68729" y="85815"/>
                  </a:lnTo>
                  <a:cubicBezTo>
                    <a:pt x="68729" y="79588"/>
                    <a:pt x="70669" y="73514"/>
                    <a:pt x="74293" y="68448"/>
                  </a:cubicBezTo>
                  <a:lnTo>
                    <a:pt x="78249" y="62897"/>
                  </a:lnTo>
                  <a:cubicBezTo>
                    <a:pt x="79474" y="61672"/>
                    <a:pt x="79474" y="59694"/>
                    <a:pt x="78249" y="58469"/>
                  </a:cubicBezTo>
                  <a:lnTo>
                    <a:pt x="74293" y="52918"/>
                  </a:lnTo>
                  <a:cubicBezTo>
                    <a:pt x="70669" y="47840"/>
                    <a:pt x="68729" y="41778"/>
                    <a:pt x="68729" y="35551"/>
                  </a:cubicBezTo>
                  <a:lnTo>
                    <a:pt x="68729"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112" name="Google Shape;5112;p72"/>
          <p:cNvGrpSpPr/>
          <p:nvPr/>
        </p:nvGrpSpPr>
        <p:grpSpPr>
          <a:xfrm>
            <a:off x="4094628" y="3533259"/>
            <a:ext cx="1268207" cy="638939"/>
            <a:chOff x="3967651" y="3645904"/>
            <a:chExt cx="1479304" cy="745292"/>
          </a:xfrm>
        </p:grpSpPr>
        <p:grpSp>
          <p:nvGrpSpPr>
            <p:cNvPr id="5113" name="Google Shape;5113;p72"/>
            <p:cNvGrpSpPr/>
            <p:nvPr/>
          </p:nvGrpSpPr>
          <p:grpSpPr>
            <a:xfrm>
              <a:off x="3967651" y="4009026"/>
              <a:ext cx="1479304" cy="382170"/>
              <a:chOff x="3967651" y="4009026"/>
              <a:chExt cx="1479304" cy="382170"/>
            </a:xfrm>
          </p:grpSpPr>
          <p:grpSp>
            <p:nvGrpSpPr>
              <p:cNvPr id="5114" name="Google Shape;5114;p72"/>
              <p:cNvGrpSpPr/>
              <p:nvPr/>
            </p:nvGrpSpPr>
            <p:grpSpPr>
              <a:xfrm>
                <a:off x="4892216" y="4195630"/>
                <a:ext cx="554739" cy="195566"/>
                <a:chOff x="3604375" y="4892160"/>
                <a:chExt cx="1651500" cy="582215"/>
              </a:xfrm>
            </p:grpSpPr>
            <p:sp>
              <p:nvSpPr>
                <p:cNvPr id="5115" name="Google Shape;5115;p72"/>
                <p:cNvSpPr/>
                <p:nvPr/>
              </p:nvSpPr>
              <p:spPr>
                <a:xfrm>
                  <a:off x="3604375" y="4892160"/>
                  <a:ext cx="1651500" cy="146825"/>
                </a:xfrm>
                <a:custGeom>
                  <a:avLst/>
                  <a:gdLst/>
                  <a:ahLst/>
                  <a:cxnLst/>
                  <a:rect l="l" t="t" r="r" b="b"/>
                  <a:pathLst>
                    <a:path w="66060" h="5873" extrusionOk="0">
                      <a:moveTo>
                        <a:pt x="1" y="0"/>
                      </a:moveTo>
                      <a:lnTo>
                        <a:pt x="7340" y="5872"/>
                      </a:lnTo>
                      <a:lnTo>
                        <a:pt x="66060" y="5872"/>
                      </a:lnTo>
                      <a:lnTo>
                        <a:pt x="51382" y="0"/>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6" name="Google Shape;5116;p72"/>
                <p:cNvSpPr/>
                <p:nvPr/>
              </p:nvSpPr>
              <p:spPr>
                <a:xfrm>
                  <a:off x="3787875" y="5033975"/>
                  <a:ext cx="1468000" cy="440400"/>
                </a:xfrm>
                <a:custGeom>
                  <a:avLst/>
                  <a:gdLst/>
                  <a:ahLst/>
                  <a:cxnLst/>
                  <a:rect l="l" t="t" r="r" b="b"/>
                  <a:pathLst>
                    <a:path w="58720" h="17616" extrusionOk="0">
                      <a:moveTo>
                        <a:pt x="0" y="0"/>
                      </a:moveTo>
                      <a:lnTo>
                        <a:pt x="0" y="17615"/>
                      </a:lnTo>
                      <a:lnTo>
                        <a:pt x="58720" y="17615"/>
                      </a:lnTo>
                      <a:lnTo>
                        <a:pt x="58720"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117" name="Google Shape;5117;p72"/>
              <p:cNvGrpSpPr/>
              <p:nvPr/>
            </p:nvGrpSpPr>
            <p:grpSpPr>
              <a:xfrm>
                <a:off x="3967651" y="4146303"/>
                <a:ext cx="579402" cy="244893"/>
                <a:chOff x="851875" y="4745310"/>
                <a:chExt cx="1724925" cy="729065"/>
              </a:xfrm>
            </p:grpSpPr>
            <p:sp>
              <p:nvSpPr>
                <p:cNvPr id="5118" name="Google Shape;5118;p72"/>
                <p:cNvSpPr/>
                <p:nvPr/>
              </p:nvSpPr>
              <p:spPr>
                <a:xfrm>
                  <a:off x="851925" y="4745310"/>
                  <a:ext cx="1724875" cy="146875"/>
                </a:xfrm>
                <a:custGeom>
                  <a:avLst/>
                  <a:gdLst/>
                  <a:ahLst/>
                  <a:cxnLst/>
                  <a:rect l="l" t="t" r="r" b="b"/>
                  <a:pathLst>
                    <a:path w="68995" h="5875" extrusionOk="0">
                      <a:moveTo>
                        <a:pt x="14679" y="0"/>
                      </a:moveTo>
                      <a:lnTo>
                        <a:pt x="1" y="5874"/>
                      </a:lnTo>
                      <a:lnTo>
                        <a:pt x="58718" y="5874"/>
                      </a:lnTo>
                      <a:lnTo>
                        <a:pt x="68994" y="0"/>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9" name="Google Shape;5119;p72"/>
                <p:cNvSpPr/>
                <p:nvPr/>
              </p:nvSpPr>
              <p:spPr>
                <a:xfrm>
                  <a:off x="851875" y="4887175"/>
                  <a:ext cx="1468025" cy="587200"/>
                </a:xfrm>
                <a:custGeom>
                  <a:avLst/>
                  <a:gdLst/>
                  <a:ahLst/>
                  <a:cxnLst/>
                  <a:rect l="l" t="t" r="r" b="b"/>
                  <a:pathLst>
                    <a:path w="58721" h="23488" extrusionOk="0">
                      <a:moveTo>
                        <a:pt x="0" y="0"/>
                      </a:moveTo>
                      <a:lnTo>
                        <a:pt x="0" y="23487"/>
                      </a:lnTo>
                      <a:lnTo>
                        <a:pt x="58720" y="23487"/>
                      </a:lnTo>
                      <a:lnTo>
                        <a:pt x="58720"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120" name="Google Shape;5120;p72"/>
              <p:cNvGrpSpPr/>
              <p:nvPr/>
            </p:nvGrpSpPr>
            <p:grpSpPr>
              <a:xfrm>
                <a:off x="4460753" y="4009026"/>
                <a:ext cx="493110" cy="382170"/>
                <a:chOff x="2319875" y="4336625"/>
                <a:chExt cx="1468025" cy="1137750"/>
              </a:xfrm>
            </p:grpSpPr>
            <p:sp>
              <p:nvSpPr>
                <p:cNvPr id="5121" name="Google Shape;5121;p72"/>
                <p:cNvSpPr/>
                <p:nvPr/>
              </p:nvSpPr>
              <p:spPr>
                <a:xfrm>
                  <a:off x="2319875" y="4336625"/>
                  <a:ext cx="1468025" cy="146875"/>
                </a:xfrm>
                <a:custGeom>
                  <a:avLst/>
                  <a:gdLst/>
                  <a:ahLst/>
                  <a:cxnLst/>
                  <a:rect l="l" t="t" r="r" b="b"/>
                  <a:pathLst>
                    <a:path w="58721" h="5875" extrusionOk="0">
                      <a:moveTo>
                        <a:pt x="14681" y="0"/>
                      </a:moveTo>
                      <a:lnTo>
                        <a:pt x="0" y="5874"/>
                      </a:lnTo>
                      <a:lnTo>
                        <a:pt x="58720" y="5874"/>
                      </a:lnTo>
                      <a:lnTo>
                        <a:pt x="44042" y="0"/>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2" name="Google Shape;5122;p72"/>
                <p:cNvSpPr/>
                <p:nvPr/>
              </p:nvSpPr>
              <p:spPr>
                <a:xfrm>
                  <a:off x="2319875" y="4483425"/>
                  <a:ext cx="1468025" cy="990950"/>
                </a:xfrm>
                <a:custGeom>
                  <a:avLst/>
                  <a:gdLst/>
                  <a:ahLst/>
                  <a:cxnLst/>
                  <a:rect l="l" t="t" r="r" b="b"/>
                  <a:pathLst>
                    <a:path w="58721" h="39638" extrusionOk="0">
                      <a:moveTo>
                        <a:pt x="0" y="0"/>
                      </a:moveTo>
                      <a:lnTo>
                        <a:pt x="0" y="39637"/>
                      </a:lnTo>
                      <a:lnTo>
                        <a:pt x="58720" y="39637"/>
                      </a:lnTo>
                      <a:lnTo>
                        <a:pt x="58720" y="0"/>
                      </a:ln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5123" name="Google Shape;5123;p72"/>
            <p:cNvGrpSpPr/>
            <p:nvPr/>
          </p:nvGrpSpPr>
          <p:grpSpPr>
            <a:xfrm>
              <a:off x="4479443" y="3645904"/>
              <a:ext cx="455965" cy="388789"/>
              <a:chOff x="2957425" y="238100"/>
              <a:chExt cx="1910200" cy="1628775"/>
            </a:xfrm>
          </p:grpSpPr>
          <p:sp>
            <p:nvSpPr>
              <p:cNvPr id="5124" name="Google Shape;5124;p72"/>
              <p:cNvSpPr/>
              <p:nvPr/>
            </p:nvSpPr>
            <p:spPr>
              <a:xfrm>
                <a:off x="4035900" y="239600"/>
                <a:ext cx="831725" cy="906350"/>
              </a:xfrm>
              <a:custGeom>
                <a:avLst/>
                <a:gdLst/>
                <a:ahLst/>
                <a:cxnLst/>
                <a:rect l="l" t="t" r="r" b="b"/>
                <a:pathLst>
                  <a:path w="33269" h="36254" extrusionOk="0">
                    <a:moveTo>
                      <a:pt x="22705" y="0"/>
                    </a:moveTo>
                    <a:cubicBezTo>
                      <a:pt x="21111" y="0"/>
                      <a:pt x="19679" y="297"/>
                      <a:pt x="18461" y="685"/>
                    </a:cubicBezTo>
                    <a:cubicBezTo>
                      <a:pt x="17166" y="1102"/>
                      <a:pt x="15926" y="1669"/>
                      <a:pt x="14763" y="2373"/>
                    </a:cubicBezTo>
                    <a:cubicBezTo>
                      <a:pt x="13810" y="2945"/>
                      <a:pt x="13109" y="3505"/>
                      <a:pt x="12609" y="3900"/>
                    </a:cubicBezTo>
                    <a:lnTo>
                      <a:pt x="11977" y="4448"/>
                    </a:lnTo>
                    <a:lnTo>
                      <a:pt x="14023" y="6907"/>
                    </a:lnTo>
                    <a:lnTo>
                      <a:pt x="14679" y="6385"/>
                    </a:lnTo>
                    <a:cubicBezTo>
                      <a:pt x="15052" y="6124"/>
                      <a:pt x="15622" y="5698"/>
                      <a:pt x="16443" y="5255"/>
                    </a:cubicBezTo>
                    <a:cubicBezTo>
                      <a:pt x="17250" y="4815"/>
                      <a:pt x="18260" y="4326"/>
                      <a:pt x="19466" y="3977"/>
                    </a:cubicBezTo>
                    <a:cubicBezTo>
                      <a:pt x="20363" y="3713"/>
                      <a:pt x="21373" y="3535"/>
                      <a:pt x="22421" y="3535"/>
                    </a:cubicBezTo>
                    <a:cubicBezTo>
                      <a:pt x="22772" y="3535"/>
                      <a:pt x="23127" y="3555"/>
                      <a:pt x="23483" y="3599"/>
                    </a:cubicBezTo>
                    <a:cubicBezTo>
                      <a:pt x="24177" y="3661"/>
                      <a:pt x="24938" y="3905"/>
                      <a:pt x="25537" y="4168"/>
                    </a:cubicBezTo>
                    <a:cubicBezTo>
                      <a:pt x="25740" y="4271"/>
                      <a:pt x="25982" y="4377"/>
                      <a:pt x="26159" y="4475"/>
                    </a:cubicBezTo>
                    <a:cubicBezTo>
                      <a:pt x="26289" y="4568"/>
                      <a:pt x="26415" y="4659"/>
                      <a:pt x="26552" y="4740"/>
                    </a:cubicBezTo>
                    <a:cubicBezTo>
                      <a:pt x="26818" y="4941"/>
                      <a:pt x="27160" y="5171"/>
                      <a:pt x="27411" y="5458"/>
                    </a:cubicBezTo>
                    <a:cubicBezTo>
                      <a:pt x="28529" y="6528"/>
                      <a:pt x="29264" y="8171"/>
                      <a:pt x="29427" y="9930"/>
                    </a:cubicBezTo>
                    <a:cubicBezTo>
                      <a:pt x="29508" y="10808"/>
                      <a:pt x="29448" y="11723"/>
                      <a:pt x="29211" y="12589"/>
                    </a:cubicBezTo>
                    <a:cubicBezTo>
                      <a:pt x="29087" y="13020"/>
                      <a:pt x="28946" y="13451"/>
                      <a:pt x="28747" y="13853"/>
                    </a:cubicBezTo>
                    <a:lnTo>
                      <a:pt x="28677" y="14006"/>
                    </a:lnTo>
                    <a:cubicBezTo>
                      <a:pt x="28677" y="14006"/>
                      <a:pt x="28651" y="14062"/>
                      <a:pt x="28653" y="14062"/>
                    </a:cubicBezTo>
                    <a:cubicBezTo>
                      <a:pt x="28654" y="14062"/>
                      <a:pt x="28658" y="14055"/>
                      <a:pt x="28668" y="14038"/>
                    </a:cubicBezTo>
                    <a:lnTo>
                      <a:pt x="28668" y="14038"/>
                    </a:lnTo>
                    <a:lnTo>
                      <a:pt x="28618" y="14131"/>
                    </a:lnTo>
                    <a:lnTo>
                      <a:pt x="28409" y="14504"/>
                    </a:lnTo>
                    <a:cubicBezTo>
                      <a:pt x="28270" y="14744"/>
                      <a:pt x="28177" y="14878"/>
                      <a:pt x="28045" y="15084"/>
                    </a:cubicBezTo>
                    <a:cubicBezTo>
                      <a:pt x="26952" y="16678"/>
                      <a:pt x="25336" y="18021"/>
                      <a:pt x="23512" y="19098"/>
                    </a:cubicBezTo>
                    <a:cubicBezTo>
                      <a:pt x="21688" y="20170"/>
                      <a:pt x="19591" y="20984"/>
                      <a:pt x="17487" y="21695"/>
                    </a:cubicBezTo>
                    <a:cubicBezTo>
                      <a:pt x="15371" y="22408"/>
                      <a:pt x="13207" y="23019"/>
                      <a:pt x="11089" y="23679"/>
                    </a:cubicBezTo>
                    <a:cubicBezTo>
                      <a:pt x="9119" y="24319"/>
                      <a:pt x="6955" y="24728"/>
                      <a:pt x="4860" y="25736"/>
                    </a:cubicBezTo>
                    <a:cubicBezTo>
                      <a:pt x="3800" y="26233"/>
                      <a:pt x="2785" y="26940"/>
                      <a:pt x="1988" y="27763"/>
                    </a:cubicBezTo>
                    <a:cubicBezTo>
                      <a:pt x="1179" y="28589"/>
                      <a:pt x="468" y="29604"/>
                      <a:pt x="180" y="30868"/>
                    </a:cubicBezTo>
                    <a:cubicBezTo>
                      <a:pt x="32" y="31488"/>
                      <a:pt x="1" y="32165"/>
                      <a:pt x="135" y="32795"/>
                    </a:cubicBezTo>
                    <a:cubicBezTo>
                      <a:pt x="259" y="33436"/>
                      <a:pt x="470" y="33968"/>
                      <a:pt x="882" y="34540"/>
                    </a:cubicBezTo>
                    <a:cubicBezTo>
                      <a:pt x="1657" y="35540"/>
                      <a:pt x="2675" y="36002"/>
                      <a:pt x="3620" y="36184"/>
                    </a:cubicBezTo>
                    <a:cubicBezTo>
                      <a:pt x="3889" y="36231"/>
                      <a:pt x="4153" y="36254"/>
                      <a:pt x="4411" y="36254"/>
                    </a:cubicBezTo>
                    <a:cubicBezTo>
                      <a:pt x="5087" y="36254"/>
                      <a:pt x="5719" y="36098"/>
                      <a:pt x="6270" y="35808"/>
                    </a:cubicBezTo>
                    <a:cubicBezTo>
                      <a:pt x="6643" y="35617"/>
                      <a:pt x="6971" y="35351"/>
                      <a:pt x="7235" y="35026"/>
                    </a:cubicBezTo>
                    <a:cubicBezTo>
                      <a:pt x="7500" y="34722"/>
                      <a:pt x="7682" y="34200"/>
                      <a:pt x="7701" y="33901"/>
                    </a:cubicBezTo>
                    <a:cubicBezTo>
                      <a:pt x="7768" y="33237"/>
                      <a:pt x="7644" y="32706"/>
                      <a:pt x="7441" y="32268"/>
                    </a:cubicBezTo>
                    <a:cubicBezTo>
                      <a:pt x="7247" y="31835"/>
                      <a:pt x="6962" y="31483"/>
                      <a:pt x="6636" y="31342"/>
                    </a:cubicBezTo>
                    <a:cubicBezTo>
                      <a:pt x="6470" y="31265"/>
                      <a:pt x="6319" y="31239"/>
                      <a:pt x="6193" y="31239"/>
                    </a:cubicBezTo>
                    <a:cubicBezTo>
                      <a:pt x="6075" y="31239"/>
                      <a:pt x="5979" y="31261"/>
                      <a:pt x="5911" y="31284"/>
                    </a:cubicBezTo>
                    <a:lnTo>
                      <a:pt x="5700" y="31378"/>
                    </a:lnTo>
                    <a:cubicBezTo>
                      <a:pt x="5674" y="31404"/>
                      <a:pt x="6095" y="31342"/>
                      <a:pt x="6354" y="31717"/>
                    </a:cubicBezTo>
                    <a:cubicBezTo>
                      <a:pt x="6598" y="32045"/>
                      <a:pt x="6634" y="32854"/>
                      <a:pt x="6301" y="33558"/>
                    </a:cubicBezTo>
                    <a:cubicBezTo>
                      <a:pt x="6212" y="33840"/>
                      <a:pt x="5743" y="34057"/>
                      <a:pt x="5206" y="34057"/>
                    </a:cubicBezTo>
                    <a:cubicBezTo>
                      <a:pt x="4902" y="34057"/>
                      <a:pt x="4577" y="33987"/>
                      <a:pt x="4286" y="33822"/>
                    </a:cubicBezTo>
                    <a:cubicBezTo>
                      <a:pt x="3874" y="33620"/>
                      <a:pt x="3520" y="33237"/>
                      <a:pt x="3414" y="32898"/>
                    </a:cubicBezTo>
                    <a:cubicBezTo>
                      <a:pt x="3366" y="32720"/>
                      <a:pt x="3345" y="32536"/>
                      <a:pt x="3350" y="32352"/>
                    </a:cubicBezTo>
                    <a:cubicBezTo>
                      <a:pt x="3347" y="32156"/>
                      <a:pt x="3400" y="31959"/>
                      <a:pt x="3474" y="31739"/>
                    </a:cubicBezTo>
                    <a:cubicBezTo>
                      <a:pt x="3778" y="30851"/>
                      <a:pt x="4927" y="29589"/>
                      <a:pt x="6390" y="28955"/>
                    </a:cubicBezTo>
                    <a:cubicBezTo>
                      <a:pt x="7922" y="28220"/>
                      <a:pt x="9954" y="27823"/>
                      <a:pt x="12149" y="27157"/>
                    </a:cubicBezTo>
                    <a:cubicBezTo>
                      <a:pt x="14212" y="26537"/>
                      <a:pt x="16407" y="25946"/>
                      <a:pt x="18650" y="25219"/>
                    </a:cubicBezTo>
                    <a:cubicBezTo>
                      <a:pt x="20896" y="24481"/>
                      <a:pt x="23193" y="23644"/>
                      <a:pt x="25412" y="22377"/>
                    </a:cubicBezTo>
                    <a:cubicBezTo>
                      <a:pt x="27617" y="21130"/>
                      <a:pt x="29683" y="19416"/>
                      <a:pt x="31179" y="17202"/>
                    </a:cubicBezTo>
                    <a:cubicBezTo>
                      <a:pt x="31361" y="16927"/>
                      <a:pt x="31576" y="16577"/>
                      <a:pt x="31720" y="16321"/>
                    </a:cubicBezTo>
                    <a:lnTo>
                      <a:pt x="31926" y="15945"/>
                    </a:lnTo>
                    <a:lnTo>
                      <a:pt x="31976" y="15852"/>
                    </a:lnTo>
                    <a:lnTo>
                      <a:pt x="32055" y="15687"/>
                    </a:lnTo>
                    <a:lnTo>
                      <a:pt x="32160" y="15450"/>
                    </a:lnTo>
                    <a:cubicBezTo>
                      <a:pt x="32459" y="14827"/>
                      <a:pt x="32673" y="14179"/>
                      <a:pt x="32850" y="13528"/>
                    </a:cubicBezTo>
                    <a:cubicBezTo>
                      <a:pt x="33192" y="12218"/>
                      <a:pt x="33269" y="10875"/>
                      <a:pt x="33142" y="9583"/>
                    </a:cubicBezTo>
                    <a:cubicBezTo>
                      <a:pt x="32883" y="7000"/>
                      <a:pt x="31780" y="4549"/>
                      <a:pt x="29994" y="2837"/>
                    </a:cubicBezTo>
                    <a:cubicBezTo>
                      <a:pt x="29783" y="2615"/>
                      <a:pt x="29556" y="2411"/>
                      <a:pt x="29309" y="2227"/>
                    </a:cubicBezTo>
                    <a:cubicBezTo>
                      <a:pt x="29060" y="2040"/>
                      <a:pt x="28862" y="1846"/>
                      <a:pt x="28570" y="1676"/>
                    </a:cubicBezTo>
                    <a:cubicBezTo>
                      <a:pt x="28292" y="1502"/>
                      <a:pt x="28010" y="1337"/>
                      <a:pt x="27732" y="1176"/>
                    </a:cubicBezTo>
                    <a:cubicBezTo>
                      <a:pt x="27488" y="1054"/>
                      <a:pt x="27289" y="975"/>
                      <a:pt x="27066" y="872"/>
                    </a:cubicBezTo>
                    <a:cubicBezTo>
                      <a:pt x="25934" y="398"/>
                      <a:pt x="24917" y="147"/>
                      <a:pt x="23871" y="54"/>
                    </a:cubicBezTo>
                    <a:cubicBezTo>
                      <a:pt x="23474" y="17"/>
                      <a:pt x="23085" y="0"/>
                      <a:pt x="22705"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5" name="Google Shape;5125;p72"/>
              <p:cNvSpPr/>
              <p:nvPr/>
            </p:nvSpPr>
            <p:spPr>
              <a:xfrm>
                <a:off x="4062725" y="270525"/>
                <a:ext cx="775400" cy="855625"/>
              </a:xfrm>
              <a:custGeom>
                <a:avLst/>
                <a:gdLst/>
                <a:ahLst/>
                <a:cxnLst/>
                <a:rect l="l" t="t" r="r" b="b"/>
                <a:pathLst>
                  <a:path w="31016" h="34225" extrusionOk="0">
                    <a:moveTo>
                      <a:pt x="4627" y="30141"/>
                    </a:moveTo>
                    <a:cubicBezTo>
                      <a:pt x="4626" y="30143"/>
                      <a:pt x="4626" y="30145"/>
                      <a:pt x="4628" y="30145"/>
                    </a:cubicBezTo>
                    <a:lnTo>
                      <a:pt x="4628" y="30145"/>
                    </a:lnTo>
                    <a:cubicBezTo>
                      <a:pt x="4627" y="30144"/>
                      <a:pt x="4627" y="30143"/>
                      <a:pt x="4627" y="30141"/>
                    </a:cubicBezTo>
                    <a:close/>
                    <a:moveTo>
                      <a:pt x="4628" y="30145"/>
                    </a:moveTo>
                    <a:cubicBezTo>
                      <a:pt x="4629" y="30146"/>
                      <a:pt x="4631" y="30147"/>
                      <a:pt x="4633" y="30147"/>
                    </a:cubicBezTo>
                    <a:cubicBezTo>
                      <a:pt x="4634" y="30147"/>
                      <a:pt x="4634" y="30147"/>
                      <a:pt x="4636" y="30147"/>
                    </a:cubicBezTo>
                    <a:lnTo>
                      <a:pt x="4636" y="30147"/>
                    </a:lnTo>
                    <a:cubicBezTo>
                      <a:pt x="4635" y="30147"/>
                      <a:pt x="4635" y="30147"/>
                      <a:pt x="4635" y="30147"/>
                    </a:cubicBezTo>
                    <a:cubicBezTo>
                      <a:pt x="4632" y="30147"/>
                      <a:pt x="4630" y="30146"/>
                      <a:pt x="4628" y="30145"/>
                    </a:cubicBezTo>
                    <a:close/>
                    <a:moveTo>
                      <a:pt x="21530" y="0"/>
                    </a:moveTo>
                    <a:cubicBezTo>
                      <a:pt x="20130" y="0"/>
                      <a:pt x="18844" y="256"/>
                      <a:pt x="17738" y="602"/>
                    </a:cubicBezTo>
                    <a:cubicBezTo>
                      <a:pt x="16529" y="983"/>
                      <a:pt x="15368" y="1502"/>
                      <a:pt x="14279" y="2146"/>
                    </a:cubicBezTo>
                    <a:cubicBezTo>
                      <a:pt x="13369" y="2670"/>
                      <a:pt x="12713" y="3183"/>
                      <a:pt x="12258" y="3530"/>
                    </a:cubicBezTo>
                    <a:lnTo>
                      <a:pt x="11617" y="4068"/>
                    </a:lnTo>
                    <a:lnTo>
                      <a:pt x="12234" y="4813"/>
                    </a:lnTo>
                    <a:lnTo>
                      <a:pt x="12881" y="4279"/>
                    </a:lnTo>
                    <a:cubicBezTo>
                      <a:pt x="13297" y="3973"/>
                      <a:pt x="13912" y="3496"/>
                      <a:pt x="14779" y="3008"/>
                    </a:cubicBezTo>
                    <a:cubicBezTo>
                      <a:pt x="15808" y="2412"/>
                      <a:pt x="16902" y="1936"/>
                      <a:pt x="18039" y="1588"/>
                    </a:cubicBezTo>
                    <a:cubicBezTo>
                      <a:pt x="19049" y="1281"/>
                      <a:pt x="20205" y="1064"/>
                      <a:pt x="21437" y="1064"/>
                    </a:cubicBezTo>
                    <a:cubicBezTo>
                      <a:pt x="21800" y="1064"/>
                      <a:pt x="22170" y="1083"/>
                      <a:pt x="22544" y="1124"/>
                    </a:cubicBezTo>
                    <a:cubicBezTo>
                      <a:pt x="23363" y="1198"/>
                      <a:pt x="24213" y="1442"/>
                      <a:pt x="24998" y="1782"/>
                    </a:cubicBezTo>
                    <a:cubicBezTo>
                      <a:pt x="25206" y="1883"/>
                      <a:pt x="25433" y="1981"/>
                      <a:pt x="25634" y="2089"/>
                    </a:cubicBezTo>
                    <a:lnTo>
                      <a:pt x="26183" y="2433"/>
                    </a:lnTo>
                    <a:cubicBezTo>
                      <a:pt x="26537" y="2694"/>
                      <a:pt x="26927" y="2962"/>
                      <a:pt x="27241" y="3305"/>
                    </a:cubicBezTo>
                    <a:cubicBezTo>
                      <a:pt x="28593" y="4597"/>
                      <a:pt x="29462" y="6522"/>
                      <a:pt x="29663" y="8571"/>
                    </a:cubicBezTo>
                    <a:cubicBezTo>
                      <a:pt x="29888" y="10637"/>
                      <a:pt x="29323" y="12791"/>
                      <a:pt x="28083" y="14598"/>
                    </a:cubicBezTo>
                    <a:cubicBezTo>
                      <a:pt x="26853" y="16415"/>
                      <a:pt x="25081" y="17897"/>
                      <a:pt x="23116" y="19029"/>
                    </a:cubicBezTo>
                    <a:cubicBezTo>
                      <a:pt x="21151" y="20168"/>
                      <a:pt x="18980" y="20987"/>
                      <a:pt x="16826" y="21708"/>
                    </a:cubicBezTo>
                    <a:cubicBezTo>
                      <a:pt x="14664" y="22423"/>
                      <a:pt x="12488" y="23024"/>
                      <a:pt x="10389" y="23666"/>
                    </a:cubicBezTo>
                    <a:cubicBezTo>
                      <a:pt x="8338" y="24314"/>
                      <a:pt x="6224" y="24716"/>
                      <a:pt x="4321" y="25624"/>
                    </a:cubicBezTo>
                    <a:cubicBezTo>
                      <a:pt x="3368" y="26069"/>
                      <a:pt x="2495" y="26677"/>
                      <a:pt x="1791" y="27395"/>
                    </a:cubicBezTo>
                    <a:cubicBezTo>
                      <a:pt x="1082" y="28106"/>
                      <a:pt x="508" y="28965"/>
                      <a:pt x="259" y="29935"/>
                    </a:cubicBezTo>
                    <a:cubicBezTo>
                      <a:pt x="0" y="30909"/>
                      <a:pt x="170" y="31941"/>
                      <a:pt x="694" y="32731"/>
                    </a:cubicBezTo>
                    <a:cubicBezTo>
                      <a:pt x="1235" y="33501"/>
                      <a:pt x="2023" y="33935"/>
                      <a:pt x="2782" y="34121"/>
                    </a:cubicBezTo>
                    <a:cubicBezTo>
                      <a:pt x="3070" y="34191"/>
                      <a:pt x="3358" y="34225"/>
                      <a:pt x="3638" y="34225"/>
                    </a:cubicBezTo>
                    <a:cubicBezTo>
                      <a:pt x="4106" y="34225"/>
                      <a:pt x="4553" y="34131"/>
                      <a:pt x="4946" y="33954"/>
                    </a:cubicBezTo>
                    <a:cubicBezTo>
                      <a:pt x="5250" y="33820"/>
                      <a:pt x="5523" y="33623"/>
                      <a:pt x="5748" y="33379"/>
                    </a:cubicBezTo>
                    <a:cubicBezTo>
                      <a:pt x="5965" y="33145"/>
                      <a:pt x="6087" y="32805"/>
                      <a:pt x="6138" y="32544"/>
                    </a:cubicBezTo>
                    <a:cubicBezTo>
                      <a:pt x="6332" y="31462"/>
                      <a:pt x="5963" y="30567"/>
                      <a:pt x="5465" y="30236"/>
                    </a:cubicBezTo>
                    <a:cubicBezTo>
                      <a:pt x="5261" y="30119"/>
                      <a:pt x="5087" y="30085"/>
                      <a:pt x="4953" y="30085"/>
                    </a:cubicBezTo>
                    <a:cubicBezTo>
                      <a:pt x="4777" y="30085"/>
                      <a:pt x="4666" y="30143"/>
                      <a:pt x="4636" y="30147"/>
                    </a:cubicBezTo>
                    <a:lnTo>
                      <a:pt x="4636" y="30147"/>
                    </a:lnTo>
                    <a:cubicBezTo>
                      <a:pt x="4659" y="30146"/>
                      <a:pt x="4725" y="30130"/>
                      <a:pt x="4819" y="30130"/>
                    </a:cubicBezTo>
                    <a:cubicBezTo>
                      <a:pt x="4961" y="30130"/>
                      <a:pt x="5166" y="30167"/>
                      <a:pt x="5381" y="30349"/>
                    </a:cubicBezTo>
                    <a:cubicBezTo>
                      <a:pt x="5760" y="30682"/>
                      <a:pt x="5968" y="31534"/>
                      <a:pt x="5719" y="32443"/>
                    </a:cubicBezTo>
                    <a:cubicBezTo>
                      <a:pt x="5587" y="33111"/>
                      <a:pt x="4764" y="33560"/>
                      <a:pt x="3860" y="33560"/>
                    </a:cubicBezTo>
                    <a:cubicBezTo>
                      <a:pt x="3569" y="33560"/>
                      <a:pt x="3269" y="33514"/>
                      <a:pt x="2980" y="33413"/>
                    </a:cubicBezTo>
                    <a:cubicBezTo>
                      <a:pt x="2382" y="33216"/>
                      <a:pt x="1798" y="32805"/>
                      <a:pt x="1458" y="32235"/>
                    </a:cubicBezTo>
                    <a:cubicBezTo>
                      <a:pt x="1125" y="31682"/>
                      <a:pt x="1044" y="30904"/>
                      <a:pt x="1252" y="30198"/>
                    </a:cubicBezTo>
                    <a:cubicBezTo>
                      <a:pt x="1688" y="28745"/>
                      <a:pt x="3091" y="27381"/>
                      <a:pt x="4783" y="26591"/>
                    </a:cubicBezTo>
                    <a:cubicBezTo>
                      <a:pt x="6511" y="25758"/>
                      <a:pt x="8589" y="25356"/>
                      <a:pt x="10703" y="24695"/>
                    </a:cubicBezTo>
                    <a:cubicBezTo>
                      <a:pt x="12785" y="24061"/>
                      <a:pt x="14968" y="23460"/>
                      <a:pt x="17166" y="22734"/>
                    </a:cubicBezTo>
                    <a:cubicBezTo>
                      <a:pt x="19361" y="22002"/>
                      <a:pt x="21587" y="21171"/>
                      <a:pt x="23662" y="19972"/>
                    </a:cubicBezTo>
                    <a:cubicBezTo>
                      <a:pt x="25730" y="18782"/>
                      <a:pt x="27636" y="17205"/>
                      <a:pt x="28990" y="15211"/>
                    </a:cubicBezTo>
                    <a:cubicBezTo>
                      <a:pt x="30357" y="13236"/>
                      <a:pt x="31015" y="10761"/>
                      <a:pt x="30757" y="8468"/>
                    </a:cubicBezTo>
                    <a:cubicBezTo>
                      <a:pt x="30537" y="6175"/>
                      <a:pt x="29567" y="4006"/>
                      <a:pt x="28016" y="2517"/>
                    </a:cubicBezTo>
                    <a:cubicBezTo>
                      <a:pt x="27652" y="2122"/>
                      <a:pt x="27221" y="1818"/>
                      <a:pt x="26791" y="1507"/>
                    </a:cubicBezTo>
                    <a:lnTo>
                      <a:pt x="26108" y="1091"/>
                    </a:lnTo>
                    <a:cubicBezTo>
                      <a:pt x="25888" y="976"/>
                      <a:pt x="25673" y="887"/>
                      <a:pt x="25457" y="787"/>
                    </a:cubicBezTo>
                    <a:cubicBezTo>
                      <a:pt x="24512" y="384"/>
                      <a:pt x="23585" y="138"/>
                      <a:pt x="22659" y="56"/>
                    </a:cubicBezTo>
                    <a:cubicBezTo>
                      <a:pt x="22276" y="18"/>
                      <a:pt x="21899" y="0"/>
                      <a:pt x="21530" y="0"/>
                    </a:cubicBez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6" name="Google Shape;5126;p72"/>
              <p:cNvSpPr/>
              <p:nvPr/>
            </p:nvSpPr>
            <p:spPr>
              <a:xfrm>
                <a:off x="2957425" y="254350"/>
                <a:ext cx="842900" cy="896500"/>
              </a:xfrm>
              <a:custGeom>
                <a:avLst/>
                <a:gdLst/>
                <a:ahLst/>
                <a:cxnLst/>
                <a:rect l="l" t="t" r="r" b="b"/>
                <a:pathLst>
                  <a:path w="33716" h="35860" extrusionOk="0">
                    <a:moveTo>
                      <a:pt x="10613" y="1"/>
                    </a:moveTo>
                    <a:cubicBezTo>
                      <a:pt x="10145" y="1"/>
                      <a:pt x="9663" y="27"/>
                      <a:pt x="9169" y="83"/>
                    </a:cubicBezTo>
                    <a:cubicBezTo>
                      <a:pt x="8120" y="196"/>
                      <a:pt x="7110" y="471"/>
                      <a:pt x="5987" y="969"/>
                    </a:cubicBezTo>
                    <a:cubicBezTo>
                      <a:pt x="5769" y="1077"/>
                      <a:pt x="5573" y="1158"/>
                      <a:pt x="5329" y="1288"/>
                    </a:cubicBezTo>
                    <a:cubicBezTo>
                      <a:pt x="5054" y="1453"/>
                      <a:pt x="4776" y="1623"/>
                      <a:pt x="4501" y="1805"/>
                    </a:cubicBezTo>
                    <a:cubicBezTo>
                      <a:pt x="4211" y="1982"/>
                      <a:pt x="4020" y="2180"/>
                      <a:pt x="3773" y="2374"/>
                    </a:cubicBezTo>
                    <a:cubicBezTo>
                      <a:pt x="3531" y="2561"/>
                      <a:pt x="3306" y="2769"/>
                      <a:pt x="3103" y="2997"/>
                    </a:cubicBezTo>
                    <a:cubicBezTo>
                      <a:pt x="1353" y="4746"/>
                      <a:pt x="305" y="7222"/>
                      <a:pt x="101" y="9807"/>
                    </a:cubicBezTo>
                    <a:cubicBezTo>
                      <a:pt x="1" y="11104"/>
                      <a:pt x="108" y="12445"/>
                      <a:pt x="477" y="13744"/>
                    </a:cubicBezTo>
                    <a:cubicBezTo>
                      <a:pt x="669" y="14393"/>
                      <a:pt x="896" y="15037"/>
                      <a:pt x="1207" y="15655"/>
                    </a:cubicBezTo>
                    <a:lnTo>
                      <a:pt x="1317" y="15887"/>
                    </a:lnTo>
                    <a:lnTo>
                      <a:pt x="1399" y="16050"/>
                    </a:lnTo>
                    <a:lnTo>
                      <a:pt x="1454" y="16143"/>
                    </a:lnTo>
                    <a:lnTo>
                      <a:pt x="1664" y="16514"/>
                    </a:lnTo>
                    <a:cubicBezTo>
                      <a:pt x="1815" y="16768"/>
                      <a:pt x="2038" y="17112"/>
                      <a:pt x="2227" y="17383"/>
                    </a:cubicBezTo>
                    <a:cubicBezTo>
                      <a:pt x="3768" y="19563"/>
                      <a:pt x="5870" y="21234"/>
                      <a:pt x="8101" y="22431"/>
                    </a:cubicBezTo>
                    <a:cubicBezTo>
                      <a:pt x="10346" y="23652"/>
                      <a:pt x="12661" y="24439"/>
                      <a:pt x="14923" y="25131"/>
                    </a:cubicBezTo>
                    <a:cubicBezTo>
                      <a:pt x="17183" y="25811"/>
                      <a:pt x="19387" y="26354"/>
                      <a:pt x="21465" y="26929"/>
                    </a:cubicBezTo>
                    <a:cubicBezTo>
                      <a:pt x="23674" y="27549"/>
                      <a:pt x="25714" y="27901"/>
                      <a:pt x="27263" y="28605"/>
                    </a:cubicBezTo>
                    <a:cubicBezTo>
                      <a:pt x="28737" y="29208"/>
                      <a:pt x="29912" y="30443"/>
                      <a:pt x="30235" y="31324"/>
                    </a:cubicBezTo>
                    <a:cubicBezTo>
                      <a:pt x="30314" y="31544"/>
                      <a:pt x="30372" y="31738"/>
                      <a:pt x="30372" y="31934"/>
                    </a:cubicBezTo>
                    <a:cubicBezTo>
                      <a:pt x="30382" y="32118"/>
                      <a:pt x="30362" y="32303"/>
                      <a:pt x="30319" y="32482"/>
                    </a:cubicBezTo>
                    <a:cubicBezTo>
                      <a:pt x="30221" y="32825"/>
                      <a:pt x="29876" y="33215"/>
                      <a:pt x="29470" y="33423"/>
                    </a:cubicBezTo>
                    <a:cubicBezTo>
                      <a:pt x="29168" y="33604"/>
                      <a:pt x="28826" y="33680"/>
                      <a:pt x="28510" y="33680"/>
                    </a:cubicBezTo>
                    <a:cubicBezTo>
                      <a:pt x="27991" y="33680"/>
                      <a:pt x="27541" y="33476"/>
                      <a:pt x="27447" y="33203"/>
                    </a:cubicBezTo>
                    <a:cubicBezTo>
                      <a:pt x="27102" y="32509"/>
                      <a:pt x="27119" y="31700"/>
                      <a:pt x="27356" y="31364"/>
                    </a:cubicBezTo>
                    <a:cubicBezTo>
                      <a:pt x="27607" y="30981"/>
                      <a:pt x="28028" y="31037"/>
                      <a:pt x="28000" y="31010"/>
                    </a:cubicBezTo>
                    <a:lnTo>
                      <a:pt x="27789" y="30922"/>
                    </a:lnTo>
                    <a:cubicBezTo>
                      <a:pt x="27724" y="30901"/>
                      <a:pt x="27634" y="30882"/>
                      <a:pt x="27526" y="30882"/>
                    </a:cubicBezTo>
                    <a:cubicBezTo>
                      <a:pt x="27395" y="30882"/>
                      <a:pt x="27238" y="30910"/>
                      <a:pt x="27064" y="30996"/>
                    </a:cubicBezTo>
                    <a:cubicBezTo>
                      <a:pt x="26741" y="31144"/>
                      <a:pt x="26465" y="31501"/>
                      <a:pt x="26279" y="31937"/>
                    </a:cubicBezTo>
                    <a:cubicBezTo>
                      <a:pt x="26087" y="32379"/>
                      <a:pt x="25975" y="32913"/>
                      <a:pt x="26056" y="33576"/>
                    </a:cubicBezTo>
                    <a:cubicBezTo>
                      <a:pt x="26082" y="33875"/>
                      <a:pt x="26274" y="34392"/>
                      <a:pt x="26544" y="34692"/>
                    </a:cubicBezTo>
                    <a:cubicBezTo>
                      <a:pt x="26815" y="35010"/>
                      <a:pt x="27150" y="35269"/>
                      <a:pt x="27526" y="35453"/>
                    </a:cubicBezTo>
                    <a:cubicBezTo>
                      <a:pt x="28058" y="35717"/>
                      <a:pt x="28661" y="35859"/>
                      <a:pt x="29301" y="35859"/>
                    </a:cubicBezTo>
                    <a:cubicBezTo>
                      <a:pt x="29589" y="35859"/>
                      <a:pt x="29884" y="35831"/>
                      <a:pt x="30183" y="35771"/>
                    </a:cubicBezTo>
                    <a:cubicBezTo>
                      <a:pt x="31126" y="35568"/>
                      <a:pt x="32134" y="35087"/>
                      <a:pt x="32885" y="34067"/>
                    </a:cubicBezTo>
                    <a:cubicBezTo>
                      <a:pt x="33287" y="33485"/>
                      <a:pt x="33484" y="32951"/>
                      <a:pt x="33596" y="32308"/>
                    </a:cubicBezTo>
                    <a:cubicBezTo>
                      <a:pt x="33716" y="31673"/>
                      <a:pt x="33670" y="30998"/>
                      <a:pt x="33510" y="30381"/>
                    </a:cubicBezTo>
                    <a:cubicBezTo>
                      <a:pt x="33194" y="29124"/>
                      <a:pt x="32462" y="28123"/>
                      <a:pt x="31638" y="27317"/>
                    </a:cubicBezTo>
                    <a:cubicBezTo>
                      <a:pt x="30822" y="26508"/>
                      <a:pt x="29793" y="25825"/>
                      <a:pt x="28723" y="25349"/>
                    </a:cubicBezTo>
                    <a:cubicBezTo>
                      <a:pt x="26604" y="24389"/>
                      <a:pt x="24436" y="24025"/>
                      <a:pt x="22451" y="23427"/>
                    </a:cubicBezTo>
                    <a:cubicBezTo>
                      <a:pt x="20318" y="22812"/>
                      <a:pt x="18143" y="22249"/>
                      <a:pt x="16012" y="21581"/>
                    </a:cubicBezTo>
                    <a:cubicBezTo>
                      <a:pt x="13894" y="20914"/>
                      <a:pt x="11778" y="20148"/>
                      <a:pt x="9935" y="19113"/>
                    </a:cubicBezTo>
                    <a:cubicBezTo>
                      <a:pt x="8084" y="18075"/>
                      <a:pt x="6442" y="16765"/>
                      <a:pt x="5315" y="15193"/>
                    </a:cubicBezTo>
                    <a:cubicBezTo>
                      <a:pt x="5178" y="14991"/>
                      <a:pt x="5082" y="14862"/>
                      <a:pt x="4939" y="14625"/>
                    </a:cubicBezTo>
                    <a:lnTo>
                      <a:pt x="4723" y="14254"/>
                    </a:lnTo>
                    <a:lnTo>
                      <a:pt x="4679" y="14181"/>
                    </a:lnTo>
                    <a:lnTo>
                      <a:pt x="4679" y="14181"/>
                    </a:lnTo>
                    <a:cubicBezTo>
                      <a:pt x="4682" y="14186"/>
                      <a:pt x="4684" y="14188"/>
                      <a:pt x="4684" y="14188"/>
                    </a:cubicBezTo>
                    <a:cubicBezTo>
                      <a:pt x="4687" y="14188"/>
                      <a:pt x="4659" y="14132"/>
                      <a:pt x="4659" y="14132"/>
                    </a:cubicBezTo>
                    <a:lnTo>
                      <a:pt x="4587" y="13979"/>
                    </a:lnTo>
                    <a:cubicBezTo>
                      <a:pt x="4379" y="13582"/>
                      <a:pt x="4228" y="13156"/>
                      <a:pt x="4096" y="12727"/>
                    </a:cubicBezTo>
                    <a:cubicBezTo>
                      <a:pt x="3838" y="11865"/>
                      <a:pt x="3761" y="10953"/>
                      <a:pt x="3823" y="10072"/>
                    </a:cubicBezTo>
                    <a:cubicBezTo>
                      <a:pt x="3948" y="8311"/>
                      <a:pt x="4649" y="6654"/>
                      <a:pt x="5743" y="5558"/>
                    </a:cubicBezTo>
                    <a:cubicBezTo>
                      <a:pt x="5987" y="5268"/>
                      <a:pt x="6325" y="5029"/>
                      <a:pt x="6586" y="4823"/>
                    </a:cubicBezTo>
                    <a:cubicBezTo>
                      <a:pt x="6720" y="4737"/>
                      <a:pt x="6847" y="4646"/>
                      <a:pt x="6971" y="4550"/>
                    </a:cubicBezTo>
                    <a:cubicBezTo>
                      <a:pt x="7148" y="4447"/>
                      <a:pt x="7388" y="4335"/>
                      <a:pt x="7589" y="4229"/>
                    </a:cubicBezTo>
                    <a:cubicBezTo>
                      <a:pt x="8180" y="3952"/>
                      <a:pt x="8936" y="3693"/>
                      <a:pt x="9631" y="3614"/>
                    </a:cubicBezTo>
                    <a:cubicBezTo>
                      <a:pt x="10052" y="3554"/>
                      <a:pt x="10473" y="3527"/>
                      <a:pt x="10888" y="3527"/>
                    </a:cubicBezTo>
                    <a:cubicBezTo>
                      <a:pt x="11865" y="3527"/>
                      <a:pt x="12809" y="3678"/>
                      <a:pt x="13654" y="3909"/>
                    </a:cubicBezTo>
                    <a:cubicBezTo>
                      <a:pt x="14866" y="4232"/>
                      <a:pt x="15888" y="4699"/>
                      <a:pt x="16704" y="5120"/>
                    </a:cubicBezTo>
                    <a:cubicBezTo>
                      <a:pt x="17532" y="5546"/>
                      <a:pt x="18111" y="5960"/>
                      <a:pt x="18492" y="6214"/>
                    </a:cubicBezTo>
                    <a:lnTo>
                      <a:pt x="19157" y="6721"/>
                    </a:lnTo>
                    <a:lnTo>
                      <a:pt x="21151" y="4222"/>
                    </a:lnTo>
                    <a:lnTo>
                      <a:pt x="20507" y="3686"/>
                    </a:lnTo>
                    <a:cubicBezTo>
                      <a:pt x="19998" y="3303"/>
                      <a:pt x="19287" y="2757"/>
                      <a:pt x="18322" y="2207"/>
                    </a:cubicBezTo>
                    <a:cubicBezTo>
                      <a:pt x="17144" y="1527"/>
                      <a:pt x="15892" y="986"/>
                      <a:pt x="14590" y="598"/>
                    </a:cubicBezTo>
                    <a:cubicBezTo>
                      <a:pt x="13435" y="258"/>
                      <a:pt x="12094" y="1"/>
                      <a:pt x="1061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7" name="Google Shape;5127;p72"/>
              <p:cNvSpPr/>
              <p:nvPr/>
            </p:nvSpPr>
            <p:spPr>
              <a:xfrm>
                <a:off x="2987525" y="285250"/>
                <a:ext cx="786050" cy="845950"/>
              </a:xfrm>
              <a:custGeom>
                <a:avLst/>
                <a:gdLst/>
                <a:ahLst/>
                <a:cxnLst/>
                <a:rect l="l" t="t" r="r" b="b"/>
                <a:pathLst>
                  <a:path w="31442" h="33838" extrusionOk="0">
                    <a:moveTo>
                      <a:pt x="26798" y="29774"/>
                    </a:moveTo>
                    <a:cubicBezTo>
                      <a:pt x="26799" y="29776"/>
                      <a:pt x="26799" y="29778"/>
                      <a:pt x="26798" y="29779"/>
                    </a:cubicBezTo>
                    <a:lnTo>
                      <a:pt x="26798" y="29779"/>
                    </a:lnTo>
                    <a:cubicBezTo>
                      <a:pt x="26799" y="29778"/>
                      <a:pt x="26799" y="29776"/>
                      <a:pt x="26798" y="29774"/>
                    </a:cubicBezTo>
                    <a:close/>
                    <a:moveTo>
                      <a:pt x="26798" y="29779"/>
                    </a:moveTo>
                    <a:cubicBezTo>
                      <a:pt x="26797" y="29780"/>
                      <a:pt x="26795" y="29780"/>
                      <a:pt x="26791" y="29780"/>
                    </a:cubicBezTo>
                    <a:lnTo>
                      <a:pt x="26791" y="29780"/>
                    </a:lnTo>
                    <a:cubicBezTo>
                      <a:pt x="26792" y="29780"/>
                      <a:pt x="26793" y="29781"/>
                      <a:pt x="26793" y="29781"/>
                    </a:cubicBezTo>
                    <a:cubicBezTo>
                      <a:pt x="26796" y="29781"/>
                      <a:pt x="26797" y="29780"/>
                      <a:pt x="26798" y="29779"/>
                    </a:cubicBezTo>
                    <a:close/>
                    <a:moveTo>
                      <a:pt x="9497" y="0"/>
                    </a:moveTo>
                    <a:cubicBezTo>
                      <a:pt x="9051" y="0"/>
                      <a:pt x="8593" y="26"/>
                      <a:pt x="8125" y="83"/>
                    </a:cubicBezTo>
                    <a:cubicBezTo>
                      <a:pt x="7203" y="183"/>
                      <a:pt x="6279" y="451"/>
                      <a:pt x="5343" y="873"/>
                    </a:cubicBezTo>
                    <a:cubicBezTo>
                      <a:pt x="5130" y="978"/>
                      <a:pt x="4920" y="1071"/>
                      <a:pt x="4700" y="1191"/>
                    </a:cubicBezTo>
                    <a:lnTo>
                      <a:pt x="4025" y="1622"/>
                    </a:lnTo>
                    <a:cubicBezTo>
                      <a:pt x="3603" y="1940"/>
                      <a:pt x="3180" y="2256"/>
                      <a:pt x="2823" y="2658"/>
                    </a:cubicBezTo>
                    <a:cubicBezTo>
                      <a:pt x="1305" y="4178"/>
                      <a:pt x="381" y="6369"/>
                      <a:pt x="209" y="8664"/>
                    </a:cubicBezTo>
                    <a:cubicBezTo>
                      <a:pt x="1" y="10964"/>
                      <a:pt x="712" y="13423"/>
                      <a:pt x="2122" y="15371"/>
                    </a:cubicBezTo>
                    <a:cubicBezTo>
                      <a:pt x="3517" y="17334"/>
                      <a:pt x="5458" y="18868"/>
                      <a:pt x="7550" y="20015"/>
                    </a:cubicBezTo>
                    <a:cubicBezTo>
                      <a:pt x="9652" y="21171"/>
                      <a:pt x="11895" y="21954"/>
                      <a:pt x="14104" y="22639"/>
                    </a:cubicBezTo>
                    <a:cubicBezTo>
                      <a:pt x="16319" y="23316"/>
                      <a:pt x="18511" y="23869"/>
                      <a:pt x="20608" y="24460"/>
                    </a:cubicBezTo>
                    <a:cubicBezTo>
                      <a:pt x="22736" y="25075"/>
                      <a:pt x="24821" y="25434"/>
                      <a:pt x="26568" y="26229"/>
                    </a:cubicBezTo>
                    <a:cubicBezTo>
                      <a:pt x="28277" y="26981"/>
                      <a:pt x="29709" y="28316"/>
                      <a:pt x="30176" y="29760"/>
                    </a:cubicBezTo>
                    <a:cubicBezTo>
                      <a:pt x="30396" y="30464"/>
                      <a:pt x="30331" y="31242"/>
                      <a:pt x="30011" y="31802"/>
                    </a:cubicBezTo>
                    <a:cubicBezTo>
                      <a:pt x="29683" y="32379"/>
                      <a:pt x="29110" y="32802"/>
                      <a:pt x="28514" y="33010"/>
                    </a:cubicBezTo>
                    <a:cubicBezTo>
                      <a:pt x="28209" y="33125"/>
                      <a:pt x="27890" y="33178"/>
                      <a:pt x="27580" y="33178"/>
                    </a:cubicBezTo>
                    <a:cubicBezTo>
                      <a:pt x="26699" y="33178"/>
                      <a:pt x="25900" y="32750"/>
                      <a:pt x="25757" y="32098"/>
                    </a:cubicBezTo>
                    <a:cubicBezTo>
                      <a:pt x="25486" y="31196"/>
                      <a:pt x="25678" y="30341"/>
                      <a:pt x="26051" y="29999"/>
                    </a:cubicBezTo>
                    <a:cubicBezTo>
                      <a:pt x="26270" y="29804"/>
                      <a:pt x="26483" y="29768"/>
                      <a:pt x="26625" y="29768"/>
                    </a:cubicBezTo>
                    <a:cubicBezTo>
                      <a:pt x="26708" y="29768"/>
                      <a:pt x="26768" y="29780"/>
                      <a:pt x="26790" y="29780"/>
                    </a:cubicBezTo>
                    <a:cubicBezTo>
                      <a:pt x="26790" y="29780"/>
                      <a:pt x="26791" y="29780"/>
                      <a:pt x="26791" y="29780"/>
                    </a:cubicBezTo>
                    <a:lnTo>
                      <a:pt x="26791" y="29780"/>
                    </a:lnTo>
                    <a:cubicBezTo>
                      <a:pt x="26764" y="29777"/>
                      <a:pt x="26659" y="29726"/>
                      <a:pt x="26493" y="29726"/>
                    </a:cubicBezTo>
                    <a:cubicBezTo>
                      <a:pt x="26356" y="29726"/>
                      <a:pt x="26177" y="29761"/>
                      <a:pt x="25965" y="29889"/>
                    </a:cubicBezTo>
                    <a:cubicBezTo>
                      <a:pt x="25477" y="30229"/>
                      <a:pt x="25127" y="31131"/>
                      <a:pt x="25343" y="32211"/>
                    </a:cubicBezTo>
                    <a:cubicBezTo>
                      <a:pt x="25398" y="32470"/>
                      <a:pt x="25527" y="32807"/>
                      <a:pt x="25750" y="33037"/>
                    </a:cubicBezTo>
                    <a:cubicBezTo>
                      <a:pt x="25980" y="33276"/>
                      <a:pt x="26257" y="33465"/>
                      <a:pt x="26564" y="33592"/>
                    </a:cubicBezTo>
                    <a:cubicBezTo>
                      <a:pt x="26941" y="33753"/>
                      <a:pt x="27364" y="33838"/>
                      <a:pt x="27807" y="33838"/>
                    </a:cubicBezTo>
                    <a:cubicBezTo>
                      <a:pt x="28109" y="33838"/>
                      <a:pt x="28419" y="33798"/>
                      <a:pt x="28730" y="33717"/>
                    </a:cubicBezTo>
                    <a:cubicBezTo>
                      <a:pt x="29486" y="33511"/>
                      <a:pt x="30264" y="33063"/>
                      <a:pt x="30788" y="32280"/>
                    </a:cubicBezTo>
                    <a:cubicBezTo>
                      <a:pt x="31296" y="31481"/>
                      <a:pt x="31442" y="30442"/>
                      <a:pt x="31162" y="29475"/>
                    </a:cubicBezTo>
                    <a:cubicBezTo>
                      <a:pt x="30894" y="28510"/>
                      <a:pt x="30303" y="27665"/>
                      <a:pt x="29577" y="26969"/>
                    </a:cubicBezTo>
                    <a:cubicBezTo>
                      <a:pt x="28859" y="26267"/>
                      <a:pt x="27971" y="25679"/>
                      <a:pt x="27009" y="25255"/>
                    </a:cubicBezTo>
                    <a:cubicBezTo>
                      <a:pt x="25089" y="24386"/>
                      <a:pt x="22966" y="24029"/>
                      <a:pt x="20900" y="23426"/>
                    </a:cubicBezTo>
                    <a:cubicBezTo>
                      <a:pt x="18789" y="22828"/>
                      <a:pt x="16601" y="22272"/>
                      <a:pt x="14423" y="21604"/>
                    </a:cubicBezTo>
                    <a:cubicBezTo>
                      <a:pt x="12254" y="20932"/>
                      <a:pt x="10066" y="20159"/>
                      <a:pt x="8077" y="19060"/>
                    </a:cubicBezTo>
                    <a:cubicBezTo>
                      <a:pt x="6090" y="17971"/>
                      <a:pt x="4285" y="16527"/>
                      <a:pt x="3014" y="14737"/>
                    </a:cubicBezTo>
                    <a:cubicBezTo>
                      <a:pt x="1739" y="12956"/>
                      <a:pt x="1128" y="10816"/>
                      <a:pt x="1310" y="8743"/>
                    </a:cubicBezTo>
                    <a:cubicBezTo>
                      <a:pt x="1466" y="6692"/>
                      <a:pt x="2291" y="4750"/>
                      <a:pt x="3618" y="3429"/>
                    </a:cubicBezTo>
                    <a:cubicBezTo>
                      <a:pt x="3924" y="3080"/>
                      <a:pt x="4309" y="2802"/>
                      <a:pt x="4656" y="2536"/>
                    </a:cubicBezTo>
                    <a:lnTo>
                      <a:pt x="5197" y="2177"/>
                    </a:lnTo>
                    <a:cubicBezTo>
                      <a:pt x="5396" y="2065"/>
                      <a:pt x="5621" y="1962"/>
                      <a:pt x="5829" y="1856"/>
                    </a:cubicBezTo>
                    <a:cubicBezTo>
                      <a:pt x="6605" y="1502"/>
                      <a:pt x="7450" y="1236"/>
                      <a:pt x="8266" y="1145"/>
                    </a:cubicBezTo>
                    <a:cubicBezTo>
                      <a:pt x="8716" y="1086"/>
                      <a:pt x="9160" y="1060"/>
                      <a:pt x="9594" y="1060"/>
                    </a:cubicBezTo>
                    <a:cubicBezTo>
                      <a:pt x="10744" y="1060"/>
                      <a:pt x="11825" y="1247"/>
                      <a:pt x="12781" y="1514"/>
                    </a:cubicBezTo>
                    <a:cubicBezTo>
                      <a:pt x="13922" y="1837"/>
                      <a:pt x="15026" y="2290"/>
                      <a:pt x="16067" y="2864"/>
                    </a:cubicBezTo>
                    <a:cubicBezTo>
                      <a:pt x="16943" y="3333"/>
                      <a:pt x="17570" y="3795"/>
                      <a:pt x="17992" y="4094"/>
                    </a:cubicBezTo>
                    <a:lnTo>
                      <a:pt x="18650" y="4614"/>
                    </a:lnTo>
                    <a:lnTo>
                      <a:pt x="19253" y="3858"/>
                    </a:lnTo>
                    <a:lnTo>
                      <a:pt x="18600" y="3333"/>
                    </a:lnTo>
                    <a:cubicBezTo>
                      <a:pt x="18135" y="2996"/>
                      <a:pt x="17470" y="2498"/>
                      <a:pt x="16551" y="1993"/>
                    </a:cubicBezTo>
                    <a:cubicBezTo>
                      <a:pt x="15445" y="1373"/>
                      <a:pt x="14274" y="880"/>
                      <a:pt x="13058" y="523"/>
                    </a:cubicBezTo>
                    <a:cubicBezTo>
                      <a:pt x="12009" y="220"/>
                      <a:pt x="10803" y="0"/>
                      <a:pt x="9497" y="0"/>
                    </a:cubicBez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8" name="Google Shape;5128;p72"/>
              <p:cNvSpPr/>
              <p:nvPr/>
            </p:nvSpPr>
            <p:spPr>
              <a:xfrm>
                <a:off x="3368550" y="238100"/>
                <a:ext cx="1089150" cy="1354050"/>
              </a:xfrm>
              <a:custGeom>
                <a:avLst/>
                <a:gdLst/>
                <a:ahLst/>
                <a:cxnLst/>
                <a:rect l="l" t="t" r="r" b="b"/>
                <a:pathLst>
                  <a:path w="43566" h="54162" extrusionOk="0">
                    <a:moveTo>
                      <a:pt x="40538" y="1"/>
                    </a:moveTo>
                    <a:cubicBezTo>
                      <a:pt x="40536" y="1"/>
                      <a:pt x="40535" y="1"/>
                      <a:pt x="40533" y="1"/>
                    </a:cubicBezTo>
                    <a:lnTo>
                      <a:pt x="23581" y="183"/>
                    </a:lnTo>
                    <a:lnTo>
                      <a:pt x="19703" y="224"/>
                    </a:lnTo>
                    <a:lnTo>
                      <a:pt x="2751" y="406"/>
                    </a:lnTo>
                    <a:cubicBezTo>
                      <a:pt x="2416" y="408"/>
                      <a:pt x="2128" y="645"/>
                      <a:pt x="2061" y="973"/>
                    </a:cubicBezTo>
                    <a:cubicBezTo>
                      <a:pt x="1530" y="3469"/>
                      <a:pt x="0" y="13846"/>
                      <a:pt x="8783" y="22600"/>
                    </a:cubicBezTo>
                    <a:cubicBezTo>
                      <a:pt x="18846" y="32630"/>
                      <a:pt x="19789" y="34399"/>
                      <a:pt x="18887" y="42942"/>
                    </a:cubicBezTo>
                    <a:cubicBezTo>
                      <a:pt x="17982" y="51485"/>
                      <a:pt x="13855" y="54161"/>
                      <a:pt x="13855" y="54161"/>
                    </a:cubicBezTo>
                    <a:lnTo>
                      <a:pt x="22106" y="54072"/>
                    </a:lnTo>
                    <a:lnTo>
                      <a:pt x="22326" y="54070"/>
                    </a:lnTo>
                    <a:lnTo>
                      <a:pt x="30577" y="53982"/>
                    </a:lnTo>
                    <a:cubicBezTo>
                      <a:pt x="30577" y="53982"/>
                      <a:pt x="26396" y="51394"/>
                      <a:pt x="25309" y="42870"/>
                    </a:cubicBezTo>
                    <a:cubicBezTo>
                      <a:pt x="24222" y="34348"/>
                      <a:pt x="25127" y="32560"/>
                      <a:pt x="34972" y="22320"/>
                    </a:cubicBezTo>
                    <a:cubicBezTo>
                      <a:pt x="43566" y="13379"/>
                      <a:pt x="41816" y="3039"/>
                      <a:pt x="41232" y="554"/>
                    </a:cubicBezTo>
                    <a:cubicBezTo>
                      <a:pt x="41158" y="228"/>
                      <a:pt x="40869" y="1"/>
                      <a:pt x="40538"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9" name="Google Shape;5129;p72"/>
              <p:cNvSpPr/>
              <p:nvPr/>
            </p:nvSpPr>
            <p:spPr>
              <a:xfrm>
                <a:off x="3588225" y="1559325"/>
                <a:ext cx="673800" cy="265125"/>
              </a:xfrm>
              <a:custGeom>
                <a:avLst/>
                <a:gdLst/>
                <a:ahLst/>
                <a:cxnLst/>
                <a:rect l="l" t="t" r="r" b="b"/>
                <a:pathLst>
                  <a:path w="26952" h="10605" extrusionOk="0">
                    <a:moveTo>
                      <a:pt x="26784" y="0"/>
                    </a:moveTo>
                    <a:lnTo>
                      <a:pt x="58" y="285"/>
                    </a:lnTo>
                    <a:cubicBezTo>
                      <a:pt x="27" y="285"/>
                      <a:pt x="1" y="311"/>
                      <a:pt x="1" y="343"/>
                    </a:cubicBezTo>
                    <a:lnTo>
                      <a:pt x="111" y="10604"/>
                    </a:lnTo>
                    <a:lnTo>
                      <a:pt x="26951" y="10320"/>
                    </a:lnTo>
                    <a:lnTo>
                      <a:pt x="26841" y="58"/>
                    </a:lnTo>
                    <a:cubicBezTo>
                      <a:pt x="26841" y="27"/>
                      <a:pt x="26815" y="0"/>
                      <a:pt x="26784"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0" name="Google Shape;5130;p72"/>
              <p:cNvSpPr/>
              <p:nvPr/>
            </p:nvSpPr>
            <p:spPr>
              <a:xfrm>
                <a:off x="3513850" y="1774875"/>
                <a:ext cx="825300" cy="92000"/>
              </a:xfrm>
              <a:custGeom>
                <a:avLst/>
                <a:gdLst/>
                <a:ahLst/>
                <a:cxnLst/>
                <a:rect l="l" t="t" r="r" b="b"/>
                <a:pathLst>
                  <a:path w="33012" h="3680" extrusionOk="0">
                    <a:moveTo>
                      <a:pt x="32921" y="0"/>
                    </a:moveTo>
                    <a:lnTo>
                      <a:pt x="58" y="350"/>
                    </a:lnTo>
                    <a:cubicBezTo>
                      <a:pt x="27" y="350"/>
                      <a:pt x="0" y="376"/>
                      <a:pt x="0" y="410"/>
                    </a:cubicBezTo>
                    <a:lnTo>
                      <a:pt x="36" y="3680"/>
                    </a:lnTo>
                    <a:lnTo>
                      <a:pt x="33012" y="3328"/>
                    </a:lnTo>
                    <a:lnTo>
                      <a:pt x="32978" y="58"/>
                    </a:lnTo>
                    <a:cubicBezTo>
                      <a:pt x="32978" y="27"/>
                      <a:pt x="32952" y="0"/>
                      <a:pt x="32921" y="0"/>
                    </a:cubicBezTo>
                    <a:close/>
                  </a:path>
                </a:pathLst>
              </a:custGeom>
              <a:solidFill>
                <a:srgbClr val="E7EC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1" name="Google Shape;5131;p72"/>
              <p:cNvSpPr/>
              <p:nvPr/>
            </p:nvSpPr>
            <p:spPr>
              <a:xfrm>
                <a:off x="3466550" y="322000"/>
                <a:ext cx="893500" cy="458025"/>
              </a:xfrm>
              <a:custGeom>
                <a:avLst/>
                <a:gdLst/>
                <a:ahLst/>
                <a:cxnLst/>
                <a:rect l="l" t="t" r="r" b="b"/>
                <a:pathLst>
                  <a:path w="35740" h="18321" extrusionOk="0">
                    <a:moveTo>
                      <a:pt x="34103" y="1"/>
                    </a:moveTo>
                    <a:cubicBezTo>
                      <a:pt x="34097" y="1"/>
                      <a:pt x="34091" y="1"/>
                      <a:pt x="34085" y="1"/>
                    </a:cubicBezTo>
                    <a:lnTo>
                      <a:pt x="18162" y="171"/>
                    </a:lnTo>
                    <a:lnTo>
                      <a:pt x="17351" y="181"/>
                    </a:lnTo>
                    <a:lnTo>
                      <a:pt x="1428" y="350"/>
                    </a:lnTo>
                    <a:cubicBezTo>
                      <a:pt x="834" y="353"/>
                      <a:pt x="348" y="820"/>
                      <a:pt x="320" y="1413"/>
                    </a:cubicBezTo>
                    <a:cubicBezTo>
                      <a:pt x="315" y="1492"/>
                      <a:pt x="312" y="1578"/>
                      <a:pt x="310" y="1667"/>
                    </a:cubicBezTo>
                    <a:cubicBezTo>
                      <a:pt x="1" y="10807"/>
                      <a:pt x="7459" y="18321"/>
                      <a:pt x="16585" y="18321"/>
                    </a:cubicBezTo>
                    <a:cubicBezTo>
                      <a:pt x="16644" y="18321"/>
                      <a:pt x="16703" y="18321"/>
                      <a:pt x="16762" y="18320"/>
                    </a:cubicBezTo>
                    <a:lnTo>
                      <a:pt x="17545" y="18310"/>
                    </a:lnTo>
                    <a:lnTo>
                      <a:pt x="18354" y="18303"/>
                    </a:lnTo>
                    <a:lnTo>
                      <a:pt x="19136" y="18294"/>
                    </a:lnTo>
                    <a:cubicBezTo>
                      <a:pt x="28343" y="18196"/>
                      <a:pt x="35739" y="10485"/>
                      <a:pt x="35229" y="1294"/>
                    </a:cubicBezTo>
                    <a:cubicBezTo>
                      <a:pt x="35225" y="1203"/>
                      <a:pt x="35220" y="1119"/>
                      <a:pt x="35215" y="1040"/>
                    </a:cubicBezTo>
                    <a:cubicBezTo>
                      <a:pt x="35175" y="455"/>
                      <a:pt x="34689" y="1"/>
                      <a:pt x="34103" y="1"/>
                    </a:cubicBez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2" name="Google Shape;5132;p72"/>
              <p:cNvSpPr/>
              <p:nvPr/>
            </p:nvSpPr>
            <p:spPr>
              <a:xfrm>
                <a:off x="3472850" y="260850"/>
                <a:ext cx="874375" cy="56650"/>
              </a:xfrm>
              <a:custGeom>
                <a:avLst/>
                <a:gdLst/>
                <a:ahLst/>
                <a:cxnLst/>
                <a:rect l="l" t="t" r="r" b="b"/>
                <a:pathLst>
                  <a:path w="34975" h="2266" extrusionOk="0">
                    <a:moveTo>
                      <a:pt x="34014" y="1"/>
                    </a:moveTo>
                    <a:cubicBezTo>
                      <a:pt x="34011" y="1"/>
                      <a:pt x="34008" y="1"/>
                      <a:pt x="34005" y="1"/>
                    </a:cubicBezTo>
                    <a:lnTo>
                      <a:pt x="953" y="355"/>
                    </a:lnTo>
                    <a:cubicBezTo>
                      <a:pt x="424" y="360"/>
                      <a:pt x="1" y="791"/>
                      <a:pt x="8" y="1320"/>
                    </a:cubicBezTo>
                    <a:cubicBezTo>
                      <a:pt x="13" y="1843"/>
                      <a:pt x="441" y="2265"/>
                      <a:pt x="964" y="2265"/>
                    </a:cubicBezTo>
                    <a:cubicBezTo>
                      <a:pt x="967" y="2265"/>
                      <a:pt x="969" y="2265"/>
                      <a:pt x="972" y="2265"/>
                    </a:cubicBezTo>
                    <a:lnTo>
                      <a:pt x="34022" y="1913"/>
                    </a:lnTo>
                    <a:cubicBezTo>
                      <a:pt x="34551" y="1906"/>
                      <a:pt x="34975" y="1473"/>
                      <a:pt x="34968" y="946"/>
                    </a:cubicBezTo>
                    <a:cubicBezTo>
                      <a:pt x="34963" y="422"/>
                      <a:pt x="34537" y="1"/>
                      <a:pt x="34014" y="1"/>
                    </a:cubicBez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3" name="Google Shape;5133;p72"/>
              <p:cNvSpPr/>
              <p:nvPr/>
            </p:nvSpPr>
            <p:spPr>
              <a:xfrm>
                <a:off x="3746150" y="421050"/>
                <a:ext cx="332625" cy="316350"/>
              </a:xfrm>
              <a:custGeom>
                <a:avLst/>
                <a:gdLst/>
                <a:ahLst/>
                <a:cxnLst/>
                <a:rect l="l" t="t" r="r" b="b"/>
                <a:pathLst>
                  <a:path w="13305" h="12654" extrusionOk="0">
                    <a:moveTo>
                      <a:pt x="6653" y="1"/>
                    </a:moveTo>
                    <a:lnTo>
                      <a:pt x="4597" y="4166"/>
                    </a:lnTo>
                    <a:lnTo>
                      <a:pt x="1" y="4833"/>
                    </a:lnTo>
                    <a:lnTo>
                      <a:pt x="3325" y="8075"/>
                    </a:lnTo>
                    <a:lnTo>
                      <a:pt x="2540" y="12654"/>
                    </a:lnTo>
                    <a:lnTo>
                      <a:pt x="6653" y="10492"/>
                    </a:lnTo>
                    <a:lnTo>
                      <a:pt x="10765" y="12654"/>
                    </a:lnTo>
                    <a:lnTo>
                      <a:pt x="9978" y="8075"/>
                    </a:lnTo>
                    <a:lnTo>
                      <a:pt x="13305" y="4833"/>
                    </a:lnTo>
                    <a:lnTo>
                      <a:pt x="8709" y="4166"/>
                    </a:lnTo>
                    <a:lnTo>
                      <a:pt x="6653" y="1"/>
                    </a:lnTo>
                    <a:close/>
                    <a:moveTo>
                      <a:pt x="2540" y="12654"/>
                    </a:moveTo>
                    <a:lnTo>
                      <a:pt x="2540" y="12654"/>
                    </a:lnTo>
                    <a:lnTo>
                      <a:pt x="2540" y="12654"/>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5134" name="Google Shape;5134;p72"/>
          <p:cNvGrpSpPr/>
          <p:nvPr/>
        </p:nvGrpSpPr>
        <p:grpSpPr>
          <a:xfrm>
            <a:off x="2480742" y="3534460"/>
            <a:ext cx="1243128" cy="637739"/>
            <a:chOff x="2496310" y="3693351"/>
            <a:chExt cx="1342906" cy="688926"/>
          </a:xfrm>
        </p:grpSpPr>
        <p:grpSp>
          <p:nvGrpSpPr>
            <p:cNvPr id="5135" name="Google Shape;5135;p72"/>
            <p:cNvGrpSpPr/>
            <p:nvPr/>
          </p:nvGrpSpPr>
          <p:grpSpPr>
            <a:xfrm>
              <a:off x="2496310" y="3693351"/>
              <a:ext cx="1342906" cy="688875"/>
              <a:chOff x="2496310" y="3693351"/>
              <a:chExt cx="1342906" cy="688875"/>
            </a:xfrm>
          </p:grpSpPr>
          <p:sp>
            <p:nvSpPr>
              <p:cNvPr id="5136" name="Google Shape;5136;p72"/>
              <p:cNvSpPr/>
              <p:nvPr/>
            </p:nvSpPr>
            <p:spPr>
              <a:xfrm>
                <a:off x="2567815" y="3809577"/>
                <a:ext cx="1200140" cy="572649"/>
              </a:xfrm>
              <a:custGeom>
                <a:avLst/>
                <a:gdLst/>
                <a:ahLst/>
                <a:cxnLst/>
                <a:rect l="l" t="t" r="r" b="b"/>
                <a:pathLst>
                  <a:path w="66087" h="33020" extrusionOk="0">
                    <a:moveTo>
                      <a:pt x="33019" y="0"/>
                    </a:moveTo>
                    <a:cubicBezTo>
                      <a:pt x="14818" y="0"/>
                      <a:pt x="0" y="14808"/>
                      <a:pt x="0" y="33019"/>
                    </a:cubicBezTo>
                    <a:lnTo>
                      <a:pt x="1659" y="33019"/>
                    </a:lnTo>
                    <a:cubicBezTo>
                      <a:pt x="1659" y="15718"/>
                      <a:pt x="15718" y="1659"/>
                      <a:pt x="33019" y="1659"/>
                    </a:cubicBezTo>
                    <a:cubicBezTo>
                      <a:pt x="50321" y="1659"/>
                      <a:pt x="64427" y="15718"/>
                      <a:pt x="64427" y="33019"/>
                    </a:cubicBezTo>
                    <a:lnTo>
                      <a:pt x="66086" y="33019"/>
                    </a:lnTo>
                    <a:cubicBezTo>
                      <a:pt x="66086" y="14808"/>
                      <a:pt x="51269" y="0"/>
                      <a:pt x="3301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7" name="Google Shape;5137;p72"/>
              <p:cNvSpPr/>
              <p:nvPr/>
            </p:nvSpPr>
            <p:spPr>
              <a:xfrm>
                <a:off x="3420688" y="3858516"/>
                <a:ext cx="65100" cy="65100"/>
              </a:xfrm>
              <a:prstGeom prst="ellipse">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8" name="Google Shape;5138;p72"/>
              <p:cNvSpPr/>
              <p:nvPr/>
            </p:nvSpPr>
            <p:spPr>
              <a:xfrm>
                <a:off x="3135700" y="3791751"/>
                <a:ext cx="65100" cy="65100"/>
              </a:xfrm>
              <a:prstGeom prst="ellipse">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9" name="Google Shape;5139;p72"/>
              <p:cNvSpPr/>
              <p:nvPr/>
            </p:nvSpPr>
            <p:spPr>
              <a:xfrm>
                <a:off x="3620515" y="4032917"/>
                <a:ext cx="65100" cy="65100"/>
              </a:xfrm>
              <a:prstGeom prst="ellipse">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0" name="Google Shape;5140;p72"/>
              <p:cNvSpPr/>
              <p:nvPr/>
            </p:nvSpPr>
            <p:spPr>
              <a:xfrm>
                <a:off x="2843808" y="3858516"/>
                <a:ext cx="65100" cy="65100"/>
              </a:xfrm>
              <a:prstGeom prst="ellipse">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1" name="Google Shape;5141;p72"/>
              <p:cNvSpPr/>
              <p:nvPr/>
            </p:nvSpPr>
            <p:spPr>
              <a:xfrm>
                <a:off x="2652010" y="4032917"/>
                <a:ext cx="65100" cy="65100"/>
              </a:xfrm>
              <a:prstGeom prst="ellipse">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5142" name="Google Shape;5142;p72"/>
              <p:cNvCxnSpPr>
                <a:stCxn id="5140" idx="0"/>
              </p:cNvCxnSpPr>
              <p:nvPr/>
            </p:nvCxnSpPr>
            <p:spPr>
              <a:xfrm rot="5400000" flipH="1">
                <a:off x="2741958" y="3724116"/>
                <a:ext cx="68700" cy="200100"/>
              </a:xfrm>
              <a:prstGeom prst="bentConnector2">
                <a:avLst/>
              </a:prstGeom>
              <a:noFill/>
              <a:ln w="19050" cap="flat" cmpd="sng">
                <a:solidFill>
                  <a:srgbClr val="869FB2"/>
                </a:solidFill>
                <a:prstDash val="solid"/>
                <a:round/>
                <a:headEnd type="none" w="med" len="med"/>
                <a:tailEnd type="none" w="med" len="med"/>
              </a:ln>
            </p:spPr>
          </p:cxnSp>
          <p:cxnSp>
            <p:nvCxnSpPr>
              <p:cNvPr id="5143" name="Google Shape;5143;p72"/>
              <p:cNvCxnSpPr>
                <a:stCxn id="5137" idx="0"/>
              </p:cNvCxnSpPr>
              <p:nvPr/>
            </p:nvCxnSpPr>
            <p:spPr>
              <a:xfrm rot="-5400000">
                <a:off x="3512338" y="3723516"/>
                <a:ext cx="75900" cy="194100"/>
              </a:xfrm>
              <a:prstGeom prst="bentConnector2">
                <a:avLst/>
              </a:prstGeom>
              <a:noFill/>
              <a:ln w="19050" cap="flat" cmpd="sng">
                <a:solidFill>
                  <a:srgbClr val="869FB2"/>
                </a:solidFill>
                <a:prstDash val="solid"/>
                <a:round/>
                <a:headEnd type="none" w="med" len="med"/>
                <a:tailEnd type="none" w="med" len="med"/>
              </a:ln>
            </p:spPr>
          </p:cxnSp>
          <p:cxnSp>
            <p:nvCxnSpPr>
              <p:cNvPr id="5144" name="Google Shape;5144;p72"/>
              <p:cNvCxnSpPr>
                <a:stCxn id="5138" idx="0"/>
              </p:cNvCxnSpPr>
              <p:nvPr/>
            </p:nvCxnSpPr>
            <p:spPr>
              <a:xfrm rot="-5400000">
                <a:off x="3119350" y="3742251"/>
                <a:ext cx="98400" cy="600"/>
              </a:xfrm>
              <a:prstGeom prst="bentConnector3">
                <a:avLst>
                  <a:gd name="adj1" fmla="val 50000"/>
                </a:avLst>
              </a:prstGeom>
              <a:noFill/>
              <a:ln w="19050" cap="flat" cmpd="sng">
                <a:solidFill>
                  <a:srgbClr val="869FB2"/>
                </a:solidFill>
                <a:prstDash val="solid"/>
                <a:round/>
                <a:headEnd type="none" w="med" len="med"/>
                <a:tailEnd type="none" w="med" len="med"/>
              </a:ln>
            </p:spPr>
          </p:cxnSp>
          <p:cxnSp>
            <p:nvCxnSpPr>
              <p:cNvPr id="5145" name="Google Shape;5145;p72"/>
              <p:cNvCxnSpPr>
                <a:stCxn id="5141" idx="2"/>
              </p:cNvCxnSpPr>
              <p:nvPr/>
            </p:nvCxnSpPr>
            <p:spPr>
              <a:xfrm flipH="1">
                <a:off x="2496310" y="4065467"/>
                <a:ext cx="155700" cy="600"/>
              </a:xfrm>
              <a:prstGeom prst="bentConnector3">
                <a:avLst>
                  <a:gd name="adj1" fmla="val 50000"/>
                </a:avLst>
              </a:prstGeom>
              <a:noFill/>
              <a:ln w="19050" cap="flat" cmpd="sng">
                <a:solidFill>
                  <a:srgbClr val="869FB2"/>
                </a:solidFill>
                <a:prstDash val="solid"/>
                <a:round/>
                <a:headEnd type="none" w="med" len="med"/>
                <a:tailEnd type="none" w="med" len="med"/>
              </a:ln>
            </p:spPr>
          </p:cxnSp>
          <p:cxnSp>
            <p:nvCxnSpPr>
              <p:cNvPr id="5146" name="Google Shape;5146;p72"/>
              <p:cNvCxnSpPr>
                <a:stCxn id="5139" idx="6"/>
              </p:cNvCxnSpPr>
              <p:nvPr/>
            </p:nvCxnSpPr>
            <p:spPr>
              <a:xfrm>
                <a:off x="3685615" y="4065467"/>
                <a:ext cx="153600" cy="600"/>
              </a:xfrm>
              <a:prstGeom prst="bentConnector3">
                <a:avLst>
                  <a:gd name="adj1" fmla="val 50000"/>
                </a:avLst>
              </a:prstGeom>
              <a:noFill/>
              <a:ln w="19050" cap="flat" cmpd="sng">
                <a:solidFill>
                  <a:srgbClr val="869FB2"/>
                </a:solidFill>
                <a:prstDash val="solid"/>
                <a:round/>
                <a:headEnd type="none" w="med" len="med"/>
                <a:tailEnd type="none" w="med" len="med"/>
              </a:ln>
            </p:spPr>
          </p:cxnSp>
        </p:grpSp>
        <p:grpSp>
          <p:nvGrpSpPr>
            <p:cNvPr id="5147" name="Google Shape;5147;p72"/>
            <p:cNvGrpSpPr/>
            <p:nvPr/>
          </p:nvGrpSpPr>
          <p:grpSpPr>
            <a:xfrm>
              <a:off x="2675275" y="3930557"/>
              <a:ext cx="1003306" cy="451719"/>
              <a:chOff x="2675275" y="4174282"/>
              <a:chExt cx="1003306" cy="451719"/>
            </a:xfrm>
          </p:grpSpPr>
          <p:sp>
            <p:nvSpPr>
              <p:cNvPr id="5148" name="Google Shape;5148;p72"/>
              <p:cNvSpPr/>
              <p:nvPr/>
            </p:nvSpPr>
            <p:spPr>
              <a:xfrm>
                <a:off x="2675275" y="4174282"/>
                <a:ext cx="1003306" cy="451719"/>
              </a:xfrm>
              <a:custGeom>
                <a:avLst/>
                <a:gdLst/>
                <a:ahLst/>
                <a:cxnLst/>
                <a:rect l="l" t="t" r="r" b="b"/>
                <a:pathLst>
                  <a:path w="27286" h="12285" extrusionOk="0">
                    <a:moveTo>
                      <a:pt x="13661" y="1"/>
                    </a:moveTo>
                    <a:cubicBezTo>
                      <a:pt x="10793" y="1"/>
                      <a:pt x="8149" y="858"/>
                      <a:pt x="5960" y="2341"/>
                    </a:cubicBezTo>
                    <a:cubicBezTo>
                      <a:pt x="5692" y="2529"/>
                      <a:pt x="5468" y="2681"/>
                      <a:pt x="5245" y="2868"/>
                    </a:cubicBezTo>
                    <a:cubicBezTo>
                      <a:pt x="4021" y="3798"/>
                      <a:pt x="2976" y="4950"/>
                      <a:pt x="2163" y="6219"/>
                    </a:cubicBezTo>
                    <a:cubicBezTo>
                      <a:pt x="1787" y="6808"/>
                      <a:pt x="1448" y="7407"/>
                      <a:pt x="1153" y="8041"/>
                    </a:cubicBezTo>
                    <a:cubicBezTo>
                      <a:pt x="1117" y="8113"/>
                      <a:pt x="1082" y="8193"/>
                      <a:pt x="1082" y="8265"/>
                    </a:cubicBezTo>
                    <a:cubicBezTo>
                      <a:pt x="519" y="9533"/>
                      <a:pt x="153" y="10873"/>
                      <a:pt x="1" y="12285"/>
                    </a:cubicBezTo>
                    <a:lnTo>
                      <a:pt x="27286" y="12285"/>
                    </a:lnTo>
                    <a:cubicBezTo>
                      <a:pt x="27250" y="11838"/>
                      <a:pt x="27178" y="11392"/>
                      <a:pt x="27098" y="10981"/>
                    </a:cubicBezTo>
                    <a:cubicBezTo>
                      <a:pt x="27098" y="10909"/>
                      <a:pt x="27062" y="10873"/>
                      <a:pt x="27062" y="10793"/>
                    </a:cubicBezTo>
                    <a:cubicBezTo>
                      <a:pt x="27026" y="10650"/>
                      <a:pt x="26991" y="10498"/>
                      <a:pt x="26955" y="10346"/>
                    </a:cubicBezTo>
                    <a:cubicBezTo>
                      <a:pt x="26955" y="10275"/>
                      <a:pt x="26910" y="10239"/>
                      <a:pt x="26910" y="10203"/>
                    </a:cubicBezTo>
                    <a:cubicBezTo>
                      <a:pt x="26910" y="10159"/>
                      <a:pt x="26910" y="10123"/>
                      <a:pt x="26875" y="10087"/>
                    </a:cubicBezTo>
                    <a:cubicBezTo>
                      <a:pt x="26205" y="7595"/>
                      <a:pt x="24864" y="5397"/>
                      <a:pt x="23006" y="3681"/>
                    </a:cubicBezTo>
                    <a:cubicBezTo>
                      <a:pt x="20549" y="1376"/>
                      <a:pt x="17270" y="1"/>
                      <a:pt x="13661" y="1"/>
                    </a:cubicBezTo>
                    <a:close/>
                  </a:path>
                </a:pathLst>
              </a:custGeom>
              <a:solidFill>
                <a:srgbClr val="AB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9" name="Google Shape;5149;p72"/>
              <p:cNvSpPr/>
              <p:nvPr/>
            </p:nvSpPr>
            <p:spPr>
              <a:xfrm>
                <a:off x="2716046" y="4210984"/>
                <a:ext cx="921789" cy="415018"/>
              </a:xfrm>
              <a:custGeom>
                <a:avLst/>
                <a:gdLst/>
                <a:ahLst/>
                <a:cxnLst/>
                <a:rect l="l" t="t" r="r" b="b"/>
                <a:pathLst>
                  <a:path w="27286" h="12285" extrusionOk="0">
                    <a:moveTo>
                      <a:pt x="13661" y="1"/>
                    </a:moveTo>
                    <a:cubicBezTo>
                      <a:pt x="10793" y="1"/>
                      <a:pt x="8149" y="858"/>
                      <a:pt x="5960" y="2341"/>
                    </a:cubicBezTo>
                    <a:cubicBezTo>
                      <a:pt x="5692" y="2529"/>
                      <a:pt x="5468" y="2681"/>
                      <a:pt x="5245" y="2868"/>
                    </a:cubicBezTo>
                    <a:cubicBezTo>
                      <a:pt x="4021" y="3798"/>
                      <a:pt x="2976" y="4950"/>
                      <a:pt x="2163" y="6219"/>
                    </a:cubicBezTo>
                    <a:cubicBezTo>
                      <a:pt x="1787" y="6808"/>
                      <a:pt x="1448" y="7407"/>
                      <a:pt x="1153" y="8041"/>
                    </a:cubicBezTo>
                    <a:cubicBezTo>
                      <a:pt x="1117" y="8113"/>
                      <a:pt x="1082" y="8193"/>
                      <a:pt x="1082" y="8265"/>
                    </a:cubicBezTo>
                    <a:cubicBezTo>
                      <a:pt x="519" y="9533"/>
                      <a:pt x="153" y="10873"/>
                      <a:pt x="1" y="12285"/>
                    </a:cubicBezTo>
                    <a:lnTo>
                      <a:pt x="27286" y="12285"/>
                    </a:lnTo>
                    <a:cubicBezTo>
                      <a:pt x="27250" y="11838"/>
                      <a:pt x="27178" y="11392"/>
                      <a:pt x="27098" y="10981"/>
                    </a:cubicBezTo>
                    <a:cubicBezTo>
                      <a:pt x="27098" y="10909"/>
                      <a:pt x="27062" y="10873"/>
                      <a:pt x="27062" y="10793"/>
                    </a:cubicBezTo>
                    <a:cubicBezTo>
                      <a:pt x="27026" y="10650"/>
                      <a:pt x="26991" y="10498"/>
                      <a:pt x="26955" y="10346"/>
                    </a:cubicBezTo>
                    <a:cubicBezTo>
                      <a:pt x="26955" y="10275"/>
                      <a:pt x="26910" y="10239"/>
                      <a:pt x="26910" y="10203"/>
                    </a:cubicBezTo>
                    <a:cubicBezTo>
                      <a:pt x="26910" y="10159"/>
                      <a:pt x="26910" y="10123"/>
                      <a:pt x="26875" y="10087"/>
                    </a:cubicBezTo>
                    <a:cubicBezTo>
                      <a:pt x="26205" y="7595"/>
                      <a:pt x="24864" y="5397"/>
                      <a:pt x="23006" y="3681"/>
                    </a:cubicBezTo>
                    <a:cubicBezTo>
                      <a:pt x="20549" y="1376"/>
                      <a:pt x="17270" y="1"/>
                      <a:pt x="13661" y="1"/>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50" name="Google Shape;5150;p72"/>
              <p:cNvSpPr/>
              <p:nvPr/>
            </p:nvSpPr>
            <p:spPr>
              <a:xfrm>
                <a:off x="2762606" y="4252906"/>
                <a:ext cx="828676" cy="373095"/>
              </a:xfrm>
              <a:custGeom>
                <a:avLst/>
                <a:gdLst/>
                <a:ahLst/>
                <a:cxnLst/>
                <a:rect l="l" t="t" r="r" b="b"/>
                <a:pathLst>
                  <a:path w="27286" h="12285" extrusionOk="0">
                    <a:moveTo>
                      <a:pt x="13661" y="1"/>
                    </a:moveTo>
                    <a:cubicBezTo>
                      <a:pt x="10793" y="1"/>
                      <a:pt x="8149" y="858"/>
                      <a:pt x="5960" y="2341"/>
                    </a:cubicBezTo>
                    <a:cubicBezTo>
                      <a:pt x="5692" y="2529"/>
                      <a:pt x="5468" y="2681"/>
                      <a:pt x="5245" y="2868"/>
                    </a:cubicBezTo>
                    <a:cubicBezTo>
                      <a:pt x="4021" y="3798"/>
                      <a:pt x="2976" y="4950"/>
                      <a:pt x="2163" y="6219"/>
                    </a:cubicBezTo>
                    <a:cubicBezTo>
                      <a:pt x="1787" y="6808"/>
                      <a:pt x="1448" y="7407"/>
                      <a:pt x="1153" y="8041"/>
                    </a:cubicBezTo>
                    <a:cubicBezTo>
                      <a:pt x="1117" y="8113"/>
                      <a:pt x="1082" y="8193"/>
                      <a:pt x="1082" y="8265"/>
                    </a:cubicBezTo>
                    <a:cubicBezTo>
                      <a:pt x="519" y="9533"/>
                      <a:pt x="153" y="10873"/>
                      <a:pt x="1" y="12285"/>
                    </a:cubicBezTo>
                    <a:lnTo>
                      <a:pt x="27286" y="12285"/>
                    </a:lnTo>
                    <a:cubicBezTo>
                      <a:pt x="27250" y="11838"/>
                      <a:pt x="27178" y="11392"/>
                      <a:pt x="27098" y="10981"/>
                    </a:cubicBezTo>
                    <a:cubicBezTo>
                      <a:pt x="27098" y="10909"/>
                      <a:pt x="27062" y="10873"/>
                      <a:pt x="27062" y="10793"/>
                    </a:cubicBezTo>
                    <a:cubicBezTo>
                      <a:pt x="27026" y="10650"/>
                      <a:pt x="26991" y="10498"/>
                      <a:pt x="26955" y="10346"/>
                    </a:cubicBezTo>
                    <a:cubicBezTo>
                      <a:pt x="26955" y="10275"/>
                      <a:pt x="26910" y="10239"/>
                      <a:pt x="26910" y="10203"/>
                    </a:cubicBezTo>
                    <a:cubicBezTo>
                      <a:pt x="26910" y="10159"/>
                      <a:pt x="26910" y="10123"/>
                      <a:pt x="26875" y="10087"/>
                    </a:cubicBezTo>
                    <a:cubicBezTo>
                      <a:pt x="26205" y="7595"/>
                      <a:pt x="24864" y="5397"/>
                      <a:pt x="23006" y="3681"/>
                    </a:cubicBezTo>
                    <a:cubicBezTo>
                      <a:pt x="20549" y="1376"/>
                      <a:pt x="17270" y="1"/>
                      <a:pt x="1366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5151" name="Google Shape;5151;p72"/>
          <p:cNvGrpSpPr/>
          <p:nvPr/>
        </p:nvGrpSpPr>
        <p:grpSpPr>
          <a:xfrm>
            <a:off x="1654412" y="971306"/>
            <a:ext cx="574511" cy="874709"/>
            <a:chOff x="1715404" y="1112080"/>
            <a:chExt cx="642270" cy="977984"/>
          </a:xfrm>
        </p:grpSpPr>
        <p:grpSp>
          <p:nvGrpSpPr>
            <p:cNvPr id="5152" name="Google Shape;5152;p72"/>
            <p:cNvGrpSpPr/>
            <p:nvPr/>
          </p:nvGrpSpPr>
          <p:grpSpPr>
            <a:xfrm>
              <a:off x="1715404" y="1112080"/>
              <a:ext cx="642270" cy="977984"/>
              <a:chOff x="1715404" y="1112080"/>
              <a:chExt cx="642270" cy="977984"/>
            </a:xfrm>
          </p:grpSpPr>
          <p:sp>
            <p:nvSpPr>
              <p:cNvPr id="5153" name="Google Shape;5153;p72"/>
              <p:cNvSpPr/>
              <p:nvPr/>
            </p:nvSpPr>
            <p:spPr>
              <a:xfrm>
                <a:off x="1715404" y="1112080"/>
                <a:ext cx="642270" cy="642270"/>
              </a:xfrm>
              <a:custGeom>
                <a:avLst/>
                <a:gdLst/>
                <a:ahLst/>
                <a:cxnLst/>
                <a:rect l="l" t="t" r="r" b="b"/>
                <a:pathLst>
                  <a:path w="41544" h="41544" extrusionOk="0">
                    <a:moveTo>
                      <a:pt x="20773" y="3462"/>
                    </a:moveTo>
                    <a:cubicBezTo>
                      <a:pt x="30333" y="3462"/>
                      <a:pt x="38081" y="11211"/>
                      <a:pt x="38081" y="20771"/>
                    </a:cubicBezTo>
                    <a:cubicBezTo>
                      <a:pt x="38081" y="30331"/>
                      <a:pt x="30333" y="38081"/>
                      <a:pt x="20773" y="38081"/>
                    </a:cubicBezTo>
                    <a:cubicBezTo>
                      <a:pt x="11213" y="38081"/>
                      <a:pt x="3462" y="30331"/>
                      <a:pt x="3462" y="20771"/>
                    </a:cubicBezTo>
                    <a:cubicBezTo>
                      <a:pt x="3462" y="11211"/>
                      <a:pt x="11213" y="3462"/>
                      <a:pt x="20773" y="3462"/>
                    </a:cubicBezTo>
                    <a:close/>
                    <a:moveTo>
                      <a:pt x="20773" y="0"/>
                    </a:moveTo>
                    <a:cubicBezTo>
                      <a:pt x="9301" y="0"/>
                      <a:pt x="0" y="9299"/>
                      <a:pt x="0" y="20771"/>
                    </a:cubicBezTo>
                    <a:cubicBezTo>
                      <a:pt x="0" y="32243"/>
                      <a:pt x="9301" y="41543"/>
                      <a:pt x="20773" y="41543"/>
                    </a:cubicBezTo>
                    <a:cubicBezTo>
                      <a:pt x="32245" y="41543"/>
                      <a:pt x="41543" y="32243"/>
                      <a:pt x="41543" y="20771"/>
                    </a:cubicBezTo>
                    <a:cubicBezTo>
                      <a:pt x="41543" y="9299"/>
                      <a:pt x="32245" y="0"/>
                      <a:pt x="20773"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54" name="Google Shape;5154;p72"/>
              <p:cNvSpPr/>
              <p:nvPr/>
            </p:nvSpPr>
            <p:spPr>
              <a:xfrm>
                <a:off x="1956781" y="1714402"/>
                <a:ext cx="9121" cy="375663"/>
              </a:xfrm>
              <a:custGeom>
                <a:avLst/>
                <a:gdLst/>
                <a:ahLst/>
                <a:cxnLst/>
                <a:rect l="l" t="t" r="r" b="b"/>
                <a:pathLst>
                  <a:path w="590" h="24299" extrusionOk="0">
                    <a:moveTo>
                      <a:pt x="0" y="0"/>
                    </a:moveTo>
                    <a:lnTo>
                      <a:pt x="0" y="24299"/>
                    </a:lnTo>
                    <a:lnTo>
                      <a:pt x="589" y="24299"/>
                    </a:lnTo>
                    <a:lnTo>
                      <a:pt x="589" y="0"/>
                    </a:ln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155" name="Google Shape;5155;p72"/>
            <p:cNvGrpSpPr/>
            <p:nvPr/>
          </p:nvGrpSpPr>
          <p:grpSpPr>
            <a:xfrm>
              <a:off x="1768927" y="1165603"/>
              <a:ext cx="535225" cy="851367"/>
              <a:chOff x="1768927" y="1165603"/>
              <a:chExt cx="535225" cy="851367"/>
            </a:xfrm>
          </p:grpSpPr>
          <p:sp>
            <p:nvSpPr>
              <p:cNvPr id="5156" name="Google Shape;5156;p72"/>
              <p:cNvSpPr/>
              <p:nvPr/>
            </p:nvSpPr>
            <p:spPr>
              <a:xfrm>
                <a:off x="1768927" y="1165603"/>
                <a:ext cx="535225" cy="535225"/>
              </a:xfrm>
              <a:custGeom>
                <a:avLst/>
                <a:gdLst/>
                <a:ahLst/>
                <a:cxnLst/>
                <a:rect l="l" t="t" r="r" b="b"/>
                <a:pathLst>
                  <a:path w="34620" h="34620" extrusionOk="0">
                    <a:moveTo>
                      <a:pt x="17311" y="3462"/>
                    </a:moveTo>
                    <a:cubicBezTo>
                      <a:pt x="24959" y="3462"/>
                      <a:pt x="31157" y="9661"/>
                      <a:pt x="31157" y="17309"/>
                    </a:cubicBezTo>
                    <a:cubicBezTo>
                      <a:pt x="31157" y="24957"/>
                      <a:pt x="24959" y="31157"/>
                      <a:pt x="17311" y="31157"/>
                    </a:cubicBezTo>
                    <a:cubicBezTo>
                      <a:pt x="9663" y="31157"/>
                      <a:pt x="3462" y="24957"/>
                      <a:pt x="3462" y="17309"/>
                    </a:cubicBezTo>
                    <a:cubicBezTo>
                      <a:pt x="3462" y="9661"/>
                      <a:pt x="9663" y="3462"/>
                      <a:pt x="17311" y="3462"/>
                    </a:cubicBezTo>
                    <a:close/>
                    <a:moveTo>
                      <a:pt x="17311" y="0"/>
                    </a:moveTo>
                    <a:cubicBezTo>
                      <a:pt x="7751" y="0"/>
                      <a:pt x="0" y="7749"/>
                      <a:pt x="0" y="17309"/>
                    </a:cubicBezTo>
                    <a:cubicBezTo>
                      <a:pt x="0" y="26869"/>
                      <a:pt x="7751" y="34619"/>
                      <a:pt x="17311" y="34619"/>
                    </a:cubicBezTo>
                    <a:cubicBezTo>
                      <a:pt x="26871" y="34619"/>
                      <a:pt x="34619" y="26869"/>
                      <a:pt x="34619" y="17309"/>
                    </a:cubicBezTo>
                    <a:cubicBezTo>
                      <a:pt x="34619" y="7749"/>
                      <a:pt x="26871" y="0"/>
                      <a:pt x="17311"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57" name="Google Shape;5157;p72"/>
              <p:cNvSpPr/>
              <p:nvPr/>
            </p:nvSpPr>
            <p:spPr>
              <a:xfrm>
                <a:off x="2006902" y="1668949"/>
                <a:ext cx="9137" cy="348020"/>
              </a:xfrm>
              <a:custGeom>
                <a:avLst/>
                <a:gdLst/>
                <a:ahLst/>
                <a:cxnLst/>
                <a:rect l="l" t="t" r="r" b="b"/>
                <a:pathLst>
                  <a:path w="591" h="22511" extrusionOk="0">
                    <a:moveTo>
                      <a:pt x="1" y="0"/>
                    </a:moveTo>
                    <a:lnTo>
                      <a:pt x="1" y="22510"/>
                    </a:lnTo>
                    <a:lnTo>
                      <a:pt x="590" y="22510"/>
                    </a:lnTo>
                    <a:lnTo>
                      <a:pt x="590" y="0"/>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158" name="Google Shape;5158;p72"/>
            <p:cNvGrpSpPr/>
            <p:nvPr/>
          </p:nvGrpSpPr>
          <p:grpSpPr>
            <a:xfrm>
              <a:off x="1822449" y="1219125"/>
              <a:ext cx="428180" cy="718859"/>
              <a:chOff x="1822449" y="1219125"/>
              <a:chExt cx="428180" cy="718859"/>
            </a:xfrm>
          </p:grpSpPr>
          <p:sp>
            <p:nvSpPr>
              <p:cNvPr id="5159" name="Google Shape;5159;p72"/>
              <p:cNvSpPr/>
              <p:nvPr/>
            </p:nvSpPr>
            <p:spPr>
              <a:xfrm>
                <a:off x="1822449" y="1219125"/>
                <a:ext cx="428180" cy="428180"/>
              </a:xfrm>
              <a:custGeom>
                <a:avLst/>
                <a:gdLst/>
                <a:ahLst/>
                <a:cxnLst/>
                <a:rect l="l" t="t" r="r" b="b"/>
                <a:pathLst>
                  <a:path w="27696" h="27696" extrusionOk="0">
                    <a:moveTo>
                      <a:pt x="13849" y="3462"/>
                    </a:moveTo>
                    <a:cubicBezTo>
                      <a:pt x="19585" y="3462"/>
                      <a:pt x="24233" y="8111"/>
                      <a:pt x="24233" y="13847"/>
                    </a:cubicBezTo>
                    <a:cubicBezTo>
                      <a:pt x="24233" y="19583"/>
                      <a:pt x="19585" y="24233"/>
                      <a:pt x="13849" y="24233"/>
                    </a:cubicBezTo>
                    <a:cubicBezTo>
                      <a:pt x="8113" y="24233"/>
                      <a:pt x="3462" y="19583"/>
                      <a:pt x="3462" y="13847"/>
                    </a:cubicBezTo>
                    <a:cubicBezTo>
                      <a:pt x="3462" y="8111"/>
                      <a:pt x="8113" y="3462"/>
                      <a:pt x="13849" y="3462"/>
                    </a:cubicBezTo>
                    <a:close/>
                    <a:moveTo>
                      <a:pt x="13849" y="0"/>
                    </a:moveTo>
                    <a:cubicBezTo>
                      <a:pt x="6201" y="0"/>
                      <a:pt x="0" y="6199"/>
                      <a:pt x="0" y="13847"/>
                    </a:cubicBezTo>
                    <a:cubicBezTo>
                      <a:pt x="0" y="21495"/>
                      <a:pt x="6201" y="27695"/>
                      <a:pt x="13849" y="27695"/>
                    </a:cubicBezTo>
                    <a:cubicBezTo>
                      <a:pt x="21497" y="27695"/>
                      <a:pt x="27695" y="21495"/>
                      <a:pt x="27695" y="13847"/>
                    </a:cubicBezTo>
                    <a:cubicBezTo>
                      <a:pt x="27695" y="6199"/>
                      <a:pt x="21497" y="0"/>
                      <a:pt x="13849"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60" name="Google Shape;5160;p72"/>
              <p:cNvSpPr/>
              <p:nvPr/>
            </p:nvSpPr>
            <p:spPr>
              <a:xfrm>
                <a:off x="2057039" y="1605996"/>
                <a:ext cx="9121" cy="331988"/>
              </a:xfrm>
              <a:custGeom>
                <a:avLst/>
                <a:gdLst/>
                <a:ahLst/>
                <a:cxnLst/>
                <a:rect l="l" t="t" r="r" b="b"/>
                <a:pathLst>
                  <a:path w="590" h="21474" extrusionOk="0">
                    <a:moveTo>
                      <a:pt x="0" y="0"/>
                    </a:moveTo>
                    <a:lnTo>
                      <a:pt x="0" y="21474"/>
                    </a:lnTo>
                    <a:lnTo>
                      <a:pt x="590" y="21474"/>
                    </a:lnTo>
                    <a:lnTo>
                      <a:pt x="590"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161" name="Google Shape;5161;p72"/>
            <p:cNvGrpSpPr/>
            <p:nvPr/>
          </p:nvGrpSpPr>
          <p:grpSpPr>
            <a:xfrm>
              <a:off x="1875972" y="1272648"/>
              <a:ext cx="321135" cy="586939"/>
              <a:chOff x="1875972" y="1272648"/>
              <a:chExt cx="321135" cy="586939"/>
            </a:xfrm>
          </p:grpSpPr>
          <p:sp>
            <p:nvSpPr>
              <p:cNvPr id="5162" name="Google Shape;5162;p72"/>
              <p:cNvSpPr/>
              <p:nvPr/>
            </p:nvSpPr>
            <p:spPr>
              <a:xfrm>
                <a:off x="1875972" y="1272648"/>
                <a:ext cx="321135" cy="321120"/>
              </a:xfrm>
              <a:custGeom>
                <a:avLst/>
                <a:gdLst/>
                <a:ahLst/>
                <a:cxnLst/>
                <a:rect l="l" t="t" r="r" b="b"/>
                <a:pathLst>
                  <a:path w="20772" h="20771" extrusionOk="0">
                    <a:moveTo>
                      <a:pt x="10387" y="3461"/>
                    </a:moveTo>
                    <a:cubicBezTo>
                      <a:pt x="14211" y="3461"/>
                      <a:pt x="17309" y="6561"/>
                      <a:pt x="17309" y="10385"/>
                    </a:cubicBezTo>
                    <a:cubicBezTo>
                      <a:pt x="17309" y="14209"/>
                      <a:pt x="14211" y="17309"/>
                      <a:pt x="10387" y="17309"/>
                    </a:cubicBezTo>
                    <a:cubicBezTo>
                      <a:pt x="6563" y="17309"/>
                      <a:pt x="3462" y="14209"/>
                      <a:pt x="3462" y="10385"/>
                    </a:cubicBezTo>
                    <a:cubicBezTo>
                      <a:pt x="3462" y="6561"/>
                      <a:pt x="6563" y="3461"/>
                      <a:pt x="10387" y="3461"/>
                    </a:cubicBezTo>
                    <a:close/>
                    <a:moveTo>
                      <a:pt x="10387" y="0"/>
                    </a:moveTo>
                    <a:cubicBezTo>
                      <a:pt x="4651" y="0"/>
                      <a:pt x="0" y="4649"/>
                      <a:pt x="0" y="10385"/>
                    </a:cubicBezTo>
                    <a:cubicBezTo>
                      <a:pt x="0" y="16121"/>
                      <a:pt x="4651" y="20771"/>
                      <a:pt x="10387" y="20771"/>
                    </a:cubicBezTo>
                    <a:cubicBezTo>
                      <a:pt x="16123" y="20771"/>
                      <a:pt x="20771" y="16121"/>
                      <a:pt x="20771" y="10385"/>
                    </a:cubicBezTo>
                    <a:cubicBezTo>
                      <a:pt x="20771" y="4649"/>
                      <a:pt x="16123" y="0"/>
                      <a:pt x="10387"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63" name="Google Shape;5163;p72"/>
              <p:cNvSpPr/>
              <p:nvPr/>
            </p:nvSpPr>
            <p:spPr>
              <a:xfrm>
                <a:off x="2107176" y="1533705"/>
                <a:ext cx="9121" cy="325881"/>
              </a:xfrm>
              <a:custGeom>
                <a:avLst/>
                <a:gdLst/>
                <a:ahLst/>
                <a:cxnLst/>
                <a:rect l="l" t="t" r="r" b="b"/>
                <a:pathLst>
                  <a:path w="590" h="21079" extrusionOk="0">
                    <a:moveTo>
                      <a:pt x="0" y="0"/>
                    </a:moveTo>
                    <a:lnTo>
                      <a:pt x="0" y="21078"/>
                    </a:lnTo>
                    <a:lnTo>
                      <a:pt x="589" y="21078"/>
                    </a:lnTo>
                    <a:lnTo>
                      <a:pt x="589"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5164" name="Google Shape;5164;p72"/>
          <p:cNvGrpSpPr/>
          <p:nvPr/>
        </p:nvGrpSpPr>
        <p:grpSpPr>
          <a:xfrm>
            <a:off x="7761573" y="3528028"/>
            <a:ext cx="293855" cy="644170"/>
            <a:chOff x="241025" y="3151575"/>
            <a:chExt cx="293855" cy="644170"/>
          </a:xfrm>
        </p:grpSpPr>
        <p:sp>
          <p:nvSpPr>
            <p:cNvPr id="5165" name="Google Shape;5165;p72"/>
            <p:cNvSpPr/>
            <p:nvPr/>
          </p:nvSpPr>
          <p:spPr>
            <a:xfrm>
              <a:off x="241025" y="3151575"/>
              <a:ext cx="293303" cy="644170"/>
            </a:xfrm>
            <a:custGeom>
              <a:avLst/>
              <a:gdLst/>
              <a:ahLst/>
              <a:cxnLst/>
              <a:rect l="l" t="t" r="r" b="b"/>
              <a:pathLst>
                <a:path w="19117" h="41986" extrusionOk="0">
                  <a:moveTo>
                    <a:pt x="1155" y="1"/>
                  </a:moveTo>
                  <a:cubicBezTo>
                    <a:pt x="516" y="1"/>
                    <a:pt x="1" y="516"/>
                    <a:pt x="1" y="1152"/>
                  </a:cubicBezTo>
                  <a:lnTo>
                    <a:pt x="1" y="35706"/>
                  </a:lnTo>
                  <a:cubicBezTo>
                    <a:pt x="1" y="36344"/>
                    <a:pt x="9559" y="41985"/>
                    <a:pt x="9559" y="41985"/>
                  </a:cubicBezTo>
                  <a:cubicBezTo>
                    <a:pt x="9559" y="41985"/>
                    <a:pt x="19117" y="36344"/>
                    <a:pt x="19117" y="35706"/>
                  </a:cubicBezTo>
                  <a:lnTo>
                    <a:pt x="19117" y="1152"/>
                  </a:lnTo>
                  <a:cubicBezTo>
                    <a:pt x="19117" y="516"/>
                    <a:pt x="18601" y="1"/>
                    <a:pt x="1796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66" name="Google Shape;5166;p72"/>
            <p:cNvSpPr/>
            <p:nvPr/>
          </p:nvSpPr>
          <p:spPr>
            <a:xfrm>
              <a:off x="241347" y="3252796"/>
              <a:ext cx="293533" cy="164134"/>
            </a:xfrm>
            <a:custGeom>
              <a:avLst/>
              <a:gdLst/>
              <a:ahLst/>
              <a:cxnLst/>
              <a:rect l="l" t="t" r="r" b="b"/>
              <a:pathLst>
                <a:path w="19132" h="10698" extrusionOk="0">
                  <a:moveTo>
                    <a:pt x="1" y="1"/>
                  </a:moveTo>
                  <a:lnTo>
                    <a:pt x="1" y="10698"/>
                  </a:lnTo>
                  <a:lnTo>
                    <a:pt x="19132" y="10698"/>
                  </a:lnTo>
                  <a:lnTo>
                    <a:pt x="19132"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167" name="Google Shape;5167;p72"/>
          <p:cNvGrpSpPr/>
          <p:nvPr/>
        </p:nvGrpSpPr>
        <p:grpSpPr>
          <a:xfrm>
            <a:off x="709557" y="2728028"/>
            <a:ext cx="1779649" cy="591620"/>
            <a:chOff x="246070" y="1983375"/>
            <a:chExt cx="1855347" cy="616849"/>
          </a:xfrm>
        </p:grpSpPr>
        <p:sp>
          <p:nvSpPr>
            <p:cNvPr id="5168" name="Google Shape;5168;p72"/>
            <p:cNvSpPr/>
            <p:nvPr/>
          </p:nvSpPr>
          <p:spPr>
            <a:xfrm>
              <a:off x="1072131" y="1983872"/>
              <a:ext cx="408910" cy="407494"/>
            </a:xfrm>
            <a:custGeom>
              <a:avLst/>
              <a:gdLst/>
              <a:ahLst/>
              <a:cxnLst/>
              <a:rect l="l" t="t" r="r" b="b"/>
              <a:pathLst>
                <a:path w="34090" h="33972" extrusionOk="0">
                  <a:moveTo>
                    <a:pt x="17046" y="1"/>
                  </a:moveTo>
                  <a:cubicBezTo>
                    <a:pt x="16894" y="1"/>
                    <a:pt x="16742" y="59"/>
                    <a:pt x="16626" y="174"/>
                  </a:cubicBezTo>
                  <a:lnTo>
                    <a:pt x="9933" y="6868"/>
                  </a:lnTo>
                  <a:cubicBezTo>
                    <a:pt x="9821" y="6978"/>
                    <a:pt x="9670" y="7041"/>
                    <a:pt x="9512" y="7041"/>
                  </a:cubicBezTo>
                  <a:cubicBezTo>
                    <a:pt x="9354" y="7041"/>
                    <a:pt x="9203" y="6978"/>
                    <a:pt x="9094" y="6868"/>
                  </a:cubicBezTo>
                  <a:lnTo>
                    <a:pt x="9087" y="6861"/>
                  </a:lnTo>
                  <a:cubicBezTo>
                    <a:pt x="8857" y="6629"/>
                    <a:pt x="8642" y="6175"/>
                    <a:pt x="8611" y="5850"/>
                  </a:cubicBezTo>
                  <a:cubicBezTo>
                    <a:pt x="8611" y="5850"/>
                    <a:pt x="8522" y="4941"/>
                    <a:pt x="7959" y="4378"/>
                  </a:cubicBezTo>
                  <a:cubicBezTo>
                    <a:pt x="7469" y="3863"/>
                    <a:pt x="6813" y="3605"/>
                    <a:pt x="6156" y="3605"/>
                  </a:cubicBezTo>
                  <a:cubicBezTo>
                    <a:pt x="5520" y="3605"/>
                    <a:pt x="4883" y="3847"/>
                    <a:pt x="4396" y="4333"/>
                  </a:cubicBezTo>
                  <a:cubicBezTo>
                    <a:pt x="3407" y="5322"/>
                    <a:pt x="3425" y="6932"/>
                    <a:pt x="4435" y="7898"/>
                  </a:cubicBezTo>
                  <a:cubicBezTo>
                    <a:pt x="5002" y="8462"/>
                    <a:pt x="5908" y="8553"/>
                    <a:pt x="5908" y="8553"/>
                  </a:cubicBezTo>
                  <a:cubicBezTo>
                    <a:pt x="6232" y="8583"/>
                    <a:pt x="6687" y="8797"/>
                    <a:pt x="6919" y="9027"/>
                  </a:cubicBezTo>
                  <a:lnTo>
                    <a:pt x="6926" y="9034"/>
                  </a:lnTo>
                  <a:cubicBezTo>
                    <a:pt x="7156" y="9267"/>
                    <a:pt x="7156" y="9642"/>
                    <a:pt x="6926" y="9875"/>
                  </a:cubicBezTo>
                  <a:lnTo>
                    <a:pt x="232" y="16567"/>
                  </a:lnTo>
                  <a:cubicBezTo>
                    <a:pt x="1" y="16798"/>
                    <a:pt x="1" y="17174"/>
                    <a:pt x="232" y="17406"/>
                  </a:cubicBezTo>
                  <a:lnTo>
                    <a:pt x="6411" y="23585"/>
                  </a:lnTo>
                  <a:lnTo>
                    <a:pt x="6926" y="24100"/>
                  </a:lnTo>
                  <a:cubicBezTo>
                    <a:pt x="6969" y="24141"/>
                    <a:pt x="7020" y="24173"/>
                    <a:pt x="7073" y="24197"/>
                  </a:cubicBezTo>
                  <a:cubicBezTo>
                    <a:pt x="7158" y="24244"/>
                    <a:pt x="7250" y="24269"/>
                    <a:pt x="7345" y="24273"/>
                  </a:cubicBezTo>
                  <a:cubicBezTo>
                    <a:pt x="7503" y="24273"/>
                    <a:pt x="7654" y="24211"/>
                    <a:pt x="7765" y="24101"/>
                  </a:cubicBezTo>
                  <a:lnTo>
                    <a:pt x="7839" y="24027"/>
                  </a:lnTo>
                  <a:cubicBezTo>
                    <a:pt x="8069" y="23796"/>
                    <a:pt x="8283" y="23341"/>
                    <a:pt x="8318" y="23013"/>
                  </a:cubicBezTo>
                  <a:cubicBezTo>
                    <a:pt x="8318" y="23013"/>
                    <a:pt x="8405" y="22107"/>
                    <a:pt x="8967" y="21541"/>
                  </a:cubicBezTo>
                  <a:cubicBezTo>
                    <a:pt x="9183" y="21324"/>
                    <a:pt x="9437" y="21149"/>
                    <a:pt x="9717" y="21026"/>
                  </a:cubicBezTo>
                  <a:cubicBezTo>
                    <a:pt x="10047" y="20876"/>
                    <a:pt x="10396" y="20805"/>
                    <a:pt x="10740" y="20805"/>
                  </a:cubicBezTo>
                  <a:cubicBezTo>
                    <a:pt x="11539" y="20805"/>
                    <a:pt x="12316" y="21191"/>
                    <a:pt x="12792" y="21886"/>
                  </a:cubicBezTo>
                  <a:cubicBezTo>
                    <a:pt x="13474" y="22879"/>
                    <a:pt x="13347" y="24218"/>
                    <a:pt x="12490" y="25064"/>
                  </a:cubicBezTo>
                  <a:cubicBezTo>
                    <a:pt x="12119" y="25437"/>
                    <a:pt x="11599" y="25600"/>
                    <a:pt x="11289" y="25668"/>
                  </a:cubicBezTo>
                  <a:cubicBezTo>
                    <a:pt x="11157" y="25704"/>
                    <a:pt x="11023" y="25732"/>
                    <a:pt x="10887" y="25749"/>
                  </a:cubicBezTo>
                  <a:cubicBezTo>
                    <a:pt x="10830" y="25757"/>
                    <a:pt x="10775" y="25769"/>
                    <a:pt x="10722" y="25785"/>
                  </a:cubicBezTo>
                  <a:cubicBezTo>
                    <a:pt x="10456" y="25871"/>
                    <a:pt x="10173" y="26027"/>
                    <a:pt x="10008" y="26193"/>
                  </a:cubicBezTo>
                  <a:lnTo>
                    <a:pt x="9933" y="26265"/>
                  </a:lnTo>
                  <a:cubicBezTo>
                    <a:pt x="9699" y="26497"/>
                    <a:pt x="9699" y="26875"/>
                    <a:pt x="9933" y="27106"/>
                  </a:cubicBezTo>
                  <a:lnTo>
                    <a:pt x="11412" y="28584"/>
                  </a:lnTo>
                  <a:lnTo>
                    <a:pt x="16625" y="33798"/>
                  </a:lnTo>
                  <a:cubicBezTo>
                    <a:pt x="16736" y="33908"/>
                    <a:pt x="16887" y="33972"/>
                    <a:pt x="17043" y="33972"/>
                  </a:cubicBezTo>
                  <a:cubicBezTo>
                    <a:pt x="17198" y="33970"/>
                    <a:pt x="17347" y="33910"/>
                    <a:pt x="17459" y="33802"/>
                  </a:cubicBezTo>
                  <a:lnTo>
                    <a:pt x="20636" y="30627"/>
                  </a:lnTo>
                  <a:lnTo>
                    <a:pt x="24073" y="27189"/>
                  </a:lnTo>
                  <a:cubicBezTo>
                    <a:pt x="24300" y="26955"/>
                    <a:pt x="24300" y="26581"/>
                    <a:pt x="24073" y="26348"/>
                  </a:cubicBezTo>
                  <a:lnTo>
                    <a:pt x="23953" y="26231"/>
                  </a:lnTo>
                  <a:cubicBezTo>
                    <a:pt x="23722" y="26001"/>
                    <a:pt x="23267" y="25783"/>
                    <a:pt x="22942" y="25754"/>
                  </a:cubicBezTo>
                  <a:cubicBezTo>
                    <a:pt x="22942" y="25754"/>
                    <a:pt x="22033" y="25665"/>
                    <a:pt x="21470" y="25100"/>
                  </a:cubicBezTo>
                  <a:cubicBezTo>
                    <a:pt x="20528" y="24086"/>
                    <a:pt x="20569" y="22503"/>
                    <a:pt x="21561" y="21539"/>
                  </a:cubicBezTo>
                  <a:cubicBezTo>
                    <a:pt x="22056" y="21057"/>
                    <a:pt x="22698" y="20816"/>
                    <a:pt x="23340" y="20816"/>
                  </a:cubicBezTo>
                  <a:cubicBezTo>
                    <a:pt x="23985" y="20816"/>
                    <a:pt x="24629" y="21059"/>
                    <a:pt x="25125" y="21544"/>
                  </a:cubicBezTo>
                  <a:cubicBezTo>
                    <a:pt x="25687" y="22107"/>
                    <a:pt x="25774" y="23017"/>
                    <a:pt x="25774" y="23017"/>
                  </a:cubicBezTo>
                  <a:cubicBezTo>
                    <a:pt x="25807" y="23341"/>
                    <a:pt x="26021" y="23796"/>
                    <a:pt x="26253" y="24027"/>
                  </a:cubicBezTo>
                  <a:lnTo>
                    <a:pt x="26325" y="24101"/>
                  </a:lnTo>
                  <a:cubicBezTo>
                    <a:pt x="26441" y="24216"/>
                    <a:pt x="26592" y="24274"/>
                    <a:pt x="26744" y="24274"/>
                  </a:cubicBezTo>
                  <a:cubicBezTo>
                    <a:pt x="26891" y="24274"/>
                    <a:pt x="27038" y="24219"/>
                    <a:pt x="27152" y="24110"/>
                  </a:cubicBezTo>
                  <a:lnTo>
                    <a:pt x="29878" y="21384"/>
                  </a:lnTo>
                  <a:lnTo>
                    <a:pt x="33774" y="17487"/>
                  </a:lnTo>
                  <a:cubicBezTo>
                    <a:pt x="33779" y="17482"/>
                    <a:pt x="33786" y="17482"/>
                    <a:pt x="33791" y="17476"/>
                  </a:cubicBezTo>
                  <a:lnTo>
                    <a:pt x="33860" y="17408"/>
                  </a:lnTo>
                  <a:cubicBezTo>
                    <a:pt x="34090" y="17174"/>
                    <a:pt x="34090" y="16798"/>
                    <a:pt x="33860" y="16567"/>
                  </a:cubicBezTo>
                  <a:lnTo>
                    <a:pt x="27166" y="9875"/>
                  </a:lnTo>
                  <a:cubicBezTo>
                    <a:pt x="26934" y="9643"/>
                    <a:pt x="26934" y="9267"/>
                    <a:pt x="27166" y="9036"/>
                  </a:cubicBezTo>
                  <a:lnTo>
                    <a:pt x="27283" y="8914"/>
                  </a:lnTo>
                  <a:cubicBezTo>
                    <a:pt x="27513" y="8684"/>
                    <a:pt x="27973" y="8469"/>
                    <a:pt x="28297" y="8437"/>
                  </a:cubicBezTo>
                  <a:cubicBezTo>
                    <a:pt x="28297" y="8437"/>
                    <a:pt x="29203" y="8349"/>
                    <a:pt x="29770" y="7786"/>
                  </a:cubicBezTo>
                  <a:cubicBezTo>
                    <a:pt x="30769" y="6818"/>
                    <a:pt x="30782" y="5219"/>
                    <a:pt x="29799" y="4235"/>
                  </a:cubicBezTo>
                  <a:cubicBezTo>
                    <a:pt x="29311" y="3748"/>
                    <a:pt x="28674" y="3505"/>
                    <a:pt x="28036" y="3505"/>
                  </a:cubicBezTo>
                  <a:cubicBezTo>
                    <a:pt x="27385" y="3505"/>
                    <a:pt x="26735" y="3758"/>
                    <a:pt x="26246" y="4263"/>
                  </a:cubicBezTo>
                  <a:cubicBezTo>
                    <a:pt x="25685" y="4826"/>
                    <a:pt x="25594" y="5735"/>
                    <a:pt x="25594" y="5735"/>
                  </a:cubicBezTo>
                  <a:cubicBezTo>
                    <a:pt x="25563" y="6060"/>
                    <a:pt x="25350" y="6514"/>
                    <a:pt x="25119" y="6746"/>
                  </a:cubicBezTo>
                  <a:lnTo>
                    <a:pt x="24998" y="6866"/>
                  </a:lnTo>
                  <a:cubicBezTo>
                    <a:pt x="24883" y="6982"/>
                    <a:pt x="24731" y="7040"/>
                    <a:pt x="24579" y="7040"/>
                  </a:cubicBezTo>
                  <a:cubicBezTo>
                    <a:pt x="24427" y="7040"/>
                    <a:pt x="24275" y="6982"/>
                    <a:pt x="24159" y="6866"/>
                  </a:cubicBezTo>
                  <a:lnTo>
                    <a:pt x="17466" y="174"/>
                  </a:lnTo>
                  <a:cubicBezTo>
                    <a:pt x="17350" y="59"/>
                    <a:pt x="17198" y="1"/>
                    <a:pt x="17046"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69" name="Google Shape;5169;p72"/>
            <p:cNvSpPr/>
            <p:nvPr/>
          </p:nvSpPr>
          <p:spPr>
            <a:xfrm>
              <a:off x="1430530" y="2193486"/>
              <a:ext cx="46960" cy="46948"/>
            </a:xfrm>
            <a:custGeom>
              <a:avLst/>
              <a:gdLst/>
              <a:ahLst/>
              <a:cxnLst/>
              <a:rect l="l" t="t" r="r" b="b"/>
              <a:pathLst>
                <a:path w="3915" h="3914" extrusionOk="0">
                  <a:moveTo>
                    <a:pt x="3914" y="1"/>
                  </a:moveTo>
                  <a:lnTo>
                    <a:pt x="3914" y="1"/>
                  </a:lnTo>
                  <a:cubicBezTo>
                    <a:pt x="3909" y="6"/>
                    <a:pt x="3902" y="8"/>
                    <a:pt x="3897" y="13"/>
                  </a:cubicBezTo>
                  <a:lnTo>
                    <a:pt x="1" y="3909"/>
                  </a:lnTo>
                  <a:lnTo>
                    <a:pt x="1" y="3914"/>
                  </a:lnTo>
                  <a:lnTo>
                    <a:pt x="3914" y="1"/>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0" name="Google Shape;5170;p72"/>
            <p:cNvSpPr/>
            <p:nvPr/>
          </p:nvSpPr>
          <p:spPr>
            <a:xfrm>
              <a:off x="1277847" y="2191554"/>
              <a:ext cx="408898" cy="407518"/>
            </a:xfrm>
            <a:custGeom>
              <a:avLst/>
              <a:gdLst/>
              <a:ahLst/>
              <a:cxnLst/>
              <a:rect l="l" t="t" r="r" b="b"/>
              <a:pathLst>
                <a:path w="34089" h="33974" extrusionOk="0">
                  <a:moveTo>
                    <a:pt x="17044" y="0"/>
                  </a:moveTo>
                  <a:cubicBezTo>
                    <a:pt x="16893" y="2"/>
                    <a:pt x="16750" y="60"/>
                    <a:pt x="16640" y="163"/>
                  </a:cubicBezTo>
                  <a:lnTo>
                    <a:pt x="12729" y="4075"/>
                  </a:lnTo>
                  <a:lnTo>
                    <a:pt x="12729" y="4070"/>
                  </a:lnTo>
                  <a:lnTo>
                    <a:pt x="10005" y="6793"/>
                  </a:lnTo>
                  <a:cubicBezTo>
                    <a:pt x="9890" y="6904"/>
                    <a:pt x="9742" y="6959"/>
                    <a:pt x="9595" y="6959"/>
                  </a:cubicBezTo>
                  <a:cubicBezTo>
                    <a:pt x="9444" y="6959"/>
                    <a:pt x="9293" y="6901"/>
                    <a:pt x="9178" y="6787"/>
                  </a:cubicBezTo>
                  <a:lnTo>
                    <a:pt x="9104" y="6713"/>
                  </a:lnTo>
                  <a:cubicBezTo>
                    <a:pt x="8874" y="6481"/>
                    <a:pt x="8660" y="6026"/>
                    <a:pt x="8625" y="5702"/>
                  </a:cubicBezTo>
                  <a:cubicBezTo>
                    <a:pt x="8625" y="5702"/>
                    <a:pt x="8539" y="4792"/>
                    <a:pt x="7976" y="4229"/>
                  </a:cubicBezTo>
                  <a:cubicBezTo>
                    <a:pt x="7478" y="3726"/>
                    <a:pt x="6821" y="3474"/>
                    <a:pt x="6165" y="3474"/>
                  </a:cubicBezTo>
                  <a:cubicBezTo>
                    <a:pt x="5524" y="3474"/>
                    <a:pt x="4883" y="3714"/>
                    <a:pt x="4388" y="4197"/>
                  </a:cubicBezTo>
                  <a:cubicBezTo>
                    <a:pt x="3384" y="5172"/>
                    <a:pt x="3354" y="6775"/>
                    <a:pt x="4322" y="7785"/>
                  </a:cubicBezTo>
                  <a:cubicBezTo>
                    <a:pt x="4884" y="8350"/>
                    <a:pt x="5795" y="8439"/>
                    <a:pt x="5795" y="8439"/>
                  </a:cubicBezTo>
                  <a:cubicBezTo>
                    <a:pt x="6118" y="8468"/>
                    <a:pt x="6573" y="8686"/>
                    <a:pt x="6804" y="8916"/>
                  </a:cubicBezTo>
                  <a:lnTo>
                    <a:pt x="6924" y="9033"/>
                  </a:lnTo>
                  <a:cubicBezTo>
                    <a:pt x="7153" y="9267"/>
                    <a:pt x="7153" y="9641"/>
                    <a:pt x="6924" y="9874"/>
                  </a:cubicBezTo>
                  <a:lnTo>
                    <a:pt x="3488" y="13310"/>
                  </a:lnTo>
                  <a:lnTo>
                    <a:pt x="310" y="16487"/>
                  </a:lnTo>
                  <a:lnTo>
                    <a:pt x="233" y="16566"/>
                  </a:lnTo>
                  <a:cubicBezTo>
                    <a:pt x="1" y="16798"/>
                    <a:pt x="1" y="17174"/>
                    <a:pt x="233" y="17405"/>
                  </a:cubicBezTo>
                  <a:lnTo>
                    <a:pt x="6926" y="24099"/>
                  </a:lnTo>
                  <a:cubicBezTo>
                    <a:pt x="7156" y="24332"/>
                    <a:pt x="7156" y="24706"/>
                    <a:pt x="6926" y="24938"/>
                  </a:cubicBezTo>
                  <a:lnTo>
                    <a:pt x="6919" y="24945"/>
                  </a:lnTo>
                  <a:cubicBezTo>
                    <a:pt x="6688" y="25177"/>
                    <a:pt x="6233" y="25391"/>
                    <a:pt x="5908" y="25420"/>
                  </a:cubicBezTo>
                  <a:cubicBezTo>
                    <a:pt x="5908" y="25420"/>
                    <a:pt x="4999" y="25511"/>
                    <a:pt x="4436" y="26074"/>
                  </a:cubicBezTo>
                  <a:cubicBezTo>
                    <a:pt x="3478" y="27047"/>
                    <a:pt x="3485" y="28613"/>
                    <a:pt x="4451" y="29579"/>
                  </a:cubicBezTo>
                  <a:cubicBezTo>
                    <a:pt x="4938" y="30065"/>
                    <a:pt x="5575" y="30309"/>
                    <a:pt x="6213" y="30309"/>
                  </a:cubicBezTo>
                  <a:cubicBezTo>
                    <a:pt x="6843" y="30309"/>
                    <a:pt x="7473" y="30072"/>
                    <a:pt x="7958" y="29596"/>
                  </a:cubicBezTo>
                  <a:cubicBezTo>
                    <a:pt x="8522" y="29031"/>
                    <a:pt x="8608" y="28125"/>
                    <a:pt x="8608" y="28125"/>
                  </a:cubicBezTo>
                  <a:cubicBezTo>
                    <a:pt x="8642" y="27797"/>
                    <a:pt x="8857" y="27341"/>
                    <a:pt x="9087" y="27111"/>
                  </a:cubicBezTo>
                  <a:lnTo>
                    <a:pt x="9090" y="27107"/>
                  </a:lnTo>
                  <a:cubicBezTo>
                    <a:pt x="9204" y="26996"/>
                    <a:pt x="9355" y="26934"/>
                    <a:pt x="9513" y="26934"/>
                  </a:cubicBezTo>
                  <a:cubicBezTo>
                    <a:pt x="9669" y="26934"/>
                    <a:pt x="9820" y="26996"/>
                    <a:pt x="9930" y="27107"/>
                  </a:cubicBezTo>
                  <a:lnTo>
                    <a:pt x="16623" y="33801"/>
                  </a:lnTo>
                  <a:cubicBezTo>
                    <a:pt x="16741" y="33916"/>
                    <a:pt x="16893" y="33973"/>
                    <a:pt x="17045" y="33973"/>
                  </a:cubicBezTo>
                  <a:cubicBezTo>
                    <a:pt x="17198" y="33973"/>
                    <a:pt x="17350" y="33916"/>
                    <a:pt x="17468" y="33801"/>
                  </a:cubicBezTo>
                  <a:lnTo>
                    <a:pt x="24161" y="27107"/>
                  </a:lnTo>
                  <a:cubicBezTo>
                    <a:pt x="24391" y="26874"/>
                    <a:pt x="24391" y="26500"/>
                    <a:pt x="24161" y="26266"/>
                  </a:cubicBezTo>
                  <a:lnTo>
                    <a:pt x="24082" y="26193"/>
                  </a:lnTo>
                  <a:cubicBezTo>
                    <a:pt x="23852" y="25963"/>
                    <a:pt x="23396" y="25746"/>
                    <a:pt x="23073" y="25714"/>
                  </a:cubicBezTo>
                  <a:cubicBezTo>
                    <a:pt x="23073" y="25714"/>
                    <a:pt x="22167" y="25628"/>
                    <a:pt x="21600" y="25063"/>
                  </a:cubicBezTo>
                  <a:cubicBezTo>
                    <a:pt x="20626" y="24092"/>
                    <a:pt x="20631" y="22513"/>
                    <a:pt x="21600" y="21541"/>
                  </a:cubicBezTo>
                  <a:cubicBezTo>
                    <a:pt x="22087" y="21055"/>
                    <a:pt x="22725" y="20812"/>
                    <a:pt x="23362" y="20812"/>
                  </a:cubicBezTo>
                  <a:cubicBezTo>
                    <a:pt x="24000" y="20812"/>
                    <a:pt x="24637" y="21055"/>
                    <a:pt x="25124" y="21541"/>
                  </a:cubicBezTo>
                  <a:cubicBezTo>
                    <a:pt x="25685" y="22104"/>
                    <a:pt x="25776" y="23016"/>
                    <a:pt x="25776" y="23016"/>
                  </a:cubicBezTo>
                  <a:cubicBezTo>
                    <a:pt x="25805" y="23338"/>
                    <a:pt x="26022" y="23793"/>
                    <a:pt x="26252" y="24025"/>
                  </a:cubicBezTo>
                  <a:lnTo>
                    <a:pt x="26325" y="24099"/>
                  </a:lnTo>
                  <a:cubicBezTo>
                    <a:pt x="26437" y="24209"/>
                    <a:pt x="26588" y="24270"/>
                    <a:pt x="26746" y="24270"/>
                  </a:cubicBezTo>
                  <a:cubicBezTo>
                    <a:pt x="26902" y="24270"/>
                    <a:pt x="27053" y="24209"/>
                    <a:pt x="27165" y="24099"/>
                  </a:cubicBezTo>
                  <a:lnTo>
                    <a:pt x="33858" y="17405"/>
                  </a:lnTo>
                  <a:cubicBezTo>
                    <a:pt x="34088" y="17172"/>
                    <a:pt x="34087" y="16798"/>
                    <a:pt x="33855" y="16566"/>
                  </a:cubicBezTo>
                  <a:lnTo>
                    <a:pt x="28225" y="10937"/>
                  </a:lnTo>
                  <a:lnTo>
                    <a:pt x="27163" y="9874"/>
                  </a:lnTo>
                  <a:cubicBezTo>
                    <a:pt x="27051" y="9763"/>
                    <a:pt x="26900" y="9701"/>
                    <a:pt x="26742" y="9701"/>
                  </a:cubicBezTo>
                  <a:cubicBezTo>
                    <a:pt x="26585" y="9701"/>
                    <a:pt x="26434" y="9763"/>
                    <a:pt x="26322" y="9874"/>
                  </a:cubicBezTo>
                  <a:lnTo>
                    <a:pt x="26252" y="9945"/>
                  </a:lnTo>
                  <a:cubicBezTo>
                    <a:pt x="26022" y="10176"/>
                    <a:pt x="25807" y="10631"/>
                    <a:pt x="25773" y="10959"/>
                  </a:cubicBezTo>
                  <a:cubicBezTo>
                    <a:pt x="25773" y="10959"/>
                    <a:pt x="25687" y="11865"/>
                    <a:pt x="25124" y="12430"/>
                  </a:cubicBezTo>
                  <a:cubicBezTo>
                    <a:pt x="24657" y="12897"/>
                    <a:pt x="24024" y="13159"/>
                    <a:pt x="23363" y="13159"/>
                  </a:cubicBezTo>
                  <a:cubicBezTo>
                    <a:pt x="23351" y="13159"/>
                    <a:pt x="23341" y="13156"/>
                    <a:pt x="23329" y="13156"/>
                  </a:cubicBezTo>
                  <a:cubicBezTo>
                    <a:pt x="23312" y="13156"/>
                    <a:pt x="23293" y="13161"/>
                    <a:pt x="23276" y="13161"/>
                  </a:cubicBezTo>
                  <a:cubicBezTo>
                    <a:pt x="22268" y="13161"/>
                    <a:pt x="21358" y="12553"/>
                    <a:pt x="20974" y="11623"/>
                  </a:cubicBezTo>
                  <a:cubicBezTo>
                    <a:pt x="20588" y="10691"/>
                    <a:pt x="20801" y="9620"/>
                    <a:pt x="21513" y="8908"/>
                  </a:cubicBezTo>
                  <a:cubicBezTo>
                    <a:pt x="22076" y="8345"/>
                    <a:pt x="22987" y="8257"/>
                    <a:pt x="22987" y="8257"/>
                  </a:cubicBezTo>
                  <a:cubicBezTo>
                    <a:pt x="23310" y="8228"/>
                    <a:pt x="23765" y="8010"/>
                    <a:pt x="23996" y="7779"/>
                  </a:cubicBezTo>
                  <a:lnTo>
                    <a:pt x="24117" y="7662"/>
                  </a:lnTo>
                  <a:cubicBezTo>
                    <a:pt x="24345" y="7432"/>
                    <a:pt x="24347" y="7063"/>
                    <a:pt x="24122" y="6831"/>
                  </a:cubicBezTo>
                  <a:lnTo>
                    <a:pt x="23358" y="6067"/>
                  </a:lnTo>
                  <a:lnTo>
                    <a:pt x="17464" y="174"/>
                  </a:lnTo>
                  <a:cubicBezTo>
                    <a:pt x="17353" y="64"/>
                    <a:pt x="17202" y="0"/>
                    <a:pt x="17044"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1" name="Google Shape;5171;p72"/>
            <p:cNvSpPr/>
            <p:nvPr/>
          </p:nvSpPr>
          <p:spPr>
            <a:xfrm>
              <a:off x="1690156" y="2190379"/>
              <a:ext cx="411261" cy="409845"/>
            </a:xfrm>
            <a:custGeom>
              <a:avLst/>
              <a:gdLst/>
              <a:ahLst/>
              <a:cxnLst/>
              <a:rect l="l" t="t" r="r" b="b"/>
              <a:pathLst>
                <a:path w="34286" h="34168" extrusionOk="0">
                  <a:moveTo>
                    <a:pt x="17145" y="1"/>
                  </a:moveTo>
                  <a:cubicBezTo>
                    <a:pt x="16992" y="1"/>
                    <a:pt x="16839" y="59"/>
                    <a:pt x="16722" y="176"/>
                  </a:cubicBezTo>
                  <a:lnTo>
                    <a:pt x="16686" y="210"/>
                  </a:lnTo>
                  <a:cubicBezTo>
                    <a:pt x="16681" y="215"/>
                    <a:pt x="16681" y="220"/>
                    <a:pt x="16676" y="225"/>
                  </a:cubicBezTo>
                  <a:lnTo>
                    <a:pt x="11966" y="4935"/>
                  </a:lnTo>
                  <a:lnTo>
                    <a:pt x="9984" y="6917"/>
                  </a:lnTo>
                  <a:cubicBezTo>
                    <a:pt x="9756" y="7149"/>
                    <a:pt x="9758" y="7521"/>
                    <a:pt x="9988" y="7751"/>
                  </a:cubicBezTo>
                  <a:lnTo>
                    <a:pt x="10048" y="7810"/>
                  </a:lnTo>
                  <a:cubicBezTo>
                    <a:pt x="10290" y="8021"/>
                    <a:pt x="10698" y="8211"/>
                    <a:pt x="11002" y="8239"/>
                  </a:cubicBezTo>
                  <a:cubicBezTo>
                    <a:pt x="11002" y="8239"/>
                    <a:pt x="11759" y="8319"/>
                    <a:pt x="12317" y="8760"/>
                  </a:cubicBezTo>
                  <a:cubicBezTo>
                    <a:pt x="12404" y="8821"/>
                    <a:pt x="12487" y="8887"/>
                    <a:pt x="12562" y="8963"/>
                  </a:cubicBezTo>
                  <a:cubicBezTo>
                    <a:pt x="13552" y="9938"/>
                    <a:pt x="13559" y="11536"/>
                    <a:pt x="12576" y="12516"/>
                  </a:cubicBezTo>
                  <a:cubicBezTo>
                    <a:pt x="12086" y="13006"/>
                    <a:pt x="11445" y="13250"/>
                    <a:pt x="10804" y="13250"/>
                  </a:cubicBezTo>
                  <a:cubicBezTo>
                    <a:pt x="10156" y="13250"/>
                    <a:pt x="9509" y="13001"/>
                    <a:pt x="9018" y="12502"/>
                  </a:cubicBezTo>
                  <a:cubicBezTo>
                    <a:pt x="8939" y="12421"/>
                    <a:pt x="8869" y="12335"/>
                    <a:pt x="8807" y="12241"/>
                  </a:cubicBezTo>
                  <a:cubicBezTo>
                    <a:pt x="8376" y="11683"/>
                    <a:pt x="8300" y="10944"/>
                    <a:pt x="8300" y="10944"/>
                  </a:cubicBezTo>
                  <a:cubicBezTo>
                    <a:pt x="8271" y="10652"/>
                    <a:pt x="8094" y="10264"/>
                    <a:pt x="7894" y="10017"/>
                  </a:cubicBezTo>
                  <a:cubicBezTo>
                    <a:pt x="7890" y="10013"/>
                    <a:pt x="7887" y="10008"/>
                    <a:pt x="7883" y="10005"/>
                  </a:cubicBezTo>
                  <a:lnTo>
                    <a:pt x="7810" y="9933"/>
                  </a:lnTo>
                  <a:cubicBezTo>
                    <a:pt x="7697" y="9818"/>
                    <a:pt x="7544" y="9756"/>
                    <a:pt x="7388" y="9756"/>
                  </a:cubicBezTo>
                  <a:cubicBezTo>
                    <a:pt x="7313" y="9756"/>
                    <a:pt x="7238" y="9770"/>
                    <a:pt x="7166" y="9799"/>
                  </a:cubicBezTo>
                  <a:cubicBezTo>
                    <a:pt x="7096" y="9828"/>
                    <a:pt x="7029" y="9871"/>
                    <a:pt x="6974" y="9924"/>
                  </a:cubicBezTo>
                  <a:lnTo>
                    <a:pt x="5908" y="10990"/>
                  </a:lnTo>
                  <a:lnTo>
                    <a:pt x="282" y="16618"/>
                  </a:lnTo>
                  <a:cubicBezTo>
                    <a:pt x="277" y="16623"/>
                    <a:pt x="270" y="16624"/>
                    <a:pt x="265" y="16628"/>
                  </a:cubicBezTo>
                  <a:lnTo>
                    <a:pt x="236" y="16662"/>
                  </a:lnTo>
                  <a:cubicBezTo>
                    <a:pt x="0" y="16896"/>
                    <a:pt x="0" y="17275"/>
                    <a:pt x="236" y="17510"/>
                  </a:cubicBezTo>
                  <a:lnTo>
                    <a:pt x="6965" y="24238"/>
                  </a:lnTo>
                  <a:cubicBezTo>
                    <a:pt x="7082" y="24355"/>
                    <a:pt x="7235" y="24414"/>
                    <a:pt x="7388" y="24414"/>
                  </a:cubicBezTo>
                  <a:cubicBezTo>
                    <a:pt x="7541" y="24414"/>
                    <a:pt x="7695" y="24355"/>
                    <a:pt x="7811" y="24238"/>
                  </a:cubicBezTo>
                  <a:lnTo>
                    <a:pt x="7882" y="24168"/>
                  </a:lnTo>
                  <a:cubicBezTo>
                    <a:pt x="8115" y="23932"/>
                    <a:pt x="8330" y="23478"/>
                    <a:pt x="8364" y="23150"/>
                  </a:cubicBezTo>
                  <a:cubicBezTo>
                    <a:pt x="8364" y="23150"/>
                    <a:pt x="8450" y="22237"/>
                    <a:pt x="9016" y="21669"/>
                  </a:cubicBezTo>
                  <a:cubicBezTo>
                    <a:pt x="9506" y="21169"/>
                    <a:pt x="10154" y="20919"/>
                    <a:pt x="10803" y="20919"/>
                  </a:cubicBezTo>
                  <a:cubicBezTo>
                    <a:pt x="11444" y="20919"/>
                    <a:pt x="12085" y="21163"/>
                    <a:pt x="12574" y="21653"/>
                  </a:cubicBezTo>
                  <a:cubicBezTo>
                    <a:pt x="13559" y="22637"/>
                    <a:pt x="13552" y="24236"/>
                    <a:pt x="12559" y="25211"/>
                  </a:cubicBezTo>
                  <a:cubicBezTo>
                    <a:pt x="11994" y="25777"/>
                    <a:pt x="11081" y="25867"/>
                    <a:pt x="11081" y="25867"/>
                  </a:cubicBezTo>
                  <a:cubicBezTo>
                    <a:pt x="10753" y="25898"/>
                    <a:pt x="10295" y="26116"/>
                    <a:pt x="10063" y="26346"/>
                  </a:cubicBezTo>
                  <a:lnTo>
                    <a:pt x="9989" y="26419"/>
                  </a:lnTo>
                  <a:cubicBezTo>
                    <a:pt x="9758" y="26653"/>
                    <a:pt x="9758" y="27030"/>
                    <a:pt x="9989" y="27264"/>
                  </a:cubicBezTo>
                  <a:lnTo>
                    <a:pt x="16722" y="33995"/>
                  </a:lnTo>
                  <a:cubicBezTo>
                    <a:pt x="16839" y="34110"/>
                    <a:pt x="16991" y="34168"/>
                    <a:pt x="17144" y="34168"/>
                  </a:cubicBezTo>
                  <a:cubicBezTo>
                    <a:pt x="17296" y="34168"/>
                    <a:pt x="17448" y="34110"/>
                    <a:pt x="17565" y="33995"/>
                  </a:cubicBezTo>
                  <a:lnTo>
                    <a:pt x="24296" y="27264"/>
                  </a:lnTo>
                  <a:cubicBezTo>
                    <a:pt x="24414" y="27148"/>
                    <a:pt x="24567" y="27090"/>
                    <a:pt x="24720" y="27090"/>
                  </a:cubicBezTo>
                  <a:cubicBezTo>
                    <a:pt x="24873" y="27090"/>
                    <a:pt x="25027" y="27148"/>
                    <a:pt x="25144" y="27264"/>
                  </a:cubicBezTo>
                  <a:lnTo>
                    <a:pt x="25264" y="27384"/>
                  </a:lnTo>
                  <a:cubicBezTo>
                    <a:pt x="25496" y="27619"/>
                    <a:pt x="25712" y="28077"/>
                    <a:pt x="25743" y="28402"/>
                  </a:cubicBezTo>
                  <a:cubicBezTo>
                    <a:pt x="25743" y="28402"/>
                    <a:pt x="25832" y="29315"/>
                    <a:pt x="26399" y="29883"/>
                  </a:cubicBezTo>
                  <a:cubicBezTo>
                    <a:pt x="26888" y="30368"/>
                    <a:pt x="27526" y="30611"/>
                    <a:pt x="28165" y="30611"/>
                  </a:cubicBezTo>
                  <a:cubicBezTo>
                    <a:pt x="28806" y="30611"/>
                    <a:pt x="29447" y="30366"/>
                    <a:pt x="29936" y="29878"/>
                  </a:cubicBezTo>
                  <a:cubicBezTo>
                    <a:pt x="30913" y="28901"/>
                    <a:pt x="30914" y="27319"/>
                    <a:pt x="29943" y="26340"/>
                  </a:cubicBezTo>
                  <a:lnTo>
                    <a:pt x="29943" y="26340"/>
                  </a:lnTo>
                  <a:lnTo>
                    <a:pt x="29943" y="26344"/>
                  </a:lnTo>
                  <a:cubicBezTo>
                    <a:pt x="29373" y="25774"/>
                    <a:pt x="28460" y="25688"/>
                    <a:pt x="28460" y="25688"/>
                  </a:cubicBezTo>
                  <a:cubicBezTo>
                    <a:pt x="28132" y="25654"/>
                    <a:pt x="27677" y="25439"/>
                    <a:pt x="27442" y="25206"/>
                  </a:cubicBezTo>
                  <a:lnTo>
                    <a:pt x="27322" y="25084"/>
                  </a:lnTo>
                  <a:cubicBezTo>
                    <a:pt x="27092" y="24851"/>
                    <a:pt x="27092" y="24475"/>
                    <a:pt x="27322" y="24241"/>
                  </a:cubicBezTo>
                  <a:lnTo>
                    <a:pt x="34054" y="17508"/>
                  </a:lnTo>
                  <a:cubicBezTo>
                    <a:pt x="34285" y="17275"/>
                    <a:pt x="34285" y="16897"/>
                    <a:pt x="34054" y="16664"/>
                  </a:cubicBezTo>
                  <a:lnTo>
                    <a:pt x="27322" y="9933"/>
                  </a:lnTo>
                  <a:cubicBezTo>
                    <a:pt x="27090" y="9698"/>
                    <a:pt x="27090" y="9320"/>
                    <a:pt x="27322" y="9085"/>
                  </a:cubicBezTo>
                  <a:lnTo>
                    <a:pt x="27327" y="9081"/>
                  </a:lnTo>
                  <a:cubicBezTo>
                    <a:pt x="27559" y="8848"/>
                    <a:pt x="28017" y="8635"/>
                    <a:pt x="28345" y="8601"/>
                  </a:cubicBezTo>
                  <a:cubicBezTo>
                    <a:pt x="28345" y="8601"/>
                    <a:pt x="29258" y="8515"/>
                    <a:pt x="29825" y="7947"/>
                  </a:cubicBezTo>
                  <a:cubicBezTo>
                    <a:pt x="30817" y="6972"/>
                    <a:pt x="30823" y="5372"/>
                    <a:pt x="29840" y="4389"/>
                  </a:cubicBezTo>
                  <a:cubicBezTo>
                    <a:pt x="29350" y="3899"/>
                    <a:pt x="28709" y="3655"/>
                    <a:pt x="28068" y="3655"/>
                  </a:cubicBezTo>
                  <a:cubicBezTo>
                    <a:pt x="27420" y="3655"/>
                    <a:pt x="26771" y="3905"/>
                    <a:pt x="26280" y="4404"/>
                  </a:cubicBezTo>
                  <a:cubicBezTo>
                    <a:pt x="25716" y="4969"/>
                    <a:pt x="25628" y="5887"/>
                    <a:pt x="25628" y="5887"/>
                  </a:cubicBezTo>
                  <a:cubicBezTo>
                    <a:pt x="25596" y="6210"/>
                    <a:pt x="25381" y="6670"/>
                    <a:pt x="25146" y="6903"/>
                  </a:cubicBezTo>
                  <a:lnTo>
                    <a:pt x="25144" y="6907"/>
                  </a:lnTo>
                  <a:cubicBezTo>
                    <a:pt x="25027" y="7023"/>
                    <a:pt x="24873" y="7081"/>
                    <a:pt x="24720" y="7081"/>
                  </a:cubicBezTo>
                  <a:cubicBezTo>
                    <a:pt x="24567" y="7081"/>
                    <a:pt x="24414" y="7023"/>
                    <a:pt x="24296" y="6907"/>
                  </a:cubicBezTo>
                  <a:lnTo>
                    <a:pt x="17567" y="176"/>
                  </a:lnTo>
                  <a:cubicBezTo>
                    <a:pt x="17450" y="59"/>
                    <a:pt x="17297" y="1"/>
                    <a:pt x="17145" y="1"/>
                  </a:cubicBezTo>
                  <a:close/>
                </a:path>
              </a:pathLst>
            </a:custGeom>
            <a:solidFill>
              <a:srgbClr val="DBE3E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2" name="Google Shape;5172;p72"/>
            <p:cNvSpPr/>
            <p:nvPr/>
          </p:nvSpPr>
          <p:spPr>
            <a:xfrm>
              <a:off x="1484068" y="1984268"/>
              <a:ext cx="408862" cy="407494"/>
            </a:xfrm>
            <a:custGeom>
              <a:avLst/>
              <a:gdLst/>
              <a:ahLst/>
              <a:cxnLst/>
              <a:rect l="l" t="t" r="r" b="b"/>
              <a:pathLst>
                <a:path w="34086" h="33972" extrusionOk="0">
                  <a:moveTo>
                    <a:pt x="17043" y="1"/>
                  </a:moveTo>
                  <a:cubicBezTo>
                    <a:pt x="16887" y="1"/>
                    <a:pt x="16736" y="61"/>
                    <a:pt x="16624" y="172"/>
                  </a:cubicBezTo>
                  <a:lnTo>
                    <a:pt x="9932" y="6866"/>
                  </a:lnTo>
                  <a:cubicBezTo>
                    <a:pt x="9701" y="7099"/>
                    <a:pt x="9701" y="7475"/>
                    <a:pt x="9932" y="7709"/>
                  </a:cubicBezTo>
                  <a:lnTo>
                    <a:pt x="10003" y="7779"/>
                  </a:lnTo>
                  <a:cubicBezTo>
                    <a:pt x="10235" y="8009"/>
                    <a:pt x="10689" y="8223"/>
                    <a:pt x="11014" y="8254"/>
                  </a:cubicBezTo>
                  <a:cubicBezTo>
                    <a:pt x="11014" y="8254"/>
                    <a:pt x="11923" y="8345"/>
                    <a:pt x="12486" y="8907"/>
                  </a:cubicBezTo>
                  <a:cubicBezTo>
                    <a:pt x="13430" y="9883"/>
                    <a:pt x="13420" y="11436"/>
                    <a:pt x="12459" y="12397"/>
                  </a:cubicBezTo>
                  <a:cubicBezTo>
                    <a:pt x="11973" y="12885"/>
                    <a:pt x="11335" y="13129"/>
                    <a:pt x="10697" y="13129"/>
                  </a:cubicBezTo>
                  <a:cubicBezTo>
                    <a:pt x="10074" y="13129"/>
                    <a:pt x="9450" y="12896"/>
                    <a:pt x="8968" y="12430"/>
                  </a:cubicBezTo>
                  <a:cubicBezTo>
                    <a:pt x="8402" y="11864"/>
                    <a:pt x="8314" y="10958"/>
                    <a:pt x="8314" y="10958"/>
                  </a:cubicBezTo>
                  <a:cubicBezTo>
                    <a:pt x="8280" y="10633"/>
                    <a:pt x="8067" y="10178"/>
                    <a:pt x="7835" y="9948"/>
                  </a:cubicBezTo>
                  <a:lnTo>
                    <a:pt x="7765" y="9873"/>
                  </a:lnTo>
                  <a:cubicBezTo>
                    <a:pt x="7653" y="9763"/>
                    <a:pt x="7502" y="9701"/>
                    <a:pt x="7344" y="9699"/>
                  </a:cubicBezTo>
                  <a:cubicBezTo>
                    <a:pt x="7186" y="9699"/>
                    <a:pt x="7037" y="9763"/>
                    <a:pt x="6926" y="9873"/>
                  </a:cubicBezTo>
                  <a:lnTo>
                    <a:pt x="232" y="16566"/>
                  </a:lnTo>
                  <a:cubicBezTo>
                    <a:pt x="0" y="16800"/>
                    <a:pt x="0" y="17174"/>
                    <a:pt x="232" y="17406"/>
                  </a:cubicBezTo>
                  <a:lnTo>
                    <a:pt x="6170" y="23347"/>
                  </a:lnTo>
                  <a:lnTo>
                    <a:pt x="6167" y="23347"/>
                  </a:lnTo>
                  <a:lnTo>
                    <a:pt x="6929" y="24109"/>
                  </a:lnTo>
                  <a:cubicBezTo>
                    <a:pt x="7154" y="24343"/>
                    <a:pt x="7152" y="24712"/>
                    <a:pt x="6924" y="24942"/>
                  </a:cubicBezTo>
                  <a:lnTo>
                    <a:pt x="6805" y="25059"/>
                  </a:lnTo>
                  <a:cubicBezTo>
                    <a:pt x="6574" y="25290"/>
                    <a:pt x="6119" y="25508"/>
                    <a:pt x="5794" y="25537"/>
                  </a:cubicBezTo>
                  <a:cubicBezTo>
                    <a:pt x="5794" y="25537"/>
                    <a:pt x="4883" y="25625"/>
                    <a:pt x="4322" y="26188"/>
                  </a:cubicBezTo>
                  <a:cubicBezTo>
                    <a:pt x="3610" y="26900"/>
                    <a:pt x="3397" y="27971"/>
                    <a:pt x="3781" y="28903"/>
                  </a:cubicBezTo>
                  <a:cubicBezTo>
                    <a:pt x="4167" y="29833"/>
                    <a:pt x="5075" y="30441"/>
                    <a:pt x="6083" y="30441"/>
                  </a:cubicBezTo>
                  <a:cubicBezTo>
                    <a:pt x="6102" y="30441"/>
                    <a:pt x="6119" y="30436"/>
                    <a:pt x="6138" y="30436"/>
                  </a:cubicBezTo>
                  <a:cubicBezTo>
                    <a:pt x="6148" y="30436"/>
                    <a:pt x="6158" y="30437"/>
                    <a:pt x="6170" y="30437"/>
                  </a:cubicBezTo>
                  <a:cubicBezTo>
                    <a:pt x="6173" y="30437"/>
                    <a:pt x="6175" y="30437"/>
                    <a:pt x="6177" y="30437"/>
                  </a:cubicBezTo>
                  <a:cubicBezTo>
                    <a:pt x="6835" y="30437"/>
                    <a:pt x="7466" y="30175"/>
                    <a:pt x="7933" y="29710"/>
                  </a:cubicBezTo>
                  <a:cubicBezTo>
                    <a:pt x="8494" y="29145"/>
                    <a:pt x="8582" y="28239"/>
                    <a:pt x="8582" y="28239"/>
                  </a:cubicBezTo>
                  <a:cubicBezTo>
                    <a:pt x="8614" y="27911"/>
                    <a:pt x="8829" y="27456"/>
                    <a:pt x="9059" y="27225"/>
                  </a:cubicBezTo>
                  <a:lnTo>
                    <a:pt x="9129" y="27154"/>
                  </a:lnTo>
                  <a:cubicBezTo>
                    <a:pt x="9243" y="27043"/>
                    <a:pt x="9394" y="26981"/>
                    <a:pt x="9551" y="26981"/>
                  </a:cubicBezTo>
                  <a:cubicBezTo>
                    <a:pt x="9708" y="26981"/>
                    <a:pt x="9859" y="27043"/>
                    <a:pt x="9970" y="27154"/>
                  </a:cubicBezTo>
                  <a:lnTo>
                    <a:pt x="11033" y="28217"/>
                  </a:lnTo>
                  <a:lnTo>
                    <a:pt x="11033" y="28211"/>
                  </a:lnTo>
                  <a:lnTo>
                    <a:pt x="16621" y="33800"/>
                  </a:lnTo>
                  <a:cubicBezTo>
                    <a:pt x="16734" y="33909"/>
                    <a:pt x="16885" y="33971"/>
                    <a:pt x="17043" y="33971"/>
                  </a:cubicBezTo>
                  <a:cubicBezTo>
                    <a:pt x="17192" y="33970"/>
                    <a:pt x="17337" y="33913"/>
                    <a:pt x="17445" y="33810"/>
                  </a:cubicBezTo>
                  <a:cubicBezTo>
                    <a:pt x="17450" y="33805"/>
                    <a:pt x="17457" y="33803"/>
                    <a:pt x="17462" y="33800"/>
                  </a:cubicBezTo>
                  <a:lnTo>
                    <a:pt x="23088" y="28172"/>
                  </a:lnTo>
                  <a:lnTo>
                    <a:pt x="24154" y="27106"/>
                  </a:lnTo>
                  <a:cubicBezTo>
                    <a:pt x="24209" y="27053"/>
                    <a:pt x="24274" y="27010"/>
                    <a:pt x="24346" y="26981"/>
                  </a:cubicBezTo>
                  <a:cubicBezTo>
                    <a:pt x="24418" y="26951"/>
                    <a:pt x="24494" y="26937"/>
                    <a:pt x="24569" y="26937"/>
                  </a:cubicBezTo>
                  <a:cubicBezTo>
                    <a:pt x="24724" y="26937"/>
                    <a:pt x="24876" y="26998"/>
                    <a:pt x="24990" y="27113"/>
                  </a:cubicBezTo>
                  <a:lnTo>
                    <a:pt x="25063" y="27187"/>
                  </a:lnTo>
                  <a:cubicBezTo>
                    <a:pt x="25067" y="27190"/>
                    <a:pt x="25070" y="27195"/>
                    <a:pt x="25074" y="27199"/>
                  </a:cubicBezTo>
                  <a:cubicBezTo>
                    <a:pt x="25274" y="27444"/>
                    <a:pt x="25450" y="27834"/>
                    <a:pt x="25480" y="28124"/>
                  </a:cubicBezTo>
                  <a:cubicBezTo>
                    <a:pt x="25480" y="28124"/>
                    <a:pt x="25556" y="28865"/>
                    <a:pt x="25985" y="29423"/>
                  </a:cubicBezTo>
                  <a:cubicBezTo>
                    <a:pt x="26049" y="29516"/>
                    <a:pt x="26119" y="29603"/>
                    <a:pt x="26198" y="29684"/>
                  </a:cubicBezTo>
                  <a:cubicBezTo>
                    <a:pt x="26689" y="30182"/>
                    <a:pt x="27336" y="30431"/>
                    <a:pt x="27983" y="30431"/>
                  </a:cubicBezTo>
                  <a:cubicBezTo>
                    <a:pt x="28624" y="30431"/>
                    <a:pt x="29265" y="30187"/>
                    <a:pt x="29754" y="29698"/>
                  </a:cubicBezTo>
                  <a:cubicBezTo>
                    <a:pt x="30737" y="28716"/>
                    <a:pt x="30732" y="27120"/>
                    <a:pt x="29742" y="26143"/>
                  </a:cubicBezTo>
                  <a:cubicBezTo>
                    <a:pt x="29667" y="26069"/>
                    <a:pt x="29584" y="26001"/>
                    <a:pt x="29497" y="25941"/>
                  </a:cubicBezTo>
                  <a:cubicBezTo>
                    <a:pt x="28937" y="25500"/>
                    <a:pt x="28182" y="25421"/>
                    <a:pt x="28182" y="25421"/>
                  </a:cubicBezTo>
                  <a:cubicBezTo>
                    <a:pt x="27878" y="25392"/>
                    <a:pt x="27470" y="25203"/>
                    <a:pt x="27226" y="24990"/>
                  </a:cubicBezTo>
                  <a:lnTo>
                    <a:pt x="27168" y="24932"/>
                  </a:lnTo>
                  <a:cubicBezTo>
                    <a:pt x="26938" y="24703"/>
                    <a:pt x="26936" y="24331"/>
                    <a:pt x="27164" y="24099"/>
                  </a:cubicBezTo>
                  <a:lnTo>
                    <a:pt x="29146" y="22115"/>
                  </a:lnTo>
                  <a:lnTo>
                    <a:pt x="33856" y="17407"/>
                  </a:lnTo>
                  <a:cubicBezTo>
                    <a:pt x="33861" y="17402"/>
                    <a:pt x="33861" y="17397"/>
                    <a:pt x="33866" y="17392"/>
                  </a:cubicBezTo>
                  <a:cubicBezTo>
                    <a:pt x="34086" y="17160"/>
                    <a:pt x="34081" y="16795"/>
                    <a:pt x="33856" y="16566"/>
                  </a:cubicBezTo>
                  <a:lnTo>
                    <a:pt x="27162" y="9873"/>
                  </a:lnTo>
                  <a:cubicBezTo>
                    <a:pt x="27052" y="9764"/>
                    <a:pt x="26905" y="9701"/>
                    <a:pt x="26750" y="9701"/>
                  </a:cubicBezTo>
                  <a:cubicBezTo>
                    <a:pt x="26748" y="9701"/>
                    <a:pt x="26746" y="9701"/>
                    <a:pt x="26744" y="9701"/>
                  </a:cubicBezTo>
                  <a:cubicBezTo>
                    <a:pt x="26586" y="9701"/>
                    <a:pt x="26435" y="9763"/>
                    <a:pt x="26323" y="9873"/>
                  </a:cubicBezTo>
                  <a:lnTo>
                    <a:pt x="26249" y="9948"/>
                  </a:lnTo>
                  <a:cubicBezTo>
                    <a:pt x="26019" y="10178"/>
                    <a:pt x="25803" y="10635"/>
                    <a:pt x="25774" y="10961"/>
                  </a:cubicBezTo>
                  <a:cubicBezTo>
                    <a:pt x="25774" y="10961"/>
                    <a:pt x="25685" y="11869"/>
                    <a:pt x="25122" y="12434"/>
                  </a:cubicBezTo>
                  <a:cubicBezTo>
                    <a:pt x="24634" y="12928"/>
                    <a:pt x="23990" y="13175"/>
                    <a:pt x="23347" y="13175"/>
                  </a:cubicBezTo>
                  <a:cubicBezTo>
                    <a:pt x="22709" y="13175"/>
                    <a:pt x="22072" y="12932"/>
                    <a:pt x="21586" y="12446"/>
                  </a:cubicBezTo>
                  <a:cubicBezTo>
                    <a:pt x="20608" y="11467"/>
                    <a:pt x="20613" y="9881"/>
                    <a:pt x="21598" y="8910"/>
                  </a:cubicBezTo>
                  <a:cubicBezTo>
                    <a:pt x="22163" y="8347"/>
                    <a:pt x="23071" y="8258"/>
                    <a:pt x="23071" y="8258"/>
                  </a:cubicBezTo>
                  <a:cubicBezTo>
                    <a:pt x="23395" y="8227"/>
                    <a:pt x="23850" y="8014"/>
                    <a:pt x="24080" y="7782"/>
                  </a:cubicBezTo>
                  <a:lnTo>
                    <a:pt x="24159" y="7709"/>
                  </a:lnTo>
                  <a:cubicBezTo>
                    <a:pt x="24389" y="7475"/>
                    <a:pt x="24389" y="7099"/>
                    <a:pt x="24159" y="6866"/>
                  </a:cubicBezTo>
                  <a:lnTo>
                    <a:pt x="17465" y="172"/>
                  </a:lnTo>
                  <a:cubicBezTo>
                    <a:pt x="17352" y="63"/>
                    <a:pt x="17201" y="1"/>
                    <a:pt x="1704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3" name="Google Shape;5173;p72"/>
            <p:cNvSpPr/>
            <p:nvPr/>
          </p:nvSpPr>
          <p:spPr>
            <a:xfrm flipH="1">
              <a:off x="865779" y="2190662"/>
              <a:ext cx="408898" cy="407518"/>
            </a:xfrm>
            <a:custGeom>
              <a:avLst/>
              <a:gdLst/>
              <a:ahLst/>
              <a:cxnLst/>
              <a:rect l="l" t="t" r="r" b="b"/>
              <a:pathLst>
                <a:path w="34089" h="33974" extrusionOk="0">
                  <a:moveTo>
                    <a:pt x="17044" y="0"/>
                  </a:moveTo>
                  <a:cubicBezTo>
                    <a:pt x="16893" y="2"/>
                    <a:pt x="16750" y="60"/>
                    <a:pt x="16640" y="163"/>
                  </a:cubicBezTo>
                  <a:lnTo>
                    <a:pt x="12729" y="4075"/>
                  </a:lnTo>
                  <a:lnTo>
                    <a:pt x="12729" y="4070"/>
                  </a:lnTo>
                  <a:lnTo>
                    <a:pt x="10005" y="6793"/>
                  </a:lnTo>
                  <a:cubicBezTo>
                    <a:pt x="9890" y="6904"/>
                    <a:pt x="9742" y="6959"/>
                    <a:pt x="9595" y="6959"/>
                  </a:cubicBezTo>
                  <a:cubicBezTo>
                    <a:pt x="9444" y="6959"/>
                    <a:pt x="9293" y="6901"/>
                    <a:pt x="9178" y="6787"/>
                  </a:cubicBezTo>
                  <a:lnTo>
                    <a:pt x="9104" y="6713"/>
                  </a:lnTo>
                  <a:cubicBezTo>
                    <a:pt x="8874" y="6481"/>
                    <a:pt x="8660" y="6026"/>
                    <a:pt x="8625" y="5702"/>
                  </a:cubicBezTo>
                  <a:cubicBezTo>
                    <a:pt x="8625" y="5702"/>
                    <a:pt x="8539" y="4792"/>
                    <a:pt x="7976" y="4229"/>
                  </a:cubicBezTo>
                  <a:cubicBezTo>
                    <a:pt x="7478" y="3726"/>
                    <a:pt x="6821" y="3474"/>
                    <a:pt x="6165" y="3474"/>
                  </a:cubicBezTo>
                  <a:cubicBezTo>
                    <a:pt x="5524" y="3474"/>
                    <a:pt x="4883" y="3714"/>
                    <a:pt x="4388" y="4197"/>
                  </a:cubicBezTo>
                  <a:cubicBezTo>
                    <a:pt x="3384" y="5172"/>
                    <a:pt x="3354" y="6775"/>
                    <a:pt x="4322" y="7785"/>
                  </a:cubicBezTo>
                  <a:cubicBezTo>
                    <a:pt x="4884" y="8350"/>
                    <a:pt x="5795" y="8439"/>
                    <a:pt x="5795" y="8439"/>
                  </a:cubicBezTo>
                  <a:cubicBezTo>
                    <a:pt x="6118" y="8468"/>
                    <a:pt x="6573" y="8686"/>
                    <a:pt x="6804" y="8916"/>
                  </a:cubicBezTo>
                  <a:lnTo>
                    <a:pt x="6924" y="9033"/>
                  </a:lnTo>
                  <a:cubicBezTo>
                    <a:pt x="7153" y="9267"/>
                    <a:pt x="7153" y="9641"/>
                    <a:pt x="6924" y="9874"/>
                  </a:cubicBezTo>
                  <a:lnTo>
                    <a:pt x="3488" y="13310"/>
                  </a:lnTo>
                  <a:lnTo>
                    <a:pt x="310" y="16487"/>
                  </a:lnTo>
                  <a:lnTo>
                    <a:pt x="233" y="16566"/>
                  </a:lnTo>
                  <a:cubicBezTo>
                    <a:pt x="1" y="16798"/>
                    <a:pt x="1" y="17174"/>
                    <a:pt x="233" y="17405"/>
                  </a:cubicBezTo>
                  <a:lnTo>
                    <a:pt x="6926" y="24099"/>
                  </a:lnTo>
                  <a:cubicBezTo>
                    <a:pt x="7156" y="24332"/>
                    <a:pt x="7156" y="24706"/>
                    <a:pt x="6926" y="24938"/>
                  </a:cubicBezTo>
                  <a:lnTo>
                    <a:pt x="6919" y="24945"/>
                  </a:lnTo>
                  <a:cubicBezTo>
                    <a:pt x="6688" y="25177"/>
                    <a:pt x="6233" y="25391"/>
                    <a:pt x="5908" y="25420"/>
                  </a:cubicBezTo>
                  <a:cubicBezTo>
                    <a:pt x="5908" y="25420"/>
                    <a:pt x="4999" y="25511"/>
                    <a:pt x="4436" y="26074"/>
                  </a:cubicBezTo>
                  <a:cubicBezTo>
                    <a:pt x="3478" y="27047"/>
                    <a:pt x="3485" y="28613"/>
                    <a:pt x="4451" y="29579"/>
                  </a:cubicBezTo>
                  <a:cubicBezTo>
                    <a:pt x="4938" y="30065"/>
                    <a:pt x="5575" y="30309"/>
                    <a:pt x="6213" y="30309"/>
                  </a:cubicBezTo>
                  <a:cubicBezTo>
                    <a:pt x="6843" y="30309"/>
                    <a:pt x="7473" y="30072"/>
                    <a:pt x="7958" y="29596"/>
                  </a:cubicBezTo>
                  <a:cubicBezTo>
                    <a:pt x="8522" y="29031"/>
                    <a:pt x="8608" y="28125"/>
                    <a:pt x="8608" y="28125"/>
                  </a:cubicBezTo>
                  <a:cubicBezTo>
                    <a:pt x="8642" y="27797"/>
                    <a:pt x="8857" y="27341"/>
                    <a:pt x="9087" y="27111"/>
                  </a:cubicBezTo>
                  <a:lnTo>
                    <a:pt x="9090" y="27107"/>
                  </a:lnTo>
                  <a:cubicBezTo>
                    <a:pt x="9204" y="26996"/>
                    <a:pt x="9355" y="26934"/>
                    <a:pt x="9513" y="26934"/>
                  </a:cubicBezTo>
                  <a:cubicBezTo>
                    <a:pt x="9669" y="26934"/>
                    <a:pt x="9820" y="26996"/>
                    <a:pt x="9930" y="27107"/>
                  </a:cubicBezTo>
                  <a:lnTo>
                    <a:pt x="16623" y="33801"/>
                  </a:lnTo>
                  <a:cubicBezTo>
                    <a:pt x="16741" y="33916"/>
                    <a:pt x="16893" y="33973"/>
                    <a:pt x="17045" y="33973"/>
                  </a:cubicBezTo>
                  <a:cubicBezTo>
                    <a:pt x="17198" y="33973"/>
                    <a:pt x="17350" y="33916"/>
                    <a:pt x="17468" y="33801"/>
                  </a:cubicBezTo>
                  <a:lnTo>
                    <a:pt x="24161" y="27107"/>
                  </a:lnTo>
                  <a:cubicBezTo>
                    <a:pt x="24391" y="26874"/>
                    <a:pt x="24391" y="26500"/>
                    <a:pt x="24161" y="26266"/>
                  </a:cubicBezTo>
                  <a:lnTo>
                    <a:pt x="24082" y="26193"/>
                  </a:lnTo>
                  <a:cubicBezTo>
                    <a:pt x="23852" y="25963"/>
                    <a:pt x="23396" y="25746"/>
                    <a:pt x="23073" y="25714"/>
                  </a:cubicBezTo>
                  <a:cubicBezTo>
                    <a:pt x="23073" y="25714"/>
                    <a:pt x="22167" y="25628"/>
                    <a:pt x="21600" y="25063"/>
                  </a:cubicBezTo>
                  <a:cubicBezTo>
                    <a:pt x="20626" y="24092"/>
                    <a:pt x="20631" y="22513"/>
                    <a:pt x="21600" y="21541"/>
                  </a:cubicBezTo>
                  <a:cubicBezTo>
                    <a:pt x="22087" y="21055"/>
                    <a:pt x="22725" y="20812"/>
                    <a:pt x="23362" y="20812"/>
                  </a:cubicBezTo>
                  <a:cubicBezTo>
                    <a:pt x="24000" y="20812"/>
                    <a:pt x="24637" y="21055"/>
                    <a:pt x="25124" y="21541"/>
                  </a:cubicBezTo>
                  <a:cubicBezTo>
                    <a:pt x="25685" y="22104"/>
                    <a:pt x="25776" y="23016"/>
                    <a:pt x="25776" y="23016"/>
                  </a:cubicBezTo>
                  <a:cubicBezTo>
                    <a:pt x="25805" y="23338"/>
                    <a:pt x="26022" y="23793"/>
                    <a:pt x="26252" y="24025"/>
                  </a:cubicBezTo>
                  <a:lnTo>
                    <a:pt x="26325" y="24099"/>
                  </a:lnTo>
                  <a:cubicBezTo>
                    <a:pt x="26437" y="24209"/>
                    <a:pt x="26588" y="24270"/>
                    <a:pt x="26746" y="24270"/>
                  </a:cubicBezTo>
                  <a:cubicBezTo>
                    <a:pt x="26902" y="24270"/>
                    <a:pt x="27053" y="24209"/>
                    <a:pt x="27165" y="24099"/>
                  </a:cubicBezTo>
                  <a:lnTo>
                    <a:pt x="33858" y="17405"/>
                  </a:lnTo>
                  <a:cubicBezTo>
                    <a:pt x="34088" y="17172"/>
                    <a:pt x="34087" y="16798"/>
                    <a:pt x="33855" y="16566"/>
                  </a:cubicBezTo>
                  <a:lnTo>
                    <a:pt x="28225" y="10937"/>
                  </a:lnTo>
                  <a:lnTo>
                    <a:pt x="27163" y="9874"/>
                  </a:lnTo>
                  <a:cubicBezTo>
                    <a:pt x="27051" y="9763"/>
                    <a:pt x="26900" y="9701"/>
                    <a:pt x="26742" y="9701"/>
                  </a:cubicBezTo>
                  <a:cubicBezTo>
                    <a:pt x="26585" y="9701"/>
                    <a:pt x="26434" y="9763"/>
                    <a:pt x="26322" y="9874"/>
                  </a:cubicBezTo>
                  <a:lnTo>
                    <a:pt x="26252" y="9945"/>
                  </a:lnTo>
                  <a:cubicBezTo>
                    <a:pt x="26022" y="10176"/>
                    <a:pt x="25807" y="10631"/>
                    <a:pt x="25773" y="10959"/>
                  </a:cubicBezTo>
                  <a:cubicBezTo>
                    <a:pt x="25773" y="10959"/>
                    <a:pt x="25687" y="11865"/>
                    <a:pt x="25124" y="12430"/>
                  </a:cubicBezTo>
                  <a:cubicBezTo>
                    <a:pt x="24657" y="12897"/>
                    <a:pt x="24024" y="13159"/>
                    <a:pt x="23363" y="13159"/>
                  </a:cubicBezTo>
                  <a:cubicBezTo>
                    <a:pt x="23351" y="13159"/>
                    <a:pt x="23341" y="13156"/>
                    <a:pt x="23329" y="13156"/>
                  </a:cubicBezTo>
                  <a:cubicBezTo>
                    <a:pt x="23312" y="13156"/>
                    <a:pt x="23293" y="13161"/>
                    <a:pt x="23276" y="13161"/>
                  </a:cubicBezTo>
                  <a:cubicBezTo>
                    <a:pt x="22268" y="13161"/>
                    <a:pt x="21358" y="12553"/>
                    <a:pt x="20974" y="11623"/>
                  </a:cubicBezTo>
                  <a:cubicBezTo>
                    <a:pt x="20588" y="10691"/>
                    <a:pt x="20801" y="9620"/>
                    <a:pt x="21513" y="8908"/>
                  </a:cubicBezTo>
                  <a:cubicBezTo>
                    <a:pt x="22076" y="8345"/>
                    <a:pt x="22987" y="8257"/>
                    <a:pt x="22987" y="8257"/>
                  </a:cubicBezTo>
                  <a:cubicBezTo>
                    <a:pt x="23310" y="8228"/>
                    <a:pt x="23765" y="8010"/>
                    <a:pt x="23996" y="7779"/>
                  </a:cubicBezTo>
                  <a:lnTo>
                    <a:pt x="24117" y="7662"/>
                  </a:lnTo>
                  <a:cubicBezTo>
                    <a:pt x="24345" y="7432"/>
                    <a:pt x="24347" y="7063"/>
                    <a:pt x="24122" y="6831"/>
                  </a:cubicBezTo>
                  <a:lnTo>
                    <a:pt x="23358" y="6067"/>
                  </a:lnTo>
                  <a:lnTo>
                    <a:pt x="17464" y="174"/>
                  </a:lnTo>
                  <a:cubicBezTo>
                    <a:pt x="17353" y="64"/>
                    <a:pt x="17202" y="0"/>
                    <a:pt x="17044"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4" name="Google Shape;5174;p72"/>
            <p:cNvSpPr/>
            <p:nvPr/>
          </p:nvSpPr>
          <p:spPr>
            <a:xfrm>
              <a:off x="246070" y="1983826"/>
              <a:ext cx="408910" cy="407494"/>
            </a:xfrm>
            <a:custGeom>
              <a:avLst/>
              <a:gdLst/>
              <a:ahLst/>
              <a:cxnLst/>
              <a:rect l="l" t="t" r="r" b="b"/>
              <a:pathLst>
                <a:path w="34090" h="33972" extrusionOk="0">
                  <a:moveTo>
                    <a:pt x="17046" y="1"/>
                  </a:moveTo>
                  <a:cubicBezTo>
                    <a:pt x="16894" y="1"/>
                    <a:pt x="16742" y="59"/>
                    <a:pt x="16626" y="174"/>
                  </a:cubicBezTo>
                  <a:lnTo>
                    <a:pt x="9933" y="6868"/>
                  </a:lnTo>
                  <a:cubicBezTo>
                    <a:pt x="9821" y="6978"/>
                    <a:pt x="9670" y="7041"/>
                    <a:pt x="9512" y="7041"/>
                  </a:cubicBezTo>
                  <a:cubicBezTo>
                    <a:pt x="9354" y="7041"/>
                    <a:pt x="9203" y="6978"/>
                    <a:pt x="9094" y="6868"/>
                  </a:cubicBezTo>
                  <a:lnTo>
                    <a:pt x="9087" y="6861"/>
                  </a:lnTo>
                  <a:cubicBezTo>
                    <a:pt x="8857" y="6629"/>
                    <a:pt x="8642" y="6175"/>
                    <a:pt x="8611" y="5850"/>
                  </a:cubicBezTo>
                  <a:cubicBezTo>
                    <a:pt x="8611" y="5850"/>
                    <a:pt x="8522" y="4941"/>
                    <a:pt x="7959" y="4378"/>
                  </a:cubicBezTo>
                  <a:cubicBezTo>
                    <a:pt x="7469" y="3863"/>
                    <a:pt x="6813" y="3605"/>
                    <a:pt x="6156" y="3605"/>
                  </a:cubicBezTo>
                  <a:cubicBezTo>
                    <a:pt x="5520" y="3605"/>
                    <a:pt x="4883" y="3847"/>
                    <a:pt x="4396" y="4333"/>
                  </a:cubicBezTo>
                  <a:cubicBezTo>
                    <a:pt x="3407" y="5322"/>
                    <a:pt x="3425" y="6932"/>
                    <a:pt x="4435" y="7898"/>
                  </a:cubicBezTo>
                  <a:cubicBezTo>
                    <a:pt x="5002" y="8462"/>
                    <a:pt x="5908" y="8553"/>
                    <a:pt x="5908" y="8553"/>
                  </a:cubicBezTo>
                  <a:cubicBezTo>
                    <a:pt x="6232" y="8583"/>
                    <a:pt x="6687" y="8797"/>
                    <a:pt x="6919" y="9027"/>
                  </a:cubicBezTo>
                  <a:lnTo>
                    <a:pt x="6926" y="9034"/>
                  </a:lnTo>
                  <a:cubicBezTo>
                    <a:pt x="7156" y="9267"/>
                    <a:pt x="7156" y="9642"/>
                    <a:pt x="6926" y="9875"/>
                  </a:cubicBezTo>
                  <a:lnTo>
                    <a:pt x="232" y="16567"/>
                  </a:lnTo>
                  <a:cubicBezTo>
                    <a:pt x="1" y="16798"/>
                    <a:pt x="1" y="17174"/>
                    <a:pt x="232" y="17406"/>
                  </a:cubicBezTo>
                  <a:lnTo>
                    <a:pt x="6411" y="23585"/>
                  </a:lnTo>
                  <a:lnTo>
                    <a:pt x="6926" y="24100"/>
                  </a:lnTo>
                  <a:cubicBezTo>
                    <a:pt x="6969" y="24141"/>
                    <a:pt x="7020" y="24173"/>
                    <a:pt x="7073" y="24197"/>
                  </a:cubicBezTo>
                  <a:cubicBezTo>
                    <a:pt x="7158" y="24244"/>
                    <a:pt x="7250" y="24269"/>
                    <a:pt x="7345" y="24273"/>
                  </a:cubicBezTo>
                  <a:cubicBezTo>
                    <a:pt x="7503" y="24273"/>
                    <a:pt x="7654" y="24211"/>
                    <a:pt x="7765" y="24101"/>
                  </a:cubicBezTo>
                  <a:lnTo>
                    <a:pt x="7839" y="24027"/>
                  </a:lnTo>
                  <a:cubicBezTo>
                    <a:pt x="8069" y="23796"/>
                    <a:pt x="8283" y="23341"/>
                    <a:pt x="8318" y="23013"/>
                  </a:cubicBezTo>
                  <a:cubicBezTo>
                    <a:pt x="8318" y="23013"/>
                    <a:pt x="8405" y="22107"/>
                    <a:pt x="8967" y="21541"/>
                  </a:cubicBezTo>
                  <a:cubicBezTo>
                    <a:pt x="9183" y="21324"/>
                    <a:pt x="9437" y="21149"/>
                    <a:pt x="9717" y="21026"/>
                  </a:cubicBezTo>
                  <a:cubicBezTo>
                    <a:pt x="10047" y="20876"/>
                    <a:pt x="10396" y="20805"/>
                    <a:pt x="10740" y="20805"/>
                  </a:cubicBezTo>
                  <a:cubicBezTo>
                    <a:pt x="11539" y="20805"/>
                    <a:pt x="12316" y="21191"/>
                    <a:pt x="12792" y="21886"/>
                  </a:cubicBezTo>
                  <a:cubicBezTo>
                    <a:pt x="13474" y="22879"/>
                    <a:pt x="13347" y="24218"/>
                    <a:pt x="12490" y="25064"/>
                  </a:cubicBezTo>
                  <a:cubicBezTo>
                    <a:pt x="12119" y="25437"/>
                    <a:pt x="11599" y="25600"/>
                    <a:pt x="11289" y="25668"/>
                  </a:cubicBezTo>
                  <a:cubicBezTo>
                    <a:pt x="11157" y="25704"/>
                    <a:pt x="11023" y="25732"/>
                    <a:pt x="10887" y="25749"/>
                  </a:cubicBezTo>
                  <a:cubicBezTo>
                    <a:pt x="10830" y="25757"/>
                    <a:pt x="10775" y="25769"/>
                    <a:pt x="10722" y="25785"/>
                  </a:cubicBezTo>
                  <a:cubicBezTo>
                    <a:pt x="10456" y="25871"/>
                    <a:pt x="10173" y="26027"/>
                    <a:pt x="10008" y="26193"/>
                  </a:cubicBezTo>
                  <a:lnTo>
                    <a:pt x="9933" y="26265"/>
                  </a:lnTo>
                  <a:cubicBezTo>
                    <a:pt x="9699" y="26497"/>
                    <a:pt x="9699" y="26875"/>
                    <a:pt x="9933" y="27106"/>
                  </a:cubicBezTo>
                  <a:lnTo>
                    <a:pt x="11412" y="28584"/>
                  </a:lnTo>
                  <a:lnTo>
                    <a:pt x="16625" y="33798"/>
                  </a:lnTo>
                  <a:cubicBezTo>
                    <a:pt x="16736" y="33908"/>
                    <a:pt x="16887" y="33972"/>
                    <a:pt x="17043" y="33972"/>
                  </a:cubicBezTo>
                  <a:cubicBezTo>
                    <a:pt x="17198" y="33970"/>
                    <a:pt x="17347" y="33910"/>
                    <a:pt x="17459" y="33802"/>
                  </a:cubicBezTo>
                  <a:lnTo>
                    <a:pt x="20636" y="30627"/>
                  </a:lnTo>
                  <a:lnTo>
                    <a:pt x="24073" y="27189"/>
                  </a:lnTo>
                  <a:cubicBezTo>
                    <a:pt x="24300" y="26955"/>
                    <a:pt x="24300" y="26581"/>
                    <a:pt x="24073" y="26348"/>
                  </a:cubicBezTo>
                  <a:lnTo>
                    <a:pt x="23953" y="26231"/>
                  </a:lnTo>
                  <a:cubicBezTo>
                    <a:pt x="23722" y="26001"/>
                    <a:pt x="23267" y="25783"/>
                    <a:pt x="22942" y="25754"/>
                  </a:cubicBezTo>
                  <a:cubicBezTo>
                    <a:pt x="22942" y="25754"/>
                    <a:pt x="22033" y="25665"/>
                    <a:pt x="21470" y="25100"/>
                  </a:cubicBezTo>
                  <a:cubicBezTo>
                    <a:pt x="20528" y="24086"/>
                    <a:pt x="20569" y="22503"/>
                    <a:pt x="21561" y="21539"/>
                  </a:cubicBezTo>
                  <a:cubicBezTo>
                    <a:pt x="22056" y="21057"/>
                    <a:pt x="22698" y="20816"/>
                    <a:pt x="23340" y="20816"/>
                  </a:cubicBezTo>
                  <a:cubicBezTo>
                    <a:pt x="23985" y="20816"/>
                    <a:pt x="24629" y="21059"/>
                    <a:pt x="25125" y="21544"/>
                  </a:cubicBezTo>
                  <a:cubicBezTo>
                    <a:pt x="25687" y="22107"/>
                    <a:pt x="25774" y="23017"/>
                    <a:pt x="25774" y="23017"/>
                  </a:cubicBezTo>
                  <a:cubicBezTo>
                    <a:pt x="25807" y="23341"/>
                    <a:pt x="26021" y="23796"/>
                    <a:pt x="26253" y="24027"/>
                  </a:cubicBezTo>
                  <a:lnTo>
                    <a:pt x="26325" y="24101"/>
                  </a:lnTo>
                  <a:cubicBezTo>
                    <a:pt x="26441" y="24216"/>
                    <a:pt x="26592" y="24274"/>
                    <a:pt x="26744" y="24274"/>
                  </a:cubicBezTo>
                  <a:cubicBezTo>
                    <a:pt x="26891" y="24274"/>
                    <a:pt x="27038" y="24219"/>
                    <a:pt x="27152" y="24110"/>
                  </a:cubicBezTo>
                  <a:lnTo>
                    <a:pt x="29878" y="21384"/>
                  </a:lnTo>
                  <a:lnTo>
                    <a:pt x="33774" y="17487"/>
                  </a:lnTo>
                  <a:cubicBezTo>
                    <a:pt x="33779" y="17482"/>
                    <a:pt x="33786" y="17482"/>
                    <a:pt x="33791" y="17476"/>
                  </a:cubicBezTo>
                  <a:lnTo>
                    <a:pt x="33860" y="17408"/>
                  </a:lnTo>
                  <a:cubicBezTo>
                    <a:pt x="34090" y="17174"/>
                    <a:pt x="34090" y="16798"/>
                    <a:pt x="33860" y="16567"/>
                  </a:cubicBezTo>
                  <a:lnTo>
                    <a:pt x="27166" y="9875"/>
                  </a:lnTo>
                  <a:cubicBezTo>
                    <a:pt x="26934" y="9643"/>
                    <a:pt x="26934" y="9267"/>
                    <a:pt x="27166" y="9036"/>
                  </a:cubicBezTo>
                  <a:lnTo>
                    <a:pt x="27283" y="8914"/>
                  </a:lnTo>
                  <a:cubicBezTo>
                    <a:pt x="27513" y="8684"/>
                    <a:pt x="27973" y="8469"/>
                    <a:pt x="28297" y="8437"/>
                  </a:cubicBezTo>
                  <a:cubicBezTo>
                    <a:pt x="28297" y="8437"/>
                    <a:pt x="29203" y="8349"/>
                    <a:pt x="29770" y="7786"/>
                  </a:cubicBezTo>
                  <a:cubicBezTo>
                    <a:pt x="30769" y="6818"/>
                    <a:pt x="30782" y="5219"/>
                    <a:pt x="29799" y="4235"/>
                  </a:cubicBezTo>
                  <a:cubicBezTo>
                    <a:pt x="29311" y="3748"/>
                    <a:pt x="28674" y="3505"/>
                    <a:pt x="28036" y="3505"/>
                  </a:cubicBezTo>
                  <a:cubicBezTo>
                    <a:pt x="27385" y="3505"/>
                    <a:pt x="26735" y="3758"/>
                    <a:pt x="26246" y="4263"/>
                  </a:cubicBezTo>
                  <a:cubicBezTo>
                    <a:pt x="25685" y="4826"/>
                    <a:pt x="25594" y="5735"/>
                    <a:pt x="25594" y="5735"/>
                  </a:cubicBezTo>
                  <a:cubicBezTo>
                    <a:pt x="25563" y="6060"/>
                    <a:pt x="25350" y="6514"/>
                    <a:pt x="25119" y="6746"/>
                  </a:cubicBezTo>
                  <a:lnTo>
                    <a:pt x="24998" y="6866"/>
                  </a:lnTo>
                  <a:cubicBezTo>
                    <a:pt x="24883" y="6982"/>
                    <a:pt x="24731" y="7040"/>
                    <a:pt x="24579" y="7040"/>
                  </a:cubicBezTo>
                  <a:cubicBezTo>
                    <a:pt x="24427" y="7040"/>
                    <a:pt x="24275" y="6982"/>
                    <a:pt x="24159" y="6866"/>
                  </a:cubicBezTo>
                  <a:lnTo>
                    <a:pt x="17466" y="174"/>
                  </a:lnTo>
                  <a:cubicBezTo>
                    <a:pt x="17350" y="59"/>
                    <a:pt x="17198" y="1"/>
                    <a:pt x="17046"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5" name="Google Shape;5175;p72"/>
            <p:cNvSpPr/>
            <p:nvPr/>
          </p:nvSpPr>
          <p:spPr>
            <a:xfrm flipH="1">
              <a:off x="659595" y="1983375"/>
              <a:ext cx="408862" cy="407494"/>
            </a:xfrm>
            <a:custGeom>
              <a:avLst/>
              <a:gdLst/>
              <a:ahLst/>
              <a:cxnLst/>
              <a:rect l="l" t="t" r="r" b="b"/>
              <a:pathLst>
                <a:path w="34086" h="33972" extrusionOk="0">
                  <a:moveTo>
                    <a:pt x="17043" y="1"/>
                  </a:moveTo>
                  <a:cubicBezTo>
                    <a:pt x="16887" y="1"/>
                    <a:pt x="16736" y="61"/>
                    <a:pt x="16624" y="172"/>
                  </a:cubicBezTo>
                  <a:lnTo>
                    <a:pt x="9932" y="6866"/>
                  </a:lnTo>
                  <a:cubicBezTo>
                    <a:pt x="9701" y="7099"/>
                    <a:pt x="9701" y="7475"/>
                    <a:pt x="9932" y="7709"/>
                  </a:cubicBezTo>
                  <a:lnTo>
                    <a:pt x="10003" y="7779"/>
                  </a:lnTo>
                  <a:cubicBezTo>
                    <a:pt x="10235" y="8009"/>
                    <a:pt x="10689" y="8223"/>
                    <a:pt x="11014" y="8254"/>
                  </a:cubicBezTo>
                  <a:cubicBezTo>
                    <a:pt x="11014" y="8254"/>
                    <a:pt x="11923" y="8345"/>
                    <a:pt x="12486" y="8907"/>
                  </a:cubicBezTo>
                  <a:cubicBezTo>
                    <a:pt x="13430" y="9883"/>
                    <a:pt x="13420" y="11436"/>
                    <a:pt x="12459" y="12397"/>
                  </a:cubicBezTo>
                  <a:cubicBezTo>
                    <a:pt x="11973" y="12885"/>
                    <a:pt x="11335" y="13129"/>
                    <a:pt x="10697" y="13129"/>
                  </a:cubicBezTo>
                  <a:cubicBezTo>
                    <a:pt x="10074" y="13129"/>
                    <a:pt x="9450" y="12896"/>
                    <a:pt x="8968" y="12430"/>
                  </a:cubicBezTo>
                  <a:cubicBezTo>
                    <a:pt x="8402" y="11864"/>
                    <a:pt x="8314" y="10958"/>
                    <a:pt x="8314" y="10958"/>
                  </a:cubicBezTo>
                  <a:cubicBezTo>
                    <a:pt x="8280" y="10633"/>
                    <a:pt x="8067" y="10178"/>
                    <a:pt x="7835" y="9948"/>
                  </a:cubicBezTo>
                  <a:lnTo>
                    <a:pt x="7765" y="9873"/>
                  </a:lnTo>
                  <a:cubicBezTo>
                    <a:pt x="7653" y="9763"/>
                    <a:pt x="7502" y="9701"/>
                    <a:pt x="7344" y="9699"/>
                  </a:cubicBezTo>
                  <a:cubicBezTo>
                    <a:pt x="7186" y="9699"/>
                    <a:pt x="7037" y="9763"/>
                    <a:pt x="6926" y="9873"/>
                  </a:cubicBezTo>
                  <a:lnTo>
                    <a:pt x="232" y="16566"/>
                  </a:lnTo>
                  <a:cubicBezTo>
                    <a:pt x="0" y="16800"/>
                    <a:pt x="0" y="17174"/>
                    <a:pt x="232" y="17406"/>
                  </a:cubicBezTo>
                  <a:lnTo>
                    <a:pt x="6170" y="23347"/>
                  </a:lnTo>
                  <a:lnTo>
                    <a:pt x="6167" y="23347"/>
                  </a:lnTo>
                  <a:lnTo>
                    <a:pt x="6929" y="24109"/>
                  </a:lnTo>
                  <a:cubicBezTo>
                    <a:pt x="7154" y="24343"/>
                    <a:pt x="7152" y="24712"/>
                    <a:pt x="6924" y="24942"/>
                  </a:cubicBezTo>
                  <a:lnTo>
                    <a:pt x="6805" y="25059"/>
                  </a:lnTo>
                  <a:cubicBezTo>
                    <a:pt x="6574" y="25290"/>
                    <a:pt x="6119" y="25508"/>
                    <a:pt x="5794" y="25537"/>
                  </a:cubicBezTo>
                  <a:cubicBezTo>
                    <a:pt x="5794" y="25537"/>
                    <a:pt x="4883" y="25625"/>
                    <a:pt x="4322" y="26188"/>
                  </a:cubicBezTo>
                  <a:cubicBezTo>
                    <a:pt x="3610" y="26900"/>
                    <a:pt x="3397" y="27971"/>
                    <a:pt x="3781" y="28903"/>
                  </a:cubicBezTo>
                  <a:cubicBezTo>
                    <a:pt x="4167" y="29833"/>
                    <a:pt x="5075" y="30441"/>
                    <a:pt x="6083" y="30441"/>
                  </a:cubicBezTo>
                  <a:cubicBezTo>
                    <a:pt x="6102" y="30441"/>
                    <a:pt x="6119" y="30436"/>
                    <a:pt x="6138" y="30436"/>
                  </a:cubicBezTo>
                  <a:cubicBezTo>
                    <a:pt x="6148" y="30436"/>
                    <a:pt x="6158" y="30437"/>
                    <a:pt x="6170" y="30437"/>
                  </a:cubicBezTo>
                  <a:cubicBezTo>
                    <a:pt x="6173" y="30437"/>
                    <a:pt x="6175" y="30437"/>
                    <a:pt x="6177" y="30437"/>
                  </a:cubicBezTo>
                  <a:cubicBezTo>
                    <a:pt x="6835" y="30437"/>
                    <a:pt x="7466" y="30175"/>
                    <a:pt x="7933" y="29710"/>
                  </a:cubicBezTo>
                  <a:cubicBezTo>
                    <a:pt x="8494" y="29145"/>
                    <a:pt x="8582" y="28239"/>
                    <a:pt x="8582" y="28239"/>
                  </a:cubicBezTo>
                  <a:cubicBezTo>
                    <a:pt x="8614" y="27911"/>
                    <a:pt x="8829" y="27456"/>
                    <a:pt x="9059" y="27225"/>
                  </a:cubicBezTo>
                  <a:lnTo>
                    <a:pt x="9129" y="27154"/>
                  </a:lnTo>
                  <a:cubicBezTo>
                    <a:pt x="9243" y="27043"/>
                    <a:pt x="9394" y="26981"/>
                    <a:pt x="9551" y="26981"/>
                  </a:cubicBezTo>
                  <a:cubicBezTo>
                    <a:pt x="9708" y="26981"/>
                    <a:pt x="9859" y="27043"/>
                    <a:pt x="9970" y="27154"/>
                  </a:cubicBezTo>
                  <a:lnTo>
                    <a:pt x="11033" y="28217"/>
                  </a:lnTo>
                  <a:lnTo>
                    <a:pt x="11033" y="28211"/>
                  </a:lnTo>
                  <a:lnTo>
                    <a:pt x="16621" y="33800"/>
                  </a:lnTo>
                  <a:cubicBezTo>
                    <a:pt x="16734" y="33909"/>
                    <a:pt x="16885" y="33971"/>
                    <a:pt x="17043" y="33971"/>
                  </a:cubicBezTo>
                  <a:cubicBezTo>
                    <a:pt x="17192" y="33970"/>
                    <a:pt x="17337" y="33913"/>
                    <a:pt x="17445" y="33810"/>
                  </a:cubicBezTo>
                  <a:cubicBezTo>
                    <a:pt x="17450" y="33805"/>
                    <a:pt x="17457" y="33803"/>
                    <a:pt x="17462" y="33800"/>
                  </a:cubicBezTo>
                  <a:lnTo>
                    <a:pt x="23088" y="28172"/>
                  </a:lnTo>
                  <a:lnTo>
                    <a:pt x="24154" y="27106"/>
                  </a:lnTo>
                  <a:cubicBezTo>
                    <a:pt x="24209" y="27053"/>
                    <a:pt x="24274" y="27010"/>
                    <a:pt x="24346" y="26981"/>
                  </a:cubicBezTo>
                  <a:cubicBezTo>
                    <a:pt x="24418" y="26951"/>
                    <a:pt x="24494" y="26937"/>
                    <a:pt x="24569" y="26937"/>
                  </a:cubicBezTo>
                  <a:cubicBezTo>
                    <a:pt x="24724" y="26937"/>
                    <a:pt x="24876" y="26998"/>
                    <a:pt x="24990" y="27113"/>
                  </a:cubicBezTo>
                  <a:lnTo>
                    <a:pt x="25063" y="27187"/>
                  </a:lnTo>
                  <a:cubicBezTo>
                    <a:pt x="25067" y="27190"/>
                    <a:pt x="25070" y="27195"/>
                    <a:pt x="25074" y="27199"/>
                  </a:cubicBezTo>
                  <a:cubicBezTo>
                    <a:pt x="25274" y="27444"/>
                    <a:pt x="25450" y="27834"/>
                    <a:pt x="25480" y="28124"/>
                  </a:cubicBezTo>
                  <a:cubicBezTo>
                    <a:pt x="25480" y="28124"/>
                    <a:pt x="25556" y="28865"/>
                    <a:pt x="25985" y="29423"/>
                  </a:cubicBezTo>
                  <a:cubicBezTo>
                    <a:pt x="26049" y="29516"/>
                    <a:pt x="26119" y="29603"/>
                    <a:pt x="26198" y="29684"/>
                  </a:cubicBezTo>
                  <a:cubicBezTo>
                    <a:pt x="26689" y="30182"/>
                    <a:pt x="27336" y="30431"/>
                    <a:pt x="27983" y="30431"/>
                  </a:cubicBezTo>
                  <a:cubicBezTo>
                    <a:pt x="28624" y="30431"/>
                    <a:pt x="29265" y="30187"/>
                    <a:pt x="29754" y="29698"/>
                  </a:cubicBezTo>
                  <a:cubicBezTo>
                    <a:pt x="30737" y="28716"/>
                    <a:pt x="30732" y="27120"/>
                    <a:pt x="29742" y="26143"/>
                  </a:cubicBezTo>
                  <a:cubicBezTo>
                    <a:pt x="29667" y="26069"/>
                    <a:pt x="29584" y="26001"/>
                    <a:pt x="29497" y="25941"/>
                  </a:cubicBezTo>
                  <a:cubicBezTo>
                    <a:pt x="28937" y="25500"/>
                    <a:pt x="28182" y="25421"/>
                    <a:pt x="28182" y="25421"/>
                  </a:cubicBezTo>
                  <a:cubicBezTo>
                    <a:pt x="27878" y="25392"/>
                    <a:pt x="27470" y="25203"/>
                    <a:pt x="27226" y="24990"/>
                  </a:cubicBezTo>
                  <a:lnTo>
                    <a:pt x="27168" y="24932"/>
                  </a:lnTo>
                  <a:cubicBezTo>
                    <a:pt x="26938" y="24703"/>
                    <a:pt x="26936" y="24331"/>
                    <a:pt x="27164" y="24099"/>
                  </a:cubicBezTo>
                  <a:lnTo>
                    <a:pt x="29146" y="22115"/>
                  </a:lnTo>
                  <a:lnTo>
                    <a:pt x="33856" y="17407"/>
                  </a:lnTo>
                  <a:cubicBezTo>
                    <a:pt x="33861" y="17402"/>
                    <a:pt x="33861" y="17397"/>
                    <a:pt x="33866" y="17392"/>
                  </a:cubicBezTo>
                  <a:cubicBezTo>
                    <a:pt x="34086" y="17160"/>
                    <a:pt x="34081" y="16795"/>
                    <a:pt x="33856" y="16566"/>
                  </a:cubicBezTo>
                  <a:lnTo>
                    <a:pt x="27162" y="9873"/>
                  </a:lnTo>
                  <a:cubicBezTo>
                    <a:pt x="27052" y="9764"/>
                    <a:pt x="26905" y="9701"/>
                    <a:pt x="26750" y="9701"/>
                  </a:cubicBezTo>
                  <a:cubicBezTo>
                    <a:pt x="26748" y="9701"/>
                    <a:pt x="26746" y="9701"/>
                    <a:pt x="26744" y="9701"/>
                  </a:cubicBezTo>
                  <a:cubicBezTo>
                    <a:pt x="26586" y="9701"/>
                    <a:pt x="26435" y="9763"/>
                    <a:pt x="26323" y="9873"/>
                  </a:cubicBezTo>
                  <a:lnTo>
                    <a:pt x="26249" y="9948"/>
                  </a:lnTo>
                  <a:cubicBezTo>
                    <a:pt x="26019" y="10178"/>
                    <a:pt x="25803" y="10635"/>
                    <a:pt x="25774" y="10961"/>
                  </a:cubicBezTo>
                  <a:cubicBezTo>
                    <a:pt x="25774" y="10961"/>
                    <a:pt x="25685" y="11869"/>
                    <a:pt x="25122" y="12434"/>
                  </a:cubicBezTo>
                  <a:cubicBezTo>
                    <a:pt x="24634" y="12928"/>
                    <a:pt x="23990" y="13175"/>
                    <a:pt x="23347" y="13175"/>
                  </a:cubicBezTo>
                  <a:cubicBezTo>
                    <a:pt x="22709" y="13175"/>
                    <a:pt x="22072" y="12932"/>
                    <a:pt x="21586" y="12446"/>
                  </a:cubicBezTo>
                  <a:cubicBezTo>
                    <a:pt x="20608" y="11467"/>
                    <a:pt x="20613" y="9881"/>
                    <a:pt x="21598" y="8910"/>
                  </a:cubicBezTo>
                  <a:cubicBezTo>
                    <a:pt x="22163" y="8347"/>
                    <a:pt x="23071" y="8258"/>
                    <a:pt x="23071" y="8258"/>
                  </a:cubicBezTo>
                  <a:cubicBezTo>
                    <a:pt x="23395" y="8227"/>
                    <a:pt x="23850" y="8014"/>
                    <a:pt x="24080" y="7782"/>
                  </a:cubicBezTo>
                  <a:lnTo>
                    <a:pt x="24159" y="7709"/>
                  </a:lnTo>
                  <a:cubicBezTo>
                    <a:pt x="24389" y="7475"/>
                    <a:pt x="24389" y="7099"/>
                    <a:pt x="24159" y="6866"/>
                  </a:cubicBezTo>
                  <a:lnTo>
                    <a:pt x="17465" y="172"/>
                  </a:lnTo>
                  <a:cubicBezTo>
                    <a:pt x="17352" y="63"/>
                    <a:pt x="17201" y="1"/>
                    <a:pt x="1704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6" name="Google Shape;5176;p72"/>
            <p:cNvSpPr/>
            <p:nvPr/>
          </p:nvSpPr>
          <p:spPr>
            <a:xfrm flipH="1">
              <a:off x="451107" y="2189486"/>
              <a:ext cx="411261" cy="409845"/>
            </a:xfrm>
            <a:custGeom>
              <a:avLst/>
              <a:gdLst/>
              <a:ahLst/>
              <a:cxnLst/>
              <a:rect l="l" t="t" r="r" b="b"/>
              <a:pathLst>
                <a:path w="34286" h="34168" extrusionOk="0">
                  <a:moveTo>
                    <a:pt x="17145" y="1"/>
                  </a:moveTo>
                  <a:cubicBezTo>
                    <a:pt x="16992" y="1"/>
                    <a:pt x="16839" y="59"/>
                    <a:pt x="16722" y="176"/>
                  </a:cubicBezTo>
                  <a:lnTo>
                    <a:pt x="16686" y="210"/>
                  </a:lnTo>
                  <a:cubicBezTo>
                    <a:pt x="16681" y="215"/>
                    <a:pt x="16681" y="220"/>
                    <a:pt x="16676" y="225"/>
                  </a:cubicBezTo>
                  <a:lnTo>
                    <a:pt x="11966" y="4935"/>
                  </a:lnTo>
                  <a:lnTo>
                    <a:pt x="9984" y="6917"/>
                  </a:lnTo>
                  <a:cubicBezTo>
                    <a:pt x="9756" y="7149"/>
                    <a:pt x="9758" y="7521"/>
                    <a:pt x="9988" y="7751"/>
                  </a:cubicBezTo>
                  <a:lnTo>
                    <a:pt x="10048" y="7810"/>
                  </a:lnTo>
                  <a:cubicBezTo>
                    <a:pt x="10290" y="8021"/>
                    <a:pt x="10698" y="8211"/>
                    <a:pt x="11002" y="8239"/>
                  </a:cubicBezTo>
                  <a:cubicBezTo>
                    <a:pt x="11002" y="8239"/>
                    <a:pt x="11759" y="8319"/>
                    <a:pt x="12317" y="8760"/>
                  </a:cubicBezTo>
                  <a:cubicBezTo>
                    <a:pt x="12404" y="8821"/>
                    <a:pt x="12487" y="8887"/>
                    <a:pt x="12562" y="8963"/>
                  </a:cubicBezTo>
                  <a:cubicBezTo>
                    <a:pt x="13552" y="9938"/>
                    <a:pt x="13559" y="11536"/>
                    <a:pt x="12576" y="12516"/>
                  </a:cubicBezTo>
                  <a:cubicBezTo>
                    <a:pt x="12086" y="13006"/>
                    <a:pt x="11445" y="13250"/>
                    <a:pt x="10804" y="13250"/>
                  </a:cubicBezTo>
                  <a:cubicBezTo>
                    <a:pt x="10156" y="13250"/>
                    <a:pt x="9509" y="13001"/>
                    <a:pt x="9018" y="12502"/>
                  </a:cubicBezTo>
                  <a:cubicBezTo>
                    <a:pt x="8939" y="12421"/>
                    <a:pt x="8869" y="12335"/>
                    <a:pt x="8807" y="12241"/>
                  </a:cubicBezTo>
                  <a:cubicBezTo>
                    <a:pt x="8376" y="11683"/>
                    <a:pt x="8300" y="10944"/>
                    <a:pt x="8300" y="10944"/>
                  </a:cubicBezTo>
                  <a:cubicBezTo>
                    <a:pt x="8271" y="10652"/>
                    <a:pt x="8094" y="10264"/>
                    <a:pt x="7894" y="10017"/>
                  </a:cubicBezTo>
                  <a:cubicBezTo>
                    <a:pt x="7890" y="10013"/>
                    <a:pt x="7887" y="10008"/>
                    <a:pt x="7883" y="10005"/>
                  </a:cubicBezTo>
                  <a:lnTo>
                    <a:pt x="7810" y="9933"/>
                  </a:lnTo>
                  <a:cubicBezTo>
                    <a:pt x="7697" y="9818"/>
                    <a:pt x="7544" y="9756"/>
                    <a:pt x="7388" y="9756"/>
                  </a:cubicBezTo>
                  <a:cubicBezTo>
                    <a:pt x="7313" y="9756"/>
                    <a:pt x="7238" y="9770"/>
                    <a:pt x="7166" y="9799"/>
                  </a:cubicBezTo>
                  <a:cubicBezTo>
                    <a:pt x="7096" y="9828"/>
                    <a:pt x="7029" y="9871"/>
                    <a:pt x="6974" y="9924"/>
                  </a:cubicBezTo>
                  <a:lnTo>
                    <a:pt x="5908" y="10990"/>
                  </a:lnTo>
                  <a:lnTo>
                    <a:pt x="282" y="16618"/>
                  </a:lnTo>
                  <a:cubicBezTo>
                    <a:pt x="277" y="16623"/>
                    <a:pt x="270" y="16624"/>
                    <a:pt x="265" y="16628"/>
                  </a:cubicBezTo>
                  <a:lnTo>
                    <a:pt x="236" y="16662"/>
                  </a:lnTo>
                  <a:cubicBezTo>
                    <a:pt x="0" y="16896"/>
                    <a:pt x="0" y="17275"/>
                    <a:pt x="236" y="17510"/>
                  </a:cubicBezTo>
                  <a:lnTo>
                    <a:pt x="6965" y="24238"/>
                  </a:lnTo>
                  <a:cubicBezTo>
                    <a:pt x="7082" y="24355"/>
                    <a:pt x="7235" y="24414"/>
                    <a:pt x="7388" y="24414"/>
                  </a:cubicBezTo>
                  <a:cubicBezTo>
                    <a:pt x="7541" y="24414"/>
                    <a:pt x="7695" y="24355"/>
                    <a:pt x="7811" y="24238"/>
                  </a:cubicBezTo>
                  <a:lnTo>
                    <a:pt x="7882" y="24168"/>
                  </a:lnTo>
                  <a:cubicBezTo>
                    <a:pt x="8115" y="23932"/>
                    <a:pt x="8330" y="23478"/>
                    <a:pt x="8364" y="23150"/>
                  </a:cubicBezTo>
                  <a:cubicBezTo>
                    <a:pt x="8364" y="23150"/>
                    <a:pt x="8450" y="22237"/>
                    <a:pt x="9016" y="21669"/>
                  </a:cubicBezTo>
                  <a:cubicBezTo>
                    <a:pt x="9506" y="21169"/>
                    <a:pt x="10154" y="20919"/>
                    <a:pt x="10803" y="20919"/>
                  </a:cubicBezTo>
                  <a:cubicBezTo>
                    <a:pt x="11444" y="20919"/>
                    <a:pt x="12085" y="21163"/>
                    <a:pt x="12574" y="21653"/>
                  </a:cubicBezTo>
                  <a:cubicBezTo>
                    <a:pt x="13559" y="22637"/>
                    <a:pt x="13552" y="24236"/>
                    <a:pt x="12559" y="25211"/>
                  </a:cubicBezTo>
                  <a:cubicBezTo>
                    <a:pt x="11994" y="25777"/>
                    <a:pt x="11081" y="25867"/>
                    <a:pt x="11081" y="25867"/>
                  </a:cubicBezTo>
                  <a:cubicBezTo>
                    <a:pt x="10753" y="25898"/>
                    <a:pt x="10295" y="26116"/>
                    <a:pt x="10063" y="26346"/>
                  </a:cubicBezTo>
                  <a:lnTo>
                    <a:pt x="9989" y="26419"/>
                  </a:lnTo>
                  <a:cubicBezTo>
                    <a:pt x="9758" y="26653"/>
                    <a:pt x="9758" y="27030"/>
                    <a:pt x="9989" y="27264"/>
                  </a:cubicBezTo>
                  <a:lnTo>
                    <a:pt x="16722" y="33995"/>
                  </a:lnTo>
                  <a:cubicBezTo>
                    <a:pt x="16839" y="34110"/>
                    <a:pt x="16991" y="34168"/>
                    <a:pt x="17144" y="34168"/>
                  </a:cubicBezTo>
                  <a:cubicBezTo>
                    <a:pt x="17296" y="34168"/>
                    <a:pt x="17448" y="34110"/>
                    <a:pt x="17565" y="33995"/>
                  </a:cubicBezTo>
                  <a:lnTo>
                    <a:pt x="24296" y="27264"/>
                  </a:lnTo>
                  <a:cubicBezTo>
                    <a:pt x="24414" y="27148"/>
                    <a:pt x="24567" y="27090"/>
                    <a:pt x="24720" y="27090"/>
                  </a:cubicBezTo>
                  <a:cubicBezTo>
                    <a:pt x="24873" y="27090"/>
                    <a:pt x="25027" y="27148"/>
                    <a:pt x="25144" y="27264"/>
                  </a:cubicBezTo>
                  <a:lnTo>
                    <a:pt x="25264" y="27384"/>
                  </a:lnTo>
                  <a:cubicBezTo>
                    <a:pt x="25496" y="27619"/>
                    <a:pt x="25712" y="28077"/>
                    <a:pt x="25743" y="28402"/>
                  </a:cubicBezTo>
                  <a:cubicBezTo>
                    <a:pt x="25743" y="28402"/>
                    <a:pt x="25832" y="29315"/>
                    <a:pt x="26399" y="29883"/>
                  </a:cubicBezTo>
                  <a:cubicBezTo>
                    <a:pt x="26888" y="30368"/>
                    <a:pt x="27526" y="30611"/>
                    <a:pt x="28165" y="30611"/>
                  </a:cubicBezTo>
                  <a:cubicBezTo>
                    <a:pt x="28806" y="30611"/>
                    <a:pt x="29447" y="30366"/>
                    <a:pt x="29936" y="29878"/>
                  </a:cubicBezTo>
                  <a:cubicBezTo>
                    <a:pt x="30913" y="28901"/>
                    <a:pt x="30914" y="27319"/>
                    <a:pt x="29943" y="26340"/>
                  </a:cubicBezTo>
                  <a:lnTo>
                    <a:pt x="29943" y="26340"/>
                  </a:lnTo>
                  <a:lnTo>
                    <a:pt x="29943" y="26344"/>
                  </a:lnTo>
                  <a:cubicBezTo>
                    <a:pt x="29373" y="25774"/>
                    <a:pt x="28460" y="25688"/>
                    <a:pt x="28460" y="25688"/>
                  </a:cubicBezTo>
                  <a:cubicBezTo>
                    <a:pt x="28132" y="25654"/>
                    <a:pt x="27677" y="25439"/>
                    <a:pt x="27442" y="25206"/>
                  </a:cubicBezTo>
                  <a:lnTo>
                    <a:pt x="27322" y="25084"/>
                  </a:lnTo>
                  <a:cubicBezTo>
                    <a:pt x="27092" y="24851"/>
                    <a:pt x="27092" y="24475"/>
                    <a:pt x="27322" y="24241"/>
                  </a:cubicBezTo>
                  <a:lnTo>
                    <a:pt x="34054" y="17508"/>
                  </a:lnTo>
                  <a:cubicBezTo>
                    <a:pt x="34285" y="17275"/>
                    <a:pt x="34285" y="16897"/>
                    <a:pt x="34054" y="16664"/>
                  </a:cubicBezTo>
                  <a:lnTo>
                    <a:pt x="27322" y="9933"/>
                  </a:lnTo>
                  <a:cubicBezTo>
                    <a:pt x="27090" y="9698"/>
                    <a:pt x="27090" y="9320"/>
                    <a:pt x="27322" y="9085"/>
                  </a:cubicBezTo>
                  <a:lnTo>
                    <a:pt x="27327" y="9081"/>
                  </a:lnTo>
                  <a:cubicBezTo>
                    <a:pt x="27559" y="8848"/>
                    <a:pt x="28017" y="8635"/>
                    <a:pt x="28345" y="8601"/>
                  </a:cubicBezTo>
                  <a:cubicBezTo>
                    <a:pt x="28345" y="8601"/>
                    <a:pt x="29258" y="8515"/>
                    <a:pt x="29825" y="7947"/>
                  </a:cubicBezTo>
                  <a:cubicBezTo>
                    <a:pt x="30817" y="6972"/>
                    <a:pt x="30823" y="5372"/>
                    <a:pt x="29840" y="4389"/>
                  </a:cubicBezTo>
                  <a:cubicBezTo>
                    <a:pt x="29350" y="3899"/>
                    <a:pt x="28709" y="3655"/>
                    <a:pt x="28068" y="3655"/>
                  </a:cubicBezTo>
                  <a:cubicBezTo>
                    <a:pt x="27420" y="3655"/>
                    <a:pt x="26771" y="3905"/>
                    <a:pt x="26280" y="4404"/>
                  </a:cubicBezTo>
                  <a:cubicBezTo>
                    <a:pt x="25716" y="4969"/>
                    <a:pt x="25628" y="5887"/>
                    <a:pt x="25628" y="5887"/>
                  </a:cubicBezTo>
                  <a:cubicBezTo>
                    <a:pt x="25596" y="6210"/>
                    <a:pt x="25381" y="6670"/>
                    <a:pt x="25146" y="6903"/>
                  </a:cubicBezTo>
                  <a:lnTo>
                    <a:pt x="25144" y="6907"/>
                  </a:lnTo>
                  <a:cubicBezTo>
                    <a:pt x="25027" y="7023"/>
                    <a:pt x="24873" y="7081"/>
                    <a:pt x="24720" y="7081"/>
                  </a:cubicBezTo>
                  <a:cubicBezTo>
                    <a:pt x="24567" y="7081"/>
                    <a:pt x="24414" y="7023"/>
                    <a:pt x="24296" y="6907"/>
                  </a:cubicBezTo>
                  <a:lnTo>
                    <a:pt x="17567" y="176"/>
                  </a:lnTo>
                  <a:cubicBezTo>
                    <a:pt x="17450" y="59"/>
                    <a:pt x="17297" y="1"/>
                    <a:pt x="17145" y="1"/>
                  </a:cubicBezTo>
                  <a:close/>
                </a:path>
              </a:pathLst>
            </a:custGeom>
            <a:solidFill>
              <a:srgbClr val="DBE3E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177" name="Google Shape;5177;p72"/>
          <p:cNvGrpSpPr/>
          <p:nvPr/>
        </p:nvGrpSpPr>
        <p:grpSpPr>
          <a:xfrm>
            <a:off x="2320424" y="971306"/>
            <a:ext cx="711055" cy="745993"/>
            <a:chOff x="2496269" y="1171698"/>
            <a:chExt cx="761953" cy="799392"/>
          </a:xfrm>
        </p:grpSpPr>
        <p:grpSp>
          <p:nvGrpSpPr>
            <p:cNvPr id="5178" name="Google Shape;5178;p72"/>
            <p:cNvGrpSpPr/>
            <p:nvPr/>
          </p:nvGrpSpPr>
          <p:grpSpPr>
            <a:xfrm>
              <a:off x="2496269" y="1171698"/>
              <a:ext cx="761953" cy="723022"/>
              <a:chOff x="2496269" y="1171698"/>
              <a:chExt cx="761953" cy="723022"/>
            </a:xfrm>
          </p:grpSpPr>
          <p:sp>
            <p:nvSpPr>
              <p:cNvPr id="5179" name="Google Shape;5179;p72"/>
              <p:cNvSpPr/>
              <p:nvPr/>
            </p:nvSpPr>
            <p:spPr>
              <a:xfrm>
                <a:off x="2727495" y="1360642"/>
                <a:ext cx="175877" cy="207414"/>
              </a:xfrm>
              <a:custGeom>
                <a:avLst/>
                <a:gdLst/>
                <a:ahLst/>
                <a:cxnLst/>
                <a:rect l="l" t="t" r="r" b="b"/>
                <a:pathLst>
                  <a:path w="27928" h="32936" extrusionOk="0">
                    <a:moveTo>
                      <a:pt x="23" y="1"/>
                    </a:moveTo>
                    <a:cubicBezTo>
                      <a:pt x="8" y="305"/>
                      <a:pt x="0" y="607"/>
                      <a:pt x="0" y="910"/>
                    </a:cubicBezTo>
                    <a:cubicBezTo>
                      <a:pt x="0" y="18582"/>
                      <a:pt x="10658" y="32913"/>
                      <a:pt x="23811" y="32936"/>
                    </a:cubicBezTo>
                    <a:cubicBezTo>
                      <a:pt x="23827" y="32889"/>
                      <a:pt x="23841" y="32840"/>
                      <a:pt x="23857" y="32793"/>
                    </a:cubicBezTo>
                    <a:cubicBezTo>
                      <a:pt x="27927" y="20274"/>
                      <a:pt x="17588" y="5690"/>
                      <a:pt x="767" y="228"/>
                    </a:cubicBezTo>
                    <a:cubicBezTo>
                      <a:pt x="522" y="146"/>
                      <a:pt x="273" y="70"/>
                      <a:pt x="23"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0" name="Google Shape;5180;p72"/>
              <p:cNvSpPr/>
              <p:nvPr/>
            </p:nvSpPr>
            <p:spPr>
              <a:xfrm>
                <a:off x="2730750" y="1408371"/>
                <a:ext cx="108720" cy="144761"/>
              </a:xfrm>
              <a:custGeom>
                <a:avLst/>
                <a:gdLst/>
                <a:ahLst/>
                <a:cxnLst/>
                <a:rect l="l" t="t" r="r" b="b"/>
                <a:pathLst>
                  <a:path w="17264" h="22987" extrusionOk="0">
                    <a:moveTo>
                      <a:pt x="0" y="0"/>
                    </a:moveTo>
                    <a:lnTo>
                      <a:pt x="0" y="0"/>
                    </a:lnTo>
                    <a:cubicBezTo>
                      <a:pt x="1651" y="10456"/>
                      <a:pt x="7099" y="19031"/>
                      <a:pt x="14312" y="22986"/>
                    </a:cubicBezTo>
                    <a:cubicBezTo>
                      <a:pt x="14397" y="22780"/>
                      <a:pt x="14469" y="22572"/>
                      <a:pt x="14539" y="22357"/>
                    </a:cubicBezTo>
                    <a:cubicBezTo>
                      <a:pt x="17263" y="13961"/>
                      <a:pt x="10821" y="4262"/>
                      <a:pt x="0"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181" name="Google Shape;5181;p72"/>
              <p:cNvGrpSpPr/>
              <p:nvPr/>
            </p:nvGrpSpPr>
            <p:grpSpPr>
              <a:xfrm>
                <a:off x="2496269" y="1171698"/>
                <a:ext cx="761953" cy="723022"/>
                <a:chOff x="2496269" y="1120652"/>
                <a:chExt cx="761953" cy="723022"/>
              </a:xfrm>
            </p:grpSpPr>
            <p:grpSp>
              <p:nvGrpSpPr>
                <p:cNvPr id="5182" name="Google Shape;5182;p72"/>
                <p:cNvGrpSpPr/>
                <p:nvPr/>
              </p:nvGrpSpPr>
              <p:grpSpPr>
                <a:xfrm>
                  <a:off x="2496269" y="1120652"/>
                  <a:ext cx="761953" cy="723022"/>
                  <a:chOff x="2496269" y="1120652"/>
                  <a:chExt cx="761953" cy="723022"/>
                </a:xfrm>
              </p:grpSpPr>
              <p:grpSp>
                <p:nvGrpSpPr>
                  <p:cNvPr id="5183" name="Google Shape;5183;p72"/>
                  <p:cNvGrpSpPr/>
                  <p:nvPr/>
                </p:nvGrpSpPr>
                <p:grpSpPr>
                  <a:xfrm>
                    <a:off x="2496269" y="1304589"/>
                    <a:ext cx="407089" cy="305057"/>
                    <a:chOff x="2496269" y="1304589"/>
                    <a:chExt cx="407089" cy="305057"/>
                  </a:xfrm>
                </p:grpSpPr>
                <p:sp>
                  <p:nvSpPr>
                    <p:cNvPr id="5184" name="Google Shape;5184;p72"/>
                    <p:cNvSpPr/>
                    <p:nvPr/>
                  </p:nvSpPr>
                  <p:spPr>
                    <a:xfrm>
                      <a:off x="2496269" y="1304589"/>
                      <a:ext cx="407089" cy="305057"/>
                    </a:xfrm>
                    <a:custGeom>
                      <a:avLst/>
                      <a:gdLst/>
                      <a:ahLst/>
                      <a:cxnLst/>
                      <a:rect l="l" t="t" r="r" b="b"/>
                      <a:pathLst>
                        <a:path w="64643" h="48441" extrusionOk="0">
                          <a:moveTo>
                            <a:pt x="30753" y="1"/>
                          </a:moveTo>
                          <a:cubicBezTo>
                            <a:pt x="19553" y="1"/>
                            <a:pt x="7984" y="7486"/>
                            <a:pt x="2667" y="11431"/>
                          </a:cubicBezTo>
                          <a:cubicBezTo>
                            <a:pt x="790" y="12823"/>
                            <a:pt x="1" y="15251"/>
                            <a:pt x="700" y="17481"/>
                          </a:cubicBezTo>
                          <a:cubicBezTo>
                            <a:pt x="3088" y="25083"/>
                            <a:pt x="9784" y="42156"/>
                            <a:pt x="22752" y="46368"/>
                          </a:cubicBezTo>
                          <a:cubicBezTo>
                            <a:pt x="27079" y="47774"/>
                            <a:pt x="31415" y="48440"/>
                            <a:pt x="35536" y="48440"/>
                          </a:cubicBezTo>
                          <a:cubicBezTo>
                            <a:pt x="47434" y="48440"/>
                            <a:pt x="57553" y="42892"/>
                            <a:pt x="60574" y="33591"/>
                          </a:cubicBezTo>
                          <a:cubicBezTo>
                            <a:pt x="64643" y="21069"/>
                            <a:pt x="54305" y="6487"/>
                            <a:pt x="37486" y="1023"/>
                          </a:cubicBezTo>
                          <a:cubicBezTo>
                            <a:pt x="35294" y="311"/>
                            <a:pt x="33031" y="1"/>
                            <a:pt x="30753"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5" name="Google Shape;5185;p72"/>
                    <p:cNvSpPr/>
                    <p:nvPr/>
                  </p:nvSpPr>
                  <p:spPr>
                    <a:xfrm>
                      <a:off x="2553035" y="1348798"/>
                      <a:ext cx="287349" cy="215318"/>
                    </a:xfrm>
                    <a:custGeom>
                      <a:avLst/>
                      <a:gdLst/>
                      <a:ahLst/>
                      <a:cxnLst/>
                      <a:rect l="l" t="t" r="r" b="b"/>
                      <a:pathLst>
                        <a:path w="45629" h="34191" extrusionOk="0">
                          <a:moveTo>
                            <a:pt x="21708" y="1"/>
                          </a:moveTo>
                          <a:cubicBezTo>
                            <a:pt x="13802" y="1"/>
                            <a:pt x="5636" y="5284"/>
                            <a:pt x="1883" y="8068"/>
                          </a:cubicBezTo>
                          <a:cubicBezTo>
                            <a:pt x="558" y="9051"/>
                            <a:pt x="1" y="10765"/>
                            <a:pt x="495" y="12338"/>
                          </a:cubicBezTo>
                          <a:cubicBezTo>
                            <a:pt x="2180" y="17705"/>
                            <a:pt x="6907" y="29755"/>
                            <a:pt x="16060" y="32728"/>
                          </a:cubicBezTo>
                          <a:cubicBezTo>
                            <a:pt x="19114" y="33721"/>
                            <a:pt x="22174" y="34191"/>
                            <a:pt x="25083" y="34191"/>
                          </a:cubicBezTo>
                          <a:cubicBezTo>
                            <a:pt x="33482" y="34191"/>
                            <a:pt x="40624" y="30275"/>
                            <a:pt x="42758" y="23710"/>
                          </a:cubicBezTo>
                          <a:cubicBezTo>
                            <a:pt x="45629" y="14872"/>
                            <a:pt x="38332" y="4579"/>
                            <a:pt x="26460" y="722"/>
                          </a:cubicBezTo>
                          <a:cubicBezTo>
                            <a:pt x="24913" y="219"/>
                            <a:pt x="23316" y="1"/>
                            <a:pt x="21708"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186" name="Google Shape;5186;p72"/>
                  <p:cNvGrpSpPr/>
                  <p:nvPr/>
                </p:nvGrpSpPr>
                <p:grpSpPr>
                  <a:xfrm>
                    <a:off x="2586468" y="1493376"/>
                    <a:ext cx="358850" cy="349656"/>
                    <a:chOff x="2586468" y="1493376"/>
                    <a:chExt cx="358850" cy="349656"/>
                  </a:xfrm>
                </p:grpSpPr>
                <p:sp>
                  <p:nvSpPr>
                    <p:cNvPr id="5187" name="Google Shape;5187;p72"/>
                    <p:cNvSpPr/>
                    <p:nvPr/>
                  </p:nvSpPr>
                  <p:spPr>
                    <a:xfrm>
                      <a:off x="2586468" y="1493376"/>
                      <a:ext cx="358850" cy="349656"/>
                    </a:xfrm>
                    <a:custGeom>
                      <a:avLst/>
                      <a:gdLst/>
                      <a:ahLst/>
                      <a:cxnLst/>
                      <a:rect l="l" t="t" r="r" b="b"/>
                      <a:pathLst>
                        <a:path w="56983" h="55523" extrusionOk="0">
                          <a:moveTo>
                            <a:pt x="34707" y="1"/>
                          </a:moveTo>
                          <a:cubicBezTo>
                            <a:pt x="25495" y="1"/>
                            <a:pt x="15173" y="5595"/>
                            <a:pt x="8014" y="15449"/>
                          </a:cubicBezTo>
                          <a:cubicBezTo>
                            <a:pt x="0" y="26478"/>
                            <a:pt x="4618" y="44227"/>
                            <a:pt x="7155" y="51780"/>
                          </a:cubicBezTo>
                          <a:cubicBezTo>
                            <a:pt x="7899" y="53993"/>
                            <a:pt x="9963" y="55495"/>
                            <a:pt x="12300" y="55519"/>
                          </a:cubicBezTo>
                          <a:cubicBezTo>
                            <a:pt x="12540" y="55521"/>
                            <a:pt x="12789" y="55522"/>
                            <a:pt x="13047" y="55522"/>
                          </a:cubicBezTo>
                          <a:cubicBezTo>
                            <a:pt x="21360" y="55522"/>
                            <a:pt x="38815" y="54172"/>
                            <a:pt x="46588" y="43473"/>
                          </a:cubicBezTo>
                          <a:cubicBezTo>
                            <a:pt x="56983" y="29165"/>
                            <a:pt x="56776" y="11292"/>
                            <a:pt x="46123" y="3553"/>
                          </a:cubicBezTo>
                          <a:cubicBezTo>
                            <a:pt x="42808" y="1144"/>
                            <a:pt x="38871" y="1"/>
                            <a:pt x="34707"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8" name="Google Shape;5188;p72"/>
                    <p:cNvSpPr/>
                    <p:nvPr/>
                  </p:nvSpPr>
                  <p:spPr>
                    <a:xfrm>
                      <a:off x="2637642" y="1547125"/>
                      <a:ext cx="253304" cy="246805"/>
                    </a:xfrm>
                    <a:custGeom>
                      <a:avLst/>
                      <a:gdLst/>
                      <a:ahLst/>
                      <a:cxnLst/>
                      <a:rect l="l" t="t" r="r" b="b"/>
                      <a:pathLst>
                        <a:path w="40223" h="39191" extrusionOk="0">
                          <a:moveTo>
                            <a:pt x="24498" y="0"/>
                          </a:moveTo>
                          <a:cubicBezTo>
                            <a:pt x="17996" y="0"/>
                            <a:pt x="10711" y="3949"/>
                            <a:pt x="5658" y="10904"/>
                          </a:cubicBezTo>
                          <a:cubicBezTo>
                            <a:pt x="0" y="18689"/>
                            <a:pt x="3260" y="31216"/>
                            <a:pt x="5050" y="36549"/>
                          </a:cubicBezTo>
                          <a:cubicBezTo>
                            <a:pt x="5576" y="38112"/>
                            <a:pt x="7034" y="39172"/>
                            <a:pt x="8683" y="39188"/>
                          </a:cubicBezTo>
                          <a:cubicBezTo>
                            <a:pt x="8850" y="39189"/>
                            <a:pt x="9023" y="39190"/>
                            <a:pt x="9202" y="39190"/>
                          </a:cubicBezTo>
                          <a:cubicBezTo>
                            <a:pt x="15067" y="39190"/>
                            <a:pt x="27395" y="38240"/>
                            <a:pt x="32884" y="30686"/>
                          </a:cubicBezTo>
                          <a:cubicBezTo>
                            <a:pt x="40222" y="20587"/>
                            <a:pt x="40075" y="7970"/>
                            <a:pt x="32557" y="2508"/>
                          </a:cubicBezTo>
                          <a:cubicBezTo>
                            <a:pt x="30217" y="807"/>
                            <a:pt x="27437" y="0"/>
                            <a:pt x="24498"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189" name="Google Shape;5189;p72"/>
                  <p:cNvGrpSpPr/>
                  <p:nvPr/>
                </p:nvGrpSpPr>
                <p:grpSpPr>
                  <a:xfrm>
                    <a:off x="2807939" y="1494024"/>
                    <a:ext cx="358857" cy="349650"/>
                    <a:chOff x="2807939" y="1494024"/>
                    <a:chExt cx="358857" cy="349650"/>
                  </a:xfrm>
                </p:grpSpPr>
                <p:sp>
                  <p:nvSpPr>
                    <p:cNvPr id="5190" name="Google Shape;5190;p72"/>
                    <p:cNvSpPr/>
                    <p:nvPr/>
                  </p:nvSpPr>
                  <p:spPr>
                    <a:xfrm>
                      <a:off x="2807939" y="1494024"/>
                      <a:ext cx="358857" cy="349650"/>
                    </a:xfrm>
                    <a:custGeom>
                      <a:avLst/>
                      <a:gdLst/>
                      <a:ahLst/>
                      <a:cxnLst/>
                      <a:rect l="l" t="t" r="r" b="b"/>
                      <a:pathLst>
                        <a:path w="56984" h="55522" extrusionOk="0">
                          <a:moveTo>
                            <a:pt x="22278" y="1"/>
                          </a:moveTo>
                          <a:cubicBezTo>
                            <a:pt x="18114" y="1"/>
                            <a:pt x="14176" y="1144"/>
                            <a:pt x="10859" y="3554"/>
                          </a:cubicBezTo>
                          <a:cubicBezTo>
                            <a:pt x="208" y="11292"/>
                            <a:pt x="0" y="29166"/>
                            <a:pt x="10397" y="43474"/>
                          </a:cubicBezTo>
                          <a:cubicBezTo>
                            <a:pt x="18169" y="54172"/>
                            <a:pt x="35625" y="55522"/>
                            <a:pt x="43938" y="55522"/>
                          </a:cubicBezTo>
                          <a:cubicBezTo>
                            <a:pt x="44195" y="55522"/>
                            <a:pt x="44444" y="55521"/>
                            <a:pt x="44684" y="55518"/>
                          </a:cubicBezTo>
                          <a:cubicBezTo>
                            <a:pt x="47019" y="55494"/>
                            <a:pt x="49085" y="53995"/>
                            <a:pt x="49830" y="51779"/>
                          </a:cubicBezTo>
                          <a:cubicBezTo>
                            <a:pt x="52366" y="44227"/>
                            <a:pt x="56984" y="26479"/>
                            <a:pt x="48970" y="15448"/>
                          </a:cubicBezTo>
                          <a:cubicBezTo>
                            <a:pt x="41810" y="5595"/>
                            <a:pt x="31490" y="1"/>
                            <a:pt x="22278"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1" name="Google Shape;5191;p72"/>
                    <p:cNvSpPr/>
                    <p:nvPr/>
                  </p:nvSpPr>
                  <p:spPr>
                    <a:xfrm>
                      <a:off x="2862324" y="1547767"/>
                      <a:ext cx="253292" cy="246805"/>
                    </a:xfrm>
                    <a:custGeom>
                      <a:avLst/>
                      <a:gdLst/>
                      <a:ahLst/>
                      <a:cxnLst/>
                      <a:rect l="l" t="t" r="r" b="b"/>
                      <a:pathLst>
                        <a:path w="40221" h="39191" extrusionOk="0">
                          <a:moveTo>
                            <a:pt x="15724" y="1"/>
                          </a:moveTo>
                          <a:cubicBezTo>
                            <a:pt x="12785" y="1"/>
                            <a:pt x="10006" y="808"/>
                            <a:pt x="7665" y="2508"/>
                          </a:cubicBezTo>
                          <a:cubicBezTo>
                            <a:pt x="146" y="7971"/>
                            <a:pt x="0" y="20586"/>
                            <a:pt x="7339" y="30686"/>
                          </a:cubicBezTo>
                          <a:cubicBezTo>
                            <a:pt x="12827" y="38240"/>
                            <a:pt x="25156" y="39191"/>
                            <a:pt x="31020" y="39191"/>
                          </a:cubicBezTo>
                          <a:cubicBezTo>
                            <a:pt x="31200" y="39191"/>
                            <a:pt x="31373" y="39190"/>
                            <a:pt x="31540" y="39188"/>
                          </a:cubicBezTo>
                          <a:cubicBezTo>
                            <a:pt x="33188" y="39171"/>
                            <a:pt x="34646" y="38111"/>
                            <a:pt x="35173" y="36549"/>
                          </a:cubicBezTo>
                          <a:cubicBezTo>
                            <a:pt x="36962" y="31218"/>
                            <a:pt x="40221" y="18689"/>
                            <a:pt x="34564" y="10904"/>
                          </a:cubicBezTo>
                          <a:cubicBezTo>
                            <a:pt x="29511" y="3949"/>
                            <a:pt x="22226" y="1"/>
                            <a:pt x="15724"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192" name="Google Shape;5192;p72"/>
                  <p:cNvGrpSpPr/>
                  <p:nvPr/>
                </p:nvGrpSpPr>
                <p:grpSpPr>
                  <a:xfrm>
                    <a:off x="2851133" y="1305635"/>
                    <a:ext cx="407089" cy="305057"/>
                    <a:chOff x="2851133" y="1305635"/>
                    <a:chExt cx="407089" cy="305057"/>
                  </a:xfrm>
                </p:grpSpPr>
                <p:sp>
                  <p:nvSpPr>
                    <p:cNvPr id="5193" name="Google Shape;5193;p72"/>
                    <p:cNvSpPr/>
                    <p:nvPr/>
                  </p:nvSpPr>
                  <p:spPr>
                    <a:xfrm>
                      <a:off x="2851133" y="1305635"/>
                      <a:ext cx="407089" cy="305057"/>
                    </a:xfrm>
                    <a:custGeom>
                      <a:avLst/>
                      <a:gdLst/>
                      <a:ahLst/>
                      <a:cxnLst/>
                      <a:rect l="l" t="t" r="r" b="b"/>
                      <a:pathLst>
                        <a:path w="64643" h="48441" extrusionOk="0">
                          <a:moveTo>
                            <a:pt x="33890" y="0"/>
                          </a:moveTo>
                          <a:cubicBezTo>
                            <a:pt x="31613" y="0"/>
                            <a:pt x="29351" y="310"/>
                            <a:pt x="27159" y="1022"/>
                          </a:cubicBezTo>
                          <a:cubicBezTo>
                            <a:pt x="10340" y="6488"/>
                            <a:pt x="1" y="21070"/>
                            <a:pt x="4069" y="33592"/>
                          </a:cubicBezTo>
                          <a:cubicBezTo>
                            <a:pt x="7091" y="42892"/>
                            <a:pt x="17210" y="48440"/>
                            <a:pt x="29109" y="48440"/>
                          </a:cubicBezTo>
                          <a:cubicBezTo>
                            <a:pt x="33230" y="48440"/>
                            <a:pt x="37566" y="47775"/>
                            <a:pt x="41894" y="46368"/>
                          </a:cubicBezTo>
                          <a:cubicBezTo>
                            <a:pt x="54859" y="42156"/>
                            <a:pt x="61556" y="25084"/>
                            <a:pt x="63944" y="17481"/>
                          </a:cubicBezTo>
                          <a:cubicBezTo>
                            <a:pt x="64643" y="15252"/>
                            <a:pt x="63854" y="12824"/>
                            <a:pt x="61978" y="11431"/>
                          </a:cubicBezTo>
                          <a:cubicBezTo>
                            <a:pt x="56659" y="7487"/>
                            <a:pt x="45090" y="0"/>
                            <a:pt x="33890"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4" name="Google Shape;5194;p72"/>
                    <p:cNvSpPr/>
                    <p:nvPr/>
                  </p:nvSpPr>
                  <p:spPr>
                    <a:xfrm>
                      <a:off x="2914108" y="1349849"/>
                      <a:ext cx="287349" cy="215324"/>
                    </a:xfrm>
                    <a:custGeom>
                      <a:avLst/>
                      <a:gdLst/>
                      <a:ahLst/>
                      <a:cxnLst/>
                      <a:rect l="l" t="t" r="r" b="b"/>
                      <a:pathLst>
                        <a:path w="45629" h="34192" extrusionOk="0">
                          <a:moveTo>
                            <a:pt x="23922" y="0"/>
                          </a:moveTo>
                          <a:cubicBezTo>
                            <a:pt x="22315" y="0"/>
                            <a:pt x="20718" y="219"/>
                            <a:pt x="19171" y="721"/>
                          </a:cubicBezTo>
                          <a:cubicBezTo>
                            <a:pt x="7297" y="4578"/>
                            <a:pt x="1" y="14871"/>
                            <a:pt x="2873" y="23711"/>
                          </a:cubicBezTo>
                          <a:cubicBezTo>
                            <a:pt x="5006" y="30275"/>
                            <a:pt x="12149" y="34191"/>
                            <a:pt x="20548" y="34191"/>
                          </a:cubicBezTo>
                          <a:cubicBezTo>
                            <a:pt x="23457" y="34191"/>
                            <a:pt x="26517" y="33722"/>
                            <a:pt x="29571" y="32729"/>
                          </a:cubicBezTo>
                          <a:cubicBezTo>
                            <a:pt x="38723" y="29754"/>
                            <a:pt x="43449" y="17704"/>
                            <a:pt x="45134" y="12339"/>
                          </a:cubicBezTo>
                          <a:cubicBezTo>
                            <a:pt x="45629" y="10764"/>
                            <a:pt x="45072" y="9052"/>
                            <a:pt x="43747" y="8069"/>
                          </a:cubicBezTo>
                          <a:cubicBezTo>
                            <a:pt x="39994" y="5284"/>
                            <a:pt x="31827" y="0"/>
                            <a:pt x="23922"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195" name="Google Shape;5195;p72"/>
                  <p:cNvGrpSpPr/>
                  <p:nvPr/>
                </p:nvGrpSpPr>
                <p:grpSpPr>
                  <a:xfrm>
                    <a:off x="2727495" y="1120652"/>
                    <a:ext cx="300271" cy="396358"/>
                    <a:chOff x="2727495" y="1120652"/>
                    <a:chExt cx="300271" cy="396358"/>
                  </a:xfrm>
                </p:grpSpPr>
                <p:sp>
                  <p:nvSpPr>
                    <p:cNvPr id="5196" name="Google Shape;5196;p72"/>
                    <p:cNvSpPr/>
                    <p:nvPr/>
                  </p:nvSpPr>
                  <p:spPr>
                    <a:xfrm>
                      <a:off x="2727495" y="1120652"/>
                      <a:ext cx="300271" cy="396358"/>
                    </a:xfrm>
                    <a:custGeom>
                      <a:avLst/>
                      <a:gdLst/>
                      <a:ahLst/>
                      <a:cxnLst/>
                      <a:rect l="l" t="t" r="r" b="b"/>
                      <a:pathLst>
                        <a:path w="47681" h="62939" extrusionOk="0">
                          <a:moveTo>
                            <a:pt x="23841" y="1"/>
                          </a:moveTo>
                          <a:cubicBezTo>
                            <a:pt x="22726" y="1"/>
                            <a:pt x="21612" y="340"/>
                            <a:pt x="20660" y="1017"/>
                          </a:cubicBezTo>
                          <a:cubicBezTo>
                            <a:pt x="14168" y="5636"/>
                            <a:pt x="0" y="17280"/>
                            <a:pt x="0" y="30914"/>
                          </a:cubicBezTo>
                          <a:cubicBezTo>
                            <a:pt x="0" y="48601"/>
                            <a:pt x="10674" y="62939"/>
                            <a:pt x="23841" y="62939"/>
                          </a:cubicBezTo>
                          <a:cubicBezTo>
                            <a:pt x="37007" y="62939"/>
                            <a:pt x="47681" y="48600"/>
                            <a:pt x="47681" y="30914"/>
                          </a:cubicBezTo>
                          <a:cubicBezTo>
                            <a:pt x="47681" y="17280"/>
                            <a:pt x="33513" y="5636"/>
                            <a:pt x="27022" y="1017"/>
                          </a:cubicBezTo>
                          <a:cubicBezTo>
                            <a:pt x="26069" y="340"/>
                            <a:pt x="24955" y="1"/>
                            <a:pt x="23841"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7" name="Google Shape;5197;p72"/>
                    <p:cNvSpPr/>
                    <p:nvPr/>
                  </p:nvSpPr>
                  <p:spPr>
                    <a:xfrm>
                      <a:off x="2771659" y="1178948"/>
                      <a:ext cx="211942" cy="279766"/>
                    </a:xfrm>
                    <a:custGeom>
                      <a:avLst/>
                      <a:gdLst/>
                      <a:ahLst/>
                      <a:cxnLst/>
                      <a:rect l="l" t="t" r="r" b="b"/>
                      <a:pathLst>
                        <a:path w="33655" h="44425" extrusionOk="0">
                          <a:moveTo>
                            <a:pt x="16828" y="0"/>
                          </a:moveTo>
                          <a:cubicBezTo>
                            <a:pt x="16042" y="0"/>
                            <a:pt x="15255" y="240"/>
                            <a:pt x="14583" y="718"/>
                          </a:cubicBezTo>
                          <a:cubicBezTo>
                            <a:pt x="10001" y="3978"/>
                            <a:pt x="1" y="12199"/>
                            <a:pt x="1" y="21821"/>
                          </a:cubicBezTo>
                          <a:cubicBezTo>
                            <a:pt x="1" y="34304"/>
                            <a:pt x="7534" y="44424"/>
                            <a:pt x="16828" y="44424"/>
                          </a:cubicBezTo>
                          <a:cubicBezTo>
                            <a:pt x="26121" y="44424"/>
                            <a:pt x="33654" y="34304"/>
                            <a:pt x="33654" y="21821"/>
                          </a:cubicBezTo>
                          <a:cubicBezTo>
                            <a:pt x="33654" y="12197"/>
                            <a:pt x="23654" y="3978"/>
                            <a:pt x="19072" y="718"/>
                          </a:cubicBezTo>
                          <a:cubicBezTo>
                            <a:pt x="18401" y="240"/>
                            <a:pt x="17615" y="0"/>
                            <a:pt x="16828"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5198" name="Google Shape;5198;p72"/>
                <p:cNvGrpSpPr/>
                <p:nvPr/>
              </p:nvGrpSpPr>
              <p:grpSpPr>
                <a:xfrm>
                  <a:off x="2722305" y="1350460"/>
                  <a:ext cx="308357" cy="308344"/>
                  <a:chOff x="2722305" y="1350460"/>
                  <a:chExt cx="308357" cy="308344"/>
                </a:xfrm>
              </p:grpSpPr>
              <p:sp>
                <p:nvSpPr>
                  <p:cNvPr id="5199" name="Google Shape;5199;p72"/>
                  <p:cNvSpPr/>
                  <p:nvPr/>
                </p:nvSpPr>
                <p:spPr>
                  <a:xfrm>
                    <a:off x="2722305" y="1350460"/>
                    <a:ext cx="308357" cy="308344"/>
                  </a:xfrm>
                  <a:custGeom>
                    <a:avLst/>
                    <a:gdLst/>
                    <a:ahLst/>
                    <a:cxnLst/>
                    <a:rect l="l" t="t" r="r" b="b"/>
                    <a:pathLst>
                      <a:path w="48965" h="48963" extrusionOk="0">
                        <a:moveTo>
                          <a:pt x="24483" y="0"/>
                        </a:moveTo>
                        <a:cubicBezTo>
                          <a:pt x="17990" y="0"/>
                          <a:pt x="11762" y="2578"/>
                          <a:pt x="7172" y="7170"/>
                        </a:cubicBezTo>
                        <a:cubicBezTo>
                          <a:pt x="2580" y="11762"/>
                          <a:pt x="0" y="17988"/>
                          <a:pt x="0" y="24481"/>
                        </a:cubicBezTo>
                        <a:cubicBezTo>
                          <a:pt x="0" y="30974"/>
                          <a:pt x="2580" y="37202"/>
                          <a:pt x="7172" y="41792"/>
                        </a:cubicBezTo>
                        <a:cubicBezTo>
                          <a:pt x="11762" y="46384"/>
                          <a:pt x="17990" y="48962"/>
                          <a:pt x="24483" y="48962"/>
                        </a:cubicBezTo>
                        <a:cubicBezTo>
                          <a:pt x="30976" y="48962"/>
                          <a:pt x="37202" y="46384"/>
                          <a:pt x="41794" y="41792"/>
                        </a:cubicBezTo>
                        <a:cubicBezTo>
                          <a:pt x="46386" y="37202"/>
                          <a:pt x="48964" y="30974"/>
                          <a:pt x="48964" y="24481"/>
                        </a:cubicBezTo>
                        <a:cubicBezTo>
                          <a:pt x="48964" y="17988"/>
                          <a:pt x="46386" y="11762"/>
                          <a:pt x="41794" y="7170"/>
                        </a:cubicBezTo>
                        <a:cubicBezTo>
                          <a:pt x="37202" y="2578"/>
                          <a:pt x="30976" y="0"/>
                          <a:pt x="24483"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200" name="Google Shape;5200;p72"/>
                  <p:cNvGrpSpPr/>
                  <p:nvPr/>
                </p:nvGrpSpPr>
                <p:grpSpPr>
                  <a:xfrm>
                    <a:off x="2725064" y="1364529"/>
                    <a:ext cx="297954" cy="280182"/>
                    <a:chOff x="2725064" y="1364529"/>
                    <a:chExt cx="297954" cy="280182"/>
                  </a:xfrm>
                </p:grpSpPr>
                <p:sp>
                  <p:nvSpPr>
                    <p:cNvPr id="5201" name="Google Shape;5201;p72"/>
                    <p:cNvSpPr/>
                    <p:nvPr/>
                  </p:nvSpPr>
                  <p:spPr>
                    <a:xfrm>
                      <a:off x="2743100" y="1541306"/>
                      <a:ext cx="133551" cy="103405"/>
                    </a:xfrm>
                    <a:custGeom>
                      <a:avLst/>
                      <a:gdLst/>
                      <a:ahLst/>
                      <a:cxnLst/>
                      <a:rect l="l" t="t" r="r" b="b"/>
                      <a:pathLst>
                        <a:path w="21207" h="16420" extrusionOk="0">
                          <a:moveTo>
                            <a:pt x="3036" y="0"/>
                          </a:moveTo>
                          <a:lnTo>
                            <a:pt x="0" y="986"/>
                          </a:lnTo>
                          <a:cubicBezTo>
                            <a:pt x="722" y="3230"/>
                            <a:pt x="1796" y="5346"/>
                            <a:pt x="3182" y="7254"/>
                          </a:cubicBezTo>
                          <a:cubicBezTo>
                            <a:pt x="7535" y="13245"/>
                            <a:pt x="14318" y="16420"/>
                            <a:pt x="21196" y="16420"/>
                          </a:cubicBezTo>
                          <a:cubicBezTo>
                            <a:pt x="21200" y="16420"/>
                            <a:pt x="21203" y="16420"/>
                            <a:pt x="21207" y="16420"/>
                          </a:cubicBezTo>
                          <a:lnTo>
                            <a:pt x="21207" y="13228"/>
                          </a:lnTo>
                          <a:cubicBezTo>
                            <a:pt x="21203" y="13228"/>
                            <a:pt x="21200" y="13228"/>
                            <a:pt x="21196" y="13228"/>
                          </a:cubicBezTo>
                          <a:cubicBezTo>
                            <a:pt x="15304" y="13228"/>
                            <a:pt x="9492" y="10509"/>
                            <a:pt x="5763" y="5378"/>
                          </a:cubicBezTo>
                          <a:cubicBezTo>
                            <a:pt x="4574" y="3741"/>
                            <a:pt x="3654" y="1926"/>
                            <a:pt x="3036"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2" name="Google Shape;5202;p72"/>
                    <p:cNvSpPr/>
                    <p:nvPr/>
                  </p:nvSpPr>
                  <p:spPr>
                    <a:xfrm>
                      <a:off x="2946887" y="1391180"/>
                      <a:ext cx="76130" cy="156241"/>
                    </a:xfrm>
                    <a:custGeom>
                      <a:avLst/>
                      <a:gdLst/>
                      <a:ahLst/>
                      <a:cxnLst/>
                      <a:rect l="l" t="t" r="r" b="b"/>
                      <a:pathLst>
                        <a:path w="12089" h="24810" extrusionOk="0">
                          <a:moveTo>
                            <a:pt x="1876" y="0"/>
                          </a:moveTo>
                          <a:lnTo>
                            <a:pt x="0" y="2583"/>
                          </a:lnTo>
                          <a:cubicBezTo>
                            <a:pt x="1626" y="3761"/>
                            <a:pt x="3057" y="5189"/>
                            <a:pt x="4237" y="6815"/>
                          </a:cubicBezTo>
                          <a:cubicBezTo>
                            <a:pt x="7945" y="11917"/>
                            <a:pt x="8749" y="18242"/>
                            <a:pt x="6967" y="23823"/>
                          </a:cubicBezTo>
                          <a:lnTo>
                            <a:pt x="10002" y="24809"/>
                          </a:lnTo>
                          <a:cubicBezTo>
                            <a:pt x="12089" y="18290"/>
                            <a:pt x="11151" y="10899"/>
                            <a:pt x="6820" y="4938"/>
                          </a:cubicBezTo>
                          <a:cubicBezTo>
                            <a:pt x="5442" y="3041"/>
                            <a:pt x="3774" y="1375"/>
                            <a:pt x="1876"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3" name="Google Shape;5203;p72"/>
                    <p:cNvSpPr/>
                    <p:nvPr/>
                  </p:nvSpPr>
                  <p:spPr>
                    <a:xfrm>
                      <a:off x="2794481" y="1364529"/>
                      <a:ext cx="164226" cy="42924"/>
                    </a:xfrm>
                    <a:custGeom>
                      <a:avLst/>
                      <a:gdLst/>
                      <a:ahLst/>
                      <a:cxnLst/>
                      <a:rect l="l" t="t" r="r" b="b"/>
                      <a:pathLst>
                        <a:path w="26078" h="6816" extrusionOk="0">
                          <a:moveTo>
                            <a:pt x="12998" y="1"/>
                          </a:moveTo>
                          <a:cubicBezTo>
                            <a:pt x="8487" y="1"/>
                            <a:pt x="3935" y="1369"/>
                            <a:pt x="0" y="4210"/>
                          </a:cubicBezTo>
                          <a:lnTo>
                            <a:pt x="1876" y="6793"/>
                          </a:lnTo>
                          <a:cubicBezTo>
                            <a:pt x="5245" y="4363"/>
                            <a:pt x="9141" y="3193"/>
                            <a:pt x="13002" y="3193"/>
                          </a:cubicBezTo>
                          <a:cubicBezTo>
                            <a:pt x="16976" y="3193"/>
                            <a:pt x="20914" y="4433"/>
                            <a:pt x="24201" y="6815"/>
                          </a:cubicBezTo>
                          <a:lnTo>
                            <a:pt x="26077" y="4232"/>
                          </a:lnTo>
                          <a:cubicBezTo>
                            <a:pt x="22239" y="1449"/>
                            <a:pt x="17641" y="1"/>
                            <a:pt x="12998"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4" name="Google Shape;5204;p72"/>
                    <p:cNvSpPr/>
                    <p:nvPr/>
                  </p:nvSpPr>
                  <p:spPr>
                    <a:xfrm>
                      <a:off x="2876645" y="1541193"/>
                      <a:ext cx="133243" cy="103518"/>
                    </a:xfrm>
                    <a:custGeom>
                      <a:avLst/>
                      <a:gdLst/>
                      <a:ahLst/>
                      <a:cxnLst/>
                      <a:rect l="l" t="t" r="r" b="b"/>
                      <a:pathLst>
                        <a:path w="21158" h="16438" extrusionOk="0">
                          <a:moveTo>
                            <a:pt x="18123" y="1"/>
                          </a:moveTo>
                          <a:cubicBezTo>
                            <a:pt x="16894" y="3864"/>
                            <a:pt x="14459" y="7233"/>
                            <a:pt x="11175" y="9612"/>
                          </a:cubicBezTo>
                          <a:cubicBezTo>
                            <a:pt x="7931" y="11974"/>
                            <a:pt x="4021" y="13246"/>
                            <a:pt x="8" y="13246"/>
                          </a:cubicBezTo>
                          <a:cubicBezTo>
                            <a:pt x="6" y="13246"/>
                            <a:pt x="3" y="13246"/>
                            <a:pt x="1" y="13246"/>
                          </a:cubicBezTo>
                          <a:lnTo>
                            <a:pt x="1" y="16438"/>
                          </a:lnTo>
                          <a:cubicBezTo>
                            <a:pt x="4532" y="16436"/>
                            <a:pt x="9106" y="15060"/>
                            <a:pt x="13053" y="12192"/>
                          </a:cubicBezTo>
                          <a:cubicBezTo>
                            <a:pt x="17030" y="9301"/>
                            <a:pt x="19767" y="5338"/>
                            <a:pt x="21157" y="988"/>
                          </a:cubicBezTo>
                          <a:lnTo>
                            <a:pt x="18123" y="1"/>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5" name="Google Shape;5205;p72"/>
                    <p:cNvSpPr/>
                    <p:nvPr/>
                  </p:nvSpPr>
                  <p:spPr>
                    <a:xfrm>
                      <a:off x="2725064" y="1391035"/>
                      <a:ext cx="81238" cy="156487"/>
                    </a:xfrm>
                    <a:custGeom>
                      <a:avLst/>
                      <a:gdLst/>
                      <a:ahLst/>
                      <a:cxnLst/>
                      <a:rect l="l" t="t" r="r" b="b"/>
                      <a:pathLst>
                        <a:path w="12900" h="24849" extrusionOk="0">
                          <a:moveTo>
                            <a:pt x="11023" y="1"/>
                          </a:moveTo>
                          <a:cubicBezTo>
                            <a:pt x="11006" y="13"/>
                            <a:pt x="10987" y="26"/>
                            <a:pt x="10967" y="39"/>
                          </a:cubicBezTo>
                          <a:cubicBezTo>
                            <a:pt x="2989" y="5836"/>
                            <a:pt x="1" y="15945"/>
                            <a:pt x="2866" y="24848"/>
                          </a:cubicBezTo>
                          <a:lnTo>
                            <a:pt x="5900" y="23861"/>
                          </a:lnTo>
                          <a:cubicBezTo>
                            <a:pt x="3451" y="16238"/>
                            <a:pt x="6012" y="7585"/>
                            <a:pt x="12845" y="2622"/>
                          </a:cubicBezTo>
                          <a:cubicBezTo>
                            <a:pt x="12862" y="2608"/>
                            <a:pt x="12882" y="2597"/>
                            <a:pt x="12899" y="2584"/>
                          </a:cubicBezTo>
                          <a:lnTo>
                            <a:pt x="11023" y="1"/>
                          </a:ln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sp>
          <p:nvSpPr>
            <p:cNvPr id="5206" name="Google Shape;5206;p72"/>
            <p:cNvSpPr/>
            <p:nvPr/>
          </p:nvSpPr>
          <p:spPr>
            <a:xfrm>
              <a:off x="2621966" y="1245876"/>
              <a:ext cx="114832" cy="86149"/>
            </a:xfrm>
            <a:custGeom>
              <a:avLst/>
              <a:gdLst/>
              <a:ahLst/>
              <a:cxnLst/>
              <a:rect l="l" t="t" r="r" b="b"/>
              <a:pathLst>
                <a:path w="10285" h="7716" extrusionOk="0">
                  <a:moveTo>
                    <a:pt x="10284" y="1"/>
                  </a:moveTo>
                  <a:lnTo>
                    <a:pt x="7413" y="282"/>
                  </a:lnTo>
                  <a:lnTo>
                    <a:pt x="7949" y="1144"/>
                  </a:lnTo>
                  <a:cubicBezTo>
                    <a:pt x="4966" y="2788"/>
                    <a:pt x="2280" y="4920"/>
                    <a:pt x="0" y="7451"/>
                  </a:cubicBezTo>
                  <a:lnTo>
                    <a:pt x="294" y="7716"/>
                  </a:lnTo>
                  <a:cubicBezTo>
                    <a:pt x="2547" y="5212"/>
                    <a:pt x="5206" y="3102"/>
                    <a:pt x="8156" y="1479"/>
                  </a:cubicBezTo>
                  <a:lnTo>
                    <a:pt x="8760" y="245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7" name="Google Shape;5207;p72"/>
            <p:cNvSpPr/>
            <p:nvPr/>
          </p:nvSpPr>
          <p:spPr>
            <a:xfrm>
              <a:off x="2517909" y="1600456"/>
              <a:ext cx="54396" cy="134951"/>
            </a:xfrm>
            <a:custGeom>
              <a:avLst/>
              <a:gdLst/>
              <a:ahLst/>
              <a:cxnLst/>
              <a:rect l="l" t="t" r="r" b="b"/>
              <a:pathLst>
                <a:path w="4872" h="12087" extrusionOk="0">
                  <a:moveTo>
                    <a:pt x="4871" y="11889"/>
                  </a:moveTo>
                  <a:cubicBezTo>
                    <a:pt x="3186" y="8971"/>
                    <a:pt x="2004" y="5793"/>
                    <a:pt x="1370" y="2482"/>
                  </a:cubicBezTo>
                  <a:lnTo>
                    <a:pt x="2481" y="2209"/>
                  </a:lnTo>
                  <a:lnTo>
                    <a:pt x="620" y="0"/>
                  </a:lnTo>
                  <a:lnTo>
                    <a:pt x="1" y="2820"/>
                  </a:lnTo>
                  <a:lnTo>
                    <a:pt x="987" y="2578"/>
                  </a:lnTo>
                  <a:cubicBezTo>
                    <a:pt x="1629" y="5923"/>
                    <a:pt x="2827" y="9136"/>
                    <a:pt x="4530" y="12087"/>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8" name="Google Shape;5208;p72"/>
            <p:cNvSpPr/>
            <p:nvPr/>
          </p:nvSpPr>
          <p:spPr>
            <a:xfrm>
              <a:off x="3174265" y="1614044"/>
              <a:ext cx="46346" cy="135275"/>
            </a:xfrm>
            <a:custGeom>
              <a:avLst/>
              <a:gdLst/>
              <a:ahLst/>
              <a:cxnLst/>
              <a:rect l="l" t="t" r="r" b="b"/>
              <a:pathLst>
                <a:path w="4151" h="12116" extrusionOk="0">
                  <a:moveTo>
                    <a:pt x="4150" y="41"/>
                  </a:moveTo>
                  <a:lnTo>
                    <a:pt x="3759" y="0"/>
                  </a:lnTo>
                  <a:cubicBezTo>
                    <a:pt x="3405" y="3350"/>
                    <a:pt x="2494" y="6618"/>
                    <a:pt x="1059" y="9668"/>
                  </a:cubicBezTo>
                  <a:lnTo>
                    <a:pt x="0" y="9237"/>
                  </a:lnTo>
                  <a:lnTo>
                    <a:pt x="208" y="12116"/>
                  </a:lnTo>
                  <a:lnTo>
                    <a:pt x="2367" y="10200"/>
                  </a:lnTo>
                  <a:lnTo>
                    <a:pt x="1426" y="9817"/>
                  </a:lnTo>
                  <a:cubicBezTo>
                    <a:pt x="2873" y="6733"/>
                    <a:pt x="3793" y="3429"/>
                    <a:pt x="4150" y="4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9" name="Google Shape;5209;p72"/>
            <p:cNvSpPr/>
            <p:nvPr/>
          </p:nvSpPr>
          <p:spPr>
            <a:xfrm>
              <a:off x="3023194" y="1254350"/>
              <a:ext cx="116417" cy="83525"/>
            </a:xfrm>
            <a:custGeom>
              <a:avLst/>
              <a:gdLst/>
              <a:ahLst/>
              <a:cxnLst/>
              <a:rect l="l" t="t" r="r" b="b"/>
              <a:pathLst>
                <a:path w="10427" h="7481" extrusionOk="0">
                  <a:moveTo>
                    <a:pt x="10427" y="7480"/>
                  </a:moveTo>
                  <a:lnTo>
                    <a:pt x="9270" y="4835"/>
                  </a:lnTo>
                  <a:lnTo>
                    <a:pt x="8616" y="5611"/>
                  </a:lnTo>
                  <a:cubicBezTo>
                    <a:pt x="6131" y="3282"/>
                    <a:pt x="3273" y="1386"/>
                    <a:pt x="160" y="1"/>
                  </a:cubicBezTo>
                  <a:lnTo>
                    <a:pt x="0" y="361"/>
                  </a:lnTo>
                  <a:cubicBezTo>
                    <a:pt x="3078" y="1731"/>
                    <a:pt x="5904" y="3608"/>
                    <a:pt x="8362" y="5913"/>
                  </a:cubicBezTo>
                  <a:lnTo>
                    <a:pt x="7624" y="6787"/>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10" name="Google Shape;5210;p72"/>
            <p:cNvSpPr/>
            <p:nvPr/>
          </p:nvSpPr>
          <p:spPr>
            <a:xfrm rot="8660313">
              <a:off x="2818264" y="1861446"/>
              <a:ext cx="116433" cy="83536"/>
            </a:xfrm>
            <a:custGeom>
              <a:avLst/>
              <a:gdLst/>
              <a:ahLst/>
              <a:cxnLst/>
              <a:rect l="l" t="t" r="r" b="b"/>
              <a:pathLst>
                <a:path w="10427" h="7481" extrusionOk="0">
                  <a:moveTo>
                    <a:pt x="10427" y="7480"/>
                  </a:moveTo>
                  <a:lnTo>
                    <a:pt x="9270" y="4835"/>
                  </a:lnTo>
                  <a:lnTo>
                    <a:pt x="8616" y="5611"/>
                  </a:lnTo>
                  <a:cubicBezTo>
                    <a:pt x="6131" y="3282"/>
                    <a:pt x="3273" y="1386"/>
                    <a:pt x="160" y="1"/>
                  </a:cubicBezTo>
                  <a:lnTo>
                    <a:pt x="0" y="361"/>
                  </a:lnTo>
                  <a:cubicBezTo>
                    <a:pt x="3078" y="1731"/>
                    <a:pt x="5904" y="3608"/>
                    <a:pt x="8362" y="5913"/>
                  </a:cubicBezTo>
                  <a:lnTo>
                    <a:pt x="7624" y="6787"/>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211" name="Google Shape;5211;p72"/>
          <p:cNvGrpSpPr/>
          <p:nvPr/>
        </p:nvGrpSpPr>
        <p:grpSpPr>
          <a:xfrm>
            <a:off x="3909124" y="2727412"/>
            <a:ext cx="1569144" cy="591015"/>
            <a:chOff x="3820100" y="3023049"/>
            <a:chExt cx="1303926" cy="491162"/>
          </a:xfrm>
        </p:grpSpPr>
        <p:grpSp>
          <p:nvGrpSpPr>
            <p:cNvPr id="5212" name="Google Shape;5212;p72"/>
            <p:cNvGrpSpPr/>
            <p:nvPr/>
          </p:nvGrpSpPr>
          <p:grpSpPr>
            <a:xfrm>
              <a:off x="3820100" y="3023072"/>
              <a:ext cx="1303926" cy="491139"/>
              <a:chOff x="3820100" y="3023072"/>
              <a:chExt cx="1303926" cy="491139"/>
            </a:xfrm>
          </p:grpSpPr>
          <p:sp>
            <p:nvSpPr>
              <p:cNvPr id="5213" name="Google Shape;5213;p72"/>
              <p:cNvSpPr/>
              <p:nvPr/>
            </p:nvSpPr>
            <p:spPr>
              <a:xfrm>
                <a:off x="3820100" y="3023072"/>
                <a:ext cx="505424" cy="491139"/>
              </a:xfrm>
              <a:custGeom>
                <a:avLst/>
                <a:gdLst/>
                <a:ahLst/>
                <a:cxnLst/>
                <a:rect l="l" t="t" r="r" b="b"/>
                <a:pathLst>
                  <a:path w="45218" h="43940" extrusionOk="0">
                    <a:moveTo>
                      <a:pt x="0" y="0"/>
                    </a:moveTo>
                    <a:cubicBezTo>
                      <a:pt x="0" y="24200"/>
                      <a:pt x="19796" y="43939"/>
                      <a:pt x="44111" y="43939"/>
                    </a:cubicBezTo>
                    <a:lnTo>
                      <a:pt x="45218" y="43939"/>
                    </a:lnTo>
                    <a:lnTo>
                      <a:pt x="45218" y="34795"/>
                    </a:lnTo>
                    <a:lnTo>
                      <a:pt x="44111" y="34795"/>
                    </a:lnTo>
                    <a:cubicBezTo>
                      <a:pt x="24972" y="34795"/>
                      <a:pt x="9345" y="19439"/>
                      <a:pt x="9103" y="450"/>
                    </a:cubicBezTo>
                    <a:cubicBezTo>
                      <a:pt x="9103" y="301"/>
                      <a:pt x="9100" y="150"/>
                      <a:pt x="9100"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14" name="Google Shape;5214;p72"/>
              <p:cNvSpPr/>
              <p:nvPr/>
            </p:nvSpPr>
            <p:spPr>
              <a:xfrm>
                <a:off x="4323828" y="3411976"/>
                <a:ext cx="800197" cy="102229"/>
              </a:xfrm>
              <a:custGeom>
                <a:avLst/>
                <a:gdLst/>
                <a:ahLst/>
                <a:cxnLst/>
                <a:rect l="l" t="t" r="r" b="b"/>
                <a:pathLst>
                  <a:path w="71590" h="9146" extrusionOk="0">
                    <a:moveTo>
                      <a:pt x="1" y="1"/>
                    </a:moveTo>
                    <a:lnTo>
                      <a:pt x="1" y="9145"/>
                    </a:lnTo>
                    <a:lnTo>
                      <a:pt x="71589" y="9145"/>
                    </a:lnTo>
                    <a:lnTo>
                      <a:pt x="71589"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215" name="Google Shape;5215;p72"/>
            <p:cNvGrpSpPr/>
            <p:nvPr/>
          </p:nvGrpSpPr>
          <p:grpSpPr>
            <a:xfrm>
              <a:off x="4132439" y="3023645"/>
              <a:ext cx="393633" cy="177096"/>
              <a:chOff x="4132439" y="3023645"/>
              <a:chExt cx="393633" cy="177096"/>
            </a:xfrm>
          </p:grpSpPr>
          <p:sp>
            <p:nvSpPr>
              <p:cNvPr id="5216" name="Google Shape;5216;p72"/>
              <p:cNvSpPr/>
              <p:nvPr/>
            </p:nvSpPr>
            <p:spPr>
              <a:xfrm>
                <a:off x="4132439" y="3023645"/>
                <a:ext cx="190085" cy="177096"/>
              </a:xfrm>
              <a:custGeom>
                <a:avLst/>
                <a:gdLst/>
                <a:ahLst/>
                <a:cxnLst/>
                <a:rect l="l" t="t" r="r" b="b"/>
                <a:pathLst>
                  <a:path w="17006" h="15844" extrusionOk="0">
                    <a:moveTo>
                      <a:pt x="0" y="1"/>
                    </a:moveTo>
                    <a:cubicBezTo>
                      <a:pt x="0" y="5035"/>
                      <a:pt x="2405" y="9521"/>
                      <a:pt x="6124" y="12423"/>
                    </a:cubicBezTo>
                    <a:cubicBezTo>
                      <a:pt x="8932" y="14639"/>
                      <a:pt x="12404" y="15844"/>
                      <a:pt x="15981" y="15844"/>
                    </a:cubicBezTo>
                    <a:lnTo>
                      <a:pt x="17005" y="15844"/>
                    </a:lnTo>
                    <a:lnTo>
                      <a:pt x="17005" y="6962"/>
                    </a:lnTo>
                    <a:lnTo>
                      <a:pt x="15905" y="6962"/>
                    </a:lnTo>
                    <a:cubicBezTo>
                      <a:pt x="12043" y="6962"/>
                      <a:pt x="8822" y="3862"/>
                      <a:pt x="8822"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17" name="Google Shape;5217;p72"/>
              <p:cNvSpPr/>
              <p:nvPr/>
            </p:nvSpPr>
            <p:spPr>
              <a:xfrm>
                <a:off x="4318649" y="3101461"/>
                <a:ext cx="207423" cy="99267"/>
              </a:xfrm>
              <a:custGeom>
                <a:avLst/>
                <a:gdLst/>
                <a:ahLst/>
                <a:cxnLst/>
                <a:rect l="l" t="t" r="r" b="b"/>
                <a:pathLst>
                  <a:path w="18211" h="8881" extrusionOk="0">
                    <a:moveTo>
                      <a:pt x="0" y="0"/>
                    </a:moveTo>
                    <a:lnTo>
                      <a:pt x="0" y="8880"/>
                    </a:lnTo>
                    <a:lnTo>
                      <a:pt x="18210" y="8880"/>
                    </a:lnTo>
                    <a:lnTo>
                      <a:pt x="18210"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218" name="Google Shape;5218;p72"/>
            <p:cNvGrpSpPr/>
            <p:nvPr/>
          </p:nvGrpSpPr>
          <p:grpSpPr>
            <a:xfrm>
              <a:off x="3921811" y="3023049"/>
              <a:ext cx="1002397" cy="388943"/>
              <a:chOff x="3921811" y="3023049"/>
              <a:chExt cx="1002397" cy="388943"/>
            </a:xfrm>
          </p:grpSpPr>
          <p:sp>
            <p:nvSpPr>
              <p:cNvPr id="5219" name="Google Shape;5219;p72"/>
              <p:cNvSpPr/>
              <p:nvPr/>
            </p:nvSpPr>
            <p:spPr>
              <a:xfrm>
                <a:off x="3921811" y="3023049"/>
                <a:ext cx="403709" cy="388943"/>
              </a:xfrm>
              <a:custGeom>
                <a:avLst/>
                <a:gdLst/>
                <a:ahLst/>
                <a:cxnLst/>
                <a:rect l="l" t="t" r="r" b="b"/>
                <a:pathLst>
                  <a:path w="36118" h="34797" extrusionOk="0">
                    <a:moveTo>
                      <a:pt x="0" y="1"/>
                    </a:moveTo>
                    <a:cubicBezTo>
                      <a:pt x="0" y="152"/>
                      <a:pt x="3" y="301"/>
                      <a:pt x="3" y="452"/>
                    </a:cubicBezTo>
                    <a:cubicBezTo>
                      <a:pt x="245" y="19441"/>
                      <a:pt x="15879" y="34797"/>
                      <a:pt x="35018" y="34797"/>
                    </a:cubicBezTo>
                    <a:lnTo>
                      <a:pt x="36118" y="34797"/>
                    </a:lnTo>
                    <a:lnTo>
                      <a:pt x="36118" y="25652"/>
                    </a:lnTo>
                    <a:lnTo>
                      <a:pt x="34843" y="25652"/>
                    </a:lnTo>
                    <a:lnTo>
                      <a:pt x="34798" y="25632"/>
                    </a:lnTo>
                    <a:cubicBezTo>
                      <a:pt x="20649" y="25575"/>
                      <a:pt x="9181" y="14193"/>
                      <a:pt x="9115" y="123"/>
                    </a:cubicBezTo>
                    <a:cubicBezTo>
                      <a:pt x="9115" y="81"/>
                      <a:pt x="9108" y="42"/>
                      <a:pt x="9108"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0" name="Google Shape;5220;p72"/>
              <p:cNvSpPr/>
              <p:nvPr/>
            </p:nvSpPr>
            <p:spPr>
              <a:xfrm>
                <a:off x="4322109" y="3309770"/>
                <a:ext cx="602098" cy="102218"/>
              </a:xfrm>
              <a:custGeom>
                <a:avLst/>
                <a:gdLst/>
                <a:ahLst/>
                <a:cxnLst/>
                <a:rect l="l" t="t" r="r" b="b"/>
                <a:pathLst>
                  <a:path w="53867" h="9145" extrusionOk="0">
                    <a:moveTo>
                      <a:pt x="1" y="0"/>
                    </a:moveTo>
                    <a:lnTo>
                      <a:pt x="1" y="9145"/>
                    </a:lnTo>
                    <a:lnTo>
                      <a:pt x="53867" y="9145"/>
                    </a:lnTo>
                    <a:lnTo>
                      <a:pt x="53867"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221" name="Google Shape;5221;p72"/>
            <p:cNvGrpSpPr/>
            <p:nvPr/>
          </p:nvGrpSpPr>
          <p:grpSpPr>
            <a:xfrm>
              <a:off x="4023645" y="3023049"/>
              <a:ext cx="683032" cy="286722"/>
              <a:chOff x="4023645" y="3023049"/>
              <a:chExt cx="683032" cy="286722"/>
            </a:xfrm>
          </p:grpSpPr>
          <p:sp>
            <p:nvSpPr>
              <p:cNvPr id="5222" name="Google Shape;5222;p72"/>
              <p:cNvSpPr/>
              <p:nvPr/>
            </p:nvSpPr>
            <p:spPr>
              <a:xfrm>
                <a:off x="4023645" y="3023049"/>
                <a:ext cx="300664" cy="286524"/>
              </a:xfrm>
              <a:custGeom>
                <a:avLst/>
                <a:gdLst/>
                <a:ahLst/>
                <a:cxnLst/>
                <a:rect l="l" t="t" r="r" b="b"/>
                <a:pathLst>
                  <a:path w="26899" h="25634" extrusionOk="0">
                    <a:moveTo>
                      <a:pt x="1" y="1"/>
                    </a:moveTo>
                    <a:cubicBezTo>
                      <a:pt x="1" y="42"/>
                      <a:pt x="4" y="81"/>
                      <a:pt x="4" y="121"/>
                    </a:cubicBezTo>
                    <a:cubicBezTo>
                      <a:pt x="70" y="14193"/>
                      <a:pt x="11538" y="25575"/>
                      <a:pt x="25687" y="25630"/>
                    </a:cubicBezTo>
                    <a:cubicBezTo>
                      <a:pt x="25723" y="25630"/>
                      <a:pt x="25757" y="25634"/>
                      <a:pt x="25792" y="25634"/>
                    </a:cubicBezTo>
                    <a:lnTo>
                      <a:pt x="26899" y="25634"/>
                    </a:lnTo>
                    <a:lnTo>
                      <a:pt x="26899" y="15842"/>
                    </a:lnTo>
                    <a:lnTo>
                      <a:pt x="25768" y="15842"/>
                    </a:lnTo>
                    <a:cubicBezTo>
                      <a:pt x="22191" y="15842"/>
                      <a:pt x="18719" y="14637"/>
                      <a:pt x="15911" y="12423"/>
                    </a:cubicBezTo>
                    <a:cubicBezTo>
                      <a:pt x="12192" y="9521"/>
                      <a:pt x="9787" y="5035"/>
                      <a:pt x="9787"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3" name="Google Shape;5223;p72"/>
              <p:cNvSpPr/>
              <p:nvPr/>
            </p:nvSpPr>
            <p:spPr>
              <a:xfrm>
                <a:off x="4314850" y="3200125"/>
                <a:ext cx="391827" cy="109646"/>
              </a:xfrm>
              <a:custGeom>
                <a:avLst/>
                <a:gdLst/>
                <a:ahLst/>
                <a:cxnLst/>
                <a:rect l="l" t="t" r="r" b="b"/>
                <a:pathLst>
                  <a:path w="35055" h="9792" extrusionOk="0">
                    <a:moveTo>
                      <a:pt x="1" y="0"/>
                    </a:moveTo>
                    <a:lnTo>
                      <a:pt x="1" y="88"/>
                    </a:lnTo>
                    <a:lnTo>
                      <a:pt x="1" y="9792"/>
                    </a:lnTo>
                    <a:lnTo>
                      <a:pt x="35054" y="9792"/>
                    </a:lnTo>
                    <a:lnTo>
                      <a:pt x="35054"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5224" name="Google Shape;5224;p72"/>
          <p:cNvGrpSpPr/>
          <p:nvPr/>
        </p:nvGrpSpPr>
        <p:grpSpPr>
          <a:xfrm>
            <a:off x="1541246" y="1854257"/>
            <a:ext cx="713522" cy="688025"/>
            <a:chOff x="1706078" y="2092648"/>
            <a:chExt cx="660913" cy="637296"/>
          </a:xfrm>
        </p:grpSpPr>
        <p:sp>
          <p:nvSpPr>
            <p:cNvPr id="5225" name="Google Shape;5225;p72"/>
            <p:cNvSpPr/>
            <p:nvPr/>
          </p:nvSpPr>
          <p:spPr>
            <a:xfrm>
              <a:off x="1745332" y="2158066"/>
              <a:ext cx="571867" cy="571878"/>
            </a:xfrm>
            <a:custGeom>
              <a:avLst/>
              <a:gdLst/>
              <a:ahLst/>
              <a:cxnLst/>
              <a:rect l="l" t="t" r="r" b="b"/>
              <a:pathLst>
                <a:path w="107747" h="107749" extrusionOk="0">
                  <a:moveTo>
                    <a:pt x="53874" y="11565"/>
                  </a:moveTo>
                  <a:cubicBezTo>
                    <a:pt x="77238" y="11565"/>
                    <a:pt x="96182" y="30509"/>
                    <a:pt x="96182" y="53873"/>
                  </a:cubicBezTo>
                  <a:cubicBezTo>
                    <a:pt x="96182" y="77240"/>
                    <a:pt x="77240" y="96182"/>
                    <a:pt x="53874" y="96182"/>
                  </a:cubicBezTo>
                  <a:cubicBezTo>
                    <a:pt x="30507" y="96182"/>
                    <a:pt x="11565" y="77240"/>
                    <a:pt x="11565" y="53873"/>
                  </a:cubicBezTo>
                  <a:cubicBezTo>
                    <a:pt x="11565" y="30509"/>
                    <a:pt x="30507" y="11565"/>
                    <a:pt x="53874" y="11565"/>
                  </a:cubicBezTo>
                  <a:close/>
                  <a:moveTo>
                    <a:pt x="53874" y="1"/>
                  </a:moveTo>
                  <a:cubicBezTo>
                    <a:pt x="24120" y="1"/>
                    <a:pt x="1" y="24120"/>
                    <a:pt x="1" y="53873"/>
                  </a:cubicBezTo>
                  <a:cubicBezTo>
                    <a:pt x="1" y="83626"/>
                    <a:pt x="24120" y="107748"/>
                    <a:pt x="53874" y="107748"/>
                  </a:cubicBezTo>
                  <a:cubicBezTo>
                    <a:pt x="83625" y="107748"/>
                    <a:pt x="107746" y="83626"/>
                    <a:pt x="107746" y="53873"/>
                  </a:cubicBezTo>
                  <a:cubicBezTo>
                    <a:pt x="107746" y="24120"/>
                    <a:pt x="83627" y="1"/>
                    <a:pt x="53874"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226" name="Google Shape;5226;p72"/>
            <p:cNvGrpSpPr/>
            <p:nvPr/>
          </p:nvGrpSpPr>
          <p:grpSpPr>
            <a:xfrm>
              <a:off x="1706078" y="2092648"/>
              <a:ext cx="660913" cy="575241"/>
              <a:chOff x="1706078" y="2092648"/>
              <a:chExt cx="660913" cy="575241"/>
            </a:xfrm>
          </p:grpSpPr>
          <p:sp>
            <p:nvSpPr>
              <p:cNvPr id="5227" name="Google Shape;5227;p72"/>
              <p:cNvSpPr/>
              <p:nvPr/>
            </p:nvSpPr>
            <p:spPr>
              <a:xfrm>
                <a:off x="1938891" y="2092648"/>
                <a:ext cx="192041" cy="353676"/>
              </a:xfrm>
              <a:custGeom>
                <a:avLst/>
                <a:gdLst/>
                <a:ahLst/>
                <a:cxnLst/>
                <a:rect l="l" t="t" r="r" b="b"/>
                <a:pathLst>
                  <a:path w="36183" h="66637" extrusionOk="0">
                    <a:moveTo>
                      <a:pt x="18094" y="1"/>
                    </a:moveTo>
                    <a:cubicBezTo>
                      <a:pt x="8801" y="1"/>
                      <a:pt x="1202" y="7552"/>
                      <a:pt x="1202" y="16877"/>
                    </a:cubicBezTo>
                    <a:cubicBezTo>
                      <a:pt x="1202" y="23723"/>
                      <a:pt x="5288" y="29491"/>
                      <a:pt x="11057" y="32260"/>
                    </a:cubicBezTo>
                    <a:cubicBezTo>
                      <a:pt x="13944" y="33580"/>
                      <a:pt x="15864" y="36464"/>
                      <a:pt x="15864" y="39714"/>
                    </a:cubicBezTo>
                    <a:cubicBezTo>
                      <a:pt x="15864" y="42954"/>
                      <a:pt x="13829" y="45963"/>
                      <a:pt x="10817" y="47040"/>
                    </a:cubicBezTo>
                    <a:cubicBezTo>
                      <a:pt x="6250" y="48723"/>
                      <a:pt x="2404" y="51972"/>
                      <a:pt x="1" y="56176"/>
                    </a:cubicBezTo>
                    <a:lnTo>
                      <a:pt x="18155" y="66637"/>
                    </a:lnTo>
                    <a:lnTo>
                      <a:pt x="36182" y="56176"/>
                    </a:lnTo>
                    <a:cubicBezTo>
                      <a:pt x="33779" y="51975"/>
                      <a:pt x="29930" y="48725"/>
                      <a:pt x="25479" y="47040"/>
                    </a:cubicBezTo>
                    <a:cubicBezTo>
                      <a:pt x="22352" y="45966"/>
                      <a:pt x="20316" y="42957"/>
                      <a:pt x="20316" y="39714"/>
                    </a:cubicBezTo>
                    <a:lnTo>
                      <a:pt x="20316" y="39474"/>
                    </a:lnTo>
                    <a:cubicBezTo>
                      <a:pt x="20316" y="36349"/>
                      <a:pt x="22239" y="33578"/>
                      <a:pt x="24998" y="32260"/>
                    </a:cubicBezTo>
                    <a:cubicBezTo>
                      <a:pt x="31250" y="29491"/>
                      <a:pt x="35461" y="22999"/>
                      <a:pt x="34980" y="15676"/>
                    </a:cubicBezTo>
                    <a:cubicBezTo>
                      <a:pt x="34375" y="7376"/>
                      <a:pt x="27644" y="646"/>
                      <a:pt x="19357" y="47"/>
                    </a:cubicBezTo>
                    <a:cubicBezTo>
                      <a:pt x="18933" y="18"/>
                      <a:pt x="18513" y="1"/>
                      <a:pt x="1809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8" name="Google Shape;5228;p72"/>
              <p:cNvSpPr/>
              <p:nvPr/>
            </p:nvSpPr>
            <p:spPr>
              <a:xfrm>
                <a:off x="1706078" y="2390779"/>
                <a:ext cx="329208" cy="277004"/>
              </a:xfrm>
              <a:custGeom>
                <a:avLst/>
                <a:gdLst/>
                <a:ahLst/>
                <a:cxnLst/>
                <a:rect l="l" t="t" r="r" b="b"/>
                <a:pathLst>
                  <a:path w="62027" h="52191" extrusionOk="0">
                    <a:moveTo>
                      <a:pt x="43872" y="1"/>
                    </a:moveTo>
                    <a:cubicBezTo>
                      <a:pt x="41468" y="4212"/>
                      <a:pt x="40629" y="9019"/>
                      <a:pt x="41353" y="13829"/>
                    </a:cubicBezTo>
                    <a:cubicBezTo>
                      <a:pt x="41946" y="17069"/>
                      <a:pt x="40389" y="20321"/>
                      <a:pt x="37504" y="21878"/>
                    </a:cubicBezTo>
                    <a:lnTo>
                      <a:pt x="37379" y="22004"/>
                    </a:lnTo>
                    <a:cubicBezTo>
                      <a:pt x="36131" y="22712"/>
                      <a:pt x="34723" y="23085"/>
                      <a:pt x="33288" y="23090"/>
                    </a:cubicBezTo>
                    <a:cubicBezTo>
                      <a:pt x="31652" y="23095"/>
                      <a:pt x="30056" y="22587"/>
                      <a:pt x="28724" y="21638"/>
                    </a:cubicBezTo>
                    <a:cubicBezTo>
                      <a:pt x="25815" y="19553"/>
                      <a:pt x="22344" y="18435"/>
                      <a:pt x="18815" y="18435"/>
                    </a:cubicBezTo>
                    <a:cubicBezTo>
                      <a:pt x="15632" y="18435"/>
                      <a:pt x="12399" y="19345"/>
                      <a:pt x="9490" y="21282"/>
                    </a:cubicBezTo>
                    <a:cubicBezTo>
                      <a:pt x="2520" y="25965"/>
                      <a:pt x="1" y="35101"/>
                      <a:pt x="3721" y="42677"/>
                    </a:cubicBezTo>
                    <a:cubicBezTo>
                      <a:pt x="6677" y="48755"/>
                      <a:pt x="12664" y="52191"/>
                      <a:pt x="18840" y="52191"/>
                    </a:cubicBezTo>
                    <a:cubicBezTo>
                      <a:pt x="21707" y="52191"/>
                      <a:pt x="24613" y="51450"/>
                      <a:pt x="27282" y="49890"/>
                    </a:cubicBezTo>
                    <a:cubicBezTo>
                      <a:pt x="33291" y="46525"/>
                      <a:pt x="36303" y="40151"/>
                      <a:pt x="35694" y="33659"/>
                    </a:cubicBezTo>
                    <a:cubicBezTo>
                      <a:pt x="35456" y="30534"/>
                      <a:pt x="37024" y="27407"/>
                      <a:pt x="39783" y="25852"/>
                    </a:cubicBezTo>
                    <a:cubicBezTo>
                      <a:pt x="41044" y="25114"/>
                      <a:pt x="42424" y="24748"/>
                      <a:pt x="43786" y="24748"/>
                    </a:cubicBezTo>
                    <a:cubicBezTo>
                      <a:pt x="45537" y="24748"/>
                      <a:pt x="47261" y="25356"/>
                      <a:pt x="48676" y="26573"/>
                    </a:cubicBezTo>
                    <a:cubicBezTo>
                      <a:pt x="52525" y="29572"/>
                      <a:pt x="57216" y="31255"/>
                      <a:pt x="62026" y="31255"/>
                    </a:cubicBezTo>
                    <a:lnTo>
                      <a:pt x="62026" y="10461"/>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9" name="Google Shape;5229;p72"/>
              <p:cNvSpPr/>
              <p:nvPr/>
            </p:nvSpPr>
            <p:spPr>
              <a:xfrm>
                <a:off x="2035235" y="2390779"/>
                <a:ext cx="331756" cy="277110"/>
              </a:xfrm>
              <a:custGeom>
                <a:avLst/>
                <a:gdLst/>
                <a:ahLst/>
                <a:cxnLst/>
                <a:rect l="l" t="t" r="r" b="b"/>
                <a:pathLst>
                  <a:path w="62507" h="52211" extrusionOk="0">
                    <a:moveTo>
                      <a:pt x="18030" y="1"/>
                    </a:moveTo>
                    <a:lnTo>
                      <a:pt x="0" y="10461"/>
                    </a:lnTo>
                    <a:lnTo>
                      <a:pt x="0" y="31253"/>
                    </a:lnTo>
                    <a:cubicBezTo>
                      <a:pt x="4807" y="31253"/>
                      <a:pt x="9489" y="29570"/>
                      <a:pt x="13222" y="26570"/>
                    </a:cubicBezTo>
                    <a:cubicBezTo>
                      <a:pt x="15722" y="24434"/>
                      <a:pt x="19307" y="24145"/>
                      <a:pt x="22118" y="25849"/>
                    </a:cubicBezTo>
                    <a:lnTo>
                      <a:pt x="22359" y="25965"/>
                    </a:lnTo>
                    <a:cubicBezTo>
                      <a:pt x="25003" y="27532"/>
                      <a:pt x="26560" y="30534"/>
                      <a:pt x="26204" y="33659"/>
                    </a:cubicBezTo>
                    <a:cubicBezTo>
                      <a:pt x="25599" y="40389"/>
                      <a:pt x="28964" y="47244"/>
                      <a:pt x="35578" y="50486"/>
                    </a:cubicBezTo>
                    <a:cubicBezTo>
                      <a:pt x="37877" y="51619"/>
                      <a:pt x="40405" y="52210"/>
                      <a:pt x="42968" y="52208"/>
                    </a:cubicBezTo>
                    <a:cubicBezTo>
                      <a:pt x="48435" y="52208"/>
                      <a:pt x="53755" y="49544"/>
                      <a:pt x="56978" y="44840"/>
                    </a:cubicBezTo>
                    <a:cubicBezTo>
                      <a:pt x="62506" y="36540"/>
                      <a:pt x="59862" y="25484"/>
                      <a:pt x="51447" y="20674"/>
                    </a:cubicBezTo>
                    <a:cubicBezTo>
                      <a:pt x="48774" y="19149"/>
                      <a:pt x="45855" y="18413"/>
                      <a:pt x="42983" y="18413"/>
                    </a:cubicBezTo>
                    <a:cubicBezTo>
                      <a:pt x="39520" y="18413"/>
                      <a:pt x="36121" y="19482"/>
                      <a:pt x="33290" y="21523"/>
                    </a:cubicBezTo>
                    <a:cubicBezTo>
                      <a:pt x="30671" y="23429"/>
                      <a:pt x="27161" y="23571"/>
                      <a:pt x="24397" y="21878"/>
                    </a:cubicBezTo>
                    <a:cubicBezTo>
                      <a:pt x="21510" y="20321"/>
                      <a:pt x="19955" y="17069"/>
                      <a:pt x="20549" y="13829"/>
                    </a:cubicBezTo>
                    <a:cubicBezTo>
                      <a:pt x="21272" y="9019"/>
                      <a:pt x="20433" y="4212"/>
                      <a:pt x="18030"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5230" name="Google Shape;5230;p72"/>
          <p:cNvGrpSpPr/>
          <p:nvPr/>
        </p:nvGrpSpPr>
        <p:grpSpPr>
          <a:xfrm>
            <a:off x="6303104" y="971806"/>
            <a:ext cx="1317459" cy="684168"/>
            <a:chOff x="238125" y="999450"/>
            <a:chExt cx="7140700" cy="3708225"/>
          </a:xfrm>
        </p:grpSpPr>
        <p:sp>
          <p:nvSpPr>
            <p:cNvPr id="5231" name="Google Shape;5231;p72"/>
            <p:cNvSpPr/>
            <p:nvPr/>
          </p:nvSpPr>
          <p:spPr>
            <a:xfrm>
              <a:off x="2171975" y="3872925"/>
              <a:ext cx="7900" cy="25"/>
            </a:xfrm>
            <a:custGeom>
              <a:avLst/>
              <a:gdLst/>
              <a:ahLst/>
              <a:cxnLst/>
              <a:rect l="l" t="t" r="r" b="b"/>
              <a:pathLst>
                <a:path w="316" h="1" extrusionOk="0">
                  <a:moveTo>
                    <a:pt x="316" y="0"/>
                  </a:moveTo>
                  <a:lnTo>
                    <a:pt x="1" y="0"/>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2" name="Google Shape;5232;p72"/>
            <p:cNvSpPr/>
            <p:nvPr/>
          </p:nvSpPr>
          <p:spPr>
            <a:xfrm>
              <a:off x="2180300" y="999450"/>
              <a:ext cx="3256350" cy="3708225"/>
            </a:xfrm>
            <a:custGeom>
              <a:avLst/>
              <a:gdLst/>
              <a:ahLst/>
              <a:cxnLst/>
              <a:rect l="l" t="t" r="r" b="b"/>
              <a:pathLst>
                <a:path w="130254" h="148329" extrusionOk="0">
                  <a:moveTo>
                    <a:pt x="130254" y="0"/>
                  </a:moveTo>
                  <a:cubicBezTo>
                    <a:pt x="90641" y="0"/>
                    <a:pt x="69506" y="34788"/>
                    <a:pt x="50871" y="65485"/>
                  </a:cubicBezTo>
                  <a:cubicBezTo>
                    <a:pt x="32725" y="95360"/>
                    <a:pt x="19404" y="114939"/>
                    <a:pt x="0" y="114939"/>
                  </a:cubicBezTo>
                  <a:cubicBezTo>
                    <a:pt x="9213" y="114939"/>
                    <a:pt x="16695" y="122421"/>
                    <a:pt x="16695" y="131634"/>
                  </a:cubicBezTo>
                  <a:cubicBezTo>
                    <a:pt x="16695" y="140846"/>
                    <a:pt x="9213" y="148328"/>
                    <a:pt x="0" y="148328"/>
                  </a:cubicBezTo>
                  <a:cubicBezTo>
                    <a:pt x="39630" y="148328"/>
                    <a:pt x="60765" y="113541"/>
                    <a:pt x="79400" y="82844"/>
                  </a:cubicBezTo>
                  <a:cubicBezTo>
                    <a:pt x="97528" y="52951"/>
                    <a:pt x="110867" y="33372"/>
                    <a:pt x="130254" y="33372"/>
                  </a:cubicBezTo>
                  <a:cubicBezTo>
                    <a:pt x="121041" y="33075"/>
                    <a:pt x="113804" y="25383"/>
                    <a:pt x="114083" y="16170"/>
                  </a:cubicBezTo>
                  <a:cubicBezTo>
                    <a:pt x="114346" y="7360"/>
                    <a:pt x="121425" y="280"/>
                    <a:pt x="130254"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3" name="Google Shape;5233;p72"/>
            <p:cNvSpPr/>
            <p:nvPr/>
          </p:nvSpPr>
          <p:spPr>
            <a:xfrm>
              <a:off x="238125" y="2853750"/>
              <a:ext cx="2358675" cy="1853475"/>
            </a:xfrm>
            <a:custGeom>
              <a:avLst/>
              <a:gdLst/>
              <a:ahLst/>
              <a:cxnLst/>
              <a:rect l="l" t="t" r="r" b="b"/>
              <a:pathLst>
                <a:path w="94347" h="74139" extrusionOk="0">
                  <a:moveTo>
                    <a:pt x="33354" y="1"/>
                  </a:moveTo>
                  <a:cubicBezTo>
                    <a:pt x="33354" y="9196"/>
                    <a:pt x="25872" y="16661"/>
                    <a:pt x="16642" y="16661"/>
                  </a:cubicBezTo>
                  <a:cubicBezTo>
                    <a:pt x="7482" y="16661"/>
                    <a:pt x="0" y="9196"/>
                    <a:pt x="0" y="1"/>
                  </a:cubicBezTo>
                  <a:lnTo>
                    <a:pt x="0" y="1"/>
                  </a:lnTo>
                  <a:cubicBezTo>
                    <a:pt x="0" y="40872"/>
                    <a:pt x="34858" y="74139"/>
                    <a:pt x="77670" y="74139"/>
                  </a:cubicBezTo>
                  <a:cubicBezTo>
                    <a:pt x="86882" y="74139"/>
                    <a:pt x="94347" y="66657"/>
                    <a:pt x="94347" y="57444"/>
                  </a:cubicBezTo>
                  <a:cubicBezTo>
                    <a:pt x="94347" y="48214"/>
                    <a:pt x="86882" y="40767"/>
                    <a:pt x="77670" y="40767"/>
                  </a:cubicBezTo>
                  <a:lnTo>
                    <a:pt x="77355" y="40767"/>
                  </a:lnTo>
                  <a:cubicBezTo>
                    <a:pt x="53073" y="40610"/>
                    <a:pt x="33354" y="22394"/>
                    <a:pt x="33354"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4" name="Google Shape;5234;p72"/>
            <p:cNvSpPr/>
            <p:nvPr/>
          </p:nvSpPr>
          <p:spPr>
            <a:xfrm>
              <a:off x="238125" y="999450"/>
              <a:ext cx="1942200" cy="2270400"/>
            </a:xfrm>
            <a:custGeom>
              <a:avLst/>
              <a:gdLst/>
              <a:ahLst/>
              <a:cxnLst/>
              <a:rect l="l" t="t" r="r" b="b"/>
              <a:pathLst>
                <a:path w="77688" h="90816" extrusionOk="0">
                  <a:moveTo>
                    <a:pt x="77687" y="0"/>
                  </a:moveTo>
                  <a:cubicBezTo>
                    <a:pt x="34858" y="0"/>
                    <a:pt x="0" y="33249"/>
                    <a:pt x="0" y="74138"/>
                  </a:cubicBezTo>
                  <a:cubicBezTo>
                    <a:pt x="0" y="83368"/>
                    <a:pt x="7482" y="90815"/>
                    <a:pt x="16695" y="90815"/>
                  </a:cubicBezTo>
                  <a:cubicBezTo>
                    <a:pt x="25925" y="90815"/>
                    <a:pt x="33372" y="83351"/>
                    <a:pt x="33389" y="74138"/>
                  </a:cubicBezTo>
                  <a:lnTo>
                    <a:pt x="33389" y="74120"/>
                  </a:lnTo>
                  <a:cubicBezTo>
                    <a:pt x="33389" y="51654"/>
                    <a:pt x="53222" y="33378"/>
                    <a:pt x="77639" y="33354"/>
                  </a:cubicBezTo>
                  <a:lnTo>
                    <a:pt x="77639" y="33354"/>
                  </a:lnTo>
                  <a:cubicBezTo>
                    <a:pt x="77644" y="33354"/>
                    <a:pt x="77650" y="33354"/>
                    <a:pt x="77655" y="33354"/>
                  </a:cubicBezTo>
                  <a:cubicBezTo>
                    <a:pt x="77666" y="33354"/>
                    <a:pt x="77676" y="33354"/>
                    <a:pt x="77687" y="33354"/>
                  </a:cubicBezTo>
                  <a:cubicBezTo>
                    <a:pt x="77671" y="33354"/>
                    <a:pt x="77655" y="33354"/>
                    <a:pt x="77639" y="33354"/>
                  </a:cubicBezTo>
                  <a:lnTo>
                    <a:pt x="77639" y="33354"/>
                  </a:lnTo>
                  <a:cubicBezTo>
                    <a:pt x="68431" y="33346"/>
                    <a:pt x="60992" y="25874"/>
                    <a:pt x="60992" y="16695"/>
                  </a:cubicBezTo>
                  <a:cubicBezTo>
                    <a:pt x="60992" y="7482"/>
                    <a:pt x="68457" y="0"/>
                    <a:pt x="77687"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5" name="Google Shape;5235;p72"/>
            <p:cNvSpPr/>
            <p:nvPr/>
          </p:nvSpPr>
          <p:spPr>
            <a:xfrm>
              <a:off x="3808250" y="2852875"/>
              <a:ext cx="25" cy="25"/>
            </a:xfrm>
            <a:custGeom>
              <a:avLst/>
              <a:gdLst/>
              <a:ahLst/>
              <a:cxnLst/>
              <a:rect l="l" t="t" r="r" b="b"/>
              <a:pathLst>
                <a:path w="1" h="1" extrusionOk="0">
                  <a:moveTo>
                    <a:pt x="0" y="1"/>
                  </a:moveTo>
                  <a:close/>
                </a:path>
              </a:pathLst>
            </a:custGeom>
            <a:solidFill>
              <a:srgbClr val="DB634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6" name="Google Shape;5236;p72"/>
            <p:cNvSpPr/>
            <p:nvPr/>
          </p:nvSpPr>
          <p:spPr>
            <a:xfrm>
              <a:off x="1762475" y="999450"/>
              <a:ext cx="2386250" cy="2044875"/>
            </a:xfrm>
            <a:custGeom>
              <a:avLst/>
              <a:gdLst/>
              <a:ahLst/>
              <a:cxnLst/>
              <a:rect l="l" t="t" r="r" b="b"/>
              <a:pathLst>
                <a:path w="95450" h="81795" extrusionOk="0">
                  <a:moveTo>
                    <a:pt x="16696" y="0"/>
                  </a:moveTo>
                  <a:cubicBezTo>
                    <a:pt x="7465" y="0"/>
                    <a:pt x="1" y="7482"/>
                    <a:pt x="1" y="16695"/>
                  </a:cubicBezTo>
                  <a:cubicBezTo>
                    <a:pt x="1" y="25925"/>
                    <a:pt x="7465" y="33389"/>
                    <a:pt x="16696" y="33389"/>
                  </a:cubicBezTo>
                  <a:cubicBezTo>
                    <a:pt x="36030" y="33389"/>
                    <a:pt x="49473" y="53038"/>
                    <a:pt x="66325" y="80781"/>
                  </a:cubicBezTo>
                  <a:cubicBezTo>
                    <a:pt x="66552" y="81130"/>
                    <a:pt x="66762" y="81463"/>
                    <a:pt x="67007" y="81795"/>
                  </a:cubicBezTo>
                  <a:cubicBezTo>
                    <a:pt x="63021" y="74086"/>
                    <a:pt x="65643" y="64471"/>
                    <a:pt x="73178" y="59891"/>
                  </a:cubicBezTo>
                  <a:cubicBezTo>
                    <a:pt x="75886" y="58251"/>
                    <a:pt x="78874" y="57469"/>
                    <a:pt x="81824" y="57469"/>
                  </a:cubicBezTo>
                  <a:cubicBezTo>
                    <a:pt x="87083" y="57469"/>
                    <a:pt x="92224" y="59953"/>
                    <a:pt x="95449" y="64488"/>
                  </a:cubicBezTo>
                  <a:cubicBezTo>
                    <a:pt x="95274" y="64139"/>
                    <a:pt x="95064" y="63789"/>
                    <a:pt x="94855" y="63439"/>
                  </a:cubicBezTo>
                  <a:cubicBezTo>
                    <a:pt x="77653" y="35190"/>
                    <a:pt x="56291" y="0"/>
                    <a:pt x="16696"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7" name="Google Shape;5237;p72"/>
            <p:cNvSpPr/>
            <p:nvPr/>
          </p:nvSpPr>
          <p:spPr>
            <a:xfrm>
              <a:off x="3338000" y="2435975"/>
              <a:ext cx="2101275" cy="2271250"/>
            </a:xfrm>
            <a:custGeom>
              <a:avLst/>
              <a:gdLst/>
              <a:ahLst/>
              <a:cxnLst/>
              <a:rect l="l" t="t" r="r" b="b"/>
              <a:pathLst>
                <a:path w="84051" h="90850" extrusionOk="0">
                  <a:moveTo>
                    <a:pt x="84011" y="57465"/>
                  </a:moveTo>
                  <a:cubicBezTo>
                    <a:pt x="83994" y="57465"/>
                    <a:pt x="83972" y="57469"/>
                    <a:pt x="83946" y="57478"/>
                  </a:cubicBezTo>
                  <a:lnTo>
                    <a:pt x="84050" y="57478"/>
                  </a:lnTo>
                  <a:cubicBezTo>
                    <a:pt x="84042" y="57469"/>
                    <a:pt x="84029" y="57465"/>
                    <a:pt x="84011" y="57465"/>
                  </a:cubicBezTo>
                  <a:close/>
                  <a:moveTo>
                    <a:pt x="18801" y="0"/>
                  </a:moveTo>
                  <a:cubicBezTo>
                    <a:pt x="15851" y="0"/>
                    <a:pt x="12864" y="784"/>
                    <a:pt x="10157" y="2430"/>
                  </a:cubicBezTo>
                  <a:cubicBezTo>
                    <a:pt x="2622" y="7027"/>
                    <a:pt x="0" y="16625"/>
                    <a:pt x="3986" y="24334"/>
                  </a:cubicBezTo>
                  <a:cubicBezTo>
                    <a:pt x="4161" y="24683"/>
                    <a:pt x="4370" y="25033"/>
                    <a:pt x="4563" y="25348"/>
                  </a:cubicBezTo>
                  <a:cubicBezTo>
                    <a:pt x="23198" y="56062"/>
                    <a:pt x="44333" y="90850"/>
                    <a:pt x="83963" y="90850"/>
                  </a:cubicBezTo>
                  <a:cubicBezTo>
                    <a:pt x="74750" y="90850"/>
                    <a:pt x="67268" y="83368"/>
                    <a:pt x="67268" y="74155"/>
                  </a:cubicBezTo>
                  <a:cubicBezTo>
                    <a:pt x="67268" y="64925"/>
                    <a:pt x="74750" y="57478"/>
                    <a:pt x="83946" y="57478"/>
                  </a:cubicBezTo>
                  <a:cubicBezTo>
                    <a:pt x="64541" y="57478"/>
                    <a:pt x="51220" y="37899"/>
                    <a:pt x="33075" y="8024"/>
                  </a:cubicBezTo>
                  <a:cubicBezTo>
                    <a:pt x="32865" y="7674"/>
                    <a:pt x="32638" y="7342"/>
                    <a:pt x="32428" y="7027"/>
                  </a:cubicBezTo>
                  <a:cubicBezTo>
                    <a:pt x="29202" y="2491"/>
                    <a:pt x="24061" y="0"/>
                    <a:pt x="18801"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8" name="Google Shape;5238;p72"/>
            <p:cNvSpPr/>
            <p:nvPr/>
          </p:nvSpPr>
          <p:spPr>
            <a:xfrm>
              <a:off x="5019250" y="2852875"/>
              <a:ext cx="2359150" cy="1854350"/>
            </a:xfrm>
            <a:custGeom>
              <a:avLst/>
              <a:gdLst/>
              <a:ahLst/>
              <a:cxnLst/>
              <a:rect l="l" t="t" r="r" b="b"/>
              <a:pathLst>
                <a:path w="94366" h="74174" extrusionOk="0">
                  <a:moveTo>
                    <a:pt x="94365" y="18"/>
                  </a:moveTo>
                  <a:cubicBezTo>
                    <a:pt x="94365" y="47"/>
                    <a:pt x="94365" y="76"/>
                    <a:pt x="94365" y="105"/>
                  </a:cubicBezTo>
                  <a:lnTo>
                    <a:pt x="94365" y="105"/>
                  </a:lnTo>
                  <a:cubicBezTo>
                    <a:pt x="94365" y="76"/>
                    <a:pt x="94365" y="47"/>
                    <a:pt x="94365" y="18"/>
                  </a:cubicBezTo>
                  <a:close/>
                  <a:moveTo>
                    <a:pt x="60993" y="1"/>
                  </a:moveTo>
                  <a:cubicBezTo>
                    <a:pt x="60993" y="22447"/>
                    <a:pt x="41187" y="40715"/>
                    <a:pt x="16800" y="40785"/>
                  </a:cubicBezTo>
                  <a:lnTo>
                    <a:pt x="16696" y="40785"/>
                  </a:lnTo>
                  <a:cubicBezTo>
                    <a:pt x="7465" y="40785"/>
                    <a:pt x="1" y="48249"/>
                    <a:pt x="1" y="57479"/>
                  </a:cubicBezTo>
                  <a:cubicBezTo>
                    <a:pt x="1" y="66692"/>
                    <a:pt x="7483" y="74174"/>
                    <a:pt x="16696" y="74174"/>
                  </a:cubicBezTo>
                  <a:cubicBezTo>
                    <a:pt x="59495" y="74174"/>
                    <a:pt x="94316" y="40954"/>
                    <a:pt x="94365" y="105"/>
                  </a:cubicBezTo>
                  <a:lnTo>
                    <a:pt x="94365" y="105"/>
                  </a:lnTo>
                  <a:cubicBezTo>
                    <a:pt x="94336" y="9278"/>
                    <a:pt x="86872" y="16696"/>
                    <a:pt x="77688" y="16696"/>
                  </a:cubicBezTo>
                  <a:cubicBezTo>
                    <a:pt x="68458" y="16696"/>
                    <a:pt x="60993" y="9231"/>
                    <a:pt x="6099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9" name="Google Shape;5239;p72"/>
            <p:cNvSpPr/>
            <p:nvPr/>
          </p:nvSpPr>
          <p:spPr>
            <a:xfrm>
              <a:off x="5025375" y="999450"/>
              <a:ext cx="2353450" cy="2270825"/>
            </a:xfrm>
            <a:custGeom>
              <a:avLst/>
              <a:gdLst/>
              <a:ahLst/>
              <a:cxnLst/>
              <a:rect l="l" t="t" r="r" b="b"/>
              <a:pathLst>
                <a:path w="94138" h="90833" extrusionOk="0">
                  <a:moveTo>
                    <a:pt x="16451" y="0"/>
                  </a:moveTo>
                  <a:cubicBezTo>
                    <a:pt x="7640" y="280"/>
                    <a:pt x="560" y="7360"/>
                    <a:pt x="280" y="16170"/>
                  </a:cubicBezTo>
                  <a:cubicBezTo>
                    <a:pt x="1" y="25400"/>
                    <a:pt x="7238" y="33092"/>
                    <a:pt x="16451" y="33372"/>
                  </a:cubicBezTo>
                  <a:lnTo>
                    <a:pt x="16520" y="33372"/>
                  </a:lnTo>
                  <a:cubicBezTo>
                    <a:pt x="40907" y="33389"/>
                    <a:pt x="60748" y="51675"/>
                    <a:pt x="60748" y="74138"/>
                  </a:cubicBezTo>
                  <a:cubicBezTo>
                    <a:pt x="60748" y="83368"/>
                    <a:pt x="68213" y="90833"/>
                    <a:pt x="77443" y="90833"/>
                  </a:cubicBezTo>
                  <a:cubicBezTo>
                    <a:pt x="86656" y="90833"/>
                    <a:pt x="94138" y="83368"/>
                    <a:pt x="94138" y="74138"/>
                  </a:cubicBezTo>
                  <a:cubicBezTo>
                    <a:pt x="94138" y="33249"/>
                    <a:pt x="59280" y="0"/>
                    <a:pt x="16451"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theme/theme1.xml><?xml version="1.0" encoding="utf-8"?>
<a:theme xmlns:a="http://schemas.openxmlformats.org/drawingml/2006/main" name="Movie Maker Animation Studios Style Workshop by Slidesgo">
  <a:themeElements>
    <a:clrScheme name="Simple Light">
      <a:dk1>
        <a:srgbClr val="FFFFFF"/>
      </a:dk1>
      <a:lt1>
        <a:srgbClr val="FFFFFF"/>
      </a:lt1>
      <a:dk2>
        <a:srgbClr val="3A2345"/>
      </a:dk2>
      <a:lt2>
        <a:srgbClr val="FFFFFF"/>
      </a:lt2>
      <a:accent1>
        <a:srgbClr val="FFD966"/>
      </a:accent1>
      <a:accent2>
        <a:srgbClr val="FE8327"/>
      </a:accent2>
      <a:accent3>
        <a:srgbClr val="C5143A"/>
      </a:accent3>
      <a:accent4>
        <a:srgbClr val="9253A7"/>
      </a:accent4>
      <a:accent5>
        <a:srgbClr val="999999"/>
      </a:accent5>
      <a:accent6>
        <a:srgbClr val="000000"/>
      </a:accent6>
      <a:hlink>
        <a:srgbClr val="FFFFFF"/>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Slidesgo Final Pages">
  <a:themeElements>
    <a:clrScheme name="Simple Light">
      <a:dk1>
        <a:srgbClr val="000000"/>
      </a:dk1>
      <a:lt1>
        <a:srgbClr val="FFFFFF"/>
      </a:lt1>
      <a:dk2>
        <a:srgbClr val="595959"/>
      </a:dk2>
      <a:lt2>
        <a:srgbClr val="EEEEEE"/>
      </a:lt2>
      <a:accent1>
        <a:srgbClr val="FFAB40"/>
      </a:accent1>
      <a:accent2>
        <a:srgbClr val="212121"/>
      </a:accent2>
      <a:accent3>
        <a:srgbClr val="78909C"/>
      </a:accent3>
      <a:accent4>
        <a:srgbClr val="FFAB40"/>
      </a:accent4>
      <a:accent5>
        <a:srgbClr val="0097A7"/>
      </a:accent5>
      <a:accent6>
        <a:srgbClr val="EEFF41"/>
      </a:accent6>
      <a:hlink>
        <a:srgbClr val="869FB2"/>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398</TotalTime>
  <Words>1300</Words>
  <Application>Microsoft Office PowerPoint</Application>
  <PresentationFormat>On-screen Show (16:9)</PresentationFormat>
  <Paragraphs>219</Paragraphs>
  <Slides>38</Slides>
  <Notes>37</Notes>
  <HiddenSlides>0</HiddenSlides>
  <MMClips>0</MMClips>
  <ScaleCrop>false</ScaleCrop>
  <HeadingPairs>
    <vt:vector size="6" baseType="variant">
      <vt:variant>
        <vt:lpstr>Fonts Used</vt:lpstr>
      </vt:variant>
      <vt:variant>
        <vt:i4>8</vt:i4>
      </vt:variant>
      <vt:variant>
        <vt:lpstr>Theme</vt:lpstr>
      </vt:variant>
      <vt:variant>
        <vt:i4>2</vt:i4>
      </vt:variant>
      <vt:variant>
        <vt:lpstr>Slide Titles</vt:lpstr>
      </vt:variant>
      <vt:variant>
        <vt:i4>38</vt:i4>
      </vt:variant>
    </vt:vector>
  </HeadingPairs>
  <TitlesOfParts>
    <vt:vector size="48" baseType="lpstr">
      <vt:lpstr>Proxima Nova Semibold</vt:lpstr>
      <vt:lpstr>Righteous</vt:lpstr>
      <vt:lpstr>Calibri</vt:lpstr>
      <vt:lpstr>Comic Neue</vt:lpstr>
      <vt:lpstr>Bebas Neue</vt:lpstr>
      <vt:lpstr>Proxima Nova</vt:lpstr>
      <vt:lpstr>Roboto Medium</vt:lpstr>
      <vt:lpstr>Arial</vt:lpstr>
      <vt:lpstr>Movie Maker Animation Studios Style Workshop by Slidesgo</vt:lpstr>
      <vt:lpstr>Slidesgo Final Pages</vt:lpstr>
      <vt:lpstr>Auditions Analysis System</vt:lpstr>
      <vt:lpstr>Architecture Recap</vt:lpstr>
      <vt:lpstr>COMPONENT DIAGRAM</vt:lpstr>
      <vt:lpstr>Implementation Overview</vt:lpstr>
      <vt:lpstr>Overview</vt:lpstr>
      <vt:lpstr>Implementation Overview – System Workflow</vt:lpstr>
      <vt:lpstr>Functional Coverage Mapping</vt:lpstr>
      <vt:lpstr>Code Structure &amp; Core Modules</vt:lpstr>
      <vt:lpstr>Architecture vs Implementation Alignment</vt:lpstr>
      <vt:lpstr>Design Rationale &amp; Technical Background</vt:lpstr>
      <vt:lpstr>Design Rationale - Architecture</vt:lpstr>
      <vt:lpstr>Alternatives Acknowledgement</vt:lpstr>
      <vt:lpstr>Evaluation Methodology</vt:lpstr>
      <vt:lpstr>Quantitative</vt:lpstr>
      <vt:lpstr>System Stability &amp; Risks</vt:lpstr>
      <vt:lpstr>Challenges &amp; Next Steps</vt:lpstr>
      <vt:lpstr>Live Demo</vt:lpstr>
      <vt:lpstr>CONTENTS OF THIS TEMPLATE</vt:lpstr>
      <vt:lpstr>Theoretical lesson</vt:lpstr>
      <vt:lpstr>INTRODUCTION</vt:lpstr>
      <vt:lpstr>IMPORTANT LESSON</vt:lpstr>
      <vt:lpstr>WHAT IS THIS TOPIC ABOUT?</vt:lpstr>
      <vt:lpstr>Mercury</vt:lpstr>
      <vt:lpstr>Mercury</vt:lpstr>
      <vt:lpstr>RECOMMENDATIONS</vt:lpstr>
      <vt:lpstr>AWESOME WORDS</vt:lpstr>
      <vt:lpstr>A PICTURE ALWAYS REINFORCES THE CONCEPT</vt:lpstr>
      <vt:lpstr>DESKTOP SOFTWARE</vt:lpstr>
      <vt:lpstr>150,000</vt:lpstr>
      <vt:lpstr>9h 55m 23s</vt:lpstr>
      <vt:lpstr>PRACTICAL EXERCISE</vt:lpstr>
      <vt:lpstr>TOPIC DATA</vt:lpstr>
      <vt:lpstr>INTERNATIONAL WORKSHOP</vt:lpstr>
      <vt:lpstr>FILLED CINEMA ICON PACK</vt:lpstr>
      <vt:lpstr>ALTERNATIVE RESOURCES</vt:lpstr>
      <vt:lpstr>ALTERNATIVE RESOURCES</vt:lpstr>
      <vt:lpstr>RESOURCES</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MOVIE MAKER ANIMATION STUDIOS STYLE</dc:title>
  <cp:lastModifiedBy>Mira William</cp:lastModifiedBy>
  <cp:revision>29</cp:revision>
  <dcterms:modified xsi:type="dcterms:W3CDTF">2026-03-28T01:52:07Z</dcterms:modified>
</cp:coreProperties>
</file>