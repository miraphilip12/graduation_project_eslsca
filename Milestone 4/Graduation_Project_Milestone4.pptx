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9" r:id="rId1"/>
    <p:sldMasterId id="2147483680" r:id="rId2"/>
  </p:sldMasterIdLst>
  <p:notesMasterIdLst>
    <p:notesMasterId r:id="rId42"/>
  </p:notesMasterIdLst>
  <p:sldIdLst>
    <p:sldId id="256" r:id="rId3"/>
    <p:sldId id="261" r:id="rId4"/>
    <p:sldId id="270" r:id="rId5"/>
    <p:sldId id="269" r:id="rId6"/>
    <p:sldId id="303" r:id="rId7"/>
    <p:sldId id="295" r:id="rId8"/>
    <p:sldId id="296" r:id="rId9"/>
    <p:sldId id="297" r:id="rId10"/>
    <p:sldId id="298" r:id="rId11"/>
    <p:sldId id="259" r:id="rId12"/>
    <p:sldId id="276" r:id="rId13"/>
    <p:sldId id="299" r:id="rId14"/>
    <p:sldId id="300" r:id="rId15"/>
    <p:sldId id="301" r:id="rId16"/>
    <p:sldId id="302" r:id="rId17"/>
    <p:sldId id="257" r:id="rId18"/>
    <p:sldId id="258" r:id="rId19"/>
    <p:sldId id="260" r:id="rId20"/>
    <p:sldId id="262" r:id="rId21"/>
    <p:sldId id="263" r:id="rId22"/>
    <p:sldId id="264" r:id="rId23"/>
    <p:sldId id="265" r:id="rId24"/>
    <p:sldId id="266" r:id="rId25"/>
    <p:sldId id="267" r:id="rId26"/>
    <p:sldId id="268" r:id="rId27"/>
    <p:sldId id="271" r:id="rId28"/>
    <p:sldId id="272" r:id="rId29"/>
    <p:sldId id="273" r:id="rId30"/>
    <p:sldId id="274" r:id="rId31"/>
    <p:sldId id="275" r:id="rId32"/>
    <p:sldId id="277" r:id="rId33"/>
    <p:sldId id="278" r:id="rId34"/>
    <p:sldId id="279" r:id="rId35"/>
    <p:sldId id="280" r:id="rId36"/>
    <p:sldId id="282" r:id="rId37"/>
    <p:sldId id="283" r:id="rId38"/>
    <p:sldId id="284" r:id="rId39"/>
    <p:sldId id="285" r:id="rId40"/>
    <p:sldId id="294" r:id="rId41"/>
  </p:sldIdLst>
  <p:sldSz cx="9144000" cy="5143500" type="screen16x9"/>
  <p:notesSz cx="6858000" cy="9144000"/>
  <p:embeddedFontLst>
    <p:embeddedFont>
      <p:font typeface="Proxima Nova Semibold" panose="020B0604020202020204" charset="0"/>
      <p:regular r:id="rId43"/>
      <p:bold r:id="rId44"/>
      <p:boldItalic r:id="rId45"/>
    </p:embeddedFont>
    <p:embeddedFont>
      <p:font typeface="Righteous" panose="020B0604020202020204" charset="0"/>
      <p:regular r:id="rId46"/>
    </p:embeddedFont>
    <p:embeddedFont>
      <p:font typeface="Calibri" panose="020F0502020204030204" pitchFamily="34" charset="0"/>
      <p:regular r:id="rId47"/>
      <p:bold r:id="rId48"/>
      <p:italic r:id="rId49"/>
      <p:boldItalic r:id="rId50"/>
    </p:embeddedFont>
    <p:embeddedFont>
      <p:font typeface="Comic Neue" panose="020B0604020202020204" charset="0"/>
      <p:regular r:id="rId51"/>
      <p:bold r:id="rId52"/>
      <p:italic r:id="rId53"/>
      <p:boldItalic r:id="rId54"/>
    </p:embeddedFont>
    <p:embeddedFont>
      <p:font typeface="Bebas Neue" panose="020B0604020202020204" charset="0"/>
      <p:regular r:id="rId55"/>
    </p:embeddedFont>
    <p:embeddedFont>
      <p:font typeface="Proxima Nova" panose="020B0604020202020204" charset="0"/>
      <p:regular r:id="rId56"/>
      <p:bold r:id="rId57"/>
      <p:italic r:id="rId58"/>
      <p:boldItalic r:id="rId59"/>
    </p:embeddedFont>
    <p:embeddedFont>
      <p:font typeface="Roboto Medium" panose="020B0604020202020204" charset="0"/>
      <p:regular r:id="rId60"/>
      <p:bold r:id="rId61"/>
      <p:italic r:id="rId62"/>
      <p:boldItalic r:id="rId6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53D5DC3-BA4F-48B7-9C4E-EA5A1AA2C53F}">
  <a:tblStyle styleId="{D53D5DC3-BA4F-48B7-9C4E-EA5A1AA2C53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showGuides="1">
      <p:cViewPr varScale="1">
        <p:scale>
          <a:sx n="112" d="100"/>
          <a:sy n="112" d="100"/>
        </p:scale>
        <p:origin x="538" y="4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font" Target="fonts/font13.fntdata"/><Relationship Id="rId63" Type="http://schemas.openxmlformats.org/officeDocument/2006/relationships/font" Target="fonts/font21.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font" Target="fonts/font3.fntdata"/><Relationship Id="rId53" Type="http://schemas.openxmlformats.org/officeDocument/2006/relationships/font" Target="fonts/font11.fntdata"/><Relationship Id="rId58" Type="http://schemas.openxmlformats.org/officeDocument/2006/relationships/font" Target="fonts/font16.fntdata"/><Relationship Id="rId66"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font" Target="fonts/font19.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font" Target="fonts/font14.fntdata"/><Relationship Id="rId64"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font" Target="fonts/font9.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4.fntdata"/><Relationship Id="rId59" Type="http://schemas.openxmlformats.org/officeDocument/2006/relationships/font" Target="fonts/font17.fntdata"/><Relationship Id="rId67"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12.fntdata"/><Relationship Id="rId62" Type="http://schemas.openxmlformats.org/officeDocument/2006/relationships/font" Target="fonts/font20.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7.fntdata"/><Relationship Id="rId57" Type="http://schemas.openxmlformats.org/officeDocument/2006/relationships/font" Target="fonts/font15.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2.fntdata"/><Relationship Id="rId52" Type="http://schemas.openxmlformats.org/officeDocument/2006/relationships/font" Target="fonts/font10.fntdata"/><Relationship Id="rId60" Type="http://schemas.openxmlformats.org/officeDocument/2006/relationships/font" Target="fonts/font18.fntdata"/><Relationship Id="rId65"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5.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2.png"/><Relationship Id="rId6" Type="http://schemas.openxmlformats.org/officeDocument/2006/relationships/image" Target="../media/image6.svg"/><Relationship Id="rId11" Type="http://schemas.openxmlformats.org/officeDocument/2006/relationships/image" Target="../media/image17.png"/><Relationship Id="rId5" Type="http://schemas.openxmlformats.org/officeDocument/2006/relationships/image" Target="../media/image14.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16.png"/><Relationship Id="rId14"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5.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2.png"/><Relationship Id="rId6" Type="http://schemas.openxmlformats.org/officeDocument/2006/relationships/image" Target="../media/image6.svg"/><Relationship Id="rId11" Type="http://schemas.openxmlformats.org/officeDocument/2006/relationships/image" Target="../media/image17.png"/><Relationship Id="rId5" Type="http://schemas.openxmlformats.org/officeDocument/2006/relationships/image" Target="../media/image14.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16.png"/><Relationship Id="rId1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5D1710-0946-407E-AE82-34F7D2DC38D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8E4ACEC-DC38-444E-8B69-E7846E5781F1}">
      <dgm:prSet/>
      <dgm:spPr/>
      <dgm:t>
        <a:bodyPr/>
        <a:lstStyle/>
        <a:p>
          <a:pPr>
            <a:lnSpc>
              <a:spcPct val="100000"/>
            </a:lnSpc>
          </a:pPr>
          <a:r>
            <a:rPr lang="en-US">
              <a:solidFill>
                <a:srgbClr val="0070C0"/>
              </a:solidFill>
            </a:rPr>
            <a:t>Accepts video input (live camera or recorded)</a:t>
          </a:r>
        </a:p>
      </dgm:t>
    </dgm:pt>
    <dgm:pt modelId="{1FC13055-A48B-45AA-9C7E-1F177B5920EC}" type="parTrans" cxnId="{E4B810BA-F5ED-40C8-A367-F840163D0641}">
      <dgm:prSet/>
      <dgm:spPr/>
      <dgm:t>
        <a:bodyPr/>
        <a:lstStyle/>
        <a:p>
          <a:endParaRPr lang="en-US">
            <a:solidFill>
              <a:srgbClr val="0070C0"/>
            </a:solidFill>
          </a:endParaRPr>
        </a:p>
      </dgm:t>
    </dgm:pt>
    <dgm:pt modelId="{28EAA794-CF43-477F-840D-4C8A5A990A64}" type="sibTrans" cxnId="{E4B810BA-F5ED-40C8-A367-F840163D0641}">
      <dgm:prSet/>
      <dgm:spPr/>
      <dgm:t>
        <a:bodyPr/>
        <a:lstStyle/>
        <a:p>
          <a:endParaRPr lang="en-US">
            <a:solidFill>
              <a:srgbClr val="0070C0"/>
            </a:solidFill>
          </a:endParaRPr>
        </a:p>
      </dgm:t>
    </dgm:pt>
    <dgm:pt modelId="{5722DB6A-58A6-4F85-927D-48E6C37576CA}">
      <dgm:prSet/>
      <dgm:spPr/>
      <dgm:t>
        <a:bodyPr/>
        <a:lstStyle/>
        <a:p>
          <a:pPr>
            <a:lnSpc>
              <a:spcPct val="100000"/>
            </a:lnSpc>
          </a:pPr>
          <a:r>
            <a:rPr lang="en-US">
              <a:solidFill>
                <a:srgbClr val="0070C0"/>
              </a:solidFill>
            </a:rPr>
            <a:t>Decomposes video into frames for processing</a:t>
          </a:r>
        </a:p>
      </dgm:t>
    </dgm:pt>
    <dgm:pt modelId="{ECF32A21-6B99-4934-8F18-925436D7881F}" type="parTrans" cxnId="{DEF661AA-DB27-4D5D-97D3-66B695763A72}">
      <dgm:prSet/>
      <dgm:spPr/>
      <dgm:t>
        <a:bodyPr/>
        <a:lstStyle/>
        <a:p>
          <a:endParaRPr lang="en-US">
            <a:solidFill>
              <a:srgbClr val="0070C0"/>
            </a:solidFill>
          </a:endParaRPr>
        </a:p>
      </dgm:t>
    </dgm:pt>
    <dgm:pt modelId="{1918F844-902D-4E8B-85E3-F3B9E994DB5F}" type="sibTrans" cxnId="{DEF661AA-DB27-4D5D-97D3-66B695763A72}">
      <dgm:prSet/>
      <dgm:spPr/>
      <dgm:t>
        <a:bodyPr/>
        <a:lstStyle/>
        <a:p>
          <a:endParaRPr lang="en-US">
            <a:solidFill>
              <a:srgbClr val="0070C0"/>
            </a:solidFill>
          </a:endParaRPr>
        </a:p>
      </dgm:t>
    </dgm:pt>
    <dgm:pt modelId="{B600B22C-93AF-4439-9FB9-CA366ED26E8B}">
      <dgm:prSet/>
      <dgm:spPr/>
      <dgm:t>
        <a:bodyPr/>
        <a:lstStyle/>
        <a:p>
          <a:pPr>
            <a:lnSpc>
              <a:spcPct val="100000"/>
            </a:lnSpc>
          </a:pPr>
          <a:r>
            <a:rPr lang="en-US">
              <a:solidFill>
                <a:srgbClr val="0070C0"/>
              </a:solidFill>
            </a:rPr>
            <a:t>Frames analyzed using computer vision modules</a:t>
          </a:r>
        </a:p>
      </dgm:t>
    </dgm:pt>
    <dgm:pt modelId="{3D7FEDC3-8A85-41FC-AA02-084483F46F55}" type="parTrans" cxnId="{2BA238D8-31D3-477F-A257-EB73545D07B0}">
      <dgm:prSet/>
      <dgm:spPr/>
      <dgm:t>
        <a:bodyPr/>
        <a:lstStyle/>
        <a:p>
          <a:endParaRPr lang="en-US">
            <a:solidFill>
              <a:srgbClr val="0070C0"/>
            </a:solidFill>
          </a:endParaRPr>
        </a:p>
      </dgm:t>
    </dgm:pt>
    <dgm:pt modelId="{E6C840A7-0070-4ACA-BF50-0940A182E9BE}" type="sibTrans" cxnId="{2BA238D8-31D3-477F-A257-EB73545D07B0}">
      <dgm:prSet/>
      <dgm:spPr/>
      <dgm:t>
        <a:bodyPr/>
        <a:lstStyle/>
        <a:p>
          <a:endParaRPr lang="en-US">
            <a:solidFill>
              <a:srgbClr val="0070C0"/>
            </a:solidFill>
          </a:endParaRPr>
        </a:p>
      </dgm:t>
    </dgm:pt>
    <dgm:pt modelId="{B8FF5D5A-C7CD-4657-97EC-2F50D9168B3F}">
      <dgm:prSet/>
      <dgm:spPr/>
      <dgm:t>
        <a:bodyPr/>
        <a:lstStyle/>
        <a:p>
          <a:pPr>
            <a:lnSpc>
              <a:spcPct val="100000"/>
            </a:lnSpc>
          </a:pPr>
          <a:r>
            <a:rPr lang="en-US">
              <a:solidFill>
                <a:srgbClr val="0070C0"/>
              </a:solidFill>
            </a:rPr>
            <a:t>MediaPipe extracts 2D body landmarks (pose, hands, face)</a:t>
          </a:r>
        </a:p>
      </dgm:t>
    </dgm:pt>
    <dgm:pt modelId="{6F2D7184-0E95-4901-BB61-BDB38257F97D}" type="parTrans" cxnId="{A0CB6C48-D9FD-497D-ABE5-7549C5E755CF}">
      <dgm:prSet/>
      <dgm:spPr/>
      <dgm:t>
        <a:bodyPr/>
        <a:lstStyle/>
        <a:p>
          <a:endParaRPr lang="en-US">
            <a:solidFill>
              <a:srgbClr val="0070C0"/>
            </a:solidFill>
          </a:endParaRPr>
        </a:p>
      </dgm:t>
    </dgm:pt>
    <dgm:pt modelId="{CE1A3D1A-7DAF-4C33-8A7F-C1C274BB3953}" type="sibTrans" cxnId="{A0CB6C48-D9FD-497D-ABE5-7549C5E755CF}">
      <dgm:prSet/>
      <dgm:spPr/>
      <dgm:t>
        <a:bodyPr/>
        <a:lstStyle/>
        <a:p>
          <a:endParaRPr lang="en-US">
            <a:solidFill>
              <a:srgbClr val="0070C0"/>
            </a:solidFill>
          </a:endParaRPr>
        </a:p>
      </dgm:t>
    </dgm:pt>
    <dgm:pt modelId="{9E380D17-5387-470C-A592-5105217A623E}">
      <dgm:prSet/>
      <dgm:spPr/>
      <dgm:t>
        <a:bodyPr/>
        <a:lstStyle/>
        <a:p>
          <a:pPr>
            <a:lnSpc>
              <a:spcPct val="100000"/>
            </a:lnSpc>
          </a:pPr>
          <a:r>
            <a:rPr lang="en-US">
              <a:solidFill>
                <a:srgbClr val="0070C0"/>
              </a:solidFill>
            </a:rPr>
            <a:t>Landmarks are normalized and structured</a:t>
          </a:r>
        </a:p>
      </dgm:t>
    </dgm:pt>
    <dgm:pt modelId="{8C2E59AF-7C9F-4B3B-93A1-1813E3EB9ED2}" type="parTrans" cxnId="{689FCC6E-9A52-4EF7-9E66-42C8E43FE877}">
      <dgm:prSet/>
      <dgm:spPr/>
      <dgm:t>
        <a:bodyPr/>
        <a:lstStyle/>
        <a:p>
          <a:endParaRPr lang="en-US">
            <a:solidFill>
              <a:srgbClr val="0070C0"/>
            </a:solidFill>
          </a:endParaRPr>
        </a:p>
      </dgm:t>
    </dgm:pt>
    <dgm:pt modelId="{0009609F-4983-4B20-A62E-58F8B5222421}" type="sibTrans" cxnId="{689FCC6E-9A52-4EF7-9E66-42C8E43FE877}">
      <dgm:prSet/>
      <dgm:spPr/>
      <dgm:t>
        <a:bodyPr/>
        <a:lstStyle/>
        <a:p>
          <a:endParaRPr lang="en-US">
            <a:solidFill>
              <a:srgbClr val="0070C0"/>
            </a:solidFill>
          </a:endParaRPr>
        </a:p>
      </dgm:t>
    </dgm:pt>
    <dgm:pt modelId="{A1BEB6EB-4994-49EF-8F85-AF996741F538}">
      <dgm:prSet/>
      <dgm:spPr/>
      <dgm:t>
        <a:bodyPr/>
        <a:lstStyle/>
        <a:p>
          <a:pPr>
            <a:lnSpc>
              <a:spcPct val="100000"/>
            </a:lnSpc>
          </a:pPr>
          <a:r>
            <a:rPr lang="en-US">
              <a:solidFill>
                <a:srgbClr val="0070C0"/>
              </a:solidFill>
            </a:rPr>
            <a:t>Preprocessing includes resizing and noise reduction</a:t>
          </a:r>
        </a:p>
      </dgm:t>
    </dgm:pt>
    <dgm:pt modelId="{F03EF10E-C5AB-4D43-B62E-F24034DA2BED}" type="parTrans" cxnId="{1DCB9F30-F37D-42B8-8B81-BB0BDD00AAEA}">
      <dgm:prSet/>
      <dgm:spPr/>
      <dgm:t>
        <a:bodyPr/>
        <a:lstStyle/>
        <a:p>
          <a:endParaRPr lang="en-US">
            <a:solidFill>
              <a:srgbClr val="0070C0"/>
            </a:solidFill>
          </a:endParaRPr>
        </a:p>
      </dgm:t>
    </dgm:pt>
    <dgm:pt modelId="{D08C681D-2FDA-4298-A91B-381A9A253859}" type="sibTrans" cxnId="{1DCB9F30-F37D-42B8-8B81-BB0BDD00AAEA}">
      <dgm:prSet/>
      <dgm:spPr/>
      <dgm:t>
        <a:bodyPr/>
        <a:lstStyle/>
        <a:p>
          <a:endParaRPr lang="en-US">
            <a:solidFill>
              <a:srgbClr val="0070C0"/>
            </a:solidFill>
          </a:endParaRPr>
        </a:p>
      </dgm:t>
    </dgm:pt>
    <dgm:pt modelId="{E0CED5E6-E667-426E-AA81-F5D6DAE86FA9}">
      <dgm:prSet/>
      <dgm:spPr/>
      <dgm:t>
        <a:bodyPr/>
        <a:lstStyle/>
        <a:p>
          <a:pPr>
            <a:lnSpc>
              <a:spcPct val="100000"/>
            </a:lnSpc>
          </a:pPr>
          <a:r>
            <a:rPr lang="en-US">
              <a:solidFill>
                <a:srgbClr val="0070C0"/>
              </a:solidFill>
            </a:rPr>
            <a:t>Processed data sent to gesture recognition stage</a:t>
          </a:r>
        </a:p>
      </dgm:t>
    </dgm:pt>
    <dgm:pt modelId="{9C71F33F-98A2-4CA0-B3F7-B6D6B8270EBA}" type="parTrans" cxnId="{7AF56D33-D400-4390-924A-A1C9EFF52DC8}">
      <dgm:prSet/>
      <dgm:spPr/>
      <dgm:t>
        <a:bodyPr/>
        <a:lstStyle/>
        <a:p>
          <a:endParaRPr lang="en-US">
            <a:solidFill>
              <a:srgbClr val="0070C0"/>
            </a:solidFill>
          </a:endParaRPr>
        </a:p>
      </dgm:t>
    </dgm:pt>
    <dgm:pt modelId="{365ABDA1-DDF1-429A-B51D-A42CAF186881}" type="sibTrans" cxnId="{7AF56D33-D400-4390-924A-A1C9EFF52DC8}">
      <dgm:prSet/>
      <dgm:spPr/>
      <dgm:t>
        <a:bodyPr/>
        <a:lstStyle/>
        <a:p>
          <a:endParaRPr lang="en-US">
            <a:solidFill>
              <a:srgbClr val="0070C0"/>
            </a:solidFill>
          </a:endParaRPr>
        </a:p>
      </dgm:t>
    </dgm:pt>
    <dgm:pt modelId="{164BA113-406B-493F-956A-C886825C6B89}" type="pres">
      <dgm:prSet presAssocID="{6A5D1710-0946-407E-AE82-34F7D2DC38DF}" presName="root" presStyleCnt="0">
        <dgm:presLayoutVars>
          <dgm:dir/>
          <dgm:resizeHandles val="exact"/>
        </dgm:presLayoutVars>
      </dgm:prSet>
      <dgm:spPr/>
      <dgm:t>
        <a:bodyPr/>
        <a:lstStyle/>
        <a:p>
          <a:endParaRPr lang="en-US"/>
        </a:p>
      </dgm:t>
    </dgm:pt>
    <dgm:pt modelId="{DF82AF09-C8A7-4512-B3A9-0B94E4D49ACD}" type="pres">
      <dgm:prSet presAssocID="{A8E4ACEC-DC38-444E-8B69-E7846E5781F1}" presName="compNode" presStyleCnt="0"/>
      <dgm:spPr/>
    </dgm:pt>
    <dgm:pt modelId="{9B2D459B-C8ED-45AF-B6FF-0E8A5A711B7D}" type="pres">
      <dgm:prSet presAssocID="{A8E4ACEC-DC38-444E-8B69-E7846E5781F1}" presName="bgRect" presStyleLbl="bgShp" presStyleIdx="0" presStyleCnt="7" custLinFactNeighborX="-5807" custLinFactNeighborY="-41358"/>
      <dgm:spPr/>
    </dgm:pt>
    <dgm:pt modelId="{90AB8144-850E-4A1E-8C17-E4C767336042}" type="pres">
      <dgm:prSet presAssocID="{A8E4ACEC-DC38-444E-8B69-E7846E5781F1}"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dgm:spPr>
      <dgm:extLst>
        <a:ext uri="{E40237B7-FDA0-4F09-8148-C483321AD2D9}">
          <dgm14:cNvPr xmlns:dgm14="http://schemas.microsoft.com/office/drawing/2010/diagram" id="0" name="" descr="Web cam"/>
        </a:ext>
      </dgm:extLst>
    </dgm:pt>
    <dgm:pt modelId="{E02180A4-C87C-4A51-980B-64C2E9BA17FF}" type="pres">
      <dgm:prSet presAssocID="{A8E4ACEC-DC38-444E-8B69-E7846E5781F1}" presName="spaceRect" presStyleCnt="0"/>
      <dgm:spPr/>
    </dgm:pt>
    <dgm:pt modelId="{896DEAF5-3A5D-4E7E-BF2C-51DE59070986}" type="pres">
      <dgm:prSet presAssocID="{A8E4ACEC-DC38-444E-8B69-E7846E5781F1}" presName="parTx" presStyleLbl="revTx" presStyleIdx="0" presStyleCnt="7">
        <dgm:presLayoutVars>
          <dgm:chMax val="0"/>
          <dgm:chPref val="0"/>
        </dgm:presLayoutVars>
      </dgm:prSet>
      <dgm:spPr/>
      <dgm:t>
        <a:bodyPr/>
        <a:lstStyle/>
        <a:p>
          <a:endParaRPr lang="en-US"/>
        </a:p>
      </dgm:t>
    </dgm:pt>
    <dgm:pt modelId="{0CF39B3F-0300-42C6-8C41-53FF83D70148}" type="pres">
      <dgm:prSet presAssocID="{28EAA794-CF43-477F-840D-4C8A5A990A64}" presName="sibTrans" presStyleCnt="0"/>
      <dgm:spPr/>
    </dgm:pt>
    <dgm:pt modelId="{C40B31A9-17F5-4854-B03F-C256628A229B}" type="pres">
      <dgm:prSet presAssocID="{5722DB6A-58A6-4F85-927D-48E6C37576CA}" presName="compNode" presStyleCnt="0"/>
      <dgm:spPr/>
    </dgm:pt>
    <dgm:pt modelId="{D718DFAC-56F9-4B44-BD32-080CE2F612AC}" type="pres">
      <dgm:prSet presAssocID="{5722DB6A-58A6-4F85-927D-48E6C37576CA}" presName="bgRect" presStyleLbl="bgShp" presStyleIdx="1" presStyleCnt="7"/>
      <dgm:spPr/>
    </dgm:pt>
    <dgm:pt modelId="{EB4A0F3F-2934-4743-89D2-08E9AAAEA36F}" type="pres">
      <dgm:prSet presAssocID="{5722DB6A-58A6-4F85-927D-48E6C37576CA}"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dgm:spPr>
      <dgm:extLst>
        <a:ext uri="{E40237B7-FDA0-4F09-8148-C483321AD2D9}">
          <dgm14:cNvPr xmlns:dgm14="http://schemas.microsoft.com/office/drawing/2010/diagram" id="0" name="" descr="Video camera"/>
        </a:ext>
      </dgm:extLst>
    </dgm:pt>
    <dgm:pt modelId="{CBA348EA-B420-46A9-91EF-25419BC7D774}" type="pres">
      <dgm:prSet presAssocID="{5722DB6A-58A6-4F85-927D-48E6C37576CA}" presName="spaceRect" presStyleCnt="0"/>
      <dgm:spPr/>
    </dgm:pt>
    <dgm:pt modelId="{54692F08-8FFC-4474-92D0-27E390A0C869}" type="pres">
      <dgm:prSet presAssocID="{5722DB6A-58A6-4F85-927D-48E6C37576CA}" presName="parTx" presStyleLbl="revTx" presStyleIdx="1" presStyleCnt="7">
        <dgm:presLayoutVars>
          <dgm:chMax val="0"/>
          <dgm:chPref val="0"/>
        </dgm:presLayoutVars>
      </dgm:prSet>
      <dgm:spPr/>
      <dgm:t>
        <a:bodyPr/>
        <a:lstStyle/>
        <a:p>
          <a:endParaRPr lang="en-US"/>
        </a:p>
      </dgm:t>
    </dgm:pt>
    <dgm:pt modelId="{D3CC4210-36C1-43F4-A4CE-6911683AB94C}" type="pres">
      <dgm:prSet presAssocID="{1918F844-902D-4E8B-85E3-F3B9E994DB5F}" presName="sibTrans" presStyleCnt="0"/>
      <dgm:spPr/>
    </dgm:pt>
    <dgm:pt modelId="{53BEC669-8299-4E2A-95FB-4E166DBA8CF1}" type="pres">
      <dgm:prSet presAssocID="{B600B22C-93AF-4439-9FB9-CA366ED26E8B}" presName="compNode" presStyleCnt="0"/>
      <dgm:spPr/>
    </dgm:pt>
    <dgm:pt modelId="{624B7D82-7B9E-4B7F-8D1A-79F135833AFB}" type="pres">
      <dgm:prSet presAssocID="{B600B22C-93AF-4439-9FB9-CA366ED26E8B}" presName="bgRect" presStyleLbl="bgShp" presStyleIdx="2" presStyleCnt="7"/>
      <dgm:spPr/>
    </dgm:pt>
    <dgm:pt modelId="{C0B731FE-1E59-404A-B12A-B86CC264DEAE}" type="pres">
      <dgm:prSet presAssocID="{B600B22C-93AF-4439-9FB9-CA366ED26E8B}"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dgm:spPr>
      <dgm:extLst>
        <a:ext uri="{E40237B7-FDA0-4F09-8148-C483321AD2D9}">
          <dgm14:cNvPr xmlns:dgm14="http://schemas.microsoft.com/office/drawing/2010/diagram" id="0" name="" descr="Eye"/>
        </a:ext>
      </dgm:extLst>
    </dgm:pt>
    <dgm:pt modelId="{76F69FC6-DC7A-4A0C-BAF6-68E4CA255B13}" type="pres">
      <dgm:prSet presAssocID="{B600B22C-93AF-4439-9FB9-CA366ED26E8B}" presName="spaceRect" presStyleCnt="0"/>
      <dgm:spPr/>
    </dgm:pt>
    <dgm:pt modelId="{0BA687AC-9023-4206-BA06-517582DC3A1D}" type="pres">
      <dgm:prSet presAssocID="{B600B22C-93AF-4439-9FB9-CA366ED26E8B}" presName="parTx" presStyleLbl="revTx" presStyleIdx="2" presStyleCnt="7">
        <dgm:presLayoutVars>
          <dgm:chMax val="0"/>
          <dgm:chPref val="0"/>
        </dgm:presLayoutVars>
      </dgm:prSet>
      <dgm:spPr/>
      <dgm:t>
        <a:bodyPr/>
        <a:lstStyle/>
        <a:p>
          <a:endParaRPr lang="en-US"/>
        </a:p>
      </dgm:t>
    </dgm:pt>
    <dgm:pt modelId="{E059ECF0-99FD-4853-8425-934D684D91E4}" type="pres">
      <dgm:prSet presAssocID="{E6C840A7-0070-4ACA-BF50-0940A182E9BE}" presName="sibTrans" presStyleCnt="0"/>
      <dgm:spPr/>
    </dgm:pt>
    <dgm:pt modelId="{3A037604-2AE6-4394-BC49-F19CA2511425}" type="pres">
      <dgm:prSet presAssocID="{B8FF5D5A-C7CD-4657-97EC-2F50D9168B3F}" presName="compNode" presStyleCnt="0"/>
      <dgm:spPr/>
    </dgm:pt>
    <dgm:pt modelId="{54FA7B5A-4181-43AB-A3AE-F54BFA6014CF}" type="pres">
      <dgm:prSet presAssocID="{B8FF5D5A-C7CD-4657-97EC-2F50D9168B3F}" presName="bgRect" presStyleLbl="bgShp" presStyleIdx="3" presStyleCnt="7"/>
      <dgm:spPr/>
    </dgm:pt>
    <dgm:pt modelId="{22D5846E-78F7-467B-9FA5-BEDA1629DC07}" type="pres">
      <dgm:prSet presAssocID="{B8FF5D5A-C7CD-4657-97EC-2F50D9168B3F}"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a:blipFill>
      </dgm:spPr>
      <dgm:extLst>
        <a:ext uri="{E40237B7-FDA0-4F09-8148-C483321AD2D9}">
          <dgm14:cNvPr xmlns:dgm14="http://schemas.microsoft.com/office/drawing/2010/diagram" id="0" name="" descr="Customer Review"/>
        </a:ext>
      </dgm:extLst>
    </dgm:pt>
    <dgm:pt modelId="{022D9369-C46B-483B-A3AB-A8264B3D6080}" type="pres">
      <dgm:prSet presAssocID="{B8FF5D5A-C7CD-4657-97EC-2F50D9168B3F}" presName="spaceRect" presStyleCnt="0"/>
      <dgm:spPr/>
    </dgm:pt>
    <dgm:pt modelId="{47E4AD5E-3F39-458D-B6C6-645B6407DB31}" type="pres">
      <dgm:prSet presAssocID="{B8FF5D5A-C7CD-4657-97EC-2F50D9168B3F}" presName="parTx" presStyleLbl="revTx" presStyleIdx="3" presStyleCnt="7">
        <dgm:presLayoutVars>
          <dgm:chMax val="0"/>
          <dgm:chPref val="0"/>
        </dgm:presLayoutVars>
      </dgm:prSet>
      <dgm:spPr/>
      <dgm:t>
        <a:bodyPr/>
        <a:lstStyle/>
        <a:p>
          <a:endParaRPr lang="en-US"/>
        </a:p>
      </dgm:t>
    </dgm:pt>
    <dgm:pt modelId="{07838BA7-F5A4-49E6-B919-5F316B6A2FC9}" type="pres">
      <dgm:prSet presAssocID="{CE1A3D1A-7DAF-4C33-8A7F-C1C274BB3953}" presName="sibTrans" presStyleCnt="0"/>
      <dgm:spPr/>
    </dgm:pt>
    <dgm:pt modelId="{B38E3F47-0753-4FCF-AAE5-9580A4E4D1F8}" type="pres">
      <dgm:prSet presAssocID="{9E380D17-5387-470C-A592-5105217A623E}" presName="compNode" presStyleCnt="0"/>
      <dgm:spPr/>
    </dgm:pt>
    <dgm:pt modelId="{EDE9A492-405B-4886-BC6F-FBF9892D1282}" type="pres">
      <dgm:prSet presAssocID="{9E380D17-5387-470C-A592-5105217A623E}" presName="bgRect" presStyleLbl="bgShp" presStyleIdx="4" presStyleCnt="7"/>
      <dgm:spPr/>
    </dgm:pt>
    <dgm:pt modelId="{EEB8EA98-994C-4EEF-8905-14CF9878D505}" type="pres">
      <dgm:prSet presAssocID="{9E380D17-5387-470C-A592-5105217A623E}"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a:blipFill>
      </dgm:spPr>
      <dgm:extLst>
        <a:ext uri="{E40237B7-FDA0-4F09-8148-C483321AD2D9}">
          <dgm14:cNvPr xmlns:dgm14="http://schemas.microsoft.com/office/drawing/2010/diagram" id="0" name="" descr="Marker"/>
        </a:ext>
      </dgm:extLst>
    </dgm:pt>
    <dgm:pt modelId="{76996A08-F166-4897-964C-CE2877318917}" type="pres">
      <dgm:prSet presAssocID="{9E380D17-5387-470C-A592-5105217A623E}" presName="spaceRect" presStyleCnt="0"/>
      <dgm:spPr/>
    </dgm:pt>
    <dgm:pt modelId="{977C9711-A4DB-47B8-BC78-1A5486A28079}" type="pres">
      <dgm:prSet presAssocID="{9E380D17-5387-470C-A592-5105217A623E}" presName="parTx" presStyleLbl="revTx" presStyleIdx="4" presStyleCnt="7">
        <dgm:presLayoutVars>
          <dgm:chMax val="0"/>
          <dgm:chPref val="0"/>
        </dgm:presLayoutVars>
      </dgm:prSet>
      <dgm:spPr/>
      <dgm:t>
        <a:bodyPr/>
        <a:lstStyle/>
        <a:p>
          <a:endParaRPr lang="en-US"/>
        </a:p>
      </dgm:t>
    </dgm:pt>
    <dgm:pt modelId="{E36CBD7C-2788-48A6-881E-A0F1B84DBAA8}" type="pres">
      <dgm:prSet presAssocID="{0009609F-4983-4B20-A62E-58F8B5222421}" presName="sibTrans" presStyleCnt="0"/>
      <dgm:spPr/>
    </dgm:pt>
    <dgm:pt modelId="{1F9A29F1-AD6F-4170-BF52-A5A2273EE347}" type="pres">
      <dgm:prSet presAssocID="{A1BEB6EB-4994-49EF-8F85-AF996741F538}" presName="compNode" presStyleCnt="0"/>
      <dgm:spPr/>
    </dgm:pt>
    <dgm:pt modelId="{5ABD1C98-F018-4909-8A03-25059BB3E33E}" type="pres">
      <dgm:prSet presAssocID="{A1BEB6EB-4994-49EF-8F85-AF996741F538}" presName="bgRect" presStyleLbl="bgShp" presStyleIdx="5" presStyleCnt="7"/>
      <dgm:spPr/>
    </dgm:pt>
    <dgm:pt modelId="{D1DD8741-028E-4FF9-B0BE-205A91D072C2}" type="pres">
      <dgm:prSet presAssocID="{A1BEB6EB-4994-49EF-8F85-AF996741F538}"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xmlns="" r:embed="rId12"/>
              </a:ext>
            </a:extLst>
          </a:blip>
          <a:stretch>
            <a:fillRect/>
          </a:stretch>
        </a:blipFill>
      </dgm:spPr>
      <dgm:extLst>
        <a:ext uri="{E40237B7-FDA0-4F09-8148-C483321AD2D9}">
          <dgm14:cNvPr xmlns:dgm14="http://schemas.microsoft.com/office/drawing/2010/diagram" id="0" name="" descr="Volume"/>
        </a:ext>
      </dgm:extLst>
    </dgm:pt>
    <dgm:pt modelId="{1D02A479-02F8-430B-9DBA-63543EFDCA53}" type="pres">
      <dgm:prSet presAssocID="{A1BEB6EB-4994-49EF-8F85-AF996741F538}" presName="spaceRect" presStyleCnt="0"/>
      <dgm:spPr/>
    </dgm:pt>
    <dgm:pt modelId="{9D7F5408-AF37-42B7-86EF-01E87026D8E1}" type="pres">
      <dgm:prSet presAssocID="{A1BEB6EB-4994-49EF-8F85-AF996741F538}" presName="parTx" presStyleLbl="revTx" presStyleIdx="5" presStyleCnt="7">
        <dgm:presLayoutVars>
          <dgm:chMax val="0"/>
          <dgm:chPref val="0"/>
        </dgm:presLayoutVars>
      </dgm:prSet>
      <dgm:spPr/>
      <dgm:t>
        <a:bodyPr/>
        <a:lstStyle/>
        <a:p>
          <a:endParaRPr lang="en-US"/>
        </a:p>
      </dgm:t>
    </dgm:pt>
    <dgm:pt modelId="{01968470-D85E-4C56-B980-46FA8AA330B9}" type="pres">
      <dgm:prSet presAssocID="{D08C681D-2FDA-4298-A91B-381A9A253859}" presName="sibTrans" presStyleCnt="0"/>
      <dgm:spPr/>
    </dgm:pt>
    <dgm:pt modelId="{1AC5ED61-FDBB-4578-BA7C-22E0CFD45862}" type="pres">
      <dgm:prSet presAssocID="{E0CED5E6-E667-426E-AA81-F5D6DAE86FA9}" presName="compNode" presStyleCnt="0"/>
      <dgm:spPr/>
    </dgm:pt>
    <dgm:pt modelId="{4A82044E-3761-40D0-BCA6-A9846CC35CD3}" type="pres">
      <dgm:prSet presAssocID="{E0CED5E6-E667-426E-AA81-F5D6DAE86FA9}" presName="bgRect" presStyleLbl="bgShp" presStyleIdx="6" presStyleCnt="7"/>
      <dgm:spPr/>
    </dgm:pt>
    <dgm:pt modelId="{69E4A529-C76D-4DAF-AF6C-1C04182F74C8}" type="pres">
      <dgm:prSet presAssocID="{E0CED5E6-E667-426E-AA81-F5D6DAE86FA9}"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xmlns="" r:embed="rId14"/>
              </a:ext>
            </a:extLst>
          </a:blip>
          <a:stretch>
            <a:fillRect/>
          </a:stretch>
        </a:blipFill>
      </dgm:spPr>
      <dgm:extLst>
        <a:ext uri="{E40237B7-FDA0-4F09-8148-C483321AD2D9}">
          <dgm14:cNvPr xmlns:dgm14="http://schemas.microsoft.com/office/drawing/2010/diagram" id="0" name="" descr="Smart Phone"/>
        </a:ext>
      </dgm:extLst>
    </dgm:pt>
    <dgm:pt modelId="{6F31DC57-0CF6-43C4-9EA5-DD604E83667A}" type="pres">
      <dgm:prSet presAssocID="{E0CED5E6-E667-426E-AA81-F5D6DAE86FA9}" presName="spaceRect" presStyleCnt="0"/>
      <dgm:spPr/>
    </dgm:pt>
    <dgm:pt modelId="{EC5E513D-A590-498B-B798-5B076A67C966}" type="pres">
      <dgm:prSet presAssocID="{E0CED5E6-E667-426E-AA81-F5D6DAE86FA9}" presName="parTx" presStyleLbl="revTx" presStyleIdx="6" presStyleCnt="7">
        <dgm:presLayoutVars>
          <dgm:chMax val="0"/>
          <dgm:chPref val="0"/>
        </dgm:presLayoutVars>
      </dgm:prSet>
      <dgm:spPr/>
      <dgm:t>
        <a:bodyPr/>
        <a:lstStyle/>
        <a:p>
          <a:endParaRPr lang="en-US"/>
        </a:p>
      </dgm:t>
    </dgm:pt>
  </dgm:ptLst>
  <dgm:cxnLst>
    <dgm:cxn modelId="{68FBDE4B-D15E-45A8-8B95-76D687592577}" type="presOf" srcId="{B8FF5D5A-C7CD-4657-97EC-2F50D9168B3F}" destId="{47E4AD5E-3F39-458D-B6C6-645B6407DB31}" srcOrd="0" destOrd="0" presId="urn:microsoft.com/office/officeart/2018/2/layout/IconVerticalSolidList"/>
    <dgm:cxn modelId="{2264B7A1-52D9-413D-820A-9C9D34F2EECD}" type="presOf" srcId="{5722DB6A-58A6-4F85-927D-48E6C37576CA}" destId="{54692F08-8FFC-4474-92D0-27E390A0C869}" srcOrd="0" destOrd="0" presId="urn:microsoft.com/office/officeart/2018/2/layout/IconVerticalSolidList"/>
    <dgm:cxn modelId="{1DCB9F30-F37D-42B8-8B81-BB0BDD00AAEA}" srcId="{6A5D1710-0946-407E-AE82-34F7D2DC38DF}" destId="{A1BEB6EB-4994-49EF-8F85-AF996741F538}" srcOrd="5" destOrd="0" parTransId="{F03EF10E-C5AB-4D43-B62E-F24034DA2BED}" sibTransId="{D08C681D-2FDA-4298-A91B-381A9A253859}"/>
    <dgm:cxn modelId="{69CB6EA8-F4CD-4CEB-97E8-036BF9695269}" type="presOf" srcId="{6A5D1710-0946-407E-AE82-34F7D2DC38DF}" destId="{164BA113-406B-493F-956A-C886825C6B89}" srcOrd="0" destOrd="0" presId="urn:microsoft.com/office/officeart/2018/2/layout/IconVerticalSolidList"/>
    <dgm:cxn modelId="{2F26C5D7-1347-4017-B2C2-6B87BC6DBB8F}" type="presOf" srcId="{9E380D17-5387-470C-A592-5105217A623E}" destId="{977C9711-A4DB-47B8-BC78-1A5486A28079}" srcOrd="0" destOrd="0" presId="urn:microsoft.com/office/officeart/2018/2/layout/IconVerticalSolidList"/>
    <dgm:cxn modelId="{842428C4-9A75-42AC-B7FD-8B9A8E0B9167}" type="presOf" srcId="{A1BEB6EB-4994-49EF-8F85-AF996741F538}" destId="{9D7F5408-AF37-42B7-86EF-01E87026D8E1}" srcOrd="0" destOrd="0" presId="urn:microsoft.com/office/officeart/2018/2/layout/IconVerticalSolidList"/>
    <dgm:cxn modelId="{E4B810BA-F5ED-40C8-A367-F840163D0641}" srcId="{6A5D1710-0946-407E-AE82-34F7D2DC38DF}" destId="{A8E4ACEC-DC38-444E-8B69-E7846E5781F1}" srcOrd="0" destOrd="0" parTransId="{1FC13055-A48B-45AA-9C7E-1F177B5920EC}" sibTransId="{28EAA794-CF43-477F-840D-4C8A5A990A64}"/>
    <dgm:cxn modelId="{42010259-AF9D-4147-8EE0-4E7DC0B7D40B}" type="presOf" srcId="{B600B22C-93AF-4439-9FB9-CA366ED26E8B}" destId="{0BA687AC-9023-4206-BA06-517582DC3A1D}" srcOrd="0" destOrd="0" presId="urn:microsoft.com/office/officeart/2018/2/layout/IconVerticalSolidList"/>
    <dgm:cxn modelId="{0996DCFB-7CBD-4D24-85AD-A7661F9F6DEA}" type="presOf" srcId="{E0CED5E6-E667-426E-AA81-F5D6DAE86FA9}" destId="{EC5E513D-A590-498B-B798-5B076A67C966}" srcOrd="0" destOrd="0" presId="urn:microsoft.com/office/officeart/2018/2/layout/IconVerticalSolidList"/>
    <dgm:cxn modelId="{A0CB6C48-D9FD-497D-ABE5-7549C5E755CF}" srcId="{6A5D1710-0946-407E-AE82-34F7D2DC38DF}" destId="{B8FF5D5A-C7CD-4657-97EC-2F50D9168B3F}" srcOrd="3" destOrd="0" parTransId="{6F2D7184-0E95-4901-BB61-BDB38257F97D}" sibTransId="{CE1A3D1A-7DAF-4C33-8A7F-C1C274BB3953}"/>
    <dgm:cxn modelId="{B43B6664-10B3-4BE8-AE63-C7C85DE1DF50}" type="presOf" srcId="{A8E4ACEC-DC38-444E-8B69-E7846E5781F1}" destId="{896DEAF5-3A5D-4E7E-BF2C-51DE59070986}" srcOrd="0" destOrd="0" presId="urn:microsoft.com/office/officeart/2018/2/layout/IconVerticalSolidList"/>
    <dgm:cxn modelId="{7AF56D33-D400-4390-924A-A1C9EFF52DC8}" srcId="{6A5D1710-0946-407E-AE82-34F7D2DC38DF}" destId="{E0CED5E6-E667-426E-AA81-F5D6DAE86FA9}" srcOrd="6" destOrd="0" parTransId="{9C71F33F-98A2-4CA0-B3F7-B6D6B8270EBA}" sibTransId="{365ABDA1-DDF1-429A-B51D-A42CAF186881}"/>
    <dgm:cxn modelId="{689FCC6E-9A52-4EF7-9E66-42C8E43FE877}" srcId="{6A5D1710-0946-407E-AE82-34F7D2DC38DF}" destId="{9E380D17-5387-470C-A592-5105217A623E}" srcOrd="4" destOrd="0" parTransId="{8C2E59AF-7C9F-4B3B-93A1-1813E3EB9ED2}" sibTransId="{0009609F-4983-4B20-A62E-58F8B5222421}"/>
    <dgm:cxn modelId="{DEF661AA-DB27-4D5D-97D3-66B695763A72}" srcId="{6A5D1710-0946-407E-AE82-34F7D2DC38DF}" destId="{5722DB6A-58A6-4F85-927D-48E6C37576CA}" srcOrd="1" destOrd="0" parTransId="{ECF32A21-6B99-4934-8F18-925436D7881F}" sibTransId="{1918F844-902D-4E8B-85E3-F3B9E994DB5F}"/>
    <dgm:cxn modelId="{2BA238D8-31D3-477F-A257-EB73545D07B0}" srcId="{6A5D1710-0946-407E-AE82-34F7D2DC38DF}" destId="{B600B22C-93AF-4439-9FB9-CA366ED26E8B}" srcOrd="2" destOrd="0" parTransId="{3D7FEDC3-8A85-41FC-AA02-084483F46F55}" sibTransId="{E6C840A7-0070-4ACA-BF50-0940A182E9BE}"/>
    <dgm:cxn modelId="{3619754E-637D-414B-A462-E447CBAFB6F8}" type="presParOf" srcId="{164BA113-406B-493F-956A-C886825C6B89}" destId="{DF82AF09-C8A7-4512-B3A9-0B94E4D49ACD}" srcOrd="0" destOrd="0" presId="urn:microsoft.com/office/officeart/2018/2/layout/IconVerticalSolidList"/>
    <dgm:cxn modelId="{FCB77A7B-AC35-4112-8837-C080FAD74A80}" type="presParOf" srcId="{DF82AF09-C8A7-4512-B3A9-0B94E4D49ACD}" destId="{9B2D459B-C8ED-45AF-B6FF-0E8A5A711B7D}" srcOrd="0" destOrd="0" presId="urn:microsoft.com/office/officeart/2018/2/layout/IconVerticalSolidList"/>
    <dgm:cxn modelId="{469F5AB9-0FC0-43E0-9433-7ABCE65EDAAF}" type="presParOf" srcId="{DF82AF09-C8A7-4512-B3A9-0B94E4D49ACD}" destId="{90AB8144-850E-4A1E-8C17-E4C767336042}" srcOrd="1" destOrd="0" presId="urn:microsoft.com/office/officeart/2018/2/layout/IconVerticalSolidList"/>
    <dgm:cxn modelId="{77643796-08DB-4EC6-96AF-5C39FB757AE3}" type="presParOf" srcId="{DF82AF09-C8A7-4512-B3A9-0B94E4D49ACD}" destId="{E02180A4-C87C-4A51-980B-64C2E9BA17FF}" srcOrd="2" destOrd="0" presId="urn:microsoft.com/office/officeart/2018/2/layout/IconVerticalSolidList"/>
    <dgm:cxn modelId="{0EA0969D-BE69-478D-B340-73089FF1D505}" type="presParOf" srcId="{DF82AF09-C8A7-4512-B3A9-0B94E4D49ACD}" destId="{896DEAF5-3A5D-4E7E-BF2C-51DE59070986}" srcOrd="3" destOrd="0" presId="urn:microsoft.com/office/officeart/2018/2/layout/IconVerticalSolidList"/>
    <dgm:cxn modelId="{B8D1E177-BC00-4044-9EE6-8EA806312BF6}" type="presParOf" srcId="{164BA113-406B-493F-956A-C886825C6B89}" destId="{0CF39B3F-0300-42C6-8C41-53FF83D70148}" srcOrd="1" destOrd="0" presId="urn:microsoft.com/office/officeart/2018/2/layout/IconVerticalSolidList"/>
    <dgm:cxn modelId="{0F03A15F-EA25-4C27-BCD0-1C9B401360D0}" type="presParOf" srcId="{164BA113-406B-493F-956A-C886825C6B89}" destId="{C40B31A9-17F5-4854-B03F-C256628A229B}" srcOrd="2" destOrd="0" presId="urn:microsoft.com/office/officeart/2018/2/layout/IconVerticalSolidList"/>
    <dgm:cxn modelId="{4A000575-1AD7-4688-B3EE-C87BB860E6F3}" type="presParOf" srcId="{C40B31A9-17F5-4854-B03F-C256628A229B}" destId="{D718DFAC-56F9-4B44-BD32-080CE2F612AC}" srcOrd="0" destOrd="0" presId="urn:microsoft.com/office/officeart/2018/2/layout/IconVerticalSolidList"/>
    <dgm:cxn modelId="{BA19CCE1-CDE3-46B7-8C76-28CE5FEA1E9D}" type="presParOf" srcId="{C40B31A9-17F5-4854-B03F-C256628A229B}" destId="{EB4A0F3F-2934-4743-89D2-08E9AAAEA36F}" srcOrd="1" destOrd="0" presId="urn:microsoft.com/office/officeart/2018/2/layout/IconVerticalSolidList"/>
    <dgm:cxn modelId="{F5157E8F-6B7B-4E63-9387-AAF4CEC1901C}" type="presParOf" srcId="{C40B31A9-17F5-4854-B03F-C256628A229B}" destId="{CBA348EA-B420-46A9-91EF-25419BC7D774}" srcOrd="2" destOrd="0" presId="urn:microsoft.com/office/officeart/2018/2/layout/IconVerticalSolidList"/>
    <dgm:cxn modelId="{E958D0B2-15CA-4CD4-82DC-8F4964896C77}" type="presParOf" srcId="{C40B31A9-17F5-4854-B03F-C256628A229B}" destId="{54692F08-8FFC-4474-92D0-27E390A0C869}" srcOrd="3" destOrd="0" presId="urn:microsoft.com/office/officeart/2018/2/layout/IconVerticalSolidList"/>
    <dgm:cxn modelId="{08D0C19E-AEEE-41B4-AF5D-D1E642D3EDAE}" type="presParOf" srcId="{164BA113-406B-493F-956A-C886825C6B89}" destId="{D3CC4210-36C1-43F4-A4CE-6911683AB94C}" srcOrd="3" destOrd="0" presId="urn:microsoft.com/office/officeart/2018/2/layout/IconVerticalSolidList"/>
    <dgm:cxn modelId="{7B137C06-BB29-4C8C-8FA7-7A6A268D5A47}" type="presParOf" srcId="{164BA113-406B-493F-956A-C886825C6B89}" destId="{53BEC669-8299-4E2A-95FB-4E166DBA8CF1}" srcOrd="4" destOrd="0" presId="urn:microsoft.com/office/officeart/2018/2/layout/IconVerticalSolidList"/>
    <dgm:cxn modelId="{1EA25DF8-C204-48FB-B924-6195FE38271C}" type="presParOf" srcId="{53BEC669-8299-4E2A-95FB-4E166DBA8CF1}" destId="{624B7D82-7B9E-4B7F-8D1A-79F135833AFB}" srcOrd="0" destOrd="0" presId="urn:microsoft.com/office/officeart/2018/2/layout/IconVerticalSolidList"/>
    <dgm:cxn modelId="{84B3A41C-5CE0-4B90-A005-68B8A37B50AD}" type="presParOf" srcId="{53BEC669-8299-4E2A-95FB-4E166DBA8CF1}" destId="{C0B731FE-1E59-404A-B12A-B86CC264DEAE}" srcOrd="1" destOrd="0" presId="urn:microsoft.com/office/officeart/2018/2/layout/IconVerticalSolidList"/>
    <dgm:cxn modelId="{216972EB-6596-43A5-8BF1-39610E4C8375}" type="presParOf" srcId="{53BEC669-8299-4E2A-95FB-4E166DBA8CF1}" destId="{76F69FC6-DC7A-4A0C-BAF6-68E4CA255B13}" srcOrd="2" destOrd="0" presId="urn:microsoft.com/office/officeart/2018/2/layout/IconVerticalSolidList"/>
    <dgm:cxn modelId="{F634570B-3E02-4092-9E70-45F0E3B5302C}" type="presParOf" srcId="{53BEC669-8299-4E2A-95FB-4E166DBA8CF1}" destId="{0BA687AC-9023-4206-BA06-517582DC3A1D}" srcOrd="3" destOrd="0" presId="urn:microsoft.com/office/officeart/2018/2/layout/IconVerticalSolidList"/>
    <dgm:cxn modelId="{FDCA4DD9-2C2F-4ACE-9E47-A430E65F4C1A}" type="presParOf" srcId="{164BA113-406B-493F-956A-C886825C6B89}" destId="{E059ECF0-99FD-4853-8425-934D684D91E4}" srcOrd="5" destOrd="0" presId="urn:microsoft.com/office/officeart/2018/2/layout/IconVerticalSolidList"/>
    <dgm:cxn modelId="{8C63761D-BC17-424B-859C-42DC07AF806A}" type="presParOf" srcId="{164BA113-406B-493F-956A-C886825C6B89}" destId="{3A037604-2AE6-4394-BC49-F19CA2511425}" srcOrd="6" destOrd="0" presId="urn:microsoft.com/office/officeart/2018/2/layout/IconVerticalSolidList"/>
    <dgm:cxn modelId="{173E6C84-6854-4D39-A533-83B559381659}" type="presParOf" srcId="{3A037604-2AE6-4394-BC49-F19CA2511425}" destId="{54FA7B5A-4181-43AB-A3AE-F54BFA6014CF}" srcOrd="0" destOrd="0" presId="urn:microsoft.com/office/officeart/2018/2/layout/IconVerticalSolidList"/>
    <dgm:cxn modelId="{1043519D-D7A2-41CE-9D52-103E529509A0}" type="presParOf" srcId="{3A037604-2AE6-4394-BC49-F19CA2511425}" destId="{22D5846E-78F7-467B-9FA5-BEDA1629DC07}" srcOrd="1" destOrd="0" presId="urn:microsoft.com/office/officeart/2018/2/layout/IconVerticalSolidList"/>
    <dgm:cxn modelId="{8B5CA861-5AC4-4D68-9F01-6E64C6B89954}" type="presParOf" srcId="{3A037604-2AE6-4394-BC49-F19CA2511425}" destId="{022D9369-C46B-483B-A3AB-A8264B3D6080}" srcOrd="2" destOrd="0" presId="urn:microsoft.com/office/officeart/2018/2/layout/IconVerticalSolidList"/>
    <dgm:cxn modelId="{57B4BFA5-4B89-484F-9B9B-C8EACBADE853}" type="presParOf" srcId="{3A037604-2AE6-4394-BC49-F19CA2511425}" destId="{47E4AD5E-3F39-458D-B6C6-645B6407DB31}" srcOrd="3" destOrd="0" presId="urn:microsoft.com/office/officeart/2018/2/layout/IconVerticalSolidList"/>
    <dgm:cxn modelId="{03E9BFEC-8D1C-4921-8095-D8FAC78000D4}" type="presParOf" srcId="{164BA113-406B-493F-956A-C886825C6B89}" destId="{07838BA7-F5A4-49E6-B919-5F316B6A2FC9}" srcOrd="7" destOrd="0" presId="urn:microsoft.com/office/officeart/2018/2/layout/IconVerticalSolidList"/>
    <dgm:cxn modelId="{1F124F7C-429E-4543-881A-713EB10A27F3}" type="presParOf" srcId="{164BA113-406B-493F-956A-C886825C6B89}" destId="{B38E3F47-0753-4FCF-AAE5-9580A4E4D1F8}" srcOrd="8" destOrd="0" presId="urn:microsoft.com/office/officeart/2018/2/layout/IconVerticalSolidList"/>
    <dgm:cxn modelId="{DB133246-FB8D-4ECD-96F2-C2C3A7598E0C}" type="presParOf" srcId="{B38E3F47-0753-4FCF-AAE5-9580A4E4D1F8}" destId="{EDE9A492-405B-4886-BC6F-FBF9892D1282}" srcOrd="0" destOrd="0" presId="urn:microsoft.com/office/officeart/2018/2/layout/IconVerticalSolidList"/>
    <dgm:cxn modelId="{EBA8256C-6DC9-48AB-A064-C0A5D88F2C21}" type="presParOf" srcId="{B38E3F47-0753-4FCF-AAE5-9580A4E4D1F8}" destId="{EEB8EA98-994C-4EEF-8905-14CF9878D505}" srcOrd="1" destOrd="0" presId="urn:microsoft.com/office/officeart/2018/2/layout/IconVerticalSolidList"/>
    <dgm:cxn modelId="{B13E1A8C-EB20-4653-A446-098F71E6C06D}" type="presParOf" srcId="{B38E3F47-0753-4FCF-AAE5-9580A4E4D1F8}" destId="{76996A08-F166-4897-964C-CE2877318917}" srcOrd="2" destOrd="0" presId="urn:microsoft.com/office/officeart/2018/2/layout/IconVerticalSolidList"/>
    <dgm:cxn modelId="{4B62C965-AB74-44EA-A914-F4422A1A8BDB}" type="presParOf" srcId="{B38E3F47-0753-4FCF-AAE5-9580A4E4D1F8}" destId="{977C9711-A4DB-47B8-BC78-1A5486A28079}" srcOrd="3" destOrd="0" presId="urn:microsoft.com/office/officeart/2018/2/layout/IconVerticalSolidList"/>
    <dgm:cxn modelId="{CC780AFA-A1A9-413F-BAF1-919FF20E5216}" type="presParOf" srcId="{164BA113-406B-493F-956A-C886825C6B89}" destId="{E36CBD7C-2788-48A6-881E-A0F1B84DBAA8}" srcOrd="9" destOrd="0" presId="urn:microsoft.com/office/officeart/2018/2/layout/IconVerticalSolidList"/>
    <dgm:cxn modelId="{05C0B84F-CCCA-436B-A7A5-32B265BC3F16}" type="presParOf" srcId="{164BA113-406B-493F-956A-C886825C6B89}" destId="{1F9A29F1-AD6F-4170-BF52-A5A2273EE347}" srcOrd="10" destOrd="0" presId="urn:microsoft.com/office/officeart/2018/2/layout/IconVerticalSolidList"/>
    <dgm:cxn modelId="{C347AE81-E047-4713-B59C-C0D98578C5A5}" type="presParOf" srcId="{1F9A29F1-AD6F-4170-BF52-A5A2273EE347}" destId="{5ABD1C98-F018-4909-8A03-25059BB3E33E}" srcOrd="0" destOrd="0" presId="urn:microsoft.com/office/officeart/2018/2/layout/IconVerticalSolidList"/>
    <dgm:cxn modelId="{4B09AC5C-39DD-4838-90E5-32183AA6E955}" type="presParOf" srcId="{1F9A29F1-AD6F-4170-BF52-A5A2273EE347}" destId="{D1DD8741-028E-4FF9-B0BE-205A91D072C2}" srcOrd="1" destOrd="0" presId="urn:microsoft.com/office/officeart/2018/2/layout/IconVerticalSolidList"/>
    <dgm:cxn modelId="{FE056C16-EAB0-4BA8-B34C-217DA8B5EEFA}" type="presParOf" srcId="{1F9A29F1-AD6F-4170-BF52-A5A2273EE347}" destId="{1D02A479-02F8-430B-9DBA-63543EFDCA53}" srcOrd="2" destOrd="0" presId="urn:microsoft.com/office/officeart/2018/2/layout/IconVerticalSolidList"/>
    <dgm:cxn modelId="{F3E6BFA3-8D97-435D-A4A6-657A3D08BE73}" type="presParOf" srcId="{1F9A29F1-AD6F-4170-BF52-A5A2273EE347}" destId="{9D7F5408-AF37-42B7-86EF-01E87026D8E1}" srcOrd="3" destOrd="0" presId="urn:microsoft.com/office/officeart/2018/2/layout/IconVerticalSolidList"/>
    <dgm:cxn modelId="{B012A49B-804C-4703-843E-84B1C1DACCAD}" type="presParOf" srcId="{164BA113-406B-493F-956A-C886825C6B89}" destId="{01968470-D85E-4C56-B980-46FA8AA330B9}" srcOrd="11" destOrd="0" presId="urn:microsoft.com/office/officeart/2018/2/layout/IconVerticalSolidList"/>
    <dgm:cxn modelId="{651FAF58-9490-425F-9B7E-86098912C925}" type="presParOf" srcId="{164BA113-406B-493F-956A-C886825C6B89}" destId="{1AC5ED61-FDBB-4578-BA7C-22E0CFD45862}" srcOrd="12" destOrd="0" presId="urn:microsoft.com/office/officeart/2018/2/layout/IconVerticalSolidList"/>
    <dgm:cxn modelId="{E57F19DA-B1C5-4BBF-A37F-04E0B671E1CC}" type="presParOf" srcId="{1AC5ED61-FDBB-4578-BA7C-22E0CFD45862}" destId="{4A82044E-3761-40D0-BCA6-A9846CC35CD3}" srcOrd="0" destOrd="0" presId="urn:microsoft.com/office/officeart/2018/2/layout/IconVerticalSolidList"/>
    <dgm:cxn modelId="{7F869F81-009E-4728-BA5E-BF8DF0560D43}" type="presParOf" srcId="{1AC5ED61-FDBB-4578-BA7C-22E0CFD45862}" destId="{69E4A529-C76D-4DAF-AF6C-1C04182F74C8}" srcOrd="1" destOrd="0" presId="urn:microsoft.com/office/officeart/2018/2/layout/IconVerticalSolidList"/>
    <dgm:cxn modelId="{9942DC21-772C-49C9-ACB7-020839958F9B}" type="presParOf" srcId="{1AC5ED61-FDBB-4578-BA7C-22E0CFD45862}" destId="{6F31DC57-0CF6-43C4-9EA5-DD604E83667A}" srcOrd="2" destOrd="0" presId="urn:microsoft.com/office/officeart/2018/2/layout/IconVerticalSolidList"/>
    <dgm:cxn modelId="{8FA96F0C-95BE-4079-AFC0-02CB924B2FFF}" type="presParOf" srcId="{1AC5ED61-FDBB-4578-BA7C-22E0CFD45862}" destId="{EC5E513D-A590-498B-B798-5B076A67C96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2D459B-C8ED-45AF-B6FF-0E8A5A711B7D}">
      <dsp:nvSpPr>
        <dsp:cNvPr id="0" name=""/>
        <dsp:cNvSpPr/>
      </dsp:nvSpPr>
      <dsp:spPr>
        <a:xfrm>
          <a:off x="0" y="0"/>
          <a:ext cx="6983186" cy="44186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AB8144-850E-4A1E-8C17-E4C767336042}">
      <dsp:nvSpPr>
        <dsp:cNvPr id="0" name=""/>
        <dsp:cNvSpPr/>
      </dsp:nvSpPr>
      <dsp:spPr>
        <a:xfrm>
          <a:off x="133663" y="99740"/>
          <a:ext cx="243024" cy="24302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96DEAF5-3A5D-4E7E-BF2C-51DE59070986}">
      <dsp:nvSpPr>
        <dsp:cNvPr id="0" name=""/>
        <dsp:cNvSpPr/>
      </dsp:nvSpPr>
      <dsp:spPr>
        <a:xfrm>
          <a:off x="510351" y="320"/>
          <a:ext cx="6472834" cy="441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6764" tIns="46764" rIns="46764" bIns="46764" numCol="1" spcCol="1270" anchor="ctr" anchorCtr="0">
          <a:noAutofit/>
        </a:bodyPr>
        <a:lstStyle/>
        <a:p>
          <a:pPr lvl="0" algn="l" defTabSz="711200">
            <a:lnSpc>
              <a:spcPct val="100000"/>
            </a:lnSpc>
            <a:spcBef>
              <a:spcPct val="0"/>
            </a:spcBef>
            <a:spcAft>
              <a:spcPct val="35000"/>
            </a:spcAft>
          </a:pPr>
          <a:r>
            <a:rPr lang="en-US" sz="1600" kern="1200">
              <a:solidFill>
                <a:srgbClr val="0070C0"/>
              </a:solidFill>
            </a:rPr>
            <a:t>Accepts video input (live camera or recorded)</a:t>
          </a:r>
        </a:p>
      </dsp:txBody>
      <dsp:txXfrm>
        <a:off x="510351" y="320"/>
        <a:ext cx="6472834" cy="441863"/>
      </dsp:txXfrm>
    </dsp:sp>
    <dsp:sp modelId="{D718DFAC-56F9-4B44-BD32-080CE2F612AC}">
      <dsp:nvSpPr>
        <dsp:cNvPr id="0" name=""/>
        <dsp:cNvSpPr/>
      </dsp:nvSpPr>
      <dsp:spPr>
        <a:xfrm>
          <a:off x="0" y="552649"/>
          <a:ext cx="6983186" cy="44186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B4A0F3F-2934-4743-89D2-08E9AAAEA36F}">
      <dsp:nvSpPr>
        <dsp:cNvPr id="0" name=""/>
        <dsp:cNvSpPr/>
      </dsp:nvSpPr>
      <dsp:spPr>
        <a:xfrm>
          <a:off x="133663" y="652069"/>
          <a:ext cx="243024" cy="24302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4692F08-8FFC-4474-92D0-27E390A0C869}">
      <dsp:nvSpPr>
        <dsp:cNvPr id="0" name=""/>
        <dsp:cNvSpPr/>
      </dsp:nvSpPr>
      <dsp:spPr>
        <a:xfrm>
          <a:off x="510351" y="552649"/>
          <a:ext cx="6472834" cy="441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6764" tIns="46764" rIns="46764" bIns="46764" numCol="1" spcCol="1270" anchor="ctr" anchorCtr="0">
          <a:noAutofit/>
        </a:bodyPr>
        <a:lstStyle/>
        <a:p>
          <a:pPr lvl="0" algn="l" defTabSz="711200">
            <a:lnSpc>
              <a:spcPct val="100000"/>
            </a:lnSpc>
            <a:spcBef>
              <a:spcPct val="0"/>
            </a:spcBef>
            <a:spcAft>
              <a:spcPct val="35000"/>
            </a:spcAft>
          </a:pPr>
          <a:r>
            <a:rPr lang="en-US" sz="1600" kern="1200">
              <a:solidFill>
                <a:srgbClr val="0070C0"/>
              </a:solidFill>
            </a:rPr>
            <a:t>Decomposes video into frames for processing</a:t>
          </a:r>
        </a:p>
      </dsp:txBody>
      <dsp:txXfrm>
        <a:off x="510351" y="552649"/>
        <a:ext cx="6472834" cy="441863"/>
      </dsp:txXfrm>
    </dsp:sp>
    <dsp:sp modelId="{624B7D82-7B9E-4B7F-8D1A-79F135833AFB}">
      <dsp:nvSpPr>
        <dsp:cNvPr id="0" name=""/>
        <dsp:cNvSpPr/>
      </dsp:nvSpPr>
      <dsp:spPr>
        <a:xfrm>
          <a:off x="0" y="1104978"/>
          <a:ext cx="6983186" cy="44186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B731FE-1E59-404A-B12A-B86CC264DEAE}">
      <dsp:nvSpPr>
        <dsp:cNvPr id="0" name=""/>
        <dsp:cNvSpPr/>
      </dsp:nvSpPr>
      <dsp:spPr>
        <a:xfrm>
          <a:off x="133663" y="1204397"/>
          <a:ext cx="243024" cy="24302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BA687AC-9023-4206-BA06-517582DC3A1D}">
      <dsp:nvSpPr>
        <dsp:cNvPr id="0" name=""/>
        <dsp:cNvSpPr/>
      </dsp:nvSpPr>
      <dsp:spPr>
        <a:xfrm>
          <a:off x="510351" y="1104978"/>
          <a:ext cx="6472834" cy="441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6764" tIns="46764" rIns="46764" bIns="46764" numCol="1" spcCol="1270" anchor="ctr" anchorCtr="0">
          <a:noAutofit/>
        </a:bodyPr>
        <a:lstStyle/>
        <a:p>
          <a:pPr lvl="0" algn="l" defTabSz="711200">
            <a:lnSpc>
              <a:spcPct val="100000"/>
            </a:lnSpc>
            <a:spcBef>
              <a:spcPct val="0"/>
            </a:spcBef>
            <a:spcAft>
              <a:spcPct val="35000"/>
            </a:spcAft>
          </a:pPr>
          <a:r>
            <a:rPr lang="en-US" sz="1600" kern="1200">
              <a:solidFill>
                <a:srgbClr val="0070C0"/>
              </a:solidFill>
            </a:rPr>
            <a:t>Frames analyzed using computer vision modules</a:t>
          </a:r>
        </a:p>
      </dsp:txBody>
      <dsp:txXfrm>
        <a:off x="510351" y="1104978"/>
        <a:ext cx="6472834" cy="441863"/>
      </dsp:txXfrm>
    </dsp:sp>
    <dsp:sp modelId="{54FA7B5A-4181-43AB-A3AE-F54BFA6014CF}">
      <dsp:nvSpPr>
        <dsp:cNvPr id="0" name=""/>
        <dsp:cNvSpPr/>
      </dsp:nvSpPr>
      <dsp:spPr>
        <a:xfrm>
          <a:off x="0" y="1657307"/>
          <a:ext cx="6983186" cy="44186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D5846E-78F7-467B-9FA5-BEDA1629DC07}">
      <dsp:nvSpPr>
        <dsp:cNvPr id="0" name=""/>
        <dsp:cNvSpPr/>
      </dsp:nvSpPr>
      <dsp:spPr>
        <a:xfrm>
          <a:off x="133663" y="1756726"/>
          <a:ext cx="243024" cy="24302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7E4AD5E-3F39-458D-B6C6-645B6407DB31}">
      <dsp:nvSpPr>
        <dsp:cNvPr id="0" name=""/>
        <dsp:cNvSpPr/>
      </dsp:nvSpPr>
      <dsp:spPr>
        <a:xfrm>
          <a:off x="510351" y="1657307"/>
          <a:ext cx="6472834" cy="441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6764" tIns="46764" rIns="46764" bIns="46764" numCol="1" spcCol="1270" anchor="ctr" anchorCtr="0">
          <a:noAutofit/>
        </a:bodyPr>
        <a:lstStyle/>
        <a:p>
          <a:pPr lvl="0" algn="l" defTabSz="711200">
            <a:lnSpc>
              <a:spcPct val="100000"/>
            </a:lnSpc>
            <a:spcBef>
              <a:spcPct val="0"/>
            </a:spcBef>
            <a:spcAft>
              <a:spcPct val="35000"/>
            </a:spcAft>
          </a:pPr>
          <a:r>
            <a:rPr lang="en-US" sz="1600" kern="1200">
              <a:solidFill>
                <a:srgbClr val="0070C0"/>
              </a:solidFill>
            </a:rPr>
            <a:t>MediaPipe extracts 2D body landmarks (pose, hands, face)</a:t>
          </a:r>
        </a:p>
      </dsp:txBody>
      <dsp:txXfrm>
        <a:off x="510351" y="1657307"/>
        <a:ext cx="6472834" cy="441863"/>
      </dsp:txXfrm>
    </dsp:sp>
    <dsp:sp modelId="{EDE9A492-405B-4886-BC6F-FBF9892D1282}">
      <dsp:nvSpPr>
        <dsp:cNvPr id="0" name=""/>
        <dsp:cNvSpPr/>
      </dsp:nvSpPr>
      <dsp:spPr>
        <a:xfrm>
          <a:off x="0" y="2209636"/>
          <a:ext cx="6983186" cy="44186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B8EA98-994C-4EEF-8905-14CF9878D505}">
      <dsp:nvSpPr>
        <dsp:cNvPr id="0" name=""/>
        <dsp:cNvSpPr/>
      </dsp:nvSpPr>
      <dsp:spPr>
        <a:xfrm>
          <a:off x="133663" y="2309055"/>
          <a:ext cx="243024" cy="24302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77C9711-A4DB-47B8-BC78-1A5486A28079}">
      <dsp:nvSpPr>
        <dsp:cNvPr id="0" name=""/>
        <dsp:cNvSpPr/>
      </dsp:nvSpPr>
      <dsp:spPr>
        <a:xfrm>
          <a:off x="510351" y="2209636"/>
          <a:ext cx="6472834" cy="441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6764" tIns="46764" rIns="46764" bIns="46764" numCol="1" spcCol="1270" anchor="ctr" anchorCtr="0">
          <a:noAutofit/>
        </a:bodyPr>
        <a:lstStyle/>
        <a:p>
          <a:pPr lvl="0" algn="l" defTabSz="711200">
            <a:lnSpc>
              <a:spcPct val="100000"/>
            </a:lnSpc>
            <a:spcBef>
              <a:spcPct val="0"/>
            </a:spcBef>
            <a:spcAft>
              <a:spcPct val="35000"/>
            </a:spcAft>
          </a:pPr>
          <a:r>
            <a:rPr lang="en-US" sz="1600" kern="1200">
              <a:solidFill>
                <a:srgbClr val="0070C0"/>
              </a:solidFill>
            </a:rPr>
            <a:t>Landmarks are normalized and structured</a:t>
          </a:r>
        </a:p>
      </dsp:txBody>
      <dsp:txXfrm>
        <a:off x="510351" y="2209636"/>
        <a:ext cx="6472834" cy="441863"/>
      </dsp:txXfrm>
    </dsp:sp>
    <dsp:sp modelId="{5ABD1C98-F018-4909-8A03-25059BB3E33E}">
      <dsp:nvSpPr>
        <dsp:cNvPr id="0" name=""/>
        <dsp:cNvSpPr/>
      </dsp:nvSpPr>
      <dsp:spPr>
        <a:xfrm>
          <a:off x="0" y="2761965"/>
          <a:ext cx="6983186" cy="44186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DD8741-028E-4FF9-B0BE-205A91D072C2}">
      <dsp:nvSpPr>
        <dsp:cNvPr id="0" name=""/>
        <dsp:cNvSpPr/>
      </dsp:nvSpPr>
      <dsp:spPr>
        <a:xfrm>
          <a:off x="133663" y="2861384"/>
          <a:ext cx="243024" cy="243024"/>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xmlns="" r:embed="rId1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D7F5408-AF37-42B7-86EF-01E87026D8E1}">
      <dsp:nvSpPr>
        <dsp:cNvPr id="0" name=""/>
        <dsp:cNvSpPr/>
      </dsp:nvSpPr>
      <dsp:spPr>
        <a:xfrm>
          <a:off x="510351" y="2761965"/>
          <a:ext cx="6472834" cy="441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6764" tIns="46764" rIns="46764" bIns="46764" numCol="1" spcCol="1270" anchor="ctr" anchorCtr="0">
          <a:noAutofit/>
        </a:bodyPr>
        <a:lstStyle/>
        <a:p>
          <a:pPr lvl="0" algn="l" defTabSz="711200">
            <a:lnSpc>
              <a:spcPct val="100000"/>
            </a:lnSpc>
            <a:spcBef>
              <a:spcPct val="0"/>
            </a:spcBef>
            <a:spcAft>
              <a:spcPct val="35000"/>
            </a:spcAft>
          </a:pPr>
          <a:r>
            <a:rPr lang="en-US" sz="1600" kern="1200">
              <a:solidFill>
                <a:srgbClr val="0070C0"/>
              </a:solidFill>
            </a:rPr>
            <a:t>Preprocessing includes resizing and noise reduction</a:t>
          </a:r>
        </a:p>
      </dsp:txBody>
      <dsp:txXfrm>
        <a:off x="510351" y="2761965"/>
        <a:ext cx="6472834" cy="441863"/>
      </dsp:txXfrm>
    </dsp:sp>
    <dsp:sp modelId="{4A82044E-3761-40D0-BCA6-A9846CC35CD3}">
      <dsp:nvSpPr>
        <dsp:cNvPr id="0" name=""/>
        <dsp:cNvSpPr/>
      </dsp:nvSpPr>
      <dsp:spPr>
        <a:xfrm>
          <a:off x="0" y="3314293"/>
          <a:ext cx="6983186" cy="44186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E4A529-C76D-4DAF-AF6C-1C04182F74C8}">
      <dsp:nvSpPr>
        <dsp:cNvPr id="0" name=""/>
        <dsp:cNvSpPr/>
      </dsp:nvSpPr>
      <dsp:spPr>
        <a:xfrm>
          <a:off x="133663" y="3413713"/>
          <a:ext cx="243024" cy="243024"/>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xmlns="" r:embed="rId1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C5E513D-A590-498B-B798-5B076A67C966}">
      <dsp:nvSpPr>
        <dsp:cNvPr id="0" name=""/>
        <dsp:cNvSpPr/>
      </dsp:nvSpPr>
      <dsp:spPr>
        <a:xfrm>
          <a:off x="510351" y="3314293"/>
          <a:ext cx="6472834" cy="441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6764" tIns="46764" rIns="46764" bIns="46764" numCol="1" spcCol="1270" anchor="ctr" anchorCtr="0">
          <a:noAutofit/>
        </a:bodyPr>
        <a:lstStyle/>
        <a:p>
          <a:pPr lvl="0" algn="l" defTabSz="711200">
            <a:lnSpc>
              <a:spcPct val="100000"/>
            </a:lnSpc>
            <a:spcBef>
              <a:spcPct val="0"/>
            </a:spcBef>
            <a:spcAft>
              <a:spcPct val="35000"/>
            </a:spcAft>
          </a:pPr>
          <a:r>
            <a:rPr lang="en-US" sz="1600" kern="1200">
              <a:solidFill>
                <a:srgbClr val="0070C0"/>
              </a:solidFill>
            </a:rPr>
            <a:t>Processed data sent to gesture recognition stage</a:t>
          </a:r>
        </a:p>
      </dsp:txBody>
      <dsp:txXfrm>
        <a:off x="510351" y="3314293"/>
        <a:ext cx="6472834" cy="44186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ecafb401c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ecafb401c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gef1156a5b4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 name="Google Shape;490;gef1156a5b4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ecc07f8bc7_0_11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7" name="Google Shape;657;gecc07f8bc7_0_11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gecc07f8bc7_0_1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0" name="Google Shape;650;gecc07f8bc7_0_1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gef1156a5b4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 name="Google Shape;490;gef1156a5b4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457041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ecc07f8bc7_0_11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7" name="Google Shape;657;gecc07f8bc7_0_11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77267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gef1156a5b4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 name="Google Shape;490;gef1156a5b4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838896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ecc07f8bc7_0_11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7" name="Google Shape;657;gecc07f8bc7_0_11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644358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gecaf1dbd25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2" name="Google Shape;472;gecaf1dbd25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geef566d8a0_1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2" name="Google Shape;712;geef566d8a0_1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gef1156a5b4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 name="Google Shape;490;gef1156a5b4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97195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ecc07f8bc7_0_11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7" name="Google Shape;657;gecc07f8bc7_0_11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26921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ecc07f8bc7_0_11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7" name="Google Shape;657;gecc07f8bc7_0_11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334498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gef1156a5b4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 name="Google Shape;490;gef1156a5b4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45462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gecaf1dbd25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2" name="Google Shape;442;gecaf1dbd25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ecafb401c1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8" name="Google Shape;448;gecafb401c1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ef1156a5b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 name="Google Shape;479;gef1156a5b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ecaf1dbd25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ecaf1dbd25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ecaf1dbea9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7" name="Google Shape;517;gecaf1dbea9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gecc07f8bc7_0_8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6" name="Google Shape;536;gecc07f8bc7_0_8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ecc07f8bc7_0_8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 name="Google Shape;561;gecc07f8bc7_0_8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gecc07f8bc7_0_9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6" name="Google Shape;576;gecc07f8bc7_0_9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gecc07f8bc7_0_9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6" name="Google Shape;626;gecc07f8bc7_0_9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gecaf1dbea9_0_12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5" name="Google Shape;645;gecaf1dbea9_0_1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ecc07f8bc7_0_1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5" name="Google Shape;665;gecc07f8bc7_0_1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gecc07f8bc7_0_1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8" name="Google Shape;678;gecc07f8bc7_0_1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geef566d8a0_1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5" name="Google Shape;685;geef566d8a0_1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eefd4d17d7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4" name="Google Shape;694;geefd4d17d7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eefd4d17d7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2" name="Google Shape;702;geefd4d17d7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geefd4d17d7_1_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8" name="Google Shape;718;geefd4d17d7_1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geef566d8a0_1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1" name="Google Shape;751;geef566d8a0_1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geef566d8a0_1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6" name="Google Shape;806;geef566d8a0_1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geef566d8a0_1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0" name="Google Shape;820;geef566d8a0_1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geea622f044_0_185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6" name="Google Shape;916;geea622f044_0_185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p:cNvGrpSpPr/>
        <p:nvPr/>
      </p:nvGrpSpPr>
      <p:grpSpPr>
        <a:xfrm>
          <a:off x="0" y="0"/>
          <a:ext cx="0" cy="0"/>
          <a:chOff x="0" y="0"/>
          <a:chExt cx="0" cy="0"/>
        </a:xfrm>
      </p:grpSpPr>
      <p:sp>
        <p:nvSpPr>
          <p:cNvPr id="1038" name="Google Shape;1038;geefd4d17d7_1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9" name="Google Shape;1039;geefd4d17d7_1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geefd4d17d7_1_1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0" name="Google Shape;1050;geefd4d17d7_1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6"/>
        <p:cNvGrpSpPr/>
        <p:nvPr/>
      </p:nvGrpSpPr>
      <p:grpSpPr>
        <a:xfrm>
          <a:off x="0" y="0"/>
          <a:ext cx="0" cy="0"/>
          <a:chOff x="0" y="0"/>
          <a:chExt cx="0" cy="0"/>
        </a:xfrm>
      </p:grpSpPr>
      <p:sp>
        <p:nvSpPr>
          <p:cNvPr id="1057" name="Google Shape;1057;geefd4d17d7_1_1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8" name="Google Shape;1058;geefd4d17d7_1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5"/>
        <p:cNvGrpSpPr/>
        <p:nvPr/>
      </p:nvGrpSpPr>
      <p:grpSpPr>
        <a:xfrm>
          <a:off x="0" y="0"/>
          <a:ext cx="0" cy="0"/>
          <a:chOff x="0" y="0"/>
          <a:chExt cx="0" cy="0"/>
        </a:xfrm>
      </p:grpSpPr>
      <p:sp>
        <p:nvSpPr>
          <p:cNvPr id="4836" name="Google Shape;4836;geea622f044_0_130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7" name="Google Shape;4837;geea622f044_0_130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53913" y="-30324"/>
            <a:ext cx="9251826" cy="5204149"/>
          </a:xfrm>
          <a:prstGeom prst="rect">
            <a:avLst/>
          </a:prstGeom>
          <a:noFill/>
          <a:ln>
            <a:noFill/>
          </a:ln>
        </p:spPr>
      </p:pic>
      <p:sp>
        <p:nvSpPr>
          <p:cNvPr id="10" name="Google Shape;10;p2"/>
          <p:cNvSpPr txBox="1">
            <a:spLocks noGrp="1"/>
          </p:cNvSpPr>
          <p:nvPr>
            <p:ph type="ctrTitle"/>
          </p:nvPr>
        </p:nvSpPr>
        <p:spPr>
          <a:xfrm>
            <a:off x="4702600" y="671800"/>
            <a:ext cx="3802500" cy="33588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SzPts val="5200"/>
              <a:buNone/>
              <a:defRPr sz="5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4702600" y="3630700"/>
            <a:ext cx="3802500" cy="4095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2" name="Google Shape;12;p2"/>
          <p:cNvSpPr/>
          <p:nvPr/>
        </p:nvSpPr>
        <p:spPr>
          <a:xfrm>
            <a:off x="4104175" y="360655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850725" y="829492"/>
            <a:ext cx="203100" cy="2544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2838225" y="72855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584225" y="4295800"/>
            <a:ext cx="109200" cy="136800"/>
          </a:xfrm>
          <a:prstGeom prst="star4">
            <a:avLst>
              <a:gd name="adj" fmla="val 12011"/>
            </a:avLst>
          </a:prstGeom>
          <a:solidFill>
            <a:schemeClr val="dk1"/>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4669000" y="185885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529725" y="281062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6537575" y="4160800"/>
            <a:ext cx="203100" cy="254400"/>
          </a:xfrm>
          <a:prstGeom prst="star4">
            <a:avLst>
              <a:gd name="adj" fmla="val 12011"/>
            </a:avLst>
          </a:prstGeom>
          <a:solidFill>
            <a:schemeClr val="dk1"/>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1065700" y="476090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685575" y="53500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1932825" y="2379505"/>
            <a:ext cx="280200" cy="3507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4924150" y="829500"/>
            <a:ext cx="109200" cy="136800"/>
          </a:xfrm>
          <a:prstGeom prst="star4">
            <a:avLst>
              <a:gd name="adj" fmla="val 12011"/>
            </a:avLst>
          </a:prstGeom>
          <a:solidFill>
            <a:schemeClr val="dk1"/>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pic>
        <p:nvPicPr>
          <p:cNvPr id="24" name="Google Shape;24;p3"/>
          <p:cNvPicPr preferRelativeResize="0"/>
          <p:nvPr/>
        </p:nvPicPr>
        <p:blipFill>
          <a:blip r:embed="rId2">
            <a:alphaModFix/>
          </a:blip>
          <a:stretch>
            <a:fillRect/>
          </a:stretch>
        </p:blipFill>
        <p:spPr>
          <a:xfrm>
            <a:off x="-53126" y="-53074"/>
            <a:ext cx="9250252" cy="5249649"/>
          </a:xfrm>
          <a:prstGeom prst="rect">
            <a:avLst/>
          </a:prstGeom>
          <a:noFill/>
          <a:ln>
            <a:noFill/>
          </a:ln>
        </p:spPr>
      </p:pic>
      <p:sp>
        <p:nvSpPr>
          <p:cNvPr id="25" name="Google Shape;25;p3"/>
          <p:cNvSpPr txBox="1">
            <a:spLocks noGrp="1"/>
          </p:cNvSpPr>
          <p:nvPr>
            <p:ph type="title"/>
          </p:nvPr>
        </p:nvSpPr>
        <p:spPr>
          <a:xfrm>
            <a:off x="2741125" y="1964175"/>
            <a:ext cx="3661800" cy="12771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6" name="Google Shape;26;p3"/>
          <p:cNvSpPr txBox="1">
            <a:spLocks noGrp="1"/>
          </p:cNvSpPr>
          <p:nvPr>
            <p:ph type="title" idx="2" hasCustomPrompt="1"/>
          </p:nvPr>
        </p:nvSpPr>
        <p:spPr>
          <a:xfrm>
            <a:off x="2862275" y="935550"/>
            <a:ext cx="3419400" cy="941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80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7" name="Google Shape;27;p3"/>
          <p:cNvSpPr txBox="1">
            <a:spLocks noGrp="1"/>
          </p:cNvSpPr>
          <p:nvPr>
            <p:ph type="subTitle" idx="1"/>
          </p:nvPr>
        </p:nvSpPr>
        <p:spPr>
          <a:xfrm>
            <a:off x="2741075" y="3286675"/>
            <a:ext cx="3661800" cy="713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28" name="Google Shape;28;p3"/>
          <p:cNvGrpSpPr/>
          <p:nvPr/>
        </p:nvGrpSpPr>
        <p:grpSpPr>
          <a:xfrm>
            <a:off x="715100" y="398188"/>
            <a:ext cx="8297825" cy="4207063"/>
            <a:chOff x="715100" y="398188"/>
            <a:chExt cx="8297825" cy="4207063"/>
          </a:xfrm>
        </p:grpSpPr>
        <p:sp>
          <p:nvSpPr>
            <p:cNvPr id="29" name="Google Shape;29;p3"/>
            <p:cNvSpPr/>
            <p:nvPr/>
          </p:nvSpPr>
          <p:spPr>
            <a:xfrm>
              <a:off x="6281675" y="1157520"/>
              <a:ext cx="206400" cy="2586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a:off x="3330000" y="851350"/>
              <a:ext cx="206400" cy="2586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a:off x="715100" y="2754570"/>
              <a:ext cx="206400" cy="2586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a:off x="2926575" y="1218413"/>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a:off x="8903725" y="261777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a:off x="3220800" y="409550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a:off x="5273050" y="4262950"/>
              <a:ext cx="273300" cy="3423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a:off x="8220250" y="67462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a:off x="1212075" y="398188"/>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8"/>
        <p:cNvGrpSpPr/>
        <p:nvPr/>
      </p:nvGrpSpPr>
      <p:grpSpPr>
        <a:xfrm>
          <a:off x="0" y="0"/>
          <a:ext cx="0" cy="0"/>
          <a:chOff x="0" y="0"/>
          <a:chExt cx="0" cy="0"/>
        </a:xfrm>
      </p:grpSpPr>
      <p:pic>
        <p:nvPicPr>
          <p:cNvPr id="39" name="Google Shape;39;p4"/>
          <p:cNvPicPr preferRelativeResize="0"/>
          <p:nvPr/>
        </p:nvPicPr>
        <p:blipFill>
          <a:blip r:embed="rId2">
            <a:alphaModFix/>
          </a:blip>
          <a:stretch>
            <a:fillRect/>
          </a:stretch>
        </p:blipFill>
        <p:spPr>
          <a:xfrm>
            <a:off x="-60451" y="-43225"/>
            <a:ext cx="9264902" cy="5229951"/>
          </a:xfrm>
          <a:prstGeom prst="rect">
            <a:avLst/>
          </a:prstGeom>
          <a:noFill/>
          <a:ln>
            <a:noFill/>
          </a:ln>
        </p:spPr>
      </p:pic>
      <p:sp>
        <p:nvSpPr>
          <p:cNvPr id="40" name="Google Shape;40;p4"/>
          <p:cNvSpPr txBox="1">
            <a:spLocks noGrp="1"/>
          </p:cNvSpPr>
          <p:nvPr>
            <p:ph type="body" idx="1"/>
          </p:nvPr>
        </p:nvSpPr>
        <p:spPr>
          <a:xfrm>
            <a:off x="720000" y="1321700"/>
            <a:ext cx="7704000" cy="32868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accent1"/>
              </a:buClr>
              <a:buSzPts val="1200"/>
              <a:buAutoNum type="arabicPeriod"/>
              <a:defRPr sz="1200"/>
            </a:lvl1pPr>
            <a:lvl2pPr marL="914400" lvl="1" indent="-317500" rtl="0">
              <a:lnSpc>
                <a:spcPct val="115000"/>
              </a:lnSpc>
              <a:spcBef>
                <a:spcPts val="0"/>
              </a:spcBef>
              <a:spcAft>
                <a:spcPts val="0"/>
              </a:spcAft>
              <a:buSzPts val="1400"/>
              <a:buAutoNum type="alphaLcPeriod"/>
              <a:defRPr/>
            </a:lvl2pPr>
            <a:lvl3pPr marL="1371600" lvl="2" indent="-317500" rtl="0">
              <a:lnSpc>
                <a:spcPct val="115000"/>
              </a:lnSpc>
              <a:spcBef>
                <a:spcPts val="0"/>
              </a:spcBef>
              <a:spcAft>
                <a:spcPts val="0"/>
              </a:spcAft>
              <a:buSzPts val="1400"/>
              <a:buAutoNum type="romanLcPeriod"/>
              <a:defRPr/>
            </a:lvl3pPr>
            <a:lvl4pPr marL="1828800" lvl="3" indent="-317500" rtl="0">
              <a:lnSpc>
                <a:spcPct val="115000"/>
              </a:lnSpc>
              <a:spcBef>
                <a:spcPts val="0"/>
              </a:spcBef>
              <a:spcAft>
                <a:spcPts val="0"/>
              </a:spcAft>
              <a:buSzPts val="1400"/>
              <a:buAutoNum type="arabicPeriod"/>
              <a:defRPr/>
            </a:lvl4pPr>
            <a:lvl5pPr marL="2286000" lvl="4" indent="-317500" rtl="0">
              <a:lnSpc>
                <a:spcPct val="115000"/>
              </a:lnSpc>
              <a:spcBef>
                <a:spcPts val="0"/>
              </a:spcBef>
              <a:spcAft>
                <a:spcPts val="0"/>
              </a:spcAft>
              <a:buSzPts val="1400"/>
              <a:buAutoNum type="alphaLcPeriod"/>
              <a:defRPr/>
            </a:lvl5pPr>
            <a:lvl6pPr marL="2743200" lvl="5" indent="-317500" rtl="0">
              <a:lnSpc>
                <a:spcPct val="115000"/>
              </a:lnSpc>
              <a:spcBef>
                <a:spcPts val="0"/>
              </a:spcBef>
              <a:spcAft>
                <a:spcPts val="0"/>
              </a:spcAft>
              <a:buSzPts val="1400"/>
              <a:buAutoNum type="romanLcPeriod"/>
              <a:defRPr/>
            </a:lvl6pPr>
            <a:lvl7pPr marL="3200400" lvl="6" indent="-317500" rtl="0">
              <a:lnSpc>
                <a:spcPct val="115000"/>
              </a:lnSpc>
              <a:spcBef>
                <a:spcPts val="0"/>
              </a:spcBef>
              <a:spcAft>
                <a:spcPts val="0"/>
              </a:spcAft>
              <a:buSzPts val="1400"/>
              <a:buAutoNum type="arabicPeriod"/>
              <a:defRPr/>
            </a:lvl7pPr>
            <a:lvl8pPr marL="3657600" lvl="7" indent="-317500" rtl="0">
              <a:lnSpc>
                <a:spcPct val="115000"/>
              </a:lnSpc>
              <a:spcBef>
                <a:spcPts val="0"/>
              </a:spcBef>
              <a:spcAft>
                <a:spcPts val="0"/>
              </a:spcAft>
              <a:buSzPts val="1400"/>
              <a:buAutoNum type="alphaLcPeriod"/>
              <a:defRPr/>
            </a:lvl8pPr>
            <a:lvl9pPr marL="4114800" lvl="8" indent="-317500" rtl="0">
              <a:lnSpc>
                <a:spcPct val="115000"/>
              </a:lnSpc>
              <a:spcBef>
                <a:spcPts val="0"/>
              </a:spcBef>
              <a:spcAft>
                <a:spcPts val="0"/>
              </a:spcAft>
              <a:buSzPts val="1400"/>
              <a:buAutoNum type="romanLcPeriod"/>
              <a:defRPr/>
            </a:lvl9pPr>
          </a:lstStyle>
          <a:p>
            <a:endParaRPr/>
          </a:p>
        </p:txBody>
      </p:sp>
      <p:sp>
        <p:nvSpPr>
          <p:cNvPr id="41" name="Google Shape;41;p4"/>
          <p:cNvSpPr txBox="1">
            <a:spLocks noGrp="1"/>
          </p:cNvSpPr>
          <p:nvPr>
            <p:ph type="title"/>
          </p:nvPr>
        </p:nvSpPr>
        <p:spPr>
          <a:xfrm>
            <a:off x="720000" y="532925"/>
            <a:ext cx="7704000" cy="440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42" name="Google Shape;42;p4"/>
          <p:cNvGrpSpPr/>
          <p:nvPr/>
        </p:nvGrpSpPr>
        <p:grpSpPr>
          <a:xfrm>
            <a:off x="605925" y="177125"/>
            <a:ext cx="8045050" cy="4499775"/>
            <a:chOff x="605925" y="177125"/>
            <a:chExt cx="8045050" cy="4499775"/>
          </a:xfrm>
        </p:grpSpPr>
        <p:sp>
          <p:nvSpPr>
            <p:cNvPr id="43" name="Google Shape;43;p4"/>
            <p:cNvSpPr/>
            <p:nvPr/>
          </p:nvSpPr>
          <p:spPr>
            <a:xfrm>
              <a:off x="8200475" y="62957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a:off x="3181500" y="17712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4"/>
            <p:cNvSpPr/>
            <p:nvPr/>
          </p:nvSpPr>
          <p:spPr>
            <a:xfrm>
              <a:off x="761500" y="606783"/>
              <a:ext cx="206400" cy="2586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4"/>
            <p:cNvSpPr/>
            <p:nvPr/>
          </p:nvSpPr>
          <p:spPr>
            <a:xfrm>
              <a:off x="605925" y="281062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4"/>
            <p:cNvSpPr/>
            <p:nvPr/>
          </p:nvSpPr>
          <p:spPr>
            <a:xfrm>
              <a:off x="7723125" y="2552225"/>
              <a:ext cx="206400" cy="2583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4"/>
            <p:cNvSpPr/>
            <p:nvPr/>
          </p:nvSpPr>
          <p:spPr>
            <a:xfrm>
              <a:off x="8541775" y="426295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4"/>
            <p:cNvSpPr/>
            <p:nvPr/>
          </p:nvSpPr>
          <p:spPr>
            <a:xfrm>
              <a:off x="2772350" y="454010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50"/>
        <p:cNvGrpSpPr/>
        <p:nvPr/>
      </p:nvGrpSpPr>
      <p:grpSpPr>
        <a:xfrm>
          <a:off x="0" y="0"/>
          <a:ext cx="0" cy="0"/>
          <a:chOff x="0" y="0"/>
          <a:chExt cx="0" cy="0"/>
        </a:xfrm>
      </p:grpSpPr>
      <p:pic>
        <p:nvPicPr>
          <p:cNvPr id="51" name="Google Shape;51;p5"/>
          <p:cNvPicPr preferRelativeResize="0"/>
          <p:nvPr/>
        </p:nvPicPr>
        <p:blipFill>
          <a:blip r:embed="rId2">
            <a:alphaModFix/>
          </a:blip>
          <a:stretch>
            <a:fillRect/>
          </a:stretch>
        </p:blipFill>
        <p:spPr>
          <a:xfrm>
            <a:off x="-115387" y="-63313"/>
            <a:ext cx="9374774" cy="5270125"/>
          </a:xfrm>
          <a:prstGeom prst="rect">
            <a:avLst/>
          </a:prstGeom>
          <a:noFill/>
          <a:ln>
            <a:noFill/>
          </a:ln>
        </p:spPr>
      </p:pic>
      <p:sp>
        <p:nvSpPr>
          <p:cNvPr id="52" name="Google Shape;52;p5"/>
          <p:cNvSpPr txBox="1">
            <a:spLocks noGrp="1"/>
          </p:cNvSpPr>
          <p:nvPr>
            <p:ph type="subTitle" idx="1"/>
          </p:nvPr>
        </p:nvSpPr>
        <p:spPr>
          <a:xfrm>
            <a:off x="1647050" y="2658820"/>
            <a:ext cx="2742000" cy="713400"/>
          </a:xfrm>
          <a:prstGeom prst="rect">
            <a:avLst/>
          </a:prstGeom>
          <a:effectLst>
            <a:outerShdw blurRad="42863" dist="47625" dir="3000000" algn="bl" rotWithShape="0">
              <a:srgbClr val="000000">
                <a:alpha val="20000"/>
              </a:srgbClr>
            </a:outerShdw>
          </a:effectLst>
        </p:spPr>
        <p:txBody>
          <a:bodyPr spcFirstLastPara="1" wrap="square" lIns="91425" tIns="91425" rIns="91425" bIns="91425" anchor="ctr" anchorCtr="0">
            <a:noAutofit/>
          </a:bodyPr>
          <a:lstStyle>
            <a:lvl1pPr lvl="0" algn="ctr">
              <a:lnSpc>
                <a:spcPct val="100000"/>
              </a:lnSpc>
              <a:spcBef>
                <a:spcPts val="0"/>
              </a:spcBef>
              <a:spcAft>
                <a:spcPts val="0"/>
              </a:spcAft>
              <a:buSzPts val="2000"/>
              <a:buFont typeface="Righteous"/>
              <a:buNone/>
              <a:defRPr sz="2500">
                <a:latin typeface="Righteous"/>
                <a:ea typeface="Righteous"/>
                <a:cs typeface="Righteous"/>
                <a:sym typeface="Righteous"/>
              </a:defRPr>
            </a:lvl1pPr>
            <a:lvl2pPr lvl="1" algn="ctr">
              <a:lnSpc>
                <a:spcPct val="100000"/>
              </a:lnSpc>
              <a:spcBef>
                <a:spcPts val="0"/>
              </a:spcBef>
              <a:spcAft>
                <a:spcPts val="0"/>
              </a:spcAft>
              <a:buSzPts val="2000"/>
              <a:buFont typeface="Righteous"/>
              <a:buNone/>
              <a:defRPr sz="2000">
                <a:latin typeface="Righteous"/>
                <a:ea typeface="Righteous"/>
                <a:cs typeface="Righteous"/>
                <a:sym typeface="Righteous"/>
              </a:defRPr>
            </a:lvl2pPr>
            <a:lvl3pPr lvl="2" algn="ctr">
              <a:lnSpc>
                <a:spcPct val="100000"/>
              </a:lnSpc>
              <a:spcBef>
                <a:spcPts val="0"/>
              </a:spcBef>
              <a:spcAft>
                <a:spcPts val="0"/>
              </a:spcAft>
              <a:buSzPts val="2000"/>
              <a:buFont typeface="Righteous"/>
              <a:buNone/>
              <a:defRPr sz="2000">
                <a:latin typeface="Righteous"/>
                <a:ea typeface="Righteous"/>
                <a:cs typeface="Righteous"/>
                <a:sym typeface="Righteous"/>
              </a:defRPr>
            </a:lvl3pPr>
            <a:lvl4pPr lvl="3" algn="ctr">
              <a:lnSpc>
                <a:spcPct val="100000"/>
              </a:lnSpc>
              <a:spcBef>
                <a:spcPts val="0"/>
              </a:spcBef>
              <a:spcAft>
                <a:spcPts val="0"/>
              </a:spcAft>
              <a:buSzPts val="2000"/>
              <a:buFont typeface="Righteous"/>
              <a:buNone/>
              <a:defRPr sz="2000">
                <a:latin typeface="Righteous"/>
                <a:ea typeface="Righteous"/>
                <a:cs typeface="Righteous"/>
                <a:sym typeface="Righteous"/>
              </a:defRPr>
            </a:lvl4pPr>
            <a:lvl5pPr lvl="4" algn="ctr">
              <a:lnSpc>
                <a:spcPct val="100000"/>
              </a:lnSpc>
              <a:spcBef>
                <a:spcPts val="0"/>
              </a:spcBef>
              <a:spcAft>
                <a:spcPts val="0"/>
              </a:spcAft>
              <a:buSzPts val="2000"/>
              <a:buFont typeface="Righteous"/>
              <a:buNone/>
              <a:defRPr sz="2000">
                <a:latin typeface="Righteous"/>
                <a:ea typeface="Righteous"/>
                <a:cs typeface="Righteous"/>
                <a:sym typeface="Righteous"/>
              </a:defRPr>
            </a:lvl5pPr>
            <a:lvl6pPr lvl="5" algn="ctr">
              <a:lnSpc>
                <a:spcPct val="100000"/>
              </a:lnSpc>
              <a:spcBef>
                <a:spcPts val="0"/>
              </a:spcBef>
              <a:spcAft>
                <a:spcPts val="0"/>
              </a:spcAft>
              <a:buSzPts val="2000"/>
              <a:buFont typeface="Righteous"/>
              <a:buNone/>
              <a:defRPr sz="2000">
                <a:latin typeface="Righteous"/>
                <a:ea typeface="Righteous"/>
                <a:cs typeface="Righteous"/>
                <a:sym typeface="Righteous"/>
              </a:defRPr>
            </a:lvl6pPr>
            <a:lvl7pPr lvl="6" algn="ctr">
              <a:lnSpc>
                <a:spcPct val="100000"/>
              </a:lnSpc>
              <a:spcBef>
                <a:spcPts val="0"/>
              </a:spcBef>
              <a:spcAft>
                <a:spcPts val="0"/>
              </a:spcAft>
              <a:buSzPts val="2000"/>
              <a:buFont typeface="Righteous"/>
              <a:buNone/>
              <a:defRPr sz="2000">
                <a:latin typeface="Righteous"/>
                <a:ea typeface="Righteous"/>
                <a:cs typeface="Righteous"/>
                <a:sym typeface="Righteous"/>
              </a:defRPr>
            </a:lvl7pPr>
            <a:lvl8pPr lvl="7" algn="ctr">
              <a:lnSpc>
                <a:spcPct val="100000"/>
              </a:lnSpc>
              <a:spcBef>
                <a:spcPts val="0"/>
              </a:spcBef>
              <a:spcAft>
                <a:spcPts val="0"/>
              </a:spcAft>
              <a:buSzPts val="2000"/>
              <a:buFont typeface="Righteous"/>
              <a:buNone/>
              <a:defRPr sz="2000">
                <a:latin typeface="Righteous"/>
                <a:ea typeface="Righteous"/>
                <a:cs typeface="Righteous"/>
                <a:sym typeface="Righteous"/>
              </a:defRPr>
            </a:lvl8pPr>
            <a:lvl9pPr lvl="8" algn="ctr">
              <a:lnSpc>
                <a:spcPct val="100000"/>
              </a:lnSpc>
              <a:spcBef>
                <a:spcPts val="0"/>
              </a:spcBef>
              <a:spcAft>
                <a:spcPts val="0"/>
              </a:spcAft>
              <a:buSzPts val="2000"/>
              <a:buFont typeface="Righteous"/>
              <a:buNone/>
              <a:defRPr sz="2000">
                <a:latin typeface="Righteous"/>
                <a:ea typeface="Righteous"/>
                <a:cs typeface="Righteous"/>
                <a:sym typeface="Righteous"/>
              </a:defRPr>
            </a:lvl9pPr>
          </a:lstStyle>
          <a:p>
            <a:endParaRPr/>
          </a:p>
        </p:txBody>
      </p:sp>
      <p:sp>
        <p:nvSpPr>
          <p:cNvPr id="53" name="Google Shape;53;p5"/>
          <p:cNvSpPr txBox="1">
            <a:spLocks noGrp="1"/>
          </p:cNvSpPr>
          <p:nvPr>
            <p:ph type="subTitle" idx="2"/>
          </p:nvPr>
        </p:nvSpPr>
        <p:spPr>
          <a:xfrm>
            <a:off x="4753753" y="2658820"/>
            <a:ext cx="2743200" cy="713400"/>
          </a:xfrm>
          <a:prstGeom prst="rect">
            <a:avLst/>
          </a:prstGeom>
          <a:effectLst>
            <a:outerShdw blurRad="42863" dist="47625" dir="3000000" algn="bl" rotWithShape="0">
              <a:srgbClr val="000000">
                <a:alpha val="20000"/>
              </a:srgbClr>
            </a:outerShdw>
          </a:effectLst>
        </p:spPr>
        <p:txBody>
          <a:bodyPr spcFirstLastPara="1" wrap="square" lIns="91425" tIns="91425" rIns="91425" bIns="91425" anchor="ctr" anchorCtr="0">
            <a:noAutofit/>
          </a:bodyPr>
          <a:lstStyle>
            <a:lvl1pPr lvl="0" algn="ctr" rtl="0">
              <a:lnSpc>
                <a:spcPct val="100000"/>
              </a:lnSpc>
              <a:spcBef>
                <a:spcPts val="0"/>
              </a:spcBef>
              <a:spcAft>
                <a:spcPts val="0"/>
              </a:spcAft>
              <a:buSzPts val="2000"/>
              <a:buFont typeface="Righteous"/>
              <a:buNone/>
              <a:defRPr sz="2500">
                <a:latin typeface="Righteous"/>
                <a:ea typeface="Righteous"/>
                <a:cs typeface="Righteous"/>
                <a:sym typeface="Righteous"/>
              </a:defRPr>
            </a:lvl1pPr>
            <a:lvl2pPr lvl="1" algn="ctr" rtl="0">
              <a:lnSpc>
                <a:spcPct val="100000"/>
              </a:lnSpc>
              <a:spcBef>
                <a:spcPts val="0"/>
              </a:spcBef>
              <a:spcAft>
                <a:spcPts val="0"/>
              </a:spcAft>
              <a:buSzPts val="2000"/>
              <a:buFont typeface="Righteous"/>
              <a:buNone/>
              <a:defRPr sz="2000">
                <a:latin typeface="Righteous"/>
                <a:ea typeface="Righteous"/>
                <a:cs typeface="Righteous"/>
                <a:sym typeface="Righteous"/>
              </a:defRPr>
            </a:lvl2pPr>
            <a:lvl3pPr lvl="2" algn="ctr" rtl="0">
              <a:lnSpc>
                <a:spcPct val="100000"/>
              </a:lnSpc>
              <a:spcBef>
                <a:spcPts val="0"/>
              </a:spcBef>
              <a:spcAft>
                <a:spcPts val="0"/>
              </a:spcAft>
              <a:buSzPts val="2000"/>
              <a:buFont typeface="Righteous"/>
              <a:buNone/>
              <a:defRPr sz="2000">
                <a:latin typeface="Righteous"/>
                <a:ea typeface="Righteous"/>
                <a:cs typeface="Righteous"/>
                <a:sym typeface="Righteous"/>
              </a:defRPr>
            </a:lvl3pPr>
            <a:lvl4pPr lvl="3" algn="ctr" rtl="0">
              <a:lnSpc>
                <a:spcPct val="100000"/>
              </a:lnSpc>
              <a:spcBef>
                <a:spcPts val="0"/>
              </a:spcBef>
              <a:spcAft>
                <a:spcPts val="0"/>
              </a:spcAft>
              <a:buSzPts val="2000"/>
              <a:buFont typeface="Righteous"/>
              <a:buNone/>
              <a:defRPr sz="2000">
                <a:latin typeface="Righteous"/>
                <a:ea typeface="Righteous"/>
                <a:cs typeface="Righteous"/>
                <a:sym typeface="Righteous"/>
              </a:defRPr>
            </a:lvl4pPr>
            <a:lvl5pPr lvl="4" algn="ctr" rtl="0">
              <a:lnSpc>
                <a:spcPct val="100000"/>
              </a:lnSpc>
              <a:spcBef>
                <a:spcPts val="0"/>
              </a:spcBef>
              <a:spcAft>
                <a:spcPts val="0"/>
              </a:spcAft>
              <a:buSzPts val="2000"/>
              <a:buFont typeface="Righteous"/>
              <a:buNone/>
              <a:defRPr sz="2000">
                <a:latin typeface="Righteous"/>
                <a:ea typeface="Righteous"/>
                <a:cs typeface="Righteous"/>
                <a:sym typeface="Righteous"/>
              </a:defRPr>
            </a:lvl5pPr>
            <a:lvl6pPr lvl="5" algn="ctr" rtl="0">
              <a:lnSpc>
                <a:spcPct val="100000"/>
              </a:lnSpc>
              <a:spcBef>
                <a:spcPts val="0"/>
              </a:spcBef>
              <a:spcAft>
                <a:spcPts val="0"/>
              </a:spcAft>
              <a:buSzPts val="2000"/>
              <a:buFont typeface="Righteous"/>
              <a:buNone/>
              <a:defRPr sz="2000">
                <a:latin typeface="Righteous"/>
                <a:ea typeface="Righteous"/>
                <a:cs typeface="Righteous"/>
                <a:sym typeface="Righteous"/>
              </a:defRPr>
            </a:lvl6pPr>
            <a:lvl7pPr lvl="6" algn="ctr" rtl="0">
              <a:lnSpc>
                <a:spcPct val="100000"/>
              </a:lnSpc>
              <a:spcBef>
                <a:spcPts val="0"/>
              </a:spcBef>
              <a:spcAft>
                <a:spcPts val="0"/>
              </a:spcAft>
              <a:buSzPts val="2000"/>
              <a:buFont typeface="Righteous"/>
              <a:buNone/>
              <a:defRPr sz="2000">
                <a:latin typeface="Righteous"/>
                <a:ea typeface="Righteous"/>
                <a:cs typeface="Righteous"/>
                <a:sym typeface="Righteous"/>
              </a:defRPr>
            </a:lvl7pPr>
            <a:lvl8pPr lvl="7" algn="ctr" rtl="0">
              <a:lnSpc>
                <a:spcPct val="100000"/>
              </a:lnSpc>
              <a:spcBef>
                <a:spcPts val="0"/>
              </a:spcBef>
              <a:spcAft>
                <a:spcPts val="0"/>
              </a:spcAft>
              <a:buSzPts val="2000"/>
              <a:buFont typeface="Righteous"/>
              <a:buNone/>
              <a:defRPr sz="2000">
                <a:latin typeface="Righteous"/>
                <a:ea typeface="Righteous"/>
                <a:cs typeface="Righteous"/>
                <a:sym typeface="Righteous"/>
              </a:defRPr>
            </a:lvl8pPr>
            <a:lvl9pPr lvl="8" algn="ctr" rtl="0">
              <a:lnSpc>
                <a:spcPct val="100000"/>
              </a:lnSpc>
              <a:spcBef>
                <a:spcPts val="0"/>
              </a:spcBef>
              <a:spcAft>
                <a:spcPts val="0"/>
              </a:spcAft>
              <a:buSzPts val="2000"/>
              <a:buFont typeface="Righteous"/>
              <a:buNone/>
              <a:defRPr sz="2000">
                <a:latin typeface="Righteous"/>
                <a:ea typeface="Righteous"/>
                <a:cs typeface="Righteous"/>
                <a:sym typeface="Righteous"/>
              </a:defRPr>
            </a:lvl9pPr>
          </a:lstStyle>
          <a:p>
            <a:endParaRPr/>
          </a:p>
        </p:txBody>
      </p:sp>
      <p:sp>
        <p:nvSpPr>
          <p:cNvPr id="54" name="Google Shape;54;p5"/>
          <p:cNvSpPr txBox="1">
            <a:spLocks noGrp="1"/>
          </p:cNvSpPr>
          <p:nvPr>
            <p:ph type="subTitle" idx="3"/>
          </p:nvPr>
        </p:nvSpPr>
        <p:spPr>
          <a:xfrm>
            <a:off x="1647050" y="3218200"/>
            <a:ext cx="2742000" cy="1088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5" name="Google Shape;55;p5"/>
          <p:cNvSpPr txBox="1">
            <a:spLocks noGrp="1"/>
          </p:cNvSpPr>
          <p:nvPr>
            <p:ph type="subTitle" idx="4"/>
          </p:nvPr>
        </p:nvSpPr>
        <p:spPr>
          <a:xfrm>
            <a:off x="4754353" y="3218200"/>
            <a:ext cx="2742000" cy="1088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6" name="Google Shape;56;p5"/>
          <p:cNvSpPr txBox="1">
            <a:spLocks noGrp="1"/>
          </p:cNvSpPr>
          <p:nvPr>
            <p:ph type="title"/>
          </p:nvPr>
        </p:nvSpPr>
        <p:spPr>
          <a:xfrm>
            <a:off x="720000" y="532925"/>
            <a:ext cx="7704000" cy="440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57" name="Google Shape;57;p5"/>
          <p:cNvGrpSpPr/>
          <p:nvPr/>
        </p:nvGrpSpPr>
        <p:grpSpPr>
          <a:xfrm>
            <a:off x="579500" y="883007"/>
            <a:ext cx="8127475" cy="3706160"/>
            <a:chOff x="579500" y="883007"/>
            <a:chExt cx="8127475" cy="3706160"/>
          </a:xfrm>
        </p:grpSpPr>
        <p:sp>
          <p:nvSpPr>
            <p:cNvPr id="58" name="Google Shape;58;p5"/>
            <p:cNvSpPr/>
            <p:nvPr/>
          </p:nvSpPr>
          <p:spPr>
            <a:xfrm>
              <a:off x="1537850" y="883007"/>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8540625" y="93760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p:nvPr/>
          </p:nvSpPr>
          <p:spPr>
            <a:xfrm>
              <a:off x="7679650" y="2452075"/>
              <a:ext cx="206400" cy="2586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5"/>
            <p:cNvSpPr/>
            <p:nvPr/>
          </p:nvSpPr>
          <p:spPr>
            <a:xfrm>
              <a:off x="8597775" y="383320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5"/>
            <p:cNvSpPr/>
            <p:nvPr/>
          </p:nvSpPr>
          <p:spPr>
            <a:xfrm>
              <a:off x="4477725" y="4306867"/>
              <a:ext cx="225300" cy="2823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5"/>
            <p:cNvSpPr/>
            <p:nvPr/>
          </p:nvSpPr>
          <p:spPr>
            <a:xfrm>
              <a:off x="1323500" y="2549282"/>
              <a:ext cx="206400" cy="2586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5"/>
            <p:cNvSpPr/>
            <p:nvPr/>
          </p:nvSpPr>
          <p:spPr>
            <a:xfrm>
              <a:off x="579500" y="1477000"/>
              <a:ext cx="292200" cy="3660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5"/>
            <p:cNvSpPr/>
            <p:nvPr/>
          </p:nvSpPr>
          <p:spPr>
            <a:xfrm>
              <a:off x="1032200" y="430687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6"/>
        <p:cNvGrpSpPr/>
        <p:nvPr/>
      </p:nvGrpSpPr>
      <p:grpSpPr>
        <a:xfrm>
          <a:off x="0" y="0"/>
          <a:ext cx="0" cy="0"/>
          <a:chOff x="0" y="0"/>
          <a:chExt cx="0" cy="0"/>
        </a:xfrm>
      </p:grpSpPr>
      <p:pic>
        <p:nvPicPr>
          <p:cNvPr id="67" name="Google Shape;67;p6"/>
          <p:cNvPicPr preferRelativeResize="0"/>
          <p:nvPr/>
        </p:nvPicPr>
        <p:blipFill>
          <a:blip r:embed="rId2">
            <a:alphaModFix/>
          </a:blip>
          <a:stretch>
            <a:fillRect/>
          </a:stretch>
        </p:blipFill>
        <p:spPr>
          <a:xfrm>
            <a:off x="-60662" y="-34126"/>
            <a:ext cx="9265325" cy="5211751"/>
          </a:xfrm>
          <a:prstGeom prst="rect">
            <a:avLst/>
          </a:prstGeom>
          <a:noFill/>
          <a:ln>
            <a:noFill/>
          </a:ln>
        </p:spPr>
      </p:pic>
      <p:sp>
        <p:nvSpPr>
          <p:cNvPr id="68" name="Google Shape;68;p6"/>
          <p:cNvSpPr txBox="1">
            <a:spLocks noGrp="1"/>
          </p:cNvSpPr>
          <p:nvPr>
            <p:ph type="title"/>
          </p:nvPr>
        </p:nvSpPr>
        <p:spPr>
          <a:xfrm>
            <a:off x="720000" y="532925"/>
            <a:ext cx="7704000" cy="440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69" name="Google Shape;69;p6"/>
          <p:cNvGrpSpPr/>
          <p:nvPr/>
        </p:nvGrpSpPr>
        <p:grpSpPr>
          <a:xfrm>
            <a:off x="433300" y="880932"/>
            <a:ext cx="8130275" cy="3954494"/>
            <a:chOff x="433300" y="880932"/>
            <a:chExt cx="8130275" cy="3954494"/>
          </a:xfrm>
        </p:grpSpPr>
        <p:sp>
          <p:nvSpPr>
            <p:cNvPr id="70" name="Google Shape;70;p6"/>
            <p:cNvSpPr/>
            <p:nvPr/>
          </p:nvSpPr>
          <p:spPr>
            <a:xfrm flipH="1">
              <a:off x="8454375" y="880932"/>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6"/>
            <p:cNvSpPr/>
            <p:nvPr/>
          </p:nvSpPr>
          <p:spPr>
            <a:xfrm flipH="1">
              <a:off x="7996050" y="1634900"/>
              <a:ext cx="237600" cy="2976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6"/>
            <p:cNvSpPr/>
            <p:nvPr/>
          </p:nvSpPr>
          <p:spPr>
            <a:xfrm flipH="1">
              <a:off x="8124450" y="334805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6"/>
            <p:cNvSpPr/>
            <p:nvPr/>
          </p:nvSpPr>
          <p:spPr>
            <a:xfrm flipH="1">
              <a:off x="5704350" y="4471700"/>
              <a:ext cx="183300" cy="2295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6"/>
            <p:cNvSpPr/>
            <p:nvPr/>
          </p:nvSpPr>
          <p:spPr>
            <a:xfrm flipH="1">
              <a:off x="1085825" y="101772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6"/>
            <p:cNvSpPr/>
            <p:nvPr/>
          </p:nvSpPr>
          <p:spPr>
            <a:xfrm flipH="1">
              <a:off x="433300" y="2410625"/>
              <a:ext cx="183300" cy="2295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6"/>
            <p:cNvSpPr/>
            <p:nvPr/>
          </p:nvSpPr>
          <p:spPr>
            <a:xfrm flipH="1">
              <a:off x="604375" y="412287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6"/>
            <p:cNvSpPr/>
            <p:nvPr/>
          </p:nvSpPr>
          <p:spPr>
            <a:xfrm flipH="1">
              <a:off x="3268275" y="4698627"/>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8"/>
        <p:cNvGrpSpPr/>
        <p:nvPr/>
      </p:nvGrpSpPr>
      <p:grpSpPr>
        <a:xfrm>
          <a:off x="0" y="0"/>
          <a:ext cx="0" cy="0"/>
          <a:chOff x="0" y="0"/>
          <a:chExt cx="0" cy="0"/>
        </a:xfrm>
      </p:grpSpPr>
      <p:pic>
        <p:nvPicPr>
          <p:cNvPr id="79" name="Google Shape;79;p7"/>
          <p:cNvPicPr preferRelativeResize="0"/>
          <p:nvPr/>
        </p:nvPicPr>
        <p:blipFill>
          <a:blip r:embed="rId2">
            <a:alphaModFix/>
          </a:blip>
          <a:stretch>
            <a:fillRect/>
          </a:stretch>
        </p:blipFill>
        <p:spPr>
          <a:xfrm>
            <a:off x="-74138" y="-41699"/>
            <a:ext cx="9292277" cy="5226899"/>
          </a:xfrm>
          <a:prstGeom prst="rect">
            <a:avLst/>
          </a:prstGeom>
          <a:noFill/>
          <a:ln>
            <a:noFill/>
          </a:ln>
        </p:spPr>
      </p:pic>
      <p:sp>
        <p:nvSpPr>
          <p:cNvPr id="80" name="Google Shape;80;p7"/>
          <p:cNvSpPr txBox="1">
            <a:spLocks noGrp="1"/>
          </p:cNvSpPr>
          <p:nvPr>
            <p:ph type="body" idx="1"/>
          </p:nvPr>
        </p:nvSpPr>
        <p:spPr>
          <a:xfrm>
            <a:off x="720000" y="1554150"/>
            <a:ext cx="4105200" cy="30543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accent1"/>
              </a:buClr>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sp>
        <p:nvSpPr>
          <p:cNvPr id="81" name="Google Shape;81;p7"/>
          <p:cNvSpPr txBox="1">
            <a:spLocks noGrp="1"/>
          </p:cNvSpPr>
          <p:nvPr>
            <p:ph type="title"/>
          </p:nvPr>
        </p:nvSpPr>
        <p:spPr>
          <a:xfrm>
            <a:off x="720000" y="532925"/>
            <a:ext cx="7704000" cy="440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82" name="Google Shape;82;p7"/>
          <p:cNvGrpSpPr/>
          <p:nvPr/>
        </p:nvGrpSpPr>
        <p:grpSpPr>
          <a:xfrm>
            <a:off x="529725" y="535000"/>
            <a:ext cx="8051575" cy="4237900"/>
            <a:chOff x="529725" y="535000"/>
            <a:chExt cx="8051575" cy="4237900"/>
          </a:xfrm>
        </p:grpSpPr>
        <p:sp>
          <p:nvSpPr>
            <p:cNvPr id="83" name="Google Shape;83;p7"/>
            <p:cNvSpPr/>
            <p:nvPr/>
          </p:nvSpPr>
          <p:spPr>
            <a:xfrm>
              <a:off x="2896425" y="402215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7"/>
            <p:cNvSpPr/>
            <p:nvPr/>
          </p:nvSpPr>
          <p:spPr>
            <a:xfrm>
              <a:off x="8378200" y="875892"/>
              <a:ext cx="203100" cy="2544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7"/>
            <p:cNvSpPr/>
            <p:nvPr/>
          </p:nvSpPr>
          <p:spPr>
            <a:xfrm>
              <a:off x="4741463" y="4045775"/>
              <a:ext cx="334800" cy="4194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7"/>
            <p:cNvSpPr/>
            <p:nvPr/>
          </p:nvSpPr>
          <p:spPr>
            <a:xfrm>
              <a:off x="8213925" y="2045525"/>
              <a:ext cx="109200" cy="136800"/>
            </a:xfrm>
            <a:prstGeom prst="star4">
              <a:avLst>
                <a:gd name="adj" fmla="val 12011"/>
              </a:avLst>
            </a:prstGeom>
            <a:solidFill>
              <a:schemeClr val="dk1"/>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7"/>
            <p:cNvSpPr/>
            <p:nvPr/>
          </p:nvSpPr>
          <p:spPr>
            <a:xfrm>
              <a:off x="5046275" y="131002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7"/>
            <p:cNvSpPr/>
            <p:nvPr/>
          </p:nvSpPr>
          <p:spPr>
            <a:xfrm>
              <a:off x="529725" y="281062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7"/>
            <p:cNvSpPr/>
            <p:nvPr/>
          </p:nvSpPr>
          <p:spPr>
            <a:xfrm>
              <a:off x="857675" y="4506350"/>
              <a:ext cx="162900" cy="2043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7"/>
            <p:cNvSpPr/>
            <p:nvPr/>
          </p:nvSpPr>
          <p:spPr>
            <a:xfrm>
              <a:off x="761775" y="535000"/>
              <a:ext cx="203100" cy="2544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7"/>
            <p:cNvSpPr/>
            <p:nvPr/>
          </p:nvSpPr>
          <p:spPr>
            <a:xfrm>
              <a:off x="8185100" y="463610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92"/>
        <p:cNvGrpSpPr/>
        <p:nvPr/>
      </p:nvGrpSpPr>
      <p:grpSpPr>
        <a:xfrm>
          <a:off x="0" y="0"/>
          <a:ext cx="0" cy="0"/>
          <a:chOff x="0" y="0"/>
          <a:chExt cx="0" cy="0"/>
        </a:xfrm>
      </p:grpSpPr>
      <p:pic>
        <p:nvPicPr>
          <p:cNvPr id="93" name="Google Shape;93;p8"/>
          <p:cNvPicPr preferRelativeResize="0"/>
          <p:nvPr/>
        </p:nvPicPr>
        <p:blipFill>
          <a:blip r:embed="rId2">
            <a:alphaModFix/>
          </a:blip>
          <a:stretch>
            <a:fillRect/>
          </a:stretch>
        </p:blipFill>
        <p:spPr>
          <a:xfrm>
            <a:off x="-66499" y="-60663"/>
            <a:ext cx="9276999" cy="5264826"/>
          </a:xfrm>
          <a:prstGeom prst="rect">
            <a:avLst/>
          </a:prstGeom>
          <a:noFill/>
          <a:ln>
            <a:noFill/>
          </a:ln>
        </p:spPr>
      </p:pic>
      <p:sp>
        <p:nvSpPr>
          <p:cNvPr id="94" name="Google Shape;94;p8"/>
          <p:cNvSpPr txBox="1">
            <a:spLocks noGrp="1"/>
          </p:cNvSpPr>
          <p:nvPr>
            <p:ph type="title"/>
          </p:nvPr>
        </p:nvSpPr>
        <p:spPr>
          <a:xfrm>
            <a:off x="995400" y="1003950"/>
            <a:ext cx="7153200" cy="31356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8500">
                <a:solidFill>
                  <a:schemeClr val="lt2"/>
                </a:solidFill>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95" name="Google Shape;95;p8"/>
          <p:cNvGrpSpPr/>
          <p:nvPr/>
        </p:nvGrpSpPr>
        <p:grpSpPr>
          <a:xfrm>
            <a:off x="605925" y="636392"/>
            <a:ext cx="7478425" cy="3798933"/>
            <a:chOff x="605925" y="636392"/>
            <a:chExt cx="7478425" cy="3798933"/>
          </a:xfrm>
        </p:grpSpPr>
        <p:sp>
          <p:nvSpPr>
            <p:cNvPr id="96" name="Google Shape;96;p8"/>
            <p:cNvSpPr/>
            <p:nvPr/>
          </p:nvSpPr>
          <p:spPr>
            <a:xfrm>
              <a:off x="3624375" y="429852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8"/>
            <p:cNvSpPr/>
            <p:nvPr/>
          </p:nvSpPr>
          <p:spPr>
            <a:xfrm>
              <a:off x="7930150" y="939750"/>
              <a:ext cx="154200" cy="1932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8"/>
            <p:cNvSpPr/>
            <p:nvPr/>
          </p:nvSpPr>
          <p:spPr>
            <a:xfrm>
              <a:off x="3992875" y="636392"/>
              <a:ext cx="203100" cy="2544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8"/>
            <p:cNvSpPr/>
            <p:nvPr/>
          </p:nvSpPr>
          <p:spPr>
            <a:xfrm>
              <a:off x="7952650" y="2731700"/>
              <a:ext cx="109200" cy="136800"/>
            </a:xfrm>
            <a:prstGeom prst="star4">
              <a:avLst>
                <a:gd name="adj" fmla="val 12011"/>
              </a:avLst>
            </a:prstGeom>
            <a:solidFill>
              <a:schemeClr val="dk1"/>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8"/>
            <p:cNvSpPr/>
            <p:nvPr/>
          </p:nvSpPr>
          <p:spPr>
            <a:xfrm>
              <a:off x="1316550" y="80295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8"/>
            <p:cNvSpPr/>
            <p:nvPr/>
          </p:nvSpPr>
          <p:spPr>
            <a:xfrm>
              <a:off x="605925" y="281062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8"/>
            <p:cNvSpPr/>
            <p:nvPr/>
          </p:nvSpPr>
          <p:spPr>
            <a:xfrm>
              <a:off x="1496875" y="3279300"/>
              <a:ext cx="203100" cy="2544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8"/>
            <p:cNvSpPr/>
            <p:nvPr/>
          </p:nvSpPr>
          <p:spPr>
            <a:xfrm>
              <a:off x="6537575" y="4160800"/>
              <a:ext cx="203100" cy="254400"/>
            </a:xfrm>
            <a:prstGeom prst="star4">
              <a:avLst>
                <a:gd name="adj" fmla="val 12011"/>
              </a:avLst>
            </a:prstGeom>
            <a:solidFill>
              <a:schemeClr val="dk1"/>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4"/>
        <p:cNvGrpSpPr/>
        <p:nvPr/>
      </p:nvGrpSpPr>
      <p:grpSpPr>
        <a:xfrm>
          <a:off x="0" y="0"/>
          <a:ext cx="0" cy="0"/>
          <a:chOff x="0" y="0"/>
          <a:chExt cx="0" cy="0"/>
        </a:xfrm>
      </p:grpSpPr>
      <p:pic>
        <p:nvPicPr>
          <p:cNvPr id="105" name="Google Shape;105;p9"/>
          <p:cNvPicPr preferRelativeResize="0"/>
          <p:nvPr/>
        </p:nvPicPr>
        <p:blipFill>
          <a:blip r:embed="rId2">
            <a:alphaModFix/>
          </a:blip>
          <a:stretch>
            <a:fillRect/>
          </a:stretch>
        </p:blipFill>
        <p:spPr>
          <a:xfrm>
            <a:off x="-94349" y="-53074"/>
            <a:ext cx="9332698" cy="5249649"/>
          </a:xfrm>
          <a:prstGeom prst="rect">
            <a:avLst/>
          </a:prstGeom>
          <a:noFill/>
          <a:ln>
            <a:noFill/>
          </a:ln>
        </p:spPr>
      </p:pic>
      <p:sp>
        <p:nvSpPr>
          <p:cNvPr id="106" name="Google Shape;106;p9"/>
          <p:cNvSpPr txBox="1">
            <a:spLocks noGrp="1"/>
          </p:cNvSpPr>
          <p:nvPr>
            <p:ph type="subTitle" idx="1"/>
          </p:nvPr>
        </p:nvSpPr>
        <p:spPr>
          <a:xfrm flipH="1">
            <a:off x="4255450" y="2013675"/>
            <a:ext cx="4173600" cy="1686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7" name="Google Shape;107;p9"/>
          <p:cNvSpPr txBox="1">
            <a:spLocks noGrp="1"/>
          </p:cNvSpPr>
          <p:nvPr>
            <p:ph type="title"/>
          </p:nvPr>
        </p:nvSpPr>
        <p:spPr>
          <a:xfrm flipH="1">
            <a:off x="4255300" y="1443200"/>
            <a:ext cx="4173600" cy="484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3700">
                <a:solidFill>
                  <a:schemeClr val="lt2"/>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08" name="Google Shape;108;p9"/>
          <p:cNvGrpSpPr/>
          <p:nvPr/>
        </p:nvGrpSpPr>
        <p:grpSpPr>
          <a:xfrm>
            <a:off x="425298" y="398200"/>
            <a:ext cx="8421775" cy="4400950"/>
            <a:chOff x="425298" y="398200"/>
            <a:chExt cx="8421775" cy="4400950"/>
          </a:xfrm>
        </p:grpSpPr>
        <p:sp>
          <p:nvSpPr>
            <p:cNvPr id="109" name="Google Shape;109;p9"/>
            <p:cNvSpPr/>
            <p:nvPr/>
          </p:nvSpPr>
          <p:spPr>
            <a:xfrm flipH="1">
              <a:off x="8180298" y="606783"/>
              <a:ext cx="206400" cy="2586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9"/>
            <p:cNvSpPr/>
            <p:nvPr/>
          </p:nvSpPr>
          <p:spPr>
            <a:xfrm flipH="1">
              <a:off x="8737873" y="296302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9"/>
            <p:cNvSpPr/>
            <p:nvPr/>
          </p:nvSpPr>
          <p:spPr>
            <a:xfrm flipH="1">
              <a:off x="6894423" y="4403758"/>
              <a:ext cx="206400" cy="2586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9"/>
            <p:cNvSpPr/>
            <p:nvPr/>
          </p:nvSpPr>
          <p:spPr>
            <a:xfrm flipH="1">
              <a:off x="4521598" y="46660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9"/>
            <p:cNvSpPr/>
            <p:nvPr/>
          </p:nvSpPr>
          <p:spPr>
            <a:xfrm flipH="1">
              <a:off x="1025923" y="39820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9"/>
            <p:cNvSpPr/>
            <p:nvPr/>
          </p:nvSpPr>
          <p:spPr>
            <a:xfrm flipH="1">
              <a:off x="425298" y="1144755"/>
              <a:ext cx="179700" cy="2253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9"/>
            <p:cNvSpPr/>
            <p:nvPr/>
          </p:nvSpPr>
          <p:spPr>
            <a:xfrm flipH="1">
              <a:off x="1025923" y="239505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9"/>
            <p:cNvSpPr/>
            <p:nvPr/>
          </p:nvSpPr>
          <p:spPr>
            <a:xfrm flipH="1">
              <a:off x="7205748" y="86537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9"/>
            <p:cNvSpPr/>
            <p:nvPr/>
          </p:nvSpPr>
          <p:spPr>
            <a:xfrm flipH="1">
              <a:off x="2292748" y="466235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9"/>
            <p:cNvSpPr/>
            <p:nvPr/>
          </p:nvSpPr>
          <p:spPr>
            <a:xfrm flipH="1">
              <a:off x="4054873" y="374327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9"/>
        <p:cNvGrpSpPr/>
        <p:nvPr/>
      </p:nvGrpSpPr>
      <p:grpSpPr>
        <a:xfrm>
          <a:off x="0" y="0"/>
          <a:ext cx="0" cy="0"/>
          <a:chOff x="0" y="0"/>
          <a:chExt cx="0" cy="0"/>
        </a:xfrm>
      </p:grpSpPr>
      <p:sp>
        <p:nvSpPr>
          <p:cNvPr id="120" name="Google Shape;120;p10"/>
          <p:cNvSpPr txBox="1">
            <a:spLocks noGrp="1"/>
          </p:cNvSpPr>
          <p:nvPr>
            <p:ph type="title"/>
          </p:nvPr>
        </p:nvSpPr>
        <p:spPr>
          <a:xfrm>
            <a:off x="720000" y="4076700"/>
            <a:ext cx="7704000" cy="474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500"/>
              <a:buNone/>
              <a:defRPr sz="2800">
                <a:solidFill>
                  <a:schemeClr val="dk2"/>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21"/>
        <p:cNvGrpSpPr/>
        <p:nvPr/>
      </p:nvGrpSpPr>
      <p:grpSpPr>
        <a:xfrm>
          <a:off x="0" y="0"/>
          <a:ext cx="0" cy="0"/>
          <a:chOff x="0" y="0"/>
          <a:chExt cx="0" cy="0"/>
        </a:xfrm>
      </p:grpSpPr>
      <p:pic>
        <p:nvPicPr>
          <p:cNvPr id="122" name="Google Shape;122;p11"/>
          <p:cNvPicPr preferRelativeResize="0"/>
          <p:nvPr/>
        </p:nvPicPr>
        <p:blipFill>
          <a:blip r:embed="rId2">
            <a:alphaModFix/>
          </a:blip>
          <a:stretch>
            <a:fillRect/>
          </a:stretch>
        </p:blipFill>
        <p:spPr>
          <a:xfrm>
            <a:off x="-96437" y="-64538"/>
            <a:ext cx="9336875" cy="5272576"/>
          </a:xfrm>
          <a:prstGeom prst="rect">
            <a:avLst/>
          </a:prstGeom>
          <a:noFill/>
          <a:ln>
            <a:noFill/>
          </a:ln>
        </p:spPr>
      </p:pic>
      <p:sp>
        <p:nvSpPr>
          <p:cNvPr id="123" name="Google Shape;123;p11"/>
          <p:cNvSpPr txBox="1">
            <a:spLocks noGrp="1"/>
          </p:cNvSpPr>
          <p:nvPr>
            <p:ph type="title" hasCustomPrompt="1"/>
          </p:nvPr>
        </p:nvSpPr>
        <p:spPr>
          <a:xfrm>
            <a:off x="1284000" y="1558475"/>
            <a:ext cx="6576000" cy="1511100"/>
          </a:xfrm>
          <a:prstGeom prst="rect">
            <a:avLst/>
          </a:prstGeom>
        </p:spPr>
        <p:txBody>
          <a:bodyPr spcFirstLastPara="1" wrap="square" lIns="91425" tIns="91425" rIns="91425" bIns="91425" anchor="ctr" anchorCtr="0">
            <a:noAutofit/>
          </a:bodyPr>
          <a:lstStyle>
            <a:lvl1pPr lvl="0" algn="ctr">
              <a:spcBef>
                <a:spcPts val="0"/>
              </a:spcBef>
              <a:spcAft>
                <a:spcPts val="0"/>
              </a:spcAft>
              <a:buSzPts val="9600"/>
              <a:buNone/>
              <a:defRPr sz="110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24" name="Google Shape;124;p11"/>
          <p:cNvSpPr txBox="1">
            <a:spLocks noGrp="1"/>
          </p:cNvSpPr>
          <p:nvPr>
            <p:ph type="subTitle" idx="1"/>
          </p:nvPr>
        </p:nvSpPr>
        <p:spPr>
          <a:xfrm>
            <a:off x="1284000" y="3069625"/>
            <a:ext cx="6576000" cy="444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8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125" name="Google Shape;125;p11"/>
          <p:cNvGrpSpPr/>
          <p:nvPr/>
        </p:nvGrpSpPr>
        <p:grpSpPr>
          <a:xfrm>
            <a:off x="682125" y="430125"/>
            <a:ext cx="7402225" cy="4005200"/>
            <a:chOff x="682125" y="430125"/>
            <a:chExt cx="7402225" cy="4005200"/>
          </a:xfrm>
        </p:grpSpPr>
        <p:sp>
          <p:nvSpPr>
            <p:cNvPr id="126" name="Google Shape;126;p11"/>
            <p:cNvSpPr/>
            <p:nvPr/>
          </p:nvSpPr>
          <p:spPr>
            <a:xfrm>
              <a:off x="3624375" y="429852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1"/>
            <p:cNvSpPr/>
            <p:nvPr/>
          </p:nvSpPr>
          <p:spPr>
            <a:xfrm>
              <a:off x="7930150" y="939750"/>
              <a:ext cx="154200" cy="1932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1"/>
            <p:cNvSpPr/>
            <p:nvPr/>
          </p:nvSpPr>
          <p:spPr>
            <a:xfrm>
              <a:off x="3992875" y="636404"/>
              <a:ext cx="302100" cy="3783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1"/>
            <p:cNvSpPr/>
            <p:nvPr/>
          </p:nvSpPr>
          <p:spPr>
            <a:xfrm>
              <a:off x="7952650" y="2731700"/>
              <a:ext cx="109200" cy="136800"/>
            </a:xfrm>
            <a:prstGeom prst="star4">
              <a:avLst>
                <a:gd name="adj" fmla="val 12011"/>
              </a:avLst>
            </a:prstGeom>
            <a:solidFill>
              <a:schemeClr val="dk1"/>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1"/>
            <p:cNvSpPr/>
            <p:nvPr/>
          </p:nvSpPr>
          <p:spPr>
            <a:xfrm>
              <a:off x="1723900" y="43012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1"/>
            <p:cNvSpPr/>
            <p:nvPr/>
          </p:nvSpPr>
          <p:spPr>
            <a:xfrm>
              <a:off x="682125" y="258202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1"/>
            <p:cNvSpPr/>
            <p:nvPr/>
          </p:nvSpPr>
          <p:spPr>
            <a:xfrm>
              <a:off x="1425750" y="3514225"/>
              <a:ext cx="203100" cy="2544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1"/>
            <p:cNvSpPr/>
            <p:nvPr/>
          </p:nvSpPr>
          <p:spPr>
            <a:xfrm>
              <a:off x="6537575" y="4160800"/>
              <a:ext cx="203100" cy="254400"/>
            </a:xfrm>
            <a:prstGeom prst="star4">
              <a:avLst>
                <a:gd name="adj" fmla="val 12011"/>
              </a:avLst>
            </a:prstGeom>
            <a:solidFill>
              <a:schemeClr val="dk1"/>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1"/>
            <p:cNvSpPr/>
            <p:nvPr/>
          </p:nvSpPr>
          <p:spPr>
            <a:xfrm>
              <a:off x="4953150" y="967950"/>
              <a:ext cx="109200" cy="136800"/>
            </a:xfrm>
            <a:prstGeom prst="star4">
              <a:avLst>
                <a:gd name="adj" fmla="val 12011"/>
              </a:avLst>
            </a:prstGeom>
            <a:solidFill>
              <a:schemeClr val="dk1"/>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3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136"/>
        <p:cNvGrpSpPr/>
        <p:nvPr/>
      </p:nvGrpSpPr>
      <p:grpSpPr>
        <a:xfrm>
          <a:off x="0" y="0"/>
          <a:ext cx="0" cy="0"/>
          <a:chOff x="0" y="0"/>
          <a:chExt cx="0" cy="0"/>
        </a:xfrm>
      </p:grpSpPr>
      <p:pic>
        <p:nvPicPr>
          <p:cNvPr id="137" name="Google Shape;137;p13"/>
          <p:cNvPicPr preferRelativeResize="0"/>
          <p:nvPr/>
        </p:nvPicPr>
        <p:blipFill>
          <a:blip r:embed="rId2">
            <a:alphaModFix/>
          </a:blip>
          <a:stretch>
            <a:fillRect/>
          </a:stretch>
        </p:blipFill>
        <p:spPr>
          <a:xfrm>
            <a:off x="-97049" y="-54588"/>
            <a:ext cx="9338098" cy="5252676"/>
          </a:xfrm>
          <a:prstGeom prst="rect">
            <a:avLst/>
          </a:prstGeom>
          <a:noFill/>
          <a:ln>
            <a:noFill/>
          </a:ln>
        </p:spPr>
      </p:pic>
      <p:sp>
        <p:nvSpPr>
          <p:cNvPr id="138" name="Google Shape;138;p13"/>
          <p:cNvSpPr txBox="1">
            <a:spLocks noGrp="1"/>
          </p:cNvSpPr>
          <p:nvPr>
            <p:ph type="title"/>
          </p:nvPr>
        </p:nvSpPr>
        <p:spPr>
          <a:xfrm>
            <a:off x="720000" y="1713172"/>
            <a:ext cx="21990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39" name="Google Shape;139;p13"/>
          <p:cNvSpPr txBox="1">
            <a:spLocks noGrp="1"/>
          </p:cNvSpPr>
          <p:nvPr>
            <p:ph type="title" idx="2" hasCustomPrompt="1"/>
          </p:nvPr>
        </p:nvSpPr>
        <p:spPr>
          <a:xfrm>
            <a:off x="1181850" y="1149600"/>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rgbClr val="FFD966"/>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0" name="Google Shape;140;p13"/>
          <p:cNvSpPr txBox="1">
            <a:spLocks noGrp="1"/>
          </p:cNvSpPr>
          <p:nvPr>
            <p:ph type="subTitle" idx="1"/>
          </p:nvPr>
        </p:nvSpPr>
        <p:spPr>
          <a:xfrm>
            <a:off x="720000" y="2329300"/>
            <a:ext cx="21990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41" name="Google Shape;141;p13"/>
          <p:cNvSpPr txBox="1">
            <a:spLocks noGrp="1"/>
          </p:cNvSpPr>
          <p:nvPr>
            <p:ph type="title" idx="3"/>
          </p:nvPr>
        </p:nvSpPr>
        <p:spPr>
          <a:xfrm>
            <a:off x="3474631" y="1713172"/>
            <a:ext cx="21990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42" name="Google Shape;142;p13"/>
          <p:cNvSpPr txBox="1">
            <a:spLocks noGrp="1"/>
          </p:cNvSpPr>
          <p:nvPr>
            <p:ph type="title" idx="4" hasCustomPrompt="1"/>
          </p:nvPr>
        </p:nvSpPr>
        <p:spPr>
          <a:xfrm>
            <a:off x="3936481" y="1149600"/>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rgbClr val="FFD966"/>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3" name="Google Shape;143;p13"/>
          <p:cNvSpPr txBox="1">
            <a:spLocks noGrp="1"/>
          </p:cNvSpPr>
          <p:nvPr>
            <p:ph type="subTitle" idx="5"/>
          </p:nvPr>
        </p:nvSpPr>
        <p:spPr>
          <a:xfrm>
            <a:off x="3474631" y="2329300"/>
            <a:ext cx="21990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44" name="Google Shape;144;p13"/>
          <p:cNvSpPr txBox="1">
            <a:spLocks noGrp="1"/>
          </p:cNvSpPr>
          <p:nvPr>
            <p:ph type="title" idx="6"/>
          </p:nvPr>
        </p:nvSpPr>
        <p:spPr>
          <a:xfrm>
            <a:off x="6229287" y="1713172"/>
            <a:ext cx="21990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45" name="Google Shape;145;p13"/>
          <p:cNvSpPr txBox="1">
            <a:spLocks noGrp="1"/>
          </p:cNvSpPr>
          <p:nvPr>
            <p:ph type="title" idx="7" hasCustomPrompt="1"/>
          </p:nvPr>
        </p:nvSpPr>
        <p:spPr>
          <a:xfrm>
            <a:off x="6691137" y="1149600"/>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rgbClr val="FFD966"/>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6" name="Google Shape;146;p13"/>
          <p:cNvSpPr txBox="1">
            <a:spLocks noGrp="1"/>
          </p:cNvSpPr>
          <p:nvPr>
            <p:ph type="subTitle" idx="8"/>
          </p:nvPr>
        </p:nvSpPr>
        <p:spPr>
          <a:xfrm>
            <a:off x="6229287" y="2329300"/>
            <a:ext cx="21990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47" name="Google Shape;147;p13"/>
          <p:cNvSpPr txBox="1">
            <a:spLocks noGrp="1"/>
          </p:cNvSpPr>
          <p:nvPr>
            <p:ph type="title" idx="9"/>
          </p:nvPr>
        </p:nvSpPr>
        <p:spPr>
          <a:xfrm>
            <a:off x="720000" y="3502572"/>
            <a:ext cx="21990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48" name="Google Shape;148;p13"/>
          <p:cNvSpPr txBox="1">
            <a:spLocks noGrp="1"/>
          </p:cNvSpPr>
          <p:nvPr>
            <p:ph type="title" idx="13" hasCustomPrompt="1"/>
          </p:nvPr>
        </p:nvSpPr>
        <p:spPr>
          <a:xfrm>
            <a:off x="1181850" y="2939000"/>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rgbClr val="FFD966"/>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9" name="Google Shape;149;p13"/>
          <p:cNvSpPr txBox="1">
            <a:spLocks noGrp="1"/>
          </p:cNvSpPr>
          <p:nvPr>
            <p:ph type="subTitle" idx="14"/>
          </p:nvPr>
        </p:nvSpPr>
        <p:spPr>
          <a:xfrm>
            <a:off x="720000" y="4118700"/>
            <a:ext cx="21990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50" name="Google Shape;150;p13"/>
          <p:cNvSpPr txBox="1">
            <a:spLocks noGrp="1"/>
          </p:cNvSpPr>
          <p:nvPr>
            <p:ph type="title" idx="15"/>
          </p:nvPr>
        </p:nvSpPr>
        <p:spPr>
          <a:xfrm>
            <a:off x="3474631" y="3502572"/>
            <a:ext cx="21990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51" name="Google Shape;151;p13"/>
          <p:cNvSpPr txBox="1">
            <a:spLocks noGrp="1"/>
          </p:cNvSpPr>
          <p:nvPr>
            <p:ph type="title" idx="16" hasCustomPrompt="1"/>
          </p:nvPr>
        </p:nvSpPr>
        <p:spPr>
          <a:xfrm>
            <a:off x="3936481" y="2939000"/>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rgbClr val="FFD966"/>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52" name="Google Shape;152;p13"/>
          <p:cNvSpPr txBox="1">
            <a:spLocks noGrp="1"/>
          </p:cNvSpPr>
          <p:nvPr>
            <p:ph type="subTitle" idx="17"/>
          </p:nvPr>
        </p:nvSpPr>
        <p:spPr>
          <a:xfrm>
            <a:off x="3474631" y="4118700"/>
            <a:ext cx="21990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53" name="Google Shape;153;p13"/>
          <p:cNvSpPr txBox="1">
            <a:spLocks noGrp="1"/>
          </p:cNvSpPr>
          <p:nvPr>
            <p:ph type="title" idx="18"/>
          </p:nvPr>
        </p:nvSpPr>
        <p:spPr>
          <a:xfrm>
            <a:off x="6229287" y="3502572"/>
            <a:ext cx="21990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54" name="Google Shape;154;p13"/>
          <p:cNvSpPr txBox="1">
            <a:spLocks noGrp="1"/>
          </p:cNvSpPr>
          <p:nvPr>
            <p:ph type="title" idx="19" hasCustomPrompt="1"/>
          </p:nvPr>
        </p:nvSpPr>
        <p:spPr>
          <a:xfrm>
            <a:off x="6691137" y="2939000"/>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rgbClr val="FFD966"/>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55" name="Google Shape;155;p13"/>
          <p:cNvSpPr txBox="1">
            <a:spLocks noGrp="1"/>
          </p:cNvSpPr>
          <p:nvPr>
            <p:ph type="subTitle" idx="20"/>
          </p:nvPr>
        </p:nvSpPr>
        <p:spPr>
          <a:xfrm>
            <a:off x="6229287" y="4118700"/>
            <a:ext cx="21990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56" name="Google Shape;156;p13"/>
          <p:cNvSpPr txBox="1">
            <a:spLocks noGrp="1"/>
          </p:cNvSpPr>
          <p:nvPr>
            <p:ph type="title" idx="21"/>
          </p:nvPr>
        </p:nvSpPr>
        <p:spPr>
          <a:xfrm>
            <a:off x="720000" y="532925"/>
            <a:ext cx="7704000" cy="440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57" name="Google Shape;157;p13"/>
          <p:cNvGrpSpPr/>
          <p:nvPr/>
        </p:nvGrpSpPr>
        <p:grpSpPr>
          <a:xfrm>
            <a:off x="447175" y="264250"/>
            <a:ext cx="8203800" cy="4135500"/>
            <a:chOff x="447175" y="264250"/>
            <a:chExt cx="8203800" cy="4135500"/>
          </a:xfrm>
        </p:grpSpPr>
        <p:sp>
          <p:nvSpPr>
            <p:cNvPr id="158" name="Google Shape;158;p13"/>
            <p:cNvSpPr/>
            <p:nvPr/>
          </p:nvSpPr>
          <p:spPr>
            <a:xfrm>
              <a:off x="8200475" y="507808"/>
              <a:ext cx="206400" cy="2586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3"/>
            <p:cNvSpPr/>
            <p:nvPr/>
          </p:nvSpPr>
          <p:spPr>
            <a:xfrm>
              <a:off x="1861400" y="26425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3"/>
            <p:cNvSpPr/>
            <p:nvPr/>
          </p:nvSpPr>
          <p:spPr>
            <a:xfrm>
              <a:off x="447175" y="2624345"/>
              <a:ext cx="206400" cy="2586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3"/>
            <p:cNvSpPr/>
            <p:nvPr/>
          </p:nvSpPr>
          <p:spPr>
            <a:xfrm>
              <a:off x="710700" y="3628038"/>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3"/>
            <p:cNvSpPr/>
            <p:nvPr/>
          </p:nvSpPr>
          <p:spPr>
            <a:xfrm>
              <a:off x="8541775" y="426295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3"/>
            <p:cNvSpPr/>
            <p:nvPr/>
          </p:nvSpPr>
          <p:spPr>
            <a:xfrm>
              <a:off x="8526700" y="146425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64"/>
        <p:cNvGrpSpPr/>
        <p:nvPr/>
      </p:nvGrpSpPr>
      <p:grpSpPr>
        <a:xfrm>
          <a:off x="0" y="0"/>
          <a:ext cx="0" cy="0"/>
          <a:chOff x="0" y="0"/>
          <a:chExt cx="0" cy="0"/>
        </a:xfrm>
      </p:grpSpPr>
      <p:pic>
        <p:nvPicPr>
          <p:cNvPr id="165" name="Google Shape;165;p14"/>
          <p:cNvPicPr preferRelativeResize="0"/>
          <p:nvPr/>
        </p:nvPicPr>
        <p:blipFill>
          <a:blip r:embed="rId2">
            <a:alphaModFix/>
          </a:blip>
          <a:stretch>
            <a:fillRect/>
          </a:stretch>
        </p:blipFill>
        <p:spPr>
          <a:xfrm>
            <a:off x="-74138" y="-41699"/>
            <a:ext cx="9292277" cy="5226899"/>
          </a:xfrm>
          <a:prstGeom prst="rect">
            <a:avLst/>
          </a:prstGeom>
          <a:noFill/>
          <a:ln>
            <a:noFill/>
          </a:ln>
        </p:spPr>
      </p:pic>
      <p:sp>
        <p:nvSpPr>
          <p:cNvPr id="166" name="Google Shape;166;p14"/>
          <p:cNvSpPr txBox="1">
            <a:spLocks noGrp="1"/>
          </p:cNvSpPr>
          <p:nvPr>
            <p:ph type="title"/>
          </p:nvPr>
        </p:nvSpPr>
        <p:spPr>
          <a:xfrm>
            <a:off x="715100" y="3436600"/>
            <a:ext cx="5523600" cy="531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1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67" name="Google Shape;167;p14"/>
          <p:cNvSpPr txBox="1">
            <a:spLocks noGrp="1"/>
          </p:cNvSpPr>
          <p:nvPr>
            <p:ph type="subTitle" idx="1"/>
          </p:nvPr>
        </p:nvSpPr>
        <p:spPr>
          <a:xfrm>
            <a:off x="715100" y="1115850"/>
            <a:ext cx="5523600" cy="2286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500"/>
              <a:buNone/>
              <a:defRPr sz="31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grpSp>
        <p:nvGrpSpPr>
          <p:cNvPr id="168" name="Google Shape;168;p14"/>
          <p:cNvGrpSpPr/>
          <p:nvPr/>
        </p:nvGrpSpPr>
        <p:grpSpPr>
          <a:xfrm>
            <a:off x="264725" y="407792"/>
            <a:ext cx="8186725" cy="4027533"/>
            <a:chOff x="264725" y="407792"/>
            <a:chExt cx="8186725" cy="4027533"/>
          </a:xfrm>
        </p:grpSpPr>
        <p:sp>
          <p:nvSpPr>
            <p:cNvPr id="169" name="Google Shape;169;p14"/>
            <p:cNvSpPr/>
            <p:nvPr/>
          </p:nvSpPr>
          <p:spPr>
            <a:xfrm>
              <a:off x="2247600" y="429852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4"/>
            <p:cNvSpPr/>
            <p:nvPr/>
          </p:nvSpPr>
          <p:spPr>
            <a:xfrm>
              <a:off x="8209050" y="802950"/>
              <a:ext cx="242400" cy="3036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4"/>
            <p:cNvSpPr/>
            <p:nvPr/>
          </p:nvSpPr>
          <p:spPr>
            <a:xfrm>
              <a:off x="3992875" y="407792"/>
              <a:ext cx="203100" cy="2544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4"/>
            <p:cNvSpPr/>
            <p:nvPr/>
          </p:nvSpPr>
          <p:spPr>
            <a:xfrm>
              <a:off x="8099850" y="2904875"/>
              <a:ext cx="109200" cy="136800"/>
            </a:xfrm>
            <a:prstGeom prst="star4">
              <a:avLst>
                <a:gd name="adj" fmla="val 12011"/>
              </a:avLst>
            </a:prstGeom>
            <a:solidFill>
              <a:schemeClr val="dk1"/>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4"/>
            <p:cNvSpPr/>
            <p:nvPr/>
          </p:nvSpPr>
          <p:spPr>
            <a:xfrm>
              <a:off x="1316550" y="80295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4"/>
            <p:cNvSpPr/>
            <p:nvPr/>
          </p:nvSpPr>
          <p:spPr>
            <a:xfrm>
              <a:off x="264725" y="340215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4"/>
            <p:cNvSpPr/>
            <p:nvPr/>
          </p:nvSpPr>
          <p:spPr>
            <a:xfrm>
              <a:off x="6132363" y="1526700"/>
              <a:ext cx="203100" cy="2544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4"/>
            <p:cNvSpPr/>
            <p:nvPr/>
          </p:nvSpPr>
          <p:spPr>
            <a:xfrm>
              <a:off x="4719600" y="3714100"/>
              <a:ext cx="203100" cy="254400"/>
            </a:xfrm>
            <a:prstGeom prst="star4">
              <a:avLst>
                <a:gd name="adj" fmla="val 12011"/>
              </a:avLst>
            </a:prstGeom>
            <a:solidFill>
              <a:schemeClr val="dk1"/>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4"/>
            <p:cNvSpPr/>
            <p:nvPr/>
          </p:nvSpPr>
          <p:spPr>
            <a:xfrm>
              <a:off x="7684650" y="390625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1">
  <p:cSld name="CUSTOM_2">
    <p:spTree>
      <p:nvGrpSpPr>
        <p:cNvPr id="1" name="Shape 178"/>
        <p:cNvGrpSpPr/>
        <p:nvPr/>
      </p:nvGrpSpPr>
      <p:grpSpPr>
        <a:xfrm>
          <a:off x="0" y="0"/>
          <a:ext cx="0" cy="0"/>
          <a:chOff x="0" y="0"/>
          <a:chExt cx="0" cy="0"/>
        </a:xfrm>
      </p:grpSpPr>
      <p:pic>
        <p:nvPicPr>
          <p:cNvPr id="179" name="Google Shape;179;p15"/>
          <p:cNvPicPr preferRelativeResize="0"/>
          <p:nvPr/>
        </p:nvPicPr>
        <p:blipFill>
          <a:blip r:embed="rId2">
            <a:alphaModFix/>
          </a:blip>
          <a:stretch>
            <a:fillRect/>
          </a:stretch>
        </p:blipFill>
        <p:spPr>
          <a:xfrm>
            <a:off x="-72025" y="-40512"/>
            <a:ext cx="9288049" cy="5224524"/>
          </a:xfrm>
          <a:prstGeom prst="rect">
            <a:avLst/>
          </a:prstGeom>
          <a:noFill/>
          <a:ln>
            <a:noFill/>
          </a:ln>
        </p:spPr>
      </p:pic>
      <p:sp>
        <p:nvSpPr>
          <p:cNvPr id="180" name="Google Shape;180;p15"/>
          <p:cNvSpPr txBox="1">
            <a:spLocks noGrp="1"/>
          </p:cNvSpPr>
          <p:nvPr>
            <p:ph type="title"/>
          </p:nvPr>
        </p:nvSpPr>
        <p:spPr>
          <a:xfrm>
            <a:off x="715100" y="2308900"/>
            <a:ext cx="4025700" cy="11592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40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81" name="Google Shape;181;p15"/>
          <p:cNvSpPr txBox="1">
            <a:spLocks noGrp="1"/>
          </p:cNvSpPr>
          <p:nvPr>
            <p:ph type="title" idx="2" hasCustomPrompt="1"/>
          </p:nvPr>
        </p:nvSpPr>
        <p:spPr>
          <a:xfrm>
            <a:off x="715100" y="1221675"/>
            <a:ext cx="3419400" cy="9414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8000">
                <a:solidFill>
                  <a:schemeClr val="accent1"/>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82" name="Google Shape;182;p15"/>
          <p:cNvSpPr txBox="1">
            <a:spLocks noGrp="1"/>
          </p:cNvSpPr>
          <p:nvPr>
            <p:ph type="subTitle" idx="1"/>
          </p:nvPr>
        </p:nvSpPr>
        <p:spPr>
          <a:xfrm>
            <a:off x="715100" y="3649025"/>
            <a:ext cx="3513900" cy="467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8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grpSp>
        <p:nvGrpSpPr>
          <p:cNvPr id="183" name="Google Shape;183;p15"/>
          <p:cNvGrpSpPr/>
          <p:nvPr/>
        </p:nvGrpSpPr>
        <p:grpSpPr>
          <a:xfrm>
            <a:off x="301125" y="261400"/>
            <a:ext cx="8421775" cy="4476408"/>
            <a:chOff x="301125" y="261400"/>
            <a:chExt cx="8421775" cy="4476408"/>
          </a:xfrm>
        </p:grpSpPr>
        <p:sp>
          <p:nvSpPr>
            <p:cNvPr id="184" name="Google Shape;184;p15"/>
            <p:cNvSpPr/>
            <p:nvPr/>
          </p:nvSpPr>
          <p:spPr>
            <a:xfrm>
              <a:off x="761500" y="606783"/>
              <a:ext cx="206400" cy="2586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5"/>
            <p:cNvSpPr/>
            <p:nvPr/>
          </p:nvSpPr>
          <p:spPr>
            <a:xfrm>
              <a:off x="301125" y="296302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5"/>
            <p:cNvSpPr/>
            <p:nvPr/>
          </p:nvSpPr>
          <p:spPr>
            <a:xfrm>
              <a:off x="2655250" y="4479208"/>
              <a:ext cx="206400" cy="2586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5"/>
            <p:cNvSpPr/>
            <p:nvPr/>
          </p:nvSpPr>
          <p:spPr>
            <a:xfrm>
              <a:off x="3026100" y="130322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5"/>
            <p:cNvSpPr/>
            <p:nvPr/>
          </p:nvSpPr>
          <p:spPr>
            <a:xfrm>
              <a:off x="8013075" y="39820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5"/>
            <p:cNvSpPr/>
            <p:nvPr/>
          </p:nvSpPr>
          <p:spPr>
            <a:xfrm>
              <a:off x="8543200" y="1144755"/>
              <a:ext cx="179700" cy="2253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5"/>
            <p:cNvSpPr/>
            <p:nvPr/>
          </p:nvSpPr>
          <p:spPr>
            <a:xfrm>
              <a:off x="4486275" y="1605825"/>
              <a:ext cx="254400" cy="3189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5"/>
            <p:cNvSpPr/>
            <p:nvPr/>
          </p:nvSpPr>
          <p:spPr>
            <a:xfrm>
              <a:off x="4907825" y="26140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5"/>
            <p:cNvSpPr/>
            <p:nvPr/>
          </p:nvSpPr>
          <p:spPr>
            <a:xfrm>
              <a:off x="5555525" y="438572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5"/>
            <p:cNvSpPr/>
            <p:nvPr/>
          </p:nvSpPr>
          <p:spPr>
            <a:xfrm>
              <a:off x="7946300" y="282622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1">
  <p:cSld name="BLANK_1_1_1">
    <p:spTree>
      <p:nvGrpSpPr>
        <p:cNvPr id="1" name="Shape 194"/>
        <p:cNvGrpSpPr/>
        <p:nvPr/>
      </p:nvGrpSpPr>
      <p:grpSpPr>
        <a:xfrm>
          <a:off x="0" y="0"/>
          <a:ext cx="0" cy="0"/>
          <a:chOff x="0" y="0"/>
          <a:chExt cx="0" cy="0"/>
        </a:xfrm>
      </p:grpSpPr>
      <p:pic>
        <p:nvPicPr>
          <p:cNvPr id="195" name="Google Shape;195;p16"/>
          <p:cNvPicPr preferRelativeResize="0"/>
          <p:nvPr/>
        </p:nvPicPr>
        <p:blipFill>
          <a:blip r:embed="rId2">
            <a:alphaModFix/>
          </a:blip>
          <a:stretch>
            <a:fillRect/>
          </a:stretch>
        </p:blipFill>
        <p:spPr>
          <a:xfrm>
            <a:off x="-103076" y="-69763"/>
            <a:ext cx="9350152" cy="5283026"/>
          </a:xfrm>
          <a:prstGeom prst="rect">
            <a:avLst/>
          </a:prstGeom>
          <a:noFill/>
          <a:ln>
            <a:noFill/>
          </a:ln>
        </p:spPr>
      </p:pic>
      <p:sp>
        <p:nvSpPr>
          <p:cNvPr id="196" name="Google Shape;196;p16"/>
          <p:cNvSpPr txBox="1">
            <a:spLocks noGrp="1"/>
          </p:cNvSpPr>
          <p:nvPr>
            <p:ph type="title"/>
          </p:nvPr>
        </p:nvSpPr>
        <p:spPr>
          <a:xfrm>
            <a:off x="720000" y="532925"/>
            <a:ext cx="7704000" cy="440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97" name="Google Shape;197;p16"/>
          <p:cNvGrpSpPr/>
          <p:nvPr/>
        </p:nvGrpSpPr>
        <p:grpSpPr>
          <a:xfrm>
            <a:off x="443950" y="568708"/>
            <a:ext cx="8182425" cy="4026833"/>
            <a:chOff x="443950" y="568708"/>
            <a:chExt cx="8182425" cy="4026833"/>
          </a:xfrm>
        </p:grpSpPr>
        <p:sp>
          <p:nvSpPr>
            <p:cNvPr id="198" name="Google Shape;198;p16"/>
            <p:cNvSpPr/>
            <p:nvPr/>
          </p:nvSpPr>
          <p:spPr>
            <a:xfrm>
              <a:off x="8222500" y="568708"/>
              <a:ext cx="206400" cy="2586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6"/>
            <p:cNvSpPr/>
            <p:nvPr/>
          </p:nvSpPr>
          <p:spPr>
            <a:xfrm>
              <a:off x="8517175" y="269557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6"/>
            <p:cNvSpPr/>
            <p:nvPr/>
          </p:nvSpPr>
          <p:spPr>
            <a:xfrm>
              <a:off x="7885400" y="166630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6"/>
            <p:cNvSpPr/>
            <p:nvPr/>
          </p:nvSpPr>
          <p:spPr>
            <a:xfrm rot="10800000">
              <a:off x="8374300" y="4169258"/>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6"/>
            <p:cNvSpPr/>
            <p:nvPr/>
          </p:nvSpPr>
          <p:spPr>
            <a:xfrm rot="10800000">
              <a:off x="565225" y="4236533"/>
              <a:ext cx="206400" cy="2586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6"/>
            <p:cNvSpPr/>
            <p:nvPr/>
          </p:nvSpPr>
          <p:spPr>
            <a:xfrm rot="10800000">
              <a:off x="443950" y="2002866"/>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6"/>
            <p:cNvSpPr/>
            <p:nvPr/>
          </p:nvSpPr>
          <p:spPr>
            <a:xfrm rot="10800000">
              <a:off x="1015100" y="3211866"/>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6"/>
            <p:cNvSpPr/>
            <p:nvPr/>
          </p:nvSpPr>
          <p:spPr>
            <a:xfrm>
              <a:off x="975075" y="703653"/>
              <a:ext cx="152400" cy="190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6"/>
            <p:cNvSpPr/>
            <p:nvPr/>
          </p:nvSpPr>
          <p:spPr>
            <a:xfrm rot="10800000">
              <a:off x="5297875" y="4458741"/>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2">
  <p:cSld name="BLANK_1_1_1_3">
    <p:spTree>
      <p:nvGrpSpPr>
        <p:cNvPr id="1" name="Shape 207"/>
        <p:cNvGrpSpPr/>
        <p:nvPr/>
      </p:nvGrpSpPr>
      <p:grpSpPr>
        <a:xfrm>
          <a:off x="0" y="0"/>
          <a:ext cx="0" cy="0"/>
          <a:chOff x="0" y="0"/>
          <a:chExt cx="0" cy="0"/>
        </a:xfrm>
      </p:grpSpPr>
      <p:pic>
        <p:nvPicPr>
          <p:cNvPr id="208" name="Google Shape;208;p17"/>
          <p:cNvPicPr preferRelativeResize="0"/>
          <p:nvPr/>
        </p:nvPicPr>
        <p:blipFill>
          <a:blip r:embed="rId2">
            <a:alphaModFix/>
          </a:blip>
          <a:stretch>
            <a:fillRect/>
          </a:stretch>
        </p:blipFill>
        <p:spPr>
          <a:xfrm flipH="1">
            <a:off x="-90738" y="-69763"/>
            <a:ext cx="9325475" cy="5283026"/>
          </a:xfrm>
          <a:prstGeom prst="rect">
            <a:avLst/>
          </a:prstGeom>
          <a:noFill/>
          <a:ln>
            <a:noFill/>
          </a:ln>
        </p:spPr>
      </p:pic>
      <p:sp>
        <p:nvSpPr>
          <p:cNvPr id="209" name="Google Shape;209;p17"/>
          <p:cNvSpPr txBox="1">
            <a:spLocks noGrp="1"/>
          </p:cNvSpPr>
          <p:nvPr>
            <p:ph type="title"/>
          </p:nvPr>
        </p:nvSpPr>
        <p:spPr>
          <a:xfrm>
            <a:off x="720000" y="532925"/>
            <a:ext cx="7704000" cy="440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210" name="Google Shape;210;p17"/>
          <p:cNvGrpSpPr/>
          <p:nvPr/>
        </p:nvGrpSpPr>
        <p:grpSpPr>
          <a:xfrm>
            <a:off x="433300" y="880932"/>
            <a:ext cx="8357475" cy="3824543"/>
            <a:chOff x="433300" y="880932"/>
            <a:chExt cx="8357475" cy="3824543"/>
          </a:xfrm>
        </p:grpSpPr>
        <p:sp>
          <p:nvSpPr>
            <p:cNvPr id="211" name="Google Shape;211;p17"/>
            <p:cNvSpPr/>
            <p:nvPr/>
          </p:nvSpPr>
          <p:spPr>
            <a:xfrm>
              <a:off x="660500" y="880932"/>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7"/>
            <p:cNvSpPr/>
            <p:nvPr/>
          </p:nvSpPr>
          <p:spPr>
            <a:xfrm>
              <a:off x="1134300" y="1345825"/>
              <a:ext cx="237600" cy="2976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7"/>
            <p:cNvSpPr/>
            <p:nvPr/>
          </p:nvSpPr>
          <p:spPr>
            <a:xfrm>
              <a:off x="433300" y="330240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7"/>
            <p:cNvSpPr/>
            <p:nvPr/>
          </p:nvSpPr>
          <p:spPr>
            <a:xfrm>
              <a:off x="3538450" y="456867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7"/>
            <p:cNvSpPr/>
            <p:nvPr/>
          </p:nvSpPr>
          <p:spPr>
            <a:xfrm>
              <a:off x="8029050" y="101772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7"/>
            <p:cNvSpPr/>
            <p:nvPr/>
          </p:nvSpPr>
          <p:spPr>
            <a:xfrm>
              <a:off x="8607475" y="2410625"/>
              <a:ext cx="183300" cy="2295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7"/>
            <p:cNvSpPr/>
            <p:nvPr/>
          </p:nvSpPr>
          <p:spPr>
            <a:xfrm>
              <a:off x="8510500" y="412287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7"/>
            <p:cNvSpPr/>
            <p:nvPr/>
          </p:nvSpPr>
          <p:spPr>
            <a:xfrm>
              <a:off x="5841775" y="4226600"/>
              <a:ext cx="183300" cy="2295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3">
  <p:cSld name="BLANK_1_1_1_3_1">
    <p:spTree>
      <p:nvGrpSpPr>
        <p:cNvPr id="1" name="Shape 219"/>
        <p:cNvGrpSpPr/>
        <p:nvPr/>
      </p:nvGrpSpPr>
      <p:grpSpPr>
        <a:xfrm>
          <a:off x="0" y="0"/>
          <a:ext cx="0" cy="0"/>
          <a:chOff x="0" y="0"/>
          <a:chExt cx="0" cy="0"/>
        </a:xfrm>
      </p:grpSpPr>
      <p:pic>
        <p:nvPicPr>
          <p:cNvPr id="220" name="Google Shape;220;p18"/>
          <p:cNvPicPr preferRelativeResize="0"/>
          <p:nvPr/>
        </p:nvPicPr>
        <p:blipFill>
          <a:blip r:embed="rId2">
            <a:alphaModFix/>
          </a:blip>
          <a:stretch>
            <a:fillRect/>
          </a:stretch>
        </p:blipFill>
        <p:spPr>
          <a:xfrm>
            <a:off x="-60662" y="-34126"/>
            <a:ext cx="9265325" cy="5211751"/>
          </a:xfrm>
          <a:prstGeom prst="rect">
            <a:avLst/>
          </a:prstGeom>
          <a:noFill/>
          <a:ln>
            <a:noFill/>
          </a:ln>
        </p:spPr>
      </p:pic>
      <p:sp>
        <p:nvSpPr>
          <p:cNvPr id="221" name="Google Shape;221;p18"/>
          <p:cNvSpPr txBox="1">
            <a:spLocks noGrp="1"/>
          </p:cNvSpPr>
          <p:nvPr>
            <p:ph type="title"/>
          </p:nvPr>
        </p:nvSpPr>
        <p:spPr>
          <a:xfrm>
            <a:off x="720000" y="532925"/>
            <a:ext cx="7704000" cy="440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222" name="Google Shape;222;p18"/>
          <p:cNvGrpSpPr/>
          <p:nvPr/>
        </p:nvGrpSpPr>
        <p:grpSpPr>
          <a:xfrm>
            <a:off x="280900" y="880932"/>
            <a:ext cx="8524250" cy="4000843"/>
            <a:chOff x="280900" y="880932"/>
            <a:chExt cx="8524250" cy="4000843"/>
          </a:xfrm>
        </p:grpSpPr>
        <p:sp>
          <p:nvSpPr>
            <p:cNvPr id="223" name="Google Shape;223;p18"/>
            <p:cNvSpPr/>
            <p:nvPr/>
          </p:nvSpPr>
          <p:spPr>
            <a:xfrm flipH="1">
              <a:off x="8454375" y="880932"/>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8"/>
            <p:cNvSpPr/>
            <p:nvPr/>
          </p:nvSpPr>
          <p:spPr>
            <a:xfrm flipH="1">
              <a:off x="8695950" y="294282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8"/>
            <p:cNvSpPr/>
            <p:nvPr/>
          </p:nvSpPr>
          <p:spPr>
            <a:xfrm flipH="1">
              <a:off x="6402825" y="4652275"/>
              <a:ext cx="183300" cy="2295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8"/>
            <p:cNvSpPr/>
            <p:nvPr/>
          </p:nvSpPr>
          <p:spPr>
            <a:xfrm flipH="1">
              <a:off x="1085825" y="101772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8"/>
            <p:cNvSpPr/>
            <p:nvPr/>
          </p:nvSpPr>
          <p:spPr>
            <a:xfrm flipH="1">
              <a:off x="280900" y="2410625"/>
              <a:ext cx="183300" cy="2295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8"/>
            <p:cNvSpPr/>
            <p:nvPr/>
          </p:nvSpPr>
          <p:spPr>
            <a:xfrm flipH="1">
              <a:off x="451975" y="412287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8"/>
            <p:cNvSpPr/>
            <p:nvPr/>
          </p:nvSpPr>
          <p:spPr>
            <a:xfrm flipH="1">
              <a:off x="3268275" y="4698627"/>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
  <p:cSld name="CUSTOM_1">
    <p:spTree>
      <p:nvGrpSpPr>
        <p:cNvPr id="1" name="Shape 230"/>
        <p:cNvGrpSpPr/>
        <p:nvPr/>
      </p:nvGrpSpPr>
      <p:grpSpPr>
        <a:xfrm>
          <a:off x="0" y="0"/>
          <a:ext cx="0" cy="0"/>
          <a:chOff x="0" y="0"/>
          <a:chExt cx="0" cy="0"/>
        </a:xfrm>
      </p:grpSpPr>
      <p:pic>
        <p:nvPicPr>
          <p:cNvPr id="231" name="Google Shape;231;p19"/>
          <p:cNvPicPr preferRelativeResize="0"/>
          <p:nvPr/>
        </p:nvPicPr>
        <p:blipFill>
          <a:blip r:embed="rId2">
            <a:alphaModFix/>
          </a:blip>
          <a:stretch>
            <a:fillRect/>
          </a:stretch>
        </p:blipFill>
        <p:spPr>
          <a:xfrm>
            <a:off x="-74138" y="-41700"/>
            <a:ext cx="9292275" cy="5226900"/>
          </a:xfrm>
          <a:prstGeom prst="rect">
            <a:avLst/>
          </a:prstGeom>
          <a:noFill/>
          <a:ln>
            <a:noFill/>
          </a:ln>
        </p:spPr>
      </p:pic>
      <p:sp>
        <p:nvSpPr>
          <p:cNvPr id="232" name="Google Shape;232;p19"/>
          <p:cNvSpPr txBox="1">
            <a:spLocks noGrp="1"/>
          </p:cNvSpPr>
          <p:nvPr>
            <p:ph type="subTitle" idx="1"/>
          </p:nvPr>
        </p:nvSpPr>
        <p:spPr>
          <a:xfrm>
            <a:off x="4981575" y="3133675"/>
            <a:ext cx="3447300" cy="981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33" name="Google Shape;233;p19"/>
          <p:cNvSpPr txBox="1">
            <a:spLocks noGrp="1"/>
          </p:cNvSpPr>
          <p:nvPr>
            <p:ph type="title"/>
          </p:nvPr>
        </p:nvSpPr>
        <p:spPr>
          <a:xfrm>
            <a:off x="4981575" y="944575"/>
            <a:ext cx="3447300" cy="2189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solidFill>
                  <a:schemeClr val="lt2"/>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234" name="Google Shape;234;p19"/>
          <p:cNvGrpSpPr/>
          <p:nvPr/>
        </p:nvGrpSpPr>
        <p:grpSpPr>
          <a:xfrm>
            <a:off x="529725" y="329525"/>
            <a:ext cx="8045050" cy="4499775"/>
            <a:chOff x="529725" y="329525"/>
            <a:chExt cx="8045050" cy="4499775"/>
          </a:xfrm>
        </p:grpSpPr>
        <p:sp>
          <p:nvSpPr>
            <p:cNvPr id="235" name="Google Shape;235;p19"/>
            <p:cNvSpPr/>
            <p:nvPr/>
          </p:nvSpPr>
          <p:spPr>
            <a:xfrm>
              <a:off x="7933775" y="53500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9"/>
            <p:cNvSpPr/>
            <p:nvPr/>
          </p:nvSpPr>
          <p:spPr>
            <a:xfrm>
              <a:off x="3105300" y="32952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9"/>
            <p:cNvSpPr/>
            <p:nvPr/>
          </p:nvSpPr>
          <p:spPr>
            <a:xfrm>
              <a:off x="685300" y="759183"/>
              <a:ext cx="206400" cy="2586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9"/>
            <p:cNvSpPr/>
            <p:nvPr/>
          </p:nvSpPr>
          <p:spPr>
            <a:xfrm>
              <a:off x="529725" y="296302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9"/>
            <p:cNvSpPr/>
            <p:nvPr/>
          </p:nvSpPr>
          <p:spPr>
            <a:xfrm>
              <a:off x="5819850" y="4157050"/>
              <a:ext cx="206400" cy="2583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9"/>
            <p:cNvSpPr/>
            <p:nvPr/>
          </p:nvSpPr>
          <p:spPr>
            <a:xfrm>
              <a:off x="8465575" y="441535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9"/>
            <p:cNvSpPr/>
            <p:nvPr/>
          </p:nvSpPr>
          <p:spPr>
            <a:xfrm>
              <a:off x="2696150" y="469250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9"/>
            <p:cNvSpPr/>
            <p:nvPr/>
          </p:nvSpPr>
          <p:spPr>
            <a:xfrm>
              <a:off x="8276675" y="1010575"/>
              <a:ext cx="206400" cy="2586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9"/>
            <p:cNvSpPr/>
            <p:nvPr/>
          </p:nvSpPr>
          <p:spPr>
            <a:xfrm>
              <a:off x="4911600" y="157295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1">
  <p:cSld name="CUSTOM_1_1">
    <p:spTree>
      <p:nvGrpSpPr>
        <p:cNvPr id="1" name="Shape 244"/>
        <p:cNvGrpSpPr/>
        <p:nvPr/>
      </p:nvGrpSpPr>
      <p:grpSpPr>
        <a:xfrm>
          <a:off x="0" y="0"/>
          <a:ext cx="0" cy="0"/>
          <a:chOff x="0" y="0"/>
          <a:chExt cx="0" cy="0"/>
        </a:xfrm>
      </p:grpSpPr>
      <p:pic>
        <p:nvPicPr>
          <p:cNvPr id="245" name="Google Shape;245;p20"/>
          <p:cNvPicPr preferRelativeResize="0"/>
          <p:nvPr/>
        </p:nvPicPr>
        <p:blipFill>
          <a:blip r:embed="rId2">
            <a:alphaModFix/>
          </a:blip>
          <a:stretch>
            <a:fillRect/>
          </a:stretch>
        </p:blipFill>
        <p:spPr>
          <a:xfrm>
            <a:off x="-64449" y="-36250"/>
            <a:ext cx="9272899" cy="5216000"/>
          </a:xfrm>
          <a:prstGeom prst="rect">
            <a:avLst/>
          </a:prstGeom>
          <a:noFill/>
          <a:ln>
            <a:noFill/>
          </a:ln>
        </p:spPr>
      </p:pic>
      <p:sp>
        <p:nvSpPr>
          <p:cNvPr id="246" name="Google Shape;246;p20"/>
          <p:cNvSpPr txBox="1">
            <a:spLocks noGrp="1"/>
          </p:cNvSpPr>
          <p:nvPr>
            <p:ph type="subTitle" idx="1"/>
          </p:nvPr>
        </p:nvSpPr>
        <p:spPr>
          <a:xfrm>
            <a:off x="791300" y="2744425"/>
            <a:ext cx="3447300" cy="821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7" name="Google Shape;247;p20"/>
          <p:cNvSpPr txBox="1">
            <a:spLocks noGrp="1"/>
          </p:cNvSpPr>
          <p:nvPr>
            <p:ph type="title"/>
          </p:nvPr>
        </p:nvSpPr>
        <p:spPr>
          <a:xfrm>
            <a:off x="791300" y="1577375"/>
            <a:ext cx="3447300" cy="113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solidFill>
                  <a:schemeClr val="lt2"/>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248" name="Google Shape;248;p20"/>
          <p:cNvGrpSpPr/>
          <p:nvPr/>
        </p:nvGrpSpPr>
        <p:grpSpPr>
          <a:xfrm>
            <a:off x="895225" y="568700"/>
            <a:ext cx="7905200" cy="3820300"/>
            <a:chOff x="895225" y="568700"/>
            <a:chExt cx="7905200" cy="3820300"/>
          </a:xfrm>
        </p:grpSpPr>
        <p:sp>
          <p:nvSpPr>
            <p:cNvPr id="249" name="Google Shape;249;p20"/>
            <p:cNvSpPr/>
            <p:nvPr/>
          </p:nvSpPr>
          <p:spPr>
            <a:xfrm>
              <a:off x="8691225" y="195505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0" name="Google Shape;250;p20"/>
            <p:cNvGrpSpPr/>
            <p:nvPr/>
          </p:nvGrpSpPr>
          <p:grpSpPr>
            <a:xfrm>
              <a:off x="895225" y="568700"/>
              <a:ext cx="7533675" cy="3820300"/>
              <a:chOff x="895225" y="568700"/>
              <a:chExt cx="7533675" cy="3820300"/>
            </a:xfrm>
          </p:grpSpPr>
          <p:sp>
            <p:nvSpPr>
              <p:cNvPr id="251" name="Google Shape;251;p20"/>
              <p:cNvSpPr/>
              <p:nvPr/>
            </p:nvSpPr>
            <p:spPr>
              <a:xfrm>
                <a:off x="8222500" y="568708"/>
                <a:ext cx="206400" cy="2586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0"/>
              <p:cNvSpPr/>
              <p:nvPr/>
            </p:nvSpPr>
            <p:spPr>
              <a:xfrm>
                <a:off x="895225" y="1082895"/>
                <a:ext cx="206400" cy="2586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0"/>
              <p:cNvSpPr/>
              <p:nvPr/>
            </p:nvSpPr>
            <p:spPr>
              <a:xfrm>
                <a:off x="1412975" y="827288"/>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0"/>
              <p:cNvSpPr/>
              <p:nvPr/>
            </p:nvSpPr>
            <p:spPr>
              <a:xfrm>
                <a:off x="7966300" y="398935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0"/>
              <p:cNvSpPr/>
              <p:nvPr/>
            </p:nvSpPr>
            <p:spPr>
              <a:xfrm>
                <a:off x="2544475" y="425220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0"/>
              <p:cNvSpPr/>
              <p:nvPr/>
            </p:nvSpPr>
            <p:spPr>
              <a:xfrm>
                <a:off x="4646900" y="4069800"/>
                <a:ext cx="206400" cy="2586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0"/>
              <p:cNvSpPr/>
              <p:nvPr/>
            </p:nvSpPr>
            <p:spPr>
              <a:xfrm>
                <a:off x="1065000" y="4020000"/>
                <a:ext cx="164100" cy="205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0"/>
              <p:cNvSpPr/>
              <p:nvPr/>
            </p:nvSpPr>
            <p:spPr>
              <a:xfrm>
                <a:off x="4944775" y="56870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0"/>
              <p:cNvSpPr/>
              <p:nvPr/>
            </p:nvSpPr>
            <p:spPr>
              <a:xfrm>
                <a:off x="3508475" y="1082888"/>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2">
  <p:cSld name="CUSTOM_1_1_1">
    <p:spTree>
      <p:nvGrpSpPr>
        <p:cNvPr id="1" name="Shape 260"/>
        <p:cNvGrpSpPr/>
        <p:nvPr/>
      </p:nvGrpSpPr>
      <p:grpSpPr>
        <a:xfrm>
          <a:off x="0" y="0"/>
          <a:ext cx="0" cy="0"/>
          <a:chOff x="0" y="0"/>
          <a:chExt cx="0" cy="0"/>
        </a:xfrm>
      </p:grpSpPr>
      <p:pic>
        <p:nvPicPr>
          <p:cNvPr id="261" name="Google Shape;261;p21"/>
          <p:cNvPicPr preferRelativeResize="0"/>
          <p:nvPr/>
        </p:nvPicPr>
        <p:blipFill>
          <a:blip r:embed="rId2">
            <a:alphaModFix/>
          </a:blip>
          <a:stretch>
            <a:fillRect/>
          </a:stretch>
        </p:blipFill>
        <p:spPr>
          <a:xfrm flipH="1">
            <a:off x="-93299" y="-71225"/>
            <a:ext cx="9330599" cy="5285950"/>
          </a:xfrm>
          <a:prstGeom prst="rect">
            <a:avLst/>
          </a:prstGeom>
          <a:noFill/>
          <a:ln>
            <a:noFill/>
          </a:ln>
        </p:spPr>
      </p:pic>
      <p:sp>
        <p:nvSpPr>
          <p:cNvPr id="262" name="Google Shape;262;p21"/>
          <p:cNvSpPr txBox="1">
            <a:spLocks noGrp="1"/>
          </p:cNvSpPr>
          <p:nvPr>
            <p:ph type="subTitle" idx="1"/>
          </p:nvPr>
        </p:nvSpPr>
        <p:spPr>
          <a:xfrm>
            <a:off x="2078250" y="1030350"/>
            <a:ext cx="4987500" cy="1101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63" name="Google Shape;263;p21"/>
          <p:cNvSpPr txBox="1">
            <a:spLocks noGrp="1"/>
          </p:cNvSpPr>
          <p:nvPr>
            <p:ph type="title"/>
          </p:nvPr>
        </p:nvSpPr>
        <p:spPr>
          <a:xfrm>
            <a:off x="720000" y="532925"/>
            <a:ext cx="7704000" cy="440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264" name="Google Shape;264;p21"/>
          <p:cNvGrpSpPr/>
          <p:nvPr/>
        </p:nvGrpSpPr>
        <p:grpSpPr>
          <a:xfrm>
            <a:off x="661225" y="880913"/>
            <a:ext cx="7822275" cy="4047087"/>
            <a:chOff x="661225" y="880913"/>
            <a:chExt cx="7822275" cy="4047087"/>
          </a:xfrm>
        </p:grpSpPr>
        <p:sp>
          <p:nvSpPr>
            <p:cNvPr id="265" name="Google Shape;265;p21"/>
            <p:cNvSpPr/>
            <p:nvPr/>
          </p:nvSpPr>
          <p:spPr>
            <a:xfrm>
              <a:off x="661225" y="1576470"/>
              <a:ext cx="206400" cy="2586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1"/>
            <p:cNvSpPr/>
            <p:nvPr/>
          </p:nvSpPr>
          <p:spPr>
            <a:xfrm>
              <a:off x="1461725" y="880913"/>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1"/>
            <p:cNvSpPr/>
            <p:nvPr/>
          </p:nvSpPr>
          <p:spPr>
            <a:xfrm>
              <a:off x="867625" y="428682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1"/>
            <p:cNvSpPr/>
            <p:nvPr/>
          </p:nvSpPr>
          <p:spPr>
            <a:xfrm>
              <a:off x="7961225" y="1017713"/>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1"/>
            <p:cNvSpPr/>
            <p:nvPr/>
          </p:nvSpPr>
          <p:spPr>
            <a:xfrm>
              <a:off x="8222500" y="1884720"/>
              <a:ext cx="206400" cy="2586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1"/>
            <p:cNvSpPr/>
            <p:nvPr/>
          </p:nvSpPr>
          <p:spPr>
            <a:xfrm>
              <a:off x="8374300" y="3460338"/>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1"/>
            <p:cNvSpPr/>
            <p:nvPr/>
          </p:nvSpPr>
          <p:spPr>
            <a:xfrm>
              <a:off x="3305275" y="4722499"/>
              <a:ext cx="164100" cy="2055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1"/>
            <p:cNvSpPr/>
            <p:nvPr/>
          </p:nvSpPr>
          <p:spPr>
            <a:xfrm>
              <a:off x="7550625" y="460850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3">
  <p:cSld name="CUSTOM_1_1_1_1">
    <p:spTree>
      <p:nvGrpSpPr>
        <p:cNvPr id="1" name="Shape 273"/>
        <p:cNvGrpSpPr/>
        <p:nvPr/>
      </p:nvGrpSpPr>
      <p:grpSpPr>
        <a:xfrm>
          <a:off x="0" y="0"/>
          <a:ext cx="0" cy="0"/>
          <a:chOff x="0" y="0"/>
          <a:chExt cx="0" cy="0"/>
        </a:xfrm>
      </p:grpSpPr>
      <p:pic>
        <p:nvPicPr>
          <p:cNvPr id="274" name="Google Shape;274;p22"/>
          <p:cNvPicPr preferRelativeResize="0"/>
          <p:nvPr/>
        </p:nvPicPr>
        <p:blipFill>
          <a:blip r:embed="rId2">
            <a:alphaModFix/>
          </a:blip>
          <a:stretch>
            <a:fillRect/>
          </a:stretch>
        </p:blipFill>
        <p:spPr>
          <a:xfrm>
            <a:off x="-65813" y="-46250"/>
            <a:ext cx="9275626" cy="5236000"/>
          </a:xfrm>
          <a:prstGeom prst="rect">
            <a:avLst/>
          </a:prstGeom>
          <a:noFill/>
          <a:ln>
            <a:noFill/>
          </a:ln>
        </p:spPr>
      </p:pic>
      <p:sp>
        <p:nvSpPr>
          <p:cNvPr id="275" name="Google Shape;275;p22"/>
          <p:cNvSpPr txBox="1">
            <a:spLocks noGrp="1"/>
          </p:cNvSpPr>
          <p:nvPr>
            <p:ph type="body" idx="1"/>
          </p:nvPr>
        </p:nvSpPr>
        <p:spPr>
          <a:xfrm>
            <a:off x="720000" y="1321700"/>
            <a:ext cx="7704000" cy="32868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accent1"/>
              </a:buClr>
              <a:buSzPts val="1200"/>
              <a:buChar char="●"/>
              <a:defRPr/>
            </a:lvl1pPr>
            <a:lvl2pPr marL="914400" lvl="1" indent="-317500" rtl="0">
              <a:lnSpc>
                <a:spcPct val="115000"/>
              </a:lnSpc>
              <a:spcBef>
                <a:spcPts val="0"/>
              </a:spcBef>
              <a:spcAft>
                <a:spcPts val="0"/>
              </a:spcAft>
              <a:buClr>
                <a:schemeClr val="dk1"/>
              </a:buClr>
              <a:buSzPts val="1400"/>
              <a:buChar char="○"/>
              <a:defRPr/>
            </a:lvl2pPr>
            <a:lvl3pPr marL="1371600" lvl="2" indent="-317500" rtl="0">
              <a:lnSpc>
                <a:spcPct val="115000"/>
              </a:lnSpc>
              <a:spcBef>
                <a:spcPts val="0"/>
              </a:spcBef>
              <a:spcAft>
                <a:spcPts val="0"/>
              </a:spcAft>
              <a:buClr>
                <a:schemeClr val="dk1"/>
              </a:buClr>
              <a:buSzPts val="1400"/>
              <a:buChar char="■"/>
              <a:defRPr/>
            </a:lvl3pPr>
            <a:lvl4pPr marL="1828800" lvl="3" indent="-317500" rtl="0">
              <a:lnSpc>
                <a:spcPct val="115000"/>
              </a:lnSpc>
              <a:spcBef>
                <a:spcPts val="0"/>
              </a:spcBef>
              <a:spcAft>
                <a:spcPts val="0"/>
              </a:spcAft>
              <a:buClr>
                <a:schemeClr val="dk1"/>
              </a:buClr>
              <a:buSzPts val="1400"/>
              <a:buChar char="●"/>
              <a:defRPr/>
            </a:lvl4pPr>
            <a:lvl5pPr marL="2286000" lvl="4" indent="-317500" rtl="0">
              <a:lnSpc>
                <a:spcPct val="115000"/>
              </a:lnSpc>
              <a:spcBef>
                <a:spcPts val="0"/>
              </a:spcBef>
              <a:spcAft>
                <a:spcPts val="0"/>
              </a:spcAft>
              <a:buClr>
                <a:schemeClr val="dk1"/>
              </a:buClr>
              <a:buSzPts val="1400"/>
              <a:buChar char="○"/>
              <a:defRPr/>
            </a:lvl5pPr>
            <a:lvl6pPr marL="2743200" lvl="5" indent="-317500" rtl="0">
              <a:lnSpc>
                <a:spcPct val="115000"/>
              </a:lnSpc>
              <a:spcBef>
                <a:spcPts val="0"/>
              </a:spcBef>
              <a:spcAft>
                <a:spcPts val="0"/>
              </a:spcAft>
              <a:buClr>
                <a:schemeClr val="dk1"/>
              </a:buClr>
              <a:buSzPts val="1400"/>
              <a:buChar char="■"/>
              <a:defRPr/>
            </a:lvl6pPr>
            <a:lvl7pPr marL="3200400" lvl="6" indent="-317500" rtl="0">
              <a:lnSpc>
                <a:spcPct val="115000"/>
              </a:lnSpc>
              <a:spcBef>
                <a:spcPts val="0"/>
              </a:spcBef>
              <a:spcAft>
                <a:spcPts val="0"/>
              </a:spcAft>
              <a:buClr>
                <a:schemeClr val="dk1"/>
              </a:buClr>
              <a:buSzPts val="1400"/>
              <a:buChar char="●"/>
              <a:defRPr/>
            </a:lvl7pPr>
            <a:lvl8pPr marL="3657600" lvl="7" indent="-317500" rtl="0">
              <a:lnSpc>
                <a:spcPct val="115000"/>
              </a:lnSpc>
              <a:spcBef>
                <a:spcPts val="0"/>
              </a:spcBef>
              <a:spcAft>
                <a:spcPts val="0"/>
              </a:spcAft>
              <a:buClr>
                <a:schemeClr val="dk1"/>
              </a:buClr>
              <a:buSzPts val="1400"/>
              <a:buChar char="○"/>
              <a:defRPr/>
            </a:lvl8pPr>
            <a:lvl9pPr marL="4114800" lvl="8" indent="-317500" rtl="0">
              <a:lnSpc>
                <a:spcPct val="115000"/>
              </a:lnSpc>
              <a:spcBef>
                <a:spcPts val="0"/>
              </a:spcBef>
              <a:spcAft>
                <a:spcPts val="0"/>
              </a:spcAft>
              <a:buClr>
                <a:schemeClr val="dk1"/>
              </a:buClr>
              <a:buSzPts val="1400"/>
              <a:buChar char="■"/>
              <a:defRPr/>
            </a:lvl9pPr>
          </a:lstStyle>
          <a:p>
            <a:endParaRPr/>
          </a:p>
        </p:txBody>
      </p:sp>
      <p:sp>
        <p:nvSpPr>
          <p:cNvPr id="276" name="Google Shape;276;p22"/>
          <p:cNvSpPr txBox="1">
            <a:spLocks noGrp="1"/>
          </p:cNvSpPr>
          <p:nvPr>
            <p:ph type="title"/>
          </p:nvPr>
        </p:nvSpPr>
        <p:spPr>
          <a:xfrm>
            <a:off x="720000" y="532925"/>
            <a:ext cx="7704000" cy="440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277" name="Google Shape;277;p22"/>
          <p:cNvGrpSpPr/>
          <p:nvPr/>
        </p:nvGrpSpPr>
        <p:grpSpPr>
          <a:xfrm>
            <a:off x="326275" y="844800"/>
            <a:ext cx="8359700" cy="3899800"/>
            <a:chOff x="326275" y="844800"/>
            <a:chExt cx="8359700" cy="3899800"/>
          </a:xfrm>
        </p:grpSpPr>
        <p:sp>
          <p:nvSpPr>
            <p:cNvPr id="278" name="Google Shape;278;p22"/>
            <p:cNvSpPr/>
            <p:nvPr/>
          </p:nvSpPr>
          <p:spPr>
            <a:xfrm>
              <a:off x="1241775" y="460780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2"/>
            <p:cNvSpPr/>
            <p:nvPr/>
          </p:nvSpPr>
          <p:spPr>
            <a:xfrm>
              <a:off x="326275" y="2238383"/>
              <a:ext cx="203100" cy="2547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2"/>
            <p:cNvSpPr/>
            <p:nvPr/>
          </p:nvSpPr>
          <p:spPr>
            <a:xfrm>
              <a:off x="8373675" y="1239975"/>
              <a:ext cx="203100" cy="2544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2"/>
            <p:cNvSpPr/>
            <p:nvPr/>
          </p:nvSpPr>
          <p:spPr>
            <a:xfrm>
              <a:off x="5075000" y="302495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2"/>
            <p:cNvSpPr/>
            <p:nvPr/>
          </p:nvSpPr>
          <p:spPr>
            <a:xfrm>
              <a:off x="8576775" y="431085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2"/>
            <p:cNvSpPr/>
            <p:nvPr/>
          </p:nvSpPr>
          <p:spPr>
            <a:xfrm>
              <a:off x="759725" y="84480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2"/>
            <p:cNvSpPr/>
            <p:nvPr/>
          </p:nvSpPr>
          <p:spPr>
            <a:xfrm>
              <a:off x="2676050" y="3806325"/>
              <a:ext cx="268200" cy="3360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2"/>
            <p:cNvSpPr/>
            <p:nvPr/>
          </p:nvSpPr>
          <p:spPr>
            <a:xfrm>
              <a:off x="7717975" y="193357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2"/>
            <p:cNvSpPr/>
            <p:nvPr/>
          </p:nvSpPr>
          <p:spPr>
            <a:xfrm>
              <a:off x="4669800" y="444705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287"/>
        <p:cNvGrpSpPr/>
        <p:nvPr/>
      </p:nvGrpSpPr>
      <p:grpSpPr>
        <a:xfrm>
          <a:off x="0" y="0"/>
          <a:ext cx="0" cy="0"/>
          <a:chOff x="0" y="0"/>
          <a:chExt cx="0" cy="0"/>
        </a:xfrm>
      </p:grpSpPr>
      <p:pic>
        <p:nvPicPr>
          <p:cNvPr id="288" name="Google Shape;288;p23"/>
          <p:cNvPicPr preferRelativeResize="0"/>
          <p:nvPr/>
        </p:nvPicPr>
        <p:blipFill rotWithShape="1">
          <a:blip r:embed="rId2">
            <a:alphaModFix/>
          </a:blip>
          <a:srcRect l="7607" r="12901" b="18526"/>
          <a:stretch/>
        </p:blipFill>
        <p:spPr>
          <a:xfrm>
            <a:off x="-60600" y="-34200"/>
            <a:ext cx="9265200" cy="5211900"/>
          </a:xfrm>
          <a:prstGeom prst="rect">
            <a:avLst/>
          </a:prstGeom>
          <a:noFill/>
          <a:ln>
            <a:noFill/>
          </a:ln>
        </p:spPr>
      </p:pic>
      <p:sp>
        <p:nvSpPr>
          <p:cNvPr id="289" name="Google Shape;289;p23"/>
          <p:cNvSpPr txBox="1">
            <a:spLocks noGrp="1"/>
          </p:cNvSpPr>
          <p:nvPr>
            <p:ph type="title"/>
          </p:nvPr>
        </p:nvSpPr>
        <p:spPr>
          <a:xfrm>
            <a:off x="872400" y="2720638"/>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90" name="Google Shape;290;p23"/>
          <p:cNvSpPr txBox="1">
            <a:spLocks noGrp="1"/>
          </p:cNvSpPr>
          <p:nvPr>
            <p:ph type="subTitle" idx="1"/>
          </p:nvPr>
        </p:nvSpPr>
        <p:spPr>
          <a:xfrm>
            <a:off x="872400" y="3230975"/>
            <a:ext cx="2336400" cy="746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1" name="Google Shape;291;p23"/>
          <p:cNvSpPr txBox="1">
            <a:spLocks noGrp="1"/>
          </p:cNvSpPr>
          <p:nvPr>
            <p:ph type="title" idx="2"/>
          </p:nvPr>
        </p:nvSpPr>
        <p:spPr>
          <a:xfrm>
            <a:off x="3403800" y="2720638"/>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92" name="Google Shape;292;p23"/>
          <p:cNvSpPr txBox="1">
            <a:spLocks noGrp="1"/>
          </p:cNvSpPr>
          <p:nvPr>
            <p:ph type="subTitle" idx="3"/>
          </p:nvPr>
        </p:nvSpPr>
        <p:spPr>
          <a:xfrm>
            <a:off x="3403800" y="3230982"/>
            <a:ext cx="2336400" cy="746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3" name="Google Shape;293;p23"/>
          <p:cNvSpPr txBox="1">
            <a:spLocks noGrp="1"/>
          </p:cNvSpPr>
          <p:nvPr>
            <p:ph type="title" idx="4"/>
          </p:nvPr>
        </p:nvSpPr>
        <p:spPr>
          <a:xfrm>
            <a:off x="5935200" y="2720638"/>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94" name="Google Shape;294;p23"/>
          <p:cNvSpPr txBox="1">
            <a:spLocks noGrp="1"/>
          </p:cNvSpPr>
          <p:nvPr>
            <p:ph type="subTitle" idx="5"/>
          </p:nvPr>
        </p:nvSpPr>
        <p:spPr>
          <a:xfrm>
            <a:off x="5935200" y="3230982"/>
            <a:ext cx="2336400" cy="746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5" name="Google Shape;295;p23"/>
          <p:cNvSpPr txBox="1">
            <a:spLocks noGrp="1"/>
          </p:cNvSpPr>
          <p:nvPr>
            <p:ph type="title" idx="6"/>
          </p:nvPr>
        </p:nvSpPr>
        <p:spPr>
          <a:xfrm>
            <a:off x="720000" y="532925"/>
            <a:ext cx="7704000" cy="440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296" name="Google Shape;296;p23"/>
          <p:cNvGrpSpPr/>
          <p:nvPr/>
        </p:nvGrpSpPr>
        <p:grpSpPr>
          <a:xfrm>
            <a:off x="370975" y="479233"/>
            <a:ext cx="8280000" cy="4197655"/>
            <a:chOff x="370975" y="479233"/>
            <a:chExt cx="8280000" cy="4197655"/>
          </a:xfrm>
        </p:grpSpPr>
        <p:sp>
          <p:nvSpPr>
            <p:cNvPr id="297" name="Google Shape;297;p23"/>
            <p:cNvSpPr/>
            <p:nvPr/>
          </p:nvSpPr>
          <p:spPr>
            <a:xfrm>
              <a:off x="8297125" y="479233"/>
              <a:ext cx="206400" cy="2586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3"/>
            <p:cNvSpPr/>
            <p:nvPr/>
          </p:nvSpPr>
          <p:spPr>
            <a:xfrm>
              <a:off x="8541775" y="426295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3"/>
            <p:cNvSpPr/>
            <p:nvPr/>
          </p:nvSpPr>
          <p:spPr>
            <a:xfrm>
              <a:off x="8162400" y="259570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3"/>
            <p:cNvSpPr/>
            <p:nvPr/>
          </p:nvSpPr>
          <p:spPr>
            <a:xfrm>
              <a:off x="370975" y="2852945"/>
              <a:ext cx="206400" cy="2586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3"/>
            <p:cNvSpPr/>
            <p:nvPr/>
          </p:nvSpPr>
          <p:spPr>
            <a:xfrm>
              <a:off x="558300" y="3856638"/>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3"/>
            <p:cNvSpPr/>
            <p:nvPr/>
          </p:nvSpPr>
          <p:spPr>
            <a:xfrm>
              <a:off x="3149100" y="4540088"/>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3"/>
            <p:cNvSpPr/>
            <p:nvPr/>
          </p:nvSpPr>
          <p:spPr>
            <a:xfrm>
              <a:off x="872400" y="1520138"/>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3"/>
            <p:cNvSpPr/>
            <p:nvPr/>
          </p:nvSpPr>
          <p:spPr>
            <a:xfrm>
              <a:off x="5667375" y="4219575"/>
              <a:ext cx="279300" cy="3021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305"/>
        <p:cNvGrpSpPr/>
        <p:nvPr/>
      </p:nvGrpSpPr>
      <p:grpSpPr>
        <a:xfrm>
          <a:off x="0" y="0"/>
          <a:ext cx="0" cy="0"/>
          <a:chOff x="0" y="0"/>
          <a:chExt cx="0" cy="0"/>
        </a:xfrm>
      </p:grpSpPr>
      <p:pic>
        <p:nvPicPr>
          <p:cNvPr id="306" name="Google Shape;306;p24"/>
          <p:cNvPicPr preferRelativeResize="0"/>
          <p:nvPr/>
        </p:nvPicPr>
        <p:blipFill>
          <a:blip r:embed="rId2">
            <a:alphaModFix/>
          </a:blip>
          <a:stretch>
            <a:fillRect/>
          </a:stretch>
        </p:blipFill>
        <p:spPr>
          <a:xfrm>
            <a:off x="-129162" y="-107662"/>
            <a:ext cx="9402324" cy="5358824"/>
          </a:xfrm>
          <a:prstGeom prst="rect">
            <a:avLst/>
          </a:prstGeom>
          <a:noFill/>
          <a:ln>
            <a:noFill/>
          </a:ln>
        </p:spPr>
      </p:pic>
      <p:sp>
        <p:nvSpPr>
          <p:cNvPr id="307" name="Google Shape;307;p24"/>
          <p:cNvSpPr txBox="1">
            <a:spLocks noGrp="1"/>
          </p:cNvSpPr>
          <p:nvPr>
            <p:ph type="title"/>
          </p:nvPr>
        </p:nvSpPr>
        <p:spPr>
          <a:xfrm>
            <a:off x="1959913" y="1420275"/>
            <a:ext cx="24771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08" name="Google Shape;308;p24"/>
          <p:cNvSpPr txBox="1">
            <a:spLocks noGrp="1"/>
          </p:cNvSpPr>
          <p:nvPr>
            <p:ph type="subTitle" idx="1"/>
          </p:nvPr>
        </p:nvSpPr>
        <p:spPr>
          <a:xfrm>
            <a:off x="1959913" y="1912385"/>
            <a:ext cx="2477100" cy="716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9" name="Google Shape;309;p24"/>
          <p:cNvSpPr txBox="1">
            <a:spLocks noGrp="1"/>
          </p:cNvSpPr>
          <p:nvPr>
            <p:ph type="title" idx="2"/>
          </p:nvPr>
        </p:nvSpPr>
        <p:spPr>
          <a:xfrm>
            <a:off x="4706965" y="1420275"/>
            <a:ext cx="2477100" cy="5277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10" name="Google Shape;310;p24"/>
          <p:cNvSpPr txBox="1">
            <a:spLocks noGrp="1"/>
          </p:cNvSpPr>
          <p:nvPr>
            <p:ph type="subTitle" idx="3"/>
          </p:nvPr>
        </p:nvSpPr>
        <p:spPr>
          <a:xfrm>
            <a:off x="4706965" y="1912385"/>
            <a:ext cx="2477100" cy="7164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1" name="Google Shape;311;p24"/>
          <p:cNvSpPr txBox="1">
            <a:spLocks noGrp="1"/>
          </p:cNvSpPr>
          <p:nvPr>
            <p:ph type="title" idx="4"/>
          </p:nvPr>
        </p:nvSpPr>
        <p:spPr>
          <a:xfrm>
            <a:off x="1959913" y="2963850"/>
            <a:ext cx="24771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12" name="Google Shape;312;p24"/>
          <p:cNvSpPr txBox="1">
            <a:spLocks noGrp="1"/>
          </p:cNvSpPr>
          <p:nvPr>
            <p:ph type="subTitle" idx="5"/>
          </p:nvPr>
        </p:nvSpPr>
        <p:spPr>
          <a:xfrm>
            <a:off x="1959913" y="3454986"/>
            <a:ext cx="2477100" cy="716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3" name="Google Shape;313;p24"/>
          <p:cNvSpPr txBox="1">
            <a:spLocks noGrp="1"/>
          </p:cNvSpPr>
          <p:nvPr>
            <p:ph type="title" idx="6"/>
          </p:nvPr>
        </p:nvSpPr>
        <p:spPr>
          <a:xfrm>
            <a:off x="4706965" y="2963850"/>
            <a:ext cx="2477100" cy="5277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14" name="Google Shape;314;p24"/>
          <p:cNvSpPr txBox="1">
            <a:spLocks noGrp="1"/>
          </p:cNvSpPr>
          <p:nvPr>
            <p:ph type="subTitle" idx="7"/>
          </p:nvPr>
        </p:nvSpPr>
        <p:spPr>
          <a:xfrm>
            <a:off x="4706965" y="3454986"/>
            <a:ext cx="2477100" cy="7164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5" name="Google Shape;315;p24"/>
          <p:cNvSpPr txBox="1">
            <a:spLocks noGrp="1"/>
          </p:cNvSpPr>
          <p:nvPr>
            <p:ph type="title" idx="8"/>
          </p:nvPr>
        </p:nvSpPr>
        <p:spPr>
          <a:xfrm>
            <a:off x="720000" y="532925"/>
            <a:ext cx="7704000" cy="440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316" name="Google Shape;316;p24"/>
          <p:cNvGrpSpPr/>
          <p:nvPr/>
        </p:nvGrpSpPr>
        <p:grpSpPr>
          <a:xfrm>
            <a:off x="501150" y="398200"/>
            <a:ext cx="8221750" cy="4453350"/>
            <a:chOff x="501150" y="398200"/>
            <a:chExt cx="8221750" cy="4453350"/>
          </a:xfrm>
        </p:grpSpPr>
        <p:sp>
          <p:nvSpPr>
            <p:cNvPr id="317" name="Google Shape;317;p24"/>
            <p:cNvSpPr/>
            <p:nvPr/>
          </p:nvSpPr>
          <p:spPr>
            <a:xfrm>
              <a:off x="761500" y="606783"/>
              <a:ext cx="206400" cy="2586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4"/>
            <p:cNvSpPr/>
            <p:nvPr/>
          </p:nvSpPr>
          <p:spPr>
            <a:xfrm>
              <a:off x="501150" y="297945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4"/>
            <p:cNvSpPr/>
            <p:nvPr/>
          </p:nvSpPr>
          <p:spPr>
            <a:xfrm>
              <a:off x="2047375" y="4403758"/>
              <a:ext cx="206400" cy="2586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4"/>
            <p:cNvSpPr/>
            <p:nvPr/>
          </p:nvSpPr>
          <p:spPr>
            <a:xfrm>
              <a:off x="8578450" y="311625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4"/>
            <p:cNvSpPr/>
            <p:nvPr/>
          </p:nvSpPr>
          <p:spPr>
            <a:xfrm>
              <a:off x="8013075" y="39820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4"/>
            <p:cNvSpPr/>
            <p:nvPr/>
          </p:nvSpPr>
          <p:spPr>
            <a:xfrm>
              <a:off x="8543200" y="1144755"/>
              <a:ext cx="179700" cy="2253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4"/>
            <p:cNvSpPr/>
            <p:nvPr/>
          </p:nvSpPr>
          <p:spPr>
            <a:xfrm>
              <a:off x="4984125" y="471475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four columns 1">
  <p:cSld name="BLANK_1_1_1_1_2">
    <p:spTree>
      <p:nvGrpSpPr>
        <p:cNvPr id="1" name="Shape 324"/>
        <p:cNvGrpSpPr/>
        <p:nvPr/>
      </p:nvGrpSpPr>
      <p:grpSpPr>
        <a:xfrm>
          <a:off x="0" y="0"/>
          <a:ext cx="0" cy="0"/>
          <a:chOff x="0" y="0"/>
          <a:chExt cx="0" cy="0"/>
        </a:xfrm>
      </p:grpSpPr>
      <p:pic>
        <p:nvPicPr>
          <p:cNvPr id="325" name="Google Shape;325;p25"/>
          <p:cNvPicPr preferRelativeResize="0"/>
          <p:nvPr/>
        </p:nvPicPr>
        <p:blipFill>
          <a:blip r:embed="rId2">
            <a:alphaModFix/>
          </a:blip>
          <a:stretch>
            <a:fillRect/>
          </a:stretch>
        </p:blipFill>
        <p:spPr>
          <a:xfrm>
            <a:off x="-53076" y="-39062"/>
            <a:ext cx="9250151" cy="5221625"/>
          </a:xfrm>
          <a:prstGeom prst="rect">
            <a:avLst/>
          </a:prstGeom>
          <a:noFill/>
          <a:ln>
            <a:noFill/>
          </a:ln>
        </p:spPr>
      </p:pic>
      <p:sp>
        <p:nvSpPr>
          <p:cNvPr id="326" name="Google Shape;326;p25"/>
          <p:cNvSpPr txBox="1">
            <a:spLocks noGrp="1"/>
          </p:cNvSpPr>
          <p:nvPr>
            <p:ph type="title"/>
          </p:nvPr>
        </p:nvSpPr>
        <p:spPr>
          <a:xfrm>
            <a:off x="719988" y="1420275"/>
            <a:ext cx="23073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27" name="Google Shape;327;p25"/>
          <p:cNvSpPr txBox="1">
            <a:spLocks noGrp="1"/>
          </p:cNvSpPr>
          <p:nvPr>
            <p:ph type="subTitle" idx="1"/>
          </p:nvPr>
        </p:nvSpPr>
        <p:spPr>
          <a:xfrm>
            <a:off x="719988" y="2006800"/>
            <a:ext cx="2307300" cy="716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8" name="Google Shape;328;p25"/>
          <p:cNvSpPr txBox="1">
            <a:spLocks noGrp="1"/>
          </p:cNvSpPr>
          <p:nvPr>
            <p:ph type="title" idx="2"/>
          </p:nvPr>
        </p:nvSpPr>
        <p:spPr>
          <a:xfrm>
            <a:off x="6116700" y="1420275"/>
            <a:ext cx="23073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29" name="Google Shape;329;p25"/>
          <p:cNvSpPr txBox="1">
            <a:spLocks noGrp="1"/>
          </p:cNvSpPr>
          <p:nvPr>
            <p:ph type="subTitle" idx="3"/>
          </p:nvPr>
        </p:nvSpPr>
        <p:spPr>
          <a:xfrm>
            <a:off x="6116700" y="2006800"/>
            <a:ext cx="2307300" cy="716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0" name="Google Shape;330;p25"/>
          <p:cNvSpPr txBox="1">
            <a:spLocks noGrp="1"/>
          </p:cNvSpPr>
          <p:nvPr>
            <p:ph type="title" idx="4"/>
          </p:nvPr>
        </p:nvSpPr>
        <p:spPr>
          <a:xfrm>
            <a:off x="719988" y="3040049"/>
            <a:ext cx="23073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31" name="Google Shape;331;p25"/>
          <p:cNvSpPr txBox="1">
            <a:spLocks noGrp="1"/>
          </p:cNvSpPr>
          <p:nvPr>
            <p:ph type="subTitle" idx="5"/>
          </p:nvPr>
        </p:nvSpPr>
        <p:spPr>
          <a:xfrm>
            <a:off x="719988" y="3625600"/>
            <a:ext cx="2307300" cy="716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2" name="Google Shape;332;p25"/>
          <p:cNvSpPr txBox="1">
            <a:spLocks noGrp="1"/>
          </p:cNvSpPr>
          <p:nvPr>
            <p:ph type="title" idx="6"/>
          </p:nvPr>
        </p:nvSpPr>
        <p:spPr>
          <a:xfrm>
            <a:off x="6116700" y="3040049"/>
            <a:ext cx="23073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33" name="Google Shape;333;p25"/>
          <p:cNvSpPr txBox="1">
            <a:spLocks noGrp="1"/>
          </p:cNvSpPr>
          <p:nvPr>
            <p:ph type="subTitle" idx="7"/>
          </p:nvPr>
        </p:nvSpPr>
        <p:spPr>
          <a:xfrm>
            <a:off x="6116700" y="3625600"/>
            <a:ext cx="2307300" cy="716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4" name="Google Shape;334;p25"/>
          <p:cNvSpPr txBox="1">
            <a:spLocks noGrp="1"/>
          </p:cNvSpPr>
          <p:nvPr>
            <p:ph type="title" idx="8"/>
          </p:nvPr>
        </p:nvSpPr>
        <p:spPr>
          <a:xfrm>
            <a:off x="720000" y="532925"/>
            <a:ext cx="7704000" cy="440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335" name="Google Shape;335;p25"/>
          <p:cNvGrpSpPr/>
          <p:nvPr/>
        </p:nvGrpSpPr>
        <p:grpSpPr>
          <a:xfrm>
            <a:off x="447175" y="340450"/>
            <a:ext cx="8203800" cy="4456175"/>
            <a:chOff x="447175" y="340450"/>
            <a:chExt cx="8203800" cy="4456175"/>
          </a:xfrm>
        </p:grpSpPr>
        <p:sp>
          <p:nvSpPr>
            <p:cNvPr id="336" name="Google Shape;336;p25"/>
            <p:cNvSpPr/>
            <p:nvPr/>
          </p:nvSpPr>
          <p:spPr>
            <a:xfrm>
              <a:off x="8200475" y="507808"/>
              <a:ext cx="206400" cy="2586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5"/>
            <p:cNvSpPr/>
            <p:nvPr/>
          </p:nvSpPr>
          <p:spPr>
            <a:xfrm>
              <a:off x="1632800" y="340450"/>
              <a:ext cx="206400" cy="2586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5"/>
            <p:cNvSpPr/>
            <p:nvPr/>
          </p:nvSpPr>
          <p:spPr>
            <a:xfrm>
              <a:off x="447175" y="2624345"/>
              <a:ext cx="206400" cy="2586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5"/>
            <p:cNvSpPr/>
            <p:nvPr/>
          </p:nvSpPr>
          <p:spPr>
            <a:xfrm>
              <a:off x="1177425" y="629588"/>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5"/>
            <p:cNvSpPr/>
            <p:nvPr/>
          </p:nvSpPr>
          <p:spPr>
            <a:xfrm>
              <a:off x="8541775" y="426295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5"/>
            <p:cNvSpPr/>
            <p:nvPr/>
          </p:nvSpPr>
          <p:spPr>
            <a:xfrm>
              <a:off x="8526700" y="146425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5"/>
            <p:cNvSpPr/>
            <p:nvPr/>
          </p:nvSpPr>
          <p:spPr>
            <a:xfrm>
              <a:off x="2198125" y="465982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343"/>
        <p:cNvGrpSpPr/>
        <p:nvPr/>
      </p:nvGrpSpPr>
      <p:grpSpPr>
        <a:xfrm>
          <a:off x="0" y="0"/>
          <a:ext cx="0" cy="0"/>
          <a:chOff x="0" y="0"/>
          <a:chExt cx="0" cy="0"/>
        </a:xfrm>
      </p:grpSpPr>
      <p:pic>
        <p:nvPicPr>
          <p:cNvPr id="344" name="Google Shape;344;p26"/>
          <p:cNvPicPr preferRelativeResize="0"/>
          <p:nvPr/>
        </p:nvPicPr>
        <p:blipFill rotWithShape="1">
          <a:blip r:embed="rId2">
            <a:alphaModFix/>
          </a:blip>
          <a:srcRect l="7607" r="12901" b="18526"/>
          <a:stretch/>
        </p:blipFill>
        <p:spPr>
          <a:xfrm flipH="1">
            <a:off x="-47100" y="-26550"/>
            <a:ext cx="9238200" cy="5196600"/>
          </a:xfrm>
          <a:prstGeom prst="rect">
            <a:avLst/>
          </a:prstGeom>
          <a:noFill/>
          <a:ln>
            <a:noFill/>
          </a:ln>
        </p:spPr>
      </p:pic>
      <p:sp>
        <p:nvSpPr>
          <p:cNvPr id="345" name="Google Shape;345;p26"/>
          <p:cNvSpPr txBox="1">
            <a:spLocks noGrp="1"/>
          </p:cNvSpPr>
          <p:nvPr>
            <p:ph type="title"/>
          </p:nvPr>
        </p:nvSpPr>
        <p:spPr>
          <a:xfrm>
            <a:off x="1121688" y="1882875"/>
            <a:ext cx="18942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46" name="Google Shape;346;p26"/>
          <p:cNvSpPr txBox="1">
            <a:spLocks noGrp="1"/>
          </p:cNvSpPr>
          <p:nvPr>
            <p:ph type="subTitle" idx="1"/>
          </p:nvPr>
        </p:nvSpPr>
        <p:spPr>
          <a:xfrm>
            <a:off x="1121688" y="2338240"/>
            <a:ext cx="1894200" cy="439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47" name="Google Shape;347;p26"/>
          <p:cNvSpPr txBox="1">
            <a:spLocks noGrp="1"/>
          </p:cNvSpPr>
          <p:nvPr>
            <p:ph type="title" idx="2"/>
          </p:nvPr>
        </p:nvSpPr>
        <p:spPr>
          <a:xfrm>
            <a:off x="3624888" y="1882875"/>
            <a:ext cx="18942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48" name="Google Shape;348;p26"/>
          <p:cNvSpPr txBox="1">
            <a:spLocks noGrp="1"/>
          </p:cNvSpPr>
          <p:nvPr>
            <p:ph type="subTitle" idx="3"/>
          </p:nvPr>
        </p:nvSpPr>
        <p:spPr>
          <a:xfrm>
            <a:off x="3624888" y="2338240"/>
            <a:ext cx="1894200" cy="439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49" name="Google Shape;349;p26"/>
          <p:cNvSpPr txBox="1">
            <a:spLocks noGrp="1"/>
          </p:cNvSpPr>
          <p:nvPr>
            <p:ph type="title" idx="4"/>
          </p:nvPr>
        </p:nvSpPr>
        <p:spPr>
          <a:xfrm>
            <a:off x="1121688" y="3759764"/>
            <a:ext cx="18942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50" name="Google Shape;350;p26"/>
          <p:cNvSpPr txBox="1">
            <a:spLocks noGrp="1"/>
          </p:cNvSpPr>
          <p:nvPr>
            <p:ph type="subTitle" idx="5"/>
          </p:nvPr>
        </p:nvSpPr>
        <p:spPr>
          <a:xfrm>
            <a:off x="1121688" y="4215129"/>
            <a:ext cx="1894200" cy="439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1" name="Google Shape;351;p26"/>
          <p:cNvSpPr txBox="1">
            <a:spLocks noGrp="1"/>
          </p:cNvSpPr>
          <p:nvPr>
            <p:ph type="title" idx="6"/>
          </p:nvPr>
        </p:nvSpPr>
        <p:spPr>
          <a:xfrm>
            <a:off x="3624888" y="3759764"/>
            <a:ext cx="18942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52" name="Google Shape;352;p26"/>
          <p:cNvSpPr txBox="1">
            <a:spLocks noGrp="1"/>
          </p:cNvSpPr>
          <p:nvPr>
            <p:ph type="subTitle" idx="7"/>
          </p:nvPr>
        </p:nvSpPr>
        <p:spPr>
          <a:xfrm>
            <a:off x="3624888" y="4215129"/>
            <a:ext cx="1894200" cy="439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3" name="Google Shape;353;p26"/>
          <p:cNvSpPr txBox="1">
            <a:spLocks noGrp="1"/>
          </p:cNvSpPr>
          <p:nvPr>
            <p:ph type="title" idx="8"/>
          </p:nvPr>
        </p:nvSpPr>
        <p:spPr>
          <a:xfrm>
            <a:off x="6128063" y="1882875"/>
            <a:ext cx="18942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54" name="Google Shape;354;p26"/>
          <p:cNvSpPr txBox="1">
            <a:spLocks noGrp="1"/>
          </p:cNvSpPr>
          <p:nvPr>
            <p:ph type="subTitle" idx="9"/>
          </p:nvPr>
        </p:nvSpPr>
        <p:spPr>
          <a:xfrm>
            <a:off x="6128063" y="2338245"/>
            <a:ext cx="1894200" cy="439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5" name="Google Shape;355;p26"/>
          <p:cNvSpPr txBox="1">
            <a:spLocks noGrp="1"/>
          </p:cNvSpPr>
          <p:nvPr>
            <p:ph type="title" idx="13"/>
          </p:nvPr>
        </p:nvSpPr>
        <p:spPr>
          <a:xfrm>
            <a:off x="6128063" y="3759754"/>
            <a:ext cx="18942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56" name="Google Shape;356;p26"/>
          <p:cNvSpPr txBox="1">
            <a:spLocks noGrp="1"/>
          </p:cNvSpPr>
          <p:nvPr>
            <p:ph type="subTitle" idx="14"/>
          </p:nvPr>
        </p:nvSpPr>
        <p:spPr>
          <a:xfrm>
            <a:off x="6128063" y="4215125"/>
            <a:ext cx="1894200" cy="439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7" name="Google Shape;357;p26"/>
          <p:cNvSpPr txBox="1">
            <a:spLocks noGrp="1"/>
          </p:cNvSpPr>
          <p:nvPr>
            <p:ph type="title" idx="15"/>
          </p:nvPr>
        </p:nvSpPr>
        <p:spPr>
          <a:xfrm>
            <a:off x="720000" y="532925"/>
            <a:ext cx="7704000" cy="440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six columns 1">
  <p:cSld name="BLANK_1_1_1_1_1_2">
    <p:spTree>
      <p:nvGrpSpPr>
        <p:cNvPr id="1" name="Shape 358"/>
        <p:cNvGrpSpPr/>
        <p:nvPr/>
      </p:nvGrpSpPr>
      <p:grpSpPr>
        <a:xfrm>
          <a:off x="0" y="0"/>
          <a:ext cx="0" cy="0"/>
          <a:chOff x="0" y="0"/>
          <a:chExt cx="0" cy="0"/>
        </a:xfrm>
      </p:grpSpPr>
      <p:pic>
        <p:nvPicPr>
          <p:cNvPr id="359" name="Google Shape;359;p27"/>
          <p:cNvPicPr preferRelativeResize="0"/>
          <p:nvPr/>
        </p:nvPicPr>
        <p:blipFill>
          <a:blip r:embed="rId2">
            <a:alphaModFix/>
          </a:blip>
          <a:stretch>
            <a:fillRect/>
          </a:stretch>
        </p:blipFill>
        <p:spPr>
          <a:xfrm>
            <a:off x="-67401" y="-37913"/>
            <a:ext cx="9278802" cy="5219326"/>
          </a:xfrm>
          <a:prstGeom prst="rect">
            <a:avLst/>
          </a:prstGeom>
          <a:noFill/>
          <a:ln>
            <a:noFill/>
          </a:ln>
        </p:spPr>
      </p:pic>
      <p:sp>
        <p:nvSpPr>
          <p:cNvPr id="360" name="Google Shape;360;p27"/>
          <p:cNvSpPr txBox="1">
            <a:spLocks noGrp="1"/>
          </p:cNvSpPr>
          <p:nvPr>
            <p:ph type="title"/>
          </p:nvPr>
        </p:nvSpPr>
        <p:spPr>
          <a:xfrm>
            <a:off x="3960440" y="1392726"/>
            <a:ext cx="20079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61" name="Google Shape;361;p27"/>
          <p:cNvSpPr txBox="1">
            <a:spLocks noGrp="1"/>
          </p:cNvSpPr>
          <p:nvPr>
            <p:ph type="subTitle" idx="1"/>
          </p:nvPr>
        </p:nvSpPr>
        <p:spPr>
          <a:xfrm>
            <a:off x="3960440" y="1885164"/>
            <a:ext cx="2007900" cy="439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62" name="Google Shape;362;p27"/>
          <p:cNvSpPr txBox="1">
            <a:spLocks noGrp="1"/>
          </p:cNvSpPr>
          <p:nvPr>
            <p:ph type="title" idx="2"/>
          </p:nvPr>
        </p:nvSpPr>
        <p:spPr>
          <a:xfrm>
            <a:off x="3960440" y="2499464"/>
            <a:ext cx="20079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63" name="Google Shape;363;p27"/>
          <p:cNvSpPr txBox="1">
            <a:spLocks noGrp="1"/>
          </p:cNvSpPr>
          <p:nvPr>
            <p:ph type="subTitle" idx="3"/>
          </p:nvPr>
        </p:nvSpPr>
        <p:spPr>
          <a:xfrm>
            <a:off x="3960440" y="2991901"/>
            <a:ext cx="2007900" cy="439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64" name="Google Shape;364;p27"/>
          <p:cNvSpPr txBox="1">
            <a:spLocks noGrp="1"/>
          </p:cNvSpPr>
          <p:nvPr>
            <p:ph type="title" idx="4"/>
          </p:nvPr>
        </p:nvSpPr>
        <p:spPr>
          <a:xfrm>
            <a:off x="3960440" y="3606211"/>
            <a:ext cx="20079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65" name="Google Shape;365;p27"/>
          <p:cNvSpPr txBox="1">
            <a:spLocks noGrp="1"/>
          </p:cNvSpPr>
          <p:nvPr>
            <p:ph type="subTitle" idx="5"/>
          </p:nvPr>
        </p:nvSpPr>
        <p:spPr>
          <a:xfrm>
            <a:off x="3960440" y="4098649"/>
            <a:ext cx="2007900" cy="439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66" name="Google Shape;366;p27"/>
          <p:cNvSpPr txBox="1">
            <a:spLocks noGrp="1"/>
          </p:cNvSpPr>
          <p:nvPr>
            <p:ph type="title" idx="6"/>
          </p:nvPr>
        </p:nvSpPr>
        <p:spPr>
          <a:xfrm>
            <a:off x="6387442" y="3606211"/>
            <a:ext cx="20079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67" name="Google Shape;367;p27"/>
          <p:cNvSpPr txBox="1">
            <a:spLocks noGrp="1"/>
          </p:cNvSpPr>
          <p:nvPr>
            <p:ph type="subTitle" idx="7"/>
          </p:nvPr>
        </p:nvSpPr>
        <p:spPr>
          <a:xfrm>
            <a:off x="6387442" y="4098649"/>
            <a:ext cx="2007900" cy="439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68" name="Google Shape;368;p27"/>
          <p:cNvSpPr txBox="1">
            <a:spLocks noGrp="1"/>
          </p:cNvSpPr>
          <p:nvPr>
            <p:ph type="title" idx="8"/>
          </p:nvPr>
        </p:nvSpPr>
        <p:spPr>
          <a:xfrm>
            <a:off x="6387453" y="1404226"/>
            <a:ext cx="20079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69" name="Google Shape;369;p27"/>
          <p:cNvSpPr txBox="1">
            <a:spLocks noGrp="1"/>
          </p:cNvSpPr>
          <p:nvPr>
            <p:ph type="subTitle" idx="9"/>
          </p:nvPr>
        </p:nvSpPr>
        <p:spPr>
          <a:xfrm>
            <a:off x="6387453" y="1885164"/>
            <a:ext cx="2007900" cy="439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70" name="Google Shape;370;p27"/>
          <p:cNvSpPr txBox="1">
            <a:spLocks noGrp="1"/>
          </p:cNvSpPr>
          <p:nvPr>
            <p:ph type="title" idx="13"/>
          </p:nvPr>
        </p:nvSpPr>
        <p:spPr>
          <a:xfrm>
            <a:off x="6387453" y="2499486"/>
            <a:ext cx="20079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71" name="Google Shape;371;p27"/>
          <p:cNvSpPr txBox="1">
            <a:spLocks noGrp="1"/>
          </p:cNvSpPr>
          <p:nvPr>
            <p:ph type="subTitle" idx="14"/>
          </p:nvPr>
        </p:nvSpPr>
        <p:spPr>
          <a:xfrm>
            <a:off x="6387453" y="2991901"/>
            <a:ext cx="2007900" cy="439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72" name="Google Shape;372;p27"/>
          <p:cNvSpPr txBox="1">
            <a:spLocks noGrp="1"/>
          </p:cNvSpPr>
          <p:nvPr>
            <p:ph type="title" idx="15"/>
          </p:nvPr>
        </p:nvSpPr>
        <p:spPr>
          <a:xfrm>
            <a:off x="720000" y="532925"/>
            <a:ext cx="7704000" cy="440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373" name="Google Shape;373;p27"/>
          <p:cNvGrpSpPr/>
          <p:nvPr/>
        </p:nvGrpSpPr>
        <p:grpSpPr>
          <a:xfrm>
            <a:off x="555250" y="403007"/>
            <a:ext cx="8306250" cy="4340393"/>
            <a:chOff x="555250" y="403007"/>
            <a:chExt cx="8306250" cy="4340393"/>
          </a:xfrm>
        </p:grpSpPr>
        <p:sp>
          <p:nvSpPr>
            <p:cNvPr id="374" name="Google Shape;374;p27"/>
            <p:cNvSpPr/>
            <p:nvPr/>
          </p:nvSpPr>
          <p:spPr>
            <a:xfrm>
              <a:off x="1662625" y="403007"/>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7"/>
            <p:cNvSpPr/>
            <p:nvPr/>
          </p:nvSpPr>
          <p:spPr>
            <a:xfrm>
              <a:off x="3182550" y="1913400"/>
              <a:ext cx="158400" cy="1986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7"/>
            <p:cNvSpPr/>
            <p:nvPr/>
          </p:nvSpPr>
          <p:spPr>
            <a:xfrm>
              <a:off x="555250" y="1012050"/>
              <a:ext cx="158400" cy="1983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7"/>
            <p:cNvSpPr/>
            <p:nvPr/>
          </p:nvSpPr>
          <p:spPr>
            <a:xfrm>
              <a:off x="749000" y="3606200"/>
              <a:ext cx="278100" cy="3483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7"/>
            <p:cNvSpPr/>
            <p:nvPr/>
          </p:nvSpPr>
          <p:spPr>
            <a:xfrm>
              <a:off x="7764100" y="69285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7"/>
            <p:cNvSpPr/>
            <p:nvPr/>
          </p:nvSpPr>
          <p:spPr>
            <a:xfrm>
              <a:off x="8655100" y="2230232"/>
              <a:ext cx="206400" cy="2586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7"/>
            <p:cNvSpPr/>
            <p:nvPr/>
          </p:nvSpPr>
          <p:spPr>
            <a:xfrm>
              <a:off x="8545900" y="388082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7"/>
            <p:cNvSpPr/>
            <p:nvPr/>
          </p:nvSpPr>
          <p:spPr>
            <a:xfrm>
              <a:off x="2924725" y="460660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382"/>
        <p:cNvGrpSpPr/>
        <p:nvPr/>
      </p:nvGrpSpPr>
      <p:grpSpPr>
        <a:xfrm>
          <a:off x="0" y="0"/>
          <a:ext cx="0" cy="0"/>
          <a:chOff x="0" y="0"/>
          <a:chExt cx="0" cy="0"/>
        </a:xfrm>
      </p:grpSpPr>
      <p:pic>
        <p:nvPicPr>
          <p:cNvPr id="383" name="Google Shape;383;p28"/>
          <p:cNvPicPr preferRelativeResize="0"/>
          <p:nvPr/>
        </p:nvPicPr>
        <p:blipFill>
          <a:blip r:embed="rId2">
            <a:alphaModFix/>
          </a:blip>
          <a:stretch>
            <a:fillRect/>
          </a:stretch>
        </p:blipFill>
        <p:spPr>
          <a:xfrm>
            <a:off x="-89637" y="-62176"/>
            <a:ext cx="9323274" cy="5267851"/>
          </a:xfrm>
          <a:prstGeom prst="rect">
            <a:avLst/>
          </a:prstGeom>
          <a:noFill/>
          <a:ln>
            <a:noFill/>
          </a:ln>
        </p:spPr>
      </p:pic>
      <p:sp>
        <p:nvSpPr>
          <p:cNvPr id="384" name="Google Shape;384;p28"/>
          <p:cNvSpPr txBox="1">
            <a:spLocks noGrp="1"/>
          </p:cNvSpPr>
          <p:nvPr>
            <p:ph type="title" hasCustomPrompt="1"/>
          </p:nvPr>
        </p:nvSpPr>
        <p:spPr>
          <a:xfrm>
            <a:off x="1284000" y="540000"/>
            <a:ext cx="6576000" cy="82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62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85" name="Google Shape;385;p28"/>
          <p:cNvSpPr txBox="1">
            <a:spLocks noGrp="1"/>
          </p:cNvSpPr>
          <p:nvPr>
            <p:ph type="subTitle" idx="1"/>
          </p:nvPr>
        </p:nvSpPr>
        <p:spPr>
          <a:xfrm>
            <a:off x="1284000" y="1322225"/>
            <a:ext cx="6576000" cy="356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00">
                <a:solidFill>
                  <a:schemeClr val="lt2"/>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86" name="Google Shape;386;p28"/>
          <p:cNvSpPr txBox="1">
            <a:spLocks noGrp="1"/>
          </p:cNvSpPr>
          <p:nvPr>
            <p:ph type="title" idx="2" hasCustomPrompt="1"/>
          </p:nvPr>
        </p:nvSpPr>
        <p:spPr>
          <a:xfrm>
            <a:off x="1284000" y="1996138"/>
            <a:ext cx="6576000" cy="82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6200">
                <a:solidFill>
                  <a:schemeClr val="accent1"/>
                </a:solidFill>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87" name="Google Shape;387;p28"/>
          <p:cNvSpPr txBox="1">
            <a:spLocks noGrp="1"/>
          </p:cNvSpPr>
          <p:nvPr>
            <p:ph type="subTitle" idx="3"/>
          </p:nvPr>
        </p:nvSpPr>
        <p:spPr>
          <a:xfrm>
            <a:off x="1284000" y="2778363"/>
            <a:ext cx="6576000" cy="356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00">
                <a:solidFill>
                  <a:schemeClr val="lt2"/>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88" name="Google Shape;388;p28"/>
          <p:cNvSpPr txBox="1">
            <a:spLocks noGrp="1"/>
          </p:cNvSpPr>
          <p:nvPr>
            <p:ph type="title" idx="4" hasCustomPrompt="1"/>
          </p:nvPr>
        </p:nvSpPr>
        <p:spPr>
          <a:xfrm>
            <a:off x="1284000" y="3452288"/>
            <a:ext cx="6576000" cy="82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62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89" name="Google Shape;389;p28"/>
          <p:cNvSpPr txBox="1">
            <a:spLocks noGrp="1"/>
          </p:cNvSpPr>
          <p:nvPr>
            <p:ph type="subTitle" idx="5"/>
          </p:nvPr>
        </p:nvSpPr>
        <p:spPr>
          <a:xfrm>
            <a:off x="1284000" y="4234513"/>
            <a:ext cx="6576000" cy="356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00">
                <a:solidFill>
                  <a:schemeClr val="lt2"/>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390" name="Google Shape;390;p28"/>
          <p:cNvGrpSpPr/>
          <p:nvPr/>
        </p:nvGrpSpPr>
        <p:grpSpPr>
          <a:xfrm>
            <a:off x="752025" y="290850"/>
            <a:ext cx="7590950" cy="4618750"/>
            <a:chOff x="752025" y="290850"/>
            <a:chExt cx="7590950" cy="4618750"/>
          </a:xfrm>
        </p:grpSpPr>
        <p:sp>
          <p:nvSpPr>
            <p:cNvPr id="391" name="Google Shape;391;p28"/>
            <p:cNvSpPr/>
            <p:nvPr/>
          </p:nvSpPr>
          <p:spPr>
            <a:xfrm>
              <a:off x="1284000" y="245560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8"/>
            <p:cNvSpPr/>
            <p:nvPr/>
          </p:nvSpPr>
          <p:spPr>
            <a:xfrm>
              <a:off x="752025" y="3713883"/>
              <a:ext cx="203100" cy="2547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8"/>
            <p:cNvSpPr/>
            <p:nvPr/>
          </p:nvSpPr>
          <p:spPr>
            <a:xfrm>
              <a:off x="7351350" y="1113900"/>
              <a:ext cx="203100" cy="2544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8"/>
            <p:cNvSpPr/>
            <p:nvPr/>
          </p:nvSpPr>
          <p:spPr>
            <a:xfrm>
              <a:off x="8233775" y="239152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8"/>
            <p:cNvSpPr/>
            <p:nvPr/>
          </p:nvSpPr>
          <p:spPr>
            <a:xfrm>
              <a:off x="7554450" y="439697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8"/>
            <p:cNvSpPr/>
            <p:nvPr/>
          </p:nvSpPr>
          <p:spPr>
            <a:xfrm>
              <a:off x="759725" y="54000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8"/>
            <p:cNvSpPr/>
            <p:nvPr/>
          </p:nvSpPr>
          <p:spPr>
            <a:xfrm>
              <a:off x="5100450" y="29085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8"/>
            <p:cNvSpPr/>
            <p:nvPr/>
          </p:nvSpPr>
          <p:spPr>
            <a:xfrm>
              <a:off x="3850075" y="477280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415"/>
        <p:cNvGrpSpPr/>
        <p:nvPr/>
      </p:nvGrpSpPr>
      <p:grpSpPr>
        <a:xfrm>
          <a:off x="0" y="0"/>
          <a:ext cx="0" cy="0"/>
          <a:chOff x="0" y="0"/>
          <a:chExt cx="0" cy="0"/>
        </a:xfrm>
      </p:grpSpPr>
      <p:pic>
        <p:nvPicPr>
          <p:cNvPr id="416" name="Google Shape;416;p30"/>
          <p:cNvPicPr preferRelativeResize="0"/>
          <p:nvPr/>
        </p:nvPicPr>
        <p:blipFill>
          <a:blip r:embed="rId2">
            <a:alphaModFix/>
          </a:blip>
          <a:stretch>
            <a:fillRect/>
          </a:stretch>
        </p:blipFill>
        <p:spPr>
          <a:xfrm>
            <a:off x="-89637" y="-62176"/>
            <a:ext cx="9323274" cy="5267851"/>
          </a:xfrm>
          <a:prstGeom prst="rect">
            <a:avLst/>
          </a:prstGeom>
          <a:noFill/>
          <a:ln>
            <a:noFill/>
          </a:ln>
        </p:spPr>
      </p:pic>
      <p:sp>
        <p:nvSpPr>
          <p:cNvPr id="417" name="Google Shape;417;p30"/>
          <p:cNvSpPr/>
          <p:nvPr/>
        </p:nvSpPr>
        <p:spPr>
          <a:xfrm>
            <a:off x="1284000" y="245560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0"/>
          <p:cNvSpPr/>
          <p:nvPr/>
        </p:nvSpPr>
        <p:spPr>
          <a:xfrm>
            <a:off x="752025" y="3713883"/>
            <a:ext cx="203100" cy="2547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0"/>
          <p:cNvSpPr/>
          <p:nvPr/>
        </p:nvSpPr>
        <p:spPr>
          <a:xfrm>
            <a:off x="7351350" y="1113900"/>
            <a:ext cx="203100" cy="2544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0"/>
          <p:cNvSpPr/>
          <p:nvPr/>
        </p:nvSpPr>
        <p:spPr>
          <a:xfrm>
            <a:off x="8233775" y="239152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0"/>
          <p:cNvSpPr/>
          <p:nvPr/>
        </p:nvSpPr>
        <p:spPr>
          <a:xfrm>
            <a:off x="7554450" y="439697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0"/>
          <p:cNvSpPr/>
          <p:nvPr/>
        </p:nvSpPr>
        <p:spPr>
          <a:xfrm>
            <a:off x="759725" y="54000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0"/>
          <p:cNvSpPr/>
          <p:nvPr/>
        </p:nvSpPr>
        <p:spPr>
          <a:xfrm>
            <a:off x="4719450" y="29085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0"/>
          <p:cNvSpPr/>
          <p:nvPr/>
        </p:nvSpPr>
        <p:spPr>
          <a:xfrm>
            <a:off x="3850075" y="477280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6728779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4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3"/>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a:effectLst>
            <a:outerShdw blurRad="71438" dist="47625" dir="3000000" algn="bl" rotWithShape="0">
              <a:srgbClr val="000000">
                <a:alpha val="21000"/>
              </a:srgbClr>
            </a:outerShdw>
          </a:effectLst>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Righteous"/>
              <a:buNone/>
              <a:defRPr sz="3500">
                <a:solidFill>
                  <a:schemeClr val="dk1"/>
                </a:solidFill>
                <a:latin typeface="Righteous"/>
                <a:ea typeface="Righteous"/>
                <a:cs typeface="Righteous"/>
                <a:sym typeface="Righteous"/>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lt1"/>
              </a:buClr>
              <a:buSzPts val="1400"/>
              <a:buFont typeface="Comic Neue"/>
              <a:buChar char="●"/>
              <a:defRPr>
                <a:solidFill>
                  <a:schemeClr val="lt1"/>
                </a:solidFill>
                <a:latin typeface="Comic Neue"/>
                <a:ea typeface="Comic Neue"/>
                <a:cs typeface="Comic Neue"/>
                <a:sym typeface="Comic Neue"/>
              </a:defRPr>
            </a:lvl1pPr>
            <a:lvl2pPr marL="914400" lvl="1" indent="-317500">
              <a:lnSpc>
                <a:spcPct val="115000"/>
              </a:lnSpc>
              <a:spcBef>
                <a:spcPts val="1600"/>
              </a:spcBef>
              <a:spcAft>
                <a:spcPts val="0"/>
              </a:spcAft>
              <a:buClr>
                <a:schemeClr val="lt1"/>
              </a:buClr>
              <a:buSzPts val="1400"/>
              <a:buFont typeface="Comic Neue"/>
              <a:buChar char="○"/>
              <a:defRPr>
                <a:solidFill>
                  <a:schemeClr val="lt1"/>
                </a:solidFill>
                <a:latin typeface="Comic Neue"/>
                <a:ea typeface="Comic Neue"/>
                <a:cs typeface="Comic Neue"/>
                <a:sym typeface="Comic Neue"/>
              </a:defRPr>
            </a:lvl2pPr>
            <a:lvl3pPr marL="1371600" lvl="2" indent="-317500">
              <a:lnSpc>
                <a:spcPct val="115000"/>
              </a:lnSpc>
              <a:spcBef>
                <a:spcPts val="1600"/>
              </a:spcBef>
              <a:spcAft>
                <a:spcPts val="0"/>
              </a:spcAft>
              <a:buClr>
                <a:schemeClr val="lt1"/>
              </a:buClr>
              <a:buSzPts val="1400"/>
              <a:buFont typeface="Comic Neue"/>
              <a:buChar char="■"/>
              <a:defRPr>
                <a:solidFill>
                  <a:schemeClr val="lt1"/>
                </a:solidFill>
                <a:latin typeface="Comic Neue"/>
                <a:ea typeface="Comic Neue"/>
                <a:cs typeface="Comic Neue"/>
                <a:sym typeface="Comic Neue"/>
              </a:defRPr>
            </a:lvl3pPr>
            <a:lvl4pPr marL="1828800" lvl="3" indent="-317500">
              <a:lnSpc>
                <a:spcPct val="115000"/>
              </a:lnSpc>
              <a:spcBef>
                <a:spcPts val="1600"/>
              </a:spcBef>
              <a:spcAft>
                <a:spcPts val="0"/>
              </a:spcAft>
              <a:buClr>
                <a:schemeClr val="lt1"/>
              </a:buClr>
              <a:buSzPts val="1400"/>
              <a:buFont typeface="Comic Neue"/>
              <a:buChar char="●"/>
              <a:defRPr>
                <a:solidFill>
                  <a:schemeClr val="lt1"/>
                </a:solidFill>
                <a:latin typeface="Comic Neue"/>
                <a:ea typeface="Comic Neue"/>
                <a:cs typeface="Comic Neue"/>
                <a:sym typeface="Comic Neue"/>
              </a:defRPr>
            </a:lvl4pPr>
            <a:lvl5pPr marL="2286000" lvl="4" indent="-317500">
              <a:lnSpc>
                <a:spcPct val="115000"/>
              </a:lnSpc>
              <a:spcBef>
                <a:spcPts val="1600"/>
              </a:spcBef>
              <a:spcAft>
                <a:spcPts val="0"/>
              </a:spcAft>
              <a:buClr>
                <a:schemeClr val="lt1"/>
              </a:buClr>
              <a:buSzPts val="1400"/>
              <a:buFont typeface="Comic Neue"/>
              <a:buChar char="○"/>
              <a:defRPr>
                <a:solidFill>
                  <a:schemeClr val="lt1"/>
                </a:solidFill>
                <a:latin typeface="Comic Neue"/>
                <a:ea typeface="Comic Neue"/>
                <a:cs typeface="Comic Neue"/>
                <a:sym typeface="Comic Neue"/>
              </a:defRPr>
            </a:lvl5pPr>
            <a:lvl6pPr marL="2743200" lvl="5" indent="-317500">
              <a:lnSpc>
                <a:spcPct val="115000"/>
              </a:lnSpc>
              <a:spcBef>
                <a:spcPts val="1600"/>
              </a:spcBef>
              <a:spcAft>
                <a:spcPts val="0"/>
              </a:spcAft>
              <a:buClr>
                <a:schemeClr val="lt1"/>
              </a:buClr>
              <a:buSzPts val="1400"/>
              <a:buFont typeface="Comic Neue"/>
              <a:buChar char="■"/>
              <a:defRPr>
                <a:solidFill>
                  <a:schemeClr val="lt1"/>
                </a:solidFill>
                <a:latin typeface="Comic Neue"/>
                <a:ea typeface="Comic Neue"/>
                <a:cs typeface="Comic Neue"/>
                <a:sym typeface="Comic Neue"/>
              </a:defRPr>
            </a:lvl6pPr>
            <a:lvl7pPr marL="3200400" lvl="6" indent="-317500">
              <a:lnSpc>
                <a:spcPct val="115000"/>
              </a:lnSpc>
              <a:spcBef>
                <a:spcPts val="1600"/>
              </a:spcBef>
              <a:spcAft>
                <a:spcPts val="0"/>
              </a:spcAft>
              <a:buClr>
                <a:schemeClr val="lt1"/>
              </a:buClr>
              <a:buSzPts val="1400"/>
              <a:buFont typeface="Comic Neue"/>
              <a:buChar char="●"/>
              <a:defRPr>
                <a:solidFill>
                  <a:schemeClr val="lt1"/>
                </a:solidFill>
                <a:latin typeface="Comic Neue"/>
                <a:ea typeface="Comic Neue"/>
                <a:cs typeface="Comic Neue"/>
                <a:sym typeface="Comic Neue"/>
              </a:defRPr>
            </a:lvl7pPr>
            <a:lvl8pPr marL="3657600" lvl="7" indent="-317500">
              <a:lnSpc>
                <a:spcPct val="115000"/>
              </a:lnSpc>
              <a:spcBef>
                <a:spcPts val="1600"/>
              </a:spcBef>
              <a:spcAft>
                <a:spcPts val="0"/>
              </a:spcAft>
              <a:buClr>
                <a:schemeClr val="lt1"/>
              </a:buClr>
              <a:buSzPts val="1400"/>
              <a:buFont typeface="Comic Neue"/>
              <a:buChar char="○"/>
              <a:defRPr>
                <a:solidFill>
                  <a:schemeClr val="lt1"/>
                </a:solidFill>
                <a:latin typeface="Comic Neue"/>
                <a:ea typeface="Comic Neue"/>
                <a:cs typeface="Comic Neue"/>
                <a:sym typeface="Comic Neue"/>
              </a:defRPr>
            </a:lvl8pPr>
            <a:lvl9pPr marL="4114800" lvl="8" indent="-317500">
              <a:lnSpc>
                <a:spcPct val="115000"/>
              </a:lnSpc>
              <a:spcBef>
                <a:spcPts val="1600"/>
              </a:spcBef>
              <a:spcAft>
                <a:spcPts val="1600"/>
              </a:spcAft>
              <a:buClr>
                <a:schemeClr val="lt1"/>
              </a:buClr>
              <a:buSzPts val="1400"/>
              <a:buFont typeface="Comic Neue"/>
              <a:buChar char="■"/>
              <a:defRPr>
                <a:solidFill>
                  <a:schemeClr val="lt1"/>
                </a:solidFill>
                <a:latin typeface="Comic Neue"/>
                <a:ea typeface="Comic Neue"/>
                <a:cs typeface="Comic Neue"/>
                <a:sym typeface="Comic Neu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6" r:id="rId28"/>
    <p:sldLayoutId id="2147483681" r:id="rId2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425"/>
        <p:cNvGrpSpPr/>
        <p:nvPr/>
      </p:nvGrpSpPr>
      <p:grpSpPr>
        <a:xfrm>
          <a:off x="0" y="0"/>
          <a:ext cx="0" cy="0"/>
          <a:chOff x="0" y="0"/>
          <a:chExt cx="0" cy="0"/>
        </a:xfrm>
      </p:grpSpPr>
      <p:sp>
        <p:nvSpPr>
          <p:cNvPr id="426" name="Google Shape;426;p31"/>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427" name="Google Shape;427;p31"/>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77"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8" Type="http://schemas.openxmlformats.org/officeDocument/2006/relationships/slide" Target="slide38.xml"/><Relationship Id="rId13" Type="http://schemas.openxmlformats.org/officeDocument/2006/relationships/slide" Target="slide35.xml"/><Relationship Id="rId3" Type="http://schemas.openxmlformats.org/officeDocument/2006/relationships/hyperlink" Target="http://bit.ly/2Tynxth" TargetMode="External"/><Relationship Id="rId7" Type="http://schemas.openxmlformats.org/officeDocument/2006/relationships/slide" Target="slide26.xml"/><Relationship Id="rId12" Type="http://schemas.openxmlformats.org/officeDocument/2006/relationships/hyperlink" Target="https://storyset.com/?utm_source=slidesgo_template&amp;utm_medium=referral-link&amp;utm_campaign=slidesgo_contents_of_this_template&amp;utm_term=storyset&amp;utm_content=storyset"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slide" Target="slide37.xml"/><Relationship Id="rId11" Type="http://schemas.openxmlformats.org/officeDocument/2006/relationships/slide" Target="slide34.xml"/><Relationship Id="rId5" Type="http://schemas.openxmlformats.org/officeDocument/2006/relationships/hyperlink" Target="http://bit.ly/33VAFh3" TargetMode="External"/><Relationship Id="rId10" Type="http://schemas.openxmlformats.org/officeDocument/2006/relationships/slide" Target="slide33.xml"/><Relationship Id="rId4" Type="http://schemas.openxmlformats.org/officeDocument/2006/relationships/hyperlink" Target="http://bit.ly/30B07Gq" TargetMode="External"/><Relationship Id="rId9" Type="http://schemas.openxmlformats.org/officeDocument/2006/relationships/slide" Target="slide31.xml"/><Relationship Id="rId14" Type="http://schemas.openxmlformats.org/officeDocument/2006/relationships/slide" Target="slide7.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23.png"/><Relationship Id="rId5" Type="http://schemas.openxmlformats.org/officeDocument/2006/relationships/image" Target="../media/image20.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4.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26.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19.xml"/><Relationship Id="rId5" Type="http://schemas.openxmlformats.org/officeDocument/2006/relationships/image" Target="../media/image29.png"/><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10.xml"/><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3" Type="http://schemas.openxmlformats.org/officeDocument/2006/relationships/hyperlink" Target="https://docs.google.com/spreadsheets/d/1NCE0FND-EMfs2cU8bcCFUUmggu5CorjwPf3dgUr99j8/copy#gid=1364826426" TargetMode="External"/><Relationship Id="rId2" Type="http://schemas.openxmlformats.org/officeDocument/2006/relationships/notesSlide" Target="../notesSlides/notesSlide32.xml"/><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15.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8" Type="http://schemas.openxmlformats.org/officeDocument/2006/relationships/hyperlink" Target="https://www.freepik.com/free-photo/young-couple-watching-movie-cinema_4767399.htm/?utm_source=slidesgo_template&amp;utm_medium=referral-link&amp;utm_campaign=sg_resources&amp;utm_content=freepik" TargetMode="External"/><Relationship Id="rId3" Type="http://schemas.openxmlformats.org/officeDocument/2006/relationships/hyperlink" Target="https://www.freepik.com/free-vector/cartoon-movie-producing-horizontal-banners_17806732.htm/?utm_source=slidesgo_template&amp;utm_medium=referral-link&amp;utm_campaign=sg_resources&amp;utm_content=freepik" TargetMode="External"/><Relationship Id="rId7" Type="http://schemas.openxmlformats.org/officeDocument/2006/relationships/hyperlink" Target="https://www.freepik.com/free-photo/happy-family-sitting-cinema_4767402.htm/?utm_source=slidesgo_template&amp;utm_medium=referral-link&amp;utm_campaign=sg_resources&amp;utm_content=freepik" TargetMode="External"/><Relationship Id="rId2" Type="http://schemas.openxmlformats.org/officeDocument/2006/relationships/notesSlide" Target="../notesSlides/notesSlide36.xml"/><Relationship Id="rId1" Type="http://schemas.openxmlformats.org/officeDocument/2006/relationships/slideLayout" Target="../slideLayouts/slideLayout21.xml"/><Relationship Id="rId6" Type="http://schemas.openxmlformats.org/officeDocument/2006/relationships/hyperlink" Target="https://www.freepik.com/free-vector/remote-working-scenes-elements_12553853.htm/?utm_source=slidesgo_template&amp;utm_medium=referral-link&amp;utm_campaign=sg_resources&amp;utm_content=freepik" TargetMode="External"/><Relationship Id="rId5" Type="http://schemas.openxmlformats.org/officeDocument/2006/relationships/hyperlink" Target="https://www.freepik.com/free-vector/movie-banners-with-cinema-material_848040.htm/?utm_source=slidesgo_template&amp;utm_medium=referral-link&amp;utm_campaign=sg_resources&amp;utm_content=freepik" TargetMode="External"/><Relationship Id="rId10" Type="http://schemas.openxmlformats.org/officeDocument/2006/relationships/image" Target="../media/image20.png"/><Relationship Id="rId4" Type="http://schemas.openxmlformats.org/officeDocument/2006/relationships/hyperlink" Target="https://www.freepik.com/free-vector/cartoon-working-day-scene-illustration_13900048.htm/?utm_source=slidesgo_template&amp;utm_medium=referral-link&amp;utm_campaign=sg_resources&amp;utm_content=freepik" TargetMode="External"/><Relationship Id="rId9" Type="http://schemas.openxmlformats.org/officeDocument/2006/relationships/image" Target="../media/image25.png"/></Relationships>
</file>

<file path=ppt/slides/_rels/slide38.xml.rels><?xml version="1.0" encoding="UTF-8" standalone="yes"?>
<Relationships xmlns="http://schemas.openxmlformats.org/package/2006/relationships"><Relationship Id="rId8" Type="http://schemas.openxmlformats.org/officeDocument/2006/relationships/hyperlink" Target="https://www.freepik.com/free-photo/happy-family-sitting-cinema_4767424.htm/?utm_source=slidesgo_template&amp;utm_medium=referral-link&amp;utm_campaign=sg_resources&amp;utm_content=freepik" TargetMode="External"/><Relationship Id="rId3" Type="http://schemas.openxmlformats.org/officeDocument/2006/relationships/hyperlink" Target="https://www.freepik.com/free-vector/cartoon-film-director-collection_17806728.htmhttps:/docs.google.com/presentation/d/1iaE0P4t7Onie-WwEJmXE-vrGwch4w6qHf9xDkq3lX5c/edit#slide=id.gc842ee3463_0_39" TargetMode="External"/><Relationship Id="rId7" Type="http://schemas.openxmlformats.org/officeDocument/2006/relationships/hyperlink" Target="https://www.freepik.com/free-photo/boy-watching-movie-cinema_4768574.htm/?utm_source=slidesgo_template&amp;utm_medium=referral-link&amp;utm_campaign=sg_resources&amp;utm_content=freepik" TargetMode="External"/><Relationship Id="rId2" Type="http://schemas.openxmlformats.org/officeDocument/2006/relationships/notesSlide" Target="../notesSlides/notesSlide37.xml"/><Relationship Id="rId1" Type="http://schemas.openxmlformats.org/officeDocument/2006/relationships/slideLayout" Target="../slideLayouts/slideLayout21.xml"/><Relationship Id="rId6" Type="http://schemas.openxmlformats.org/officeDocument/2006/relationships/hyperlink" Target="https://www.freepik.com/free-vector/flat-world-graphics-day-illustration_12977984.htm/?utm_source=slidesgo_template&amp;utm_medium=referral-link&amp;utm_campaign=sg_resources&amp;utm_content=freepik" TargetMode="External"/><Relationship Id="rId5" Type="http://schemas.openxmlformats.org/officeDocument/2006/relationships/hyperlink" Target="https://www.freepik.com/premium-vector/cartoon-movie-producing-collection_17806729.htm/?utm_source=slidesgo_template&amp;utm_medium=referral-link&amp;utm_campaign=sg_resources&amp;utm_content=freepik" TargetMode="External"/><Relationship Id="rId10" Type="http://schemas.openxmlformats.org/officeDocument/2006/relationships/image" Target="../media/image11.png"/><Relationship Id="rId4" Type="http://schemas.openxmlformats.org/officeDocument/2006/relationships/hyperlink" Target="https://www.freepik.com/free-vector/cartoon-movie-producing-background_17806730.htm/?utm_source=slidesgo_template&amp;utm_medium=referral-link&amp;utm_campaign=sg_resources&amp;utm_content=freepik" TargetMode="External"/><Relationship Id="rId9" Type="http://schemas.openxmlformats.org/officeDocument/2006/relationships/image" Target="../media/image38.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pic>
        <p:nvPicPr>
          <p:cNvPr id="435" name="Google Shape;435;p34"/>
          <p:cNvPicPr preferRelativeResize="0"/>
          <p:nvPr/>
        </p:nvPicPr>
        <p:blipFill rotWithShape="1">
          <a:blip r:embed="rId3">
            <a:alphaModFix/>
          </a:blip>
          <a:srcRect l="25007" t="40373" r="22399" b="44658"/>
          <a:stretch/>
        </p:blipFill>
        <p:spPr>
          <a:xfrm>
            <a:off x="2135932" y="4238726"/>
            <a:ext cx="2558093" cy="409501"/>
          </a:xfrm>
          <a:prstGeom prst="rect">
            <a:avLst/>
          </a:prstGeom>
          <a:noFill/>
          <a:ln>
            <a:noFill/>
          </a:ln>
        </p:spPr>
      </p:pic>
      <p:pic>
        <p:nvPicPr>
          <p:cNvPr id="436" name="Google Shape;436;p34"/>
          <p:cNvPicPr preferRelativeResize="0"/>
          <p:nvPr/>
        </p:nvPicPr>
        <p:blipFill rotWithShape="1">
          <a:blip r:embed="rId3">
            <a:alphaModFix/>
          </a:blip>
          <a:srcRect l="25007" t="40373" r="22399" b="44658"/>
          <a:stretch/>
        </p:blipFill>
        <p:spPr>
          <a:xfrm>
            <a:off x="605925" y="4459675"/>
            <a:ext cx="1905000" cy="297651"/>
          </a:xfrm>
          <a:prstGeom prst="rect">
            <a:avLst/>
          </a:prstGeom>
          <a:noFill/>
          <a:ln>
            <a:noFill/>
          </a:ln>
        </p:spPr>
      </p:pic>
      <p:pic>
        <p:nvPicPr>
          <p:cNvPr id="437" name="Google Shape;437;p34"/>
          <p:cNvPicPr preferRelativeResize="0"/>
          <p:nvPr/>
        </p:nvPicPr>
        <p:blipFill>
          <a:blip r:embed="rId4">
            <a:alphaModFix/>
          </a:blip>
          <a:stretch>
            <a:fillRect/>
          </a:stretch>
        </p:blipFill>
        <p:spPr>
          <a:xfrm>
            <a:off x="791312" y="553575"/>
            <a:ext cx="3692300" cy="4036355"/>
          </a:xfrm>
          <a:prstGeom prst="rect">
            <a:avLst/>
          </a:prstGeom>
          <a:noFill/>
          <a:ln>
            <a:noFill/>
          </a:ln>
        </p:spPr>
      </p:pic>
      <p:sp>
        <p:nvSpPr>
          <p:cNvPr id="438" name="Google Shape;438;p34"/>
          <p:cNvSpPr txBox="1">
            <a:spLocks noGrp="1"/>
          </p:cNvSpPr>
          <p:nvPr>
            <p:ph type="ctrTitle"/>
          </p:nvPr>
        </p:nvSpPr>
        <p:spPr>
          <a:xfrm>
            <a:off x="4702600" y="671800"/>
            <a:ext cx="3802500" cy="335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smtClean="0"/>
              <a:t>Auditions Analysis System</a:t>
            </a:r>
            <a:endParaRPr sz="3600" dirty="0"/>
          </a:p>
        </p:txBody>
      </p:sp>
      <p:sp>
        <p:nvSpPr>
          <p:cNvPr id="439" name="Google Shape;439;p34"/>
          <p:cNvSpPr txBox="1">
            <a:spLocks noGrp="1"/>
          </p:cNvSpPr>
          <p:nvPr>
            <p:ph type="subTitle" idx="1"/>
          </p:nvPr>
        </p:nvSpPr>
        <p:spPr>
          <a:xfrm>
            <a:off x="4702600" y="3630700"/>
            <a:ext cx="3802500" cy="409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Here is where your workshop begins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pic>
        <p:nvPicPr>
          <p:cNvPr id="492" name="Google Shape;492;p39"/>
          <p:cNvPicPr preferRelativeResize="0"/>
          <p:nvPr/>
        </p:nvPicPr>
        <p:blipFill rotWithShape="1">
          <a:blip r:embed="rId3">
            <a:alphaModFix/>
          </a:blip>
          <a:srcRect l="25007" t="40373" r="22399" b="44658"/>
          <a:stretch/>
        </p:blipFill>
        <p:spPr>
          <a:xfrm>
            <a:off x="921500" y="4238338"/>
            <a:ext cx="1699450" cy="297751"/>
          </a:xfrm>
          <a:prstGeom prst="rect">
            <a:avLst/>
          </a:prstGeom>
          <a:noFill/>
          <a:ln>
            <a:noFill/>
          </a:ln>
        </p:spPr>
      </p:pic>
      <p:pic>
        <p:nvPicPr>
          <p:cNvPr id="493" name="Google Shape;493;p39"/>
          <p:cNvPicPr preferRelativeResize="0"/>
          <p:nvPr/>
        </p:nvPicPr>
        <p:blipFill rotWithShape="1">
          <a:blip r:embed="rId3">
            <a:alphaModFix/>
          </a:blip>
          <a:srcRect l="25007" t="40373" r="22399" b="44658"/>
          <a:stretch/>
        </p:blipFill>
        <p:spPr>
          <a:xfrm>
            <a:off x="6402877" y="4126588"/>
            <a:ext cx="2683123" cy="409501"/>
          </a:xfrm>
          <a:prstGeom prst="rect">
            <a:avLst/>
          </a:prstGeom>
          <a:noFill/>
          <a:ln>
            <a:noFill/>
          </a:ln>
        </p:spPr>
      </p:pic>
      <p:sp>
        <p:nvSpPr>
          <p:cNvPr id="495" name="Google Shape;495;p39"/>
          <p:cNvSpPr txBox="1">
            <a:spLocks noGrp="1"/>
          </p:cNvSpPr>
          <p:nvPr>
            <p:ph type="title"/>
          </p:nvPr>
        </p:nvSpPr>
        <p:spPr>
          <a:xfrm>
            <a:off x="2741125" y="1964175"/>
            <a:ext cx="3661800" cy="1277100"/>
          </a:xfrm>
          <a:prstGeom prst="rect">
            <a:avLst/>
          </a:prstGeom>
        </p:spPr>
        <p:txBody>
          <a:bodyPr spcFirstLastPara="1" wrap="square" lIns="91425" tIns="91425" rIns="91425" bIns="91425" anchor="ctr" anchorCtr="0">
            <a:noAutofit/>
          </a:bodyPr>
          <a:lstStyle/>
          <a:p>
            <a:r>
              <a:rPr lang="en-US" dirty="0"/>
              <a:t>Architecture Recap</a:t>
            </a:r>
          </a:p>
        </p:txBody>
      </p:sp>
      <p:sp>
        <p:nvSpPr>
          <p:cNvPr id="496" name="Google Shape;496;p39"/>
          <p:cNvSpPr txBox="1">
            <a:spLocks noGrp="1"/>
          </p:cNvSpPr>
          <p:nvPr>
            <p:ph type="title" idx="2"/>
          </p:nvPr>
        </p:nvSpPr>
        <p:spPr>
          <a:xfrm>
            <a:off x="2862275" y="935550"/>
            <a:ext cx="3419400" cy="94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497" name="Google Shape;497;p39"/>
          <p:cNvSpPr/>
          <p:nvPr/>
        </p:nvSpPr>
        <p:spPr>
          <a:xfrm>
            <a:off x="8111050" y="196417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98" name="Google Shape;498;p39"/>
          <p:cNvPicPr preferRelativeResize="0"/>
          <p:nvPr/>
        </p:nvPicPr>
        <p:blipFill>
          <a:blip r:embed="rId4">
            <a:alphaModFix/>
          </a:blip>
          <a:stretch>
            <a:fillRect/>
          </a:stretch>
        </p:blipFill>
        <p:spPr>
          <a:xfrm>
            <a:off x="6519800" y="821431"/>
            <a:ext cx="1905050" cy="3500639"/>
          </a:xfrm>
          <a:prstGeom prst="rect">
            <a:avLst/>
          </a:prstGeom>
          <a:noFill/>
          <a:ln>
            <a:noFill/>
          </a:ln>
        </p:spPr>
      </p:pic>
      <p:pic>
        <p:nvPicPr>
          <p:cNvPr id="499" name="Google Shape;499;p39"/>
          <p:cNvPicPr preferRelativeResize="0"/>
          <p:nvPr/>
        </p:nvPicPr>
        <p:blipFill>
          <a:blip r:embed="rId5">
            <a:alphaModFix/>
          </a:blip>
          <a:stretch>
            <a:fillRect/>
          </a:stretch>
        </p:blipFill>
        <p:spPr>
          <a:xfrm>
            <a:off x="1085425" y="866775"/>
            <a:ext cx="1699450" cy="350065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pic>
        <p:nvPicPr>
          <p:cNvPr id="659" name="Google Shape;659;p48"/>
          <p:cNvPicPr preferRelativeResize="0"/>
          <p:nvPr/>
        </p:nvPicPr>
        <p:blipFill>
          <a:blip r:embed="rId3">
            <a:alphaModFix/>
          </a:blip>
          <a:stretch>
            <a:fillRect/>
          </a:stretch>
        </p:blipFill>
        <p:spPr>
          <a:xfrm>
            <a:off x="4316838" y="932584"/>
            <a:ext cx="4138513" cy="3278333"/>
          </a:xfrm>
          <a:prstGeom prst="rect">
            <a:avLst/>
          </a:prstGeom>
          <a:noFill/>
          <a:ln>
            <a:noFill/>
          </a:ln>
        </p:spPr>
      </p:pic>
      <p:sp>
        <p:nvSpPr>
          <p:cNvPr id="660" name="Google Shape;660;p48"/>
          <p:cNvSpPr txBox="1">
            <a:spLocks noGrp="1"/>
          </p:cNvSpPr>
          <p:nvPr>
            <p:ph type="title"/>
          </p:nvPr>
        </p:nvSpPr>
        <p:spPr>
          <a:xfrm>
            <a:off x="715100" y="2308900"/>
            <a:ext cx="4025700" cy="1159200"/>
          </a:xfrm>
          <a:prstGeom prst="rect">
            <a:avLst/>
          </a:prstGeom>
        </p:spPr>
        <p:txBody>
          <a:bodyPr spcFirstLastPara="1" wrap="square" lIns="91425" tIns="91425" rIns="91425" bIns="91425" anchor="ctr" anchorCtr="0">
            <a:noAutofit/>
          </a:bodyPr>
          <a:lstStyle/>
          <a:p>
            <a:r>
              <a:rPr lang="en-US" dirty="0"/>
              <a:t>Implementation Overview</a:t>
            </a:r>
          </a:p>
        </p:txBody>
      </p:sp>
      <p:sp>
        <p:nvSpPr>
          <p:cNvPr id="662" name="Google Shape;662;p48"/>
          <p:cNvSpPr txBox="1">
            <a:spLocks noGrp="1"/>
          </p:cNvSpPr>
          <p:nvPr>
            <p:ph type="title" idx="2"/>
          </p:nvPr>
        </p:nvSpPr>
        <p:spPr>
          <a:xfrm>
            <a:off x="715100" y="1221675"/>
            <a:ext cx="3419400" cy="94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02</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47"/>
          <p:cNvSpPr txBox="1">
            <a:spLocks noGrp="1"/>
          </p:cNvSpPr>
          <p:nvPr>
            <p:ph type="subTitle" idx="1"/>
          </p:nvPr>
        </p:nvSpPr>
        <p:spPr>
          <a:xfrm>
            <a:off x="715100" y="1115850"/>
            <a:ext cx="5523600" cy="2286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smtClean="0"/>
              <a:t>The project code is organized to specify each functionality in a clear way to ease debugging and developing (OOP). Refinements in branches including ui, reliability and feedback was carried out to improve performance generally executing the functional requirements best approach possible. Design was enhanced based on advices given by doctors and experienced directors.</a:t>
            </a:r>
            <a:endParaRPr sz="2000" dirty="0"/>
          </a:p>
        </p:txBody>
      </p:sp>
      <p:sp>
        <p:nvSpPr>
          <p:cNvPr id="653" name="Google Shape;653;p47"/>
          <p:cNvSpPr txBox="1">
            <a:spLocks noGrp="1"/>
          </p:cNvSpPr>
          <p:nvPr>
            <p:ph type="title"/>
          </p:nvPr>
        </p:nvSpPr>
        <p:spPr>
          <a:xfrm>
            <a:off x="715100" y="3436600"/>
            <a:ext cx="5523600" cy="531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400" dirty="0" smtClean="0"/>
              <a:t>Overview</a:t>
            </a:r>
            <a:endParaRPr sz="2400" dirty="0"/>
          </a:p>
        </p:txBody>
      </p:sp>
      <p:pic>
        <p:nvPicPr>
          <p:cNvPr id="654" name="Google Shape;654;p47"/>
          <p:cNvPicPr preferRelativeResize="0"/>
          <p:nvPr/>
        </p:nvPicPr>
        <p:blipFill>
          <a:blip r:embed="rId3">
            <a:alphaModFix/>
          </a:blip>
          <a:stretch>
            <a:fillRect/>
          </a:stretch>
        </p:blipFill>
        <p:spPr>
          <a:xfrm rot="2700003">
            <a:off x="5639504" y="867374"/>
            <a:ext cx="1634159" cy="350527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sz="2100" dirty="0">
                <a:solidFill>
                  <a:schemeClr val="tx1"/>
                </a:solidFill>
              </a:rPr>
              <a:t>Implementation Overview – System Workflow</a:t>
            </a:r>
          </a:p>
        </p:txBody>
      </p:sp>
      <p:graphicFrame>
        <p:nvGraphicFramePr>
          <p:cNvPr id="5" name="Content Placeholder 2">
            <a:extLst>
              <a:ext uri="{FF2B5EF4-FFF2-40B4-BE49-F238E27FC236}">
                <a16:creationId xmlns:a16="http://schemas.microsoft.com/office/drawing/2014/main" id="{3F93F52B-4BDF-19C6-AA4B-91B81822CCD5}"/>
              </a:ext>
            </a:extLst>
          </p:cNvPr>
          <p:cNvGraphicFramePr>
            <a:graphicFrameLocks noGrp="1"/>
          </p:cNvGraphicFramePr>
          <p:nvPr>
            <p:ph idx="1"/>
            <p:extLst>
              <p:ext uri="{D42A27DB-BD31-4B8C-83A1-F6EECF244321}">
                <p14:modId xmlns:p14="http://schemas.microsoft.com/office/powerpoint/2010/main" val="2271795063"/>
              </p:ext>
            </p:extLst>
          </p:nvPr>
        </p:nvGraphicFramePr>
        <p:xfrm>
          <a:off x="1080407" y="1098551"/>
          <a:ext cx="6983186" cy="37564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416764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pic>
        <p:nvPicPr>
          <p:cNvPr id="492" name="Google Shape;492;p39"/>
          <p:cNvPicPr preferRelativeResize="0"/>
          <p:nvPr/>
        </p:nvPicPr>
        <p:blipFill rotWithShape="1">
          <a:blip r:embed="rId3">
            <a:alphaModFix/>
          </a:blip>
          <a:srcRect l="25007" t="40373" r="22399" b="44658"/>
          <a:stretch/>
        </p:blipFill>
        <p:spPr>
          <a:xfrm>
            <a:off x="921500" y="4238338"/>
            <a:ext cx="1699450" cy="297751"/>
          </a:xfrm>
          <a:prstGeom prst="rect">
            <a:avLst/>
          </a:prstGeom>
          <a:noFill/>
          <a:ln>
            <a:noFill/>
          </a:ln>
        </p:spPr>
      </p:pic>
      <p:pic>
        <p:nvPicPr>
          <p:cNvPr id="493" name="Google Shape;493;p39"/>
          <p:cNvPicPr preferRelativeResize="0"/>
          <p:nvPr/>
        </p:nvPicPr>
        <p:blipFill rotWithShape="1">
          <a:blip r:embed="rId3">
            <a:alphaModFix/>
          </a:blip>
          <a:srcRect l="25007" t="40373" r="22399" b="44658"/>
          <a:stretch/>
        </p:blipFill>
        <p:spPr>
          <a:xfrm>
            <a:off x="6402877" y="4126588"/>
            <a:ext cx="2683123" cy="409501"/>
          </a:xfrm>
          <a:prstGeom prst="rect">
            <a:avLst/>
          </a:prstGeom>
          <a:noFill/>
          <a:ln>
            <a:noFill/>
          </a:ln>
        </p:spPr>
      </p:pic>
      <p:sp>
        <p:nvSpPr>
          <p:cNvPr id="495" name="Google Shape;495;p39"/>
          <p:cNvSpPr txBox="1">
            <a:spLocks noGrp="1"/>
          </p:cNvSpPr>
          <p:nvPr>
            <p:ph type="title"/>
          </p:nvPr>
        </p:nvSpPr>
        <p:spPr>
          <a:xfrm>
            <a:off x="2741125" y="1964175"/>
            <a:ext cx="3661800" cy="1938388"/>
          </a:xfrm>
          <a:prstGeom prst="rect">
            <a:avLst/>
          </a:prstGeom>
        </p:spPr>
        <p:txBody>
          <a:bodyPr spcFirstLastPara="1" wrap="square" lIns="91425" tIns="91425" rIns="91425" bIns="91425" anchor="ctr" anchorCtr="0">
            <a:noAutofit/>
          </a:bodyPr>
          <a:lstStyle/>
          <a:p>
            <a:r>
              <a:rPr lang="en-US" dirty="0"/>
              <a:t>Functional Coverage Mapping</a:t>
            </a:r>
          </a:p>
        </p:txBody>
      </p:sp>
      <p:sp>
        <p:nvSpPr>
          <p:cNvPr id="496" name="Google Shape;496;p39"/>
          <p:cNvSpPr txBox="1">
            <a:spLocks noGrp="1"/>
          </p:cNvSpPr>
          <p:nvPr>
            <p:ph type="title" idx="2"/>
          </p:nvPr>
        </p:nvSpPr>
        <p:spPr>
          <a:xfrm>
            <a:off x="2862275" y="935550"/>
            <a:ext cx="3419400" cy="94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smtClean="0"/>
              <a:t>03</a:t>
            </a:r>
            <a:endParaRPr dirty="0"/>
          </a:p>
        </p:txBody>
      </p:sp>
      <p:sp>
        <p:nvSpPr>
          <p:cNvPr id="497" name="Google Shape;497;p39"/>
          <p:cNvSpPr/>
          <p:nvPr/>
        </p:nvSpPr>
        <p:spPr>
          <a:xfrm>
            <a:off x="8111050" y="196417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98" name="Google Shape;498;p39"/>
          <p:cNvPicPr preferRelativeResize="0"/>
          <p:nvPr/>
        </p:nvPicPr>
        <p:blipFill>
          <a:blip r:embed="rId4">
            <a:alphaModFix/>
          </a:blip>
          <a:stretch>
            <a:fillRect/>
          </a:stretch>
        </p:blipFill>
        <p:spPr>
          <a:xfrm>
            <a:off x="6519800" y="821431"/>
            <a:ext cx="1905050" cy="3500639"/>
          </a:xfrm>
          <a:prstGeom prst="rect">
            <a:avLst/>
          </a:prstGeom>
          <a:noFill/>
          <a:ln>
            <a:noFill/>
          </a:ln>
        </p:spPr>
      </p:pic>
      <p:pic>
        <p:nvPicPr>
          <p:cNvPr id="499" name="Google Shape;499;p39"/>
          <p:cNvPicPr preferRelativeResize="0"/>
          <p:nvPr/>
        </p:nvPicPr>
        <p:blipFill>
          <a:blip r:embed="rId5">
            <a:alphaModFix/>
          </a:blip>
          <a:stretch>
            <a:fillRect/>
          </a:stretch>
        </p:blipFill>
        <p:spPr>
          <a:xfrm>
            <a:off x="1085425" y="866775"/>
            <a:ext cx="1699450" cy="3500651"/>
          </a:xfrm>
          <a:prstGeom prst="rect">
            <a:avLst/>
          </a:prstGeom>
          <a:noFill/>
          <a:ln>
            <a:noFill/>
          </a:ln>
        </p:spPr>
      </p:pic>
    </p:spTree>
    <p:extLst>
      <p:ext uri="{BB962C8B-B14F-4D97-AF65-F5344CB8AC3E}">
        <p14:creationId xmlns:p14="http://schemas.microsoft.com/office/powerpoint/2010/main" val="4040897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pic>
        <p:nvPicPr>
          <p:cNvPr id="659" name="Google Shape;659;p48"/>
          <p:cNvPicPr preferRelativeResize="0"/>
          <p:nvPr/>
        </p:nvPicPr>
        <p:blipFill>
          <a:blip r:embed="rId3">
            <a:alphaModFix/>
          </a:blip>
          <a:stretch>
            <a:fillRect/>
          </a:stretch>
        </p:blipFill>
        <p:spPr>
          <a:xfrm>
            <a:off x="4316838" y="932584"/>
            <a:ext cx="4138513" cy="3278333"/>
          </a:xfrm>
          <a:prstGeom prst="rect">
            <a:avLst/>
          </a:prstGeom>
          <a:noFill/>
          <a:ln>
            <a:noFill/>
          </a:ln>
        </p:spPr>
      </p:pic>
      <p:sp>
        <p:nvSpPr>
          <p:cNvPr id="660" name="Google Shape;660;p48"/>
          <p:cNvSpPr txBox="1">
            <a:spLocks noGrp="1"/>
          </p:cNvSpPr>
          <p:nvPr>
            <p:ph type="title"/>
          </p:nvPr>
        </p:nvSpPr>
        <p:spPr>
          <a:xfrm>
            <a:off x="715100" y="2308900"/>
            <a:ext cx="4025700" cy="1159200"/>
          </a:xfrm>
          <a:prstGeom prst="rect">
            <a:avLst/>
          </a:prstGeom>
        </p:spPr>
        <p:txBody>
          <a:bodyPr spcFirstLastPara="1" wrap="square" lIns="91425" tIns="91425" rIns="91425" bIns="91425" anchor="ctr" anchorCtr="0">
            <a:noAutofit/>
          </a:bodyPr>
          <a:lstStyle/>
          <a:p>
            <a:r>
              <a:rPr lang="en-US" dirty="0"/>
              <a:t>Code </a:t>
            </a:r>
            <a:r>
              <a:rPr lang="en-US" dirty="0" smtClean="0"/>
              <a:t>Structure &amp;</a:t>
            </a:r>
            <a:r>
              <a:rPr lang="en-US" dirty="0"/>
              <a:t> </a:t>
            </a:r>
            <a:r>
              <a:rPr lang="en-US" dirty="0" smtClean="0"/>
              <a:t>Core </a:t>
            </a:r>
            <a:r>
              <a:rPr lang="en-US" dirty="0"/>
              <a:t>Modules</a:t>
            </a:r>
            <a:endParaRPr lang="en-US" dirty="0"/>
          </a:p>
        </p:txBody>
      </p:sp>
      <p:sp>
        <p:nvSpPr>
          <p:cNvPr id="662" name="Google Shape;662;p48"/>
          <p:cNvSpPr txBox="1">
            <a:spLocks noGrp="1"/>
          </p:cNvSpPr>
          <p:nvPr>
            <p:ph type="title" idx="2"/>
          </p:nvPr>
        </p:nvSpPr>
        <p:spPr>
          <a:xfrm>
            <a:off x="715100" y="1221675"/>
            <a:ext cx="3419400" cy="94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04</a:t>
            </a:r>
            <a:endParaRPr dirty="0"/>
          </a:p>
        </p:txBody>
      </p:sp>
    </p:spTree>
    <p:extLst>
      <p:ext uri="{BB962C8B-B14F-4D97-AF65-F5344CB8AC3E}">
        <p14:creationId xmlns:p14="http://schemas.microsoft.com/office/powerpoint/2010/main" val="1501320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pic>
        <p:nvPicPr>
          <p:cNvPr id="492" name="Google Shape;492;p39"/>
          <p:cNvPicPr preferRelativeResize="0"/>
          <p:nvPr/>
        </p:nvPicPr>
        <p:blipFill rotWithShape="1">
          <a:blip r:embed="rId3">
            <a:alphaModFix/>
          </a:blip>
          <a:srcRect l="25007" t="40373" r="22399" b="44658"/>
          <a:stretch/>
        </p:blipFill>
        <p:spPr>
          <a:xfrm>
            <a:off x="921500" y="4238338"/>
            <a:ext cx="1699450" cy="297751"/>
          </a:xfrm>
          <a:prstGeom prst="rect">
            <a:avLst/>
          </a:prstGeom>
          <a:noFill/>
          <a:ln>
            <a:noFill/>
          </a:ln>
        </p:spPr>
      </p:pic>
      <p:pic>
        <p:nvPicPr>
          <p:cNvPr id="493" name="Google Shape;493;p39"/>
          <p:cNvPicPr preferRelativeResize="0"/>
          <p:nvPr/>
        </p:nvPicPr>
        <p:blipFill rotWithShape="1">
          <a:blip r:embed="rId3">
            <a:alphaModFix/>
          </a:blip>
          <a:srcRect l="25007" t="40373" r="22399" b="44658"/>
          <a:stretch/>
        </p:blipFill>
        <p:spPr>
          <a:xfrm>
            <a:off x="6402877" y="4126588"/>
            <a:ext cx="2683123" cy="409501"/>
          </a:xfrm>
          <a:prstGeom prst="rect">
            <a:avLst/>
          </a:prstGeom>
          <a:noFill/>
          <a:ln>
            <a:noFill/>
          </a:ln>
        </p:spPr>
      </p:pic>
      <p:sp>
        <p:nvSpPr>
          <p:cNvPr id="495" name="Google Shape;495;p39"/>
          <p:cNvSpPr txBox="1">
            <a:spLocks noGrp="1"/>
          </p:cNvSpPr>
          <p:nvPr>
            <p:ph type="title"/>
          </p:nvPr>
        </p:nvSpPr>
        <p:spPr>
          <a:xfrm>
            <a:off x="2532743" y="1964175"/>
            <a:ext cx="3870182" cy="1938388"/>
          </a:xfrm>
          <a:prstGeom prst="rect">
            <a:avLst/>
          </a:prstGeom>
        </p:spPr>
        <p:txBody>
          <a:bodyPr spcFirstLastPara="1" wrap="square" lIns="91425" tIns="91425" rIns="91425" bIns="91425" anchor="ctr" anchorCtr="0">
            <a:noAutofit/>
          </a:bodyPr>
          <a:lstStyle/>
          <a:p>
            <a:r>
              <a:rPr lang="en-US" dirty="0"/>
              <a:t>Architecture vs Implementation Alignment</a:t>
            </a:r>
          </a:p>
        </p:txBody>
      </p:sp>
      <p:sp>
        <p:nvSpPr>
          <p:cNvPr id="496" name="Google Shape;496;p39"/>
          <p:cNvSpPr txBox="1">
            <a:spLocks noGrp="1"/>
          </p:cNvSpPr>
          <p:nvPr>
            <p:ph type="title" idx="2"/>
          </p:nvPr>
        </p:nvSpPr>
        <p:spPr>
          <a:xfrm>
            <a:off x="2862275" y="935550"/>
            <a:ext cx="3419400" cy="94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smtClean="0"/>
              <a:t>05</a:t>
            </a:r>
            <a:endParaRPr dirty="0"/>
          </a:p>
        </p:txBody>
      </p:sp>
      <p:sp>
        <p:nvSpPr>
          <p:cNvPr id="497" name="Google Shape;497;p39"/>
          <p:cNvSpPr/>
          <p:nvPr/>
        </p:nvSpPr>
        <p:spPr>
          <a:xfrm>
            <a:off x="8111050" y="196417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98" name="Google Shape;498;p39"/>
          <p:cNvPicPr preferRelativeResize="0"/>
          <p:nvPr/>
        </p:nvPicPr>
        <p:blipFill>
          <a:blip r:embed="rId4">
            <a:alphaModFix/>
          </a:blip>
          <a:stretch>
            <a:fillRect/>
          </a:stretch>
        </p:blipFill>
        <p:spPr>
          <a:xfrm>
            <a:off x="6519800" y="821431"/>
            <a:ext cx="1905050" cy="3500639"/>
          </a:xfrm>
          <a:prstGeom prst="rect">
            <a:avLst/>
          </a:prstGeom>
          <a:noFill/>
          <a:ln>
            <a:noFill/>
          </a:ln>
        </p:spPr>
      </p:pic>
      <p:pic>
        <p:nvPicPr>
          <p:cNvPr id="499" name="Google Shape;499;p39"/>
          <p:cNvPicPr preferRelativeResize="0"/>
          <p:nvPr/>
        </p:nvPicPr>
        <p:blipFill>
          <a:blip r:embed="rId5">
            <a:alphaModFix/>
          </a:blip>
          <a:stretch>
            <a:fillRect/>
          </a:stretch>
        </p:blipFill>
        <p:spPr>
          <a:xfrm>
            <a:off x="1085425" y="866775"/>
            <a:ext cx="1699450" cy="3500651"/>
          </a:xfrm>
          <a:prstGeom prst="rect">
            <a:avLst/>
          </a:prstGeom>
          <a:noFill/>
          <a:ln>
            <a:noFill/>
          </a:ln>
        </p:spPr>
      </p:pic>
    </p:spTree>
    <p:extLst>
      <p:ext uri="{BB962C8B-B14F-4D97-AF65-F5344CB8AC3E}">
        <p14:creationId xmlns:p14="http://schemas.microsoft.com/office/powerpoint/2010/main" val="1908919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pic>
        <p:nvPicPr>
          <p:cNvPr id="659" name="Google Shape;659;p48"/>
          <p:cNvPicPr preferRelativeResize="0"/>
          <p:nvPr/>
        </p:nvPicPr>
        <p:blipFill>
          <a:blip r:embed="rId3">
            <a:alphaModFix/>
          </a:blip>
          <a:stretch>
            <a:fillRect/>
          </a:stretch>
        </p:blipFill>
        <p:spPr>
          <a:xfrm>
            <a:off x="4316838" y="932584"/>
            <a:ext cx="4138513" cy="3278333"/>
          </a:xfrm>
          <a:prstGeom prst="rect">
            <a:avLst/>
          </a:prstGeom>
          <a:noFill/>
          <a:ln>
            <a:noFill/>
          </a:ln>
        </p:spPr>
      </p:pic>
      <p:sp>
        <p:nvSpPr>
          <p:cNvPr id="660" name="Google Shape;660;p48"/>
          <p:cNvSpPr txBox="1">
            <a:spLocks noGrp="1"/>
          </p:cNvSpPr>
          <p:nvPr>
            <p:ph type="title"/>
          </p:nvPr>
        </p:nvSpPr>
        <p:spPr>
          <a:xfrm>
            <a:off x="598986" y="2163075"/>
            <a:ext cx="4466500" cy="1902017"/>
          </a:xfrm>
          <a:prstGeom prst="rect">
            <a:avLst/>
          </a:prstGeom>
        </p:spPr>
        <p:txBody>
          <a:bodyPr spcFirstLastPara="1" wrap="square" lIns="91425" tIns="91425" rIns="91425" bIns="91425" anchor="ctr" anchorCtr="0">
            <a:noAutofit/>
          </a:bodyPr>
          <a:lstStyle/>
          <a:p>
            <a:r>
              <a:rPr lang="en-US" dirty="0"/>
              <a:t>Design </a:t>
            </a:r>
            <a:r>
              <a:rPr lang="en-US" dirty="0" smtClean="0"/>
              <a:t>Rationale &amp; </a:t>
            </a:r>
            <a:r>
              <a:rPr lang="en-US" dirty="0"/>
              <a:t>Technical Background</a:t>
            </a:r>
          </a:p>
        </p:txBody>
      </p:sp>
      <p:sp>
        <p:nvSpPr>
          <p:cNvPr id="662" name="Google Shape;662;p48"/>
          <p:cNvSpPr txBox="1">
            <a:spLocks noGrp="1"/>
          </p:cNvSpPr>
          <p:nvPr>
            <p:ph type="title" idx="2"/>
          </p:nvPr>
        </p:nvSpPr>
        <p:spPr>
          <a:xfrm>
            <a:off x="715100" y="1221675"/>
            <a:ext cx="3419400" cy="94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06</a:t>
            </a:r>
            <a:endParaRPr dirty="0"/>
          </a:p>
        </p:txBody>
      </p:sp>
    </p:spTree>
    <p:extLst>
      <p:ext uri="{BB962C8B-B14F-4D97-AF65-F5344CB8AC3E}">
        <p14:creationId xmlns:p14="http://schemas.microsoft.com/office/powerpoint/2010/main" val="1926690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37"/>
          <p:cNvSpPr txBox="1">
            <a:spLocks noGrp="1"/>
          </p:cNvSpPr>
          <p:nvPr>
            <p:ph type="title"/>
          </p:nvPr>
        </p:nvSpPr>
        <p:spPr>
          <a:xfrm>
            <a:off x="720000" y="532925"/>
            <a:ext cx="7704000" cy="440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smtClean="0"/>
              <a:t>Design Rationale - Architecture</a:t>
            </a:r>
            <a:endParaRPr dirty="0"/>
          </a:p>
        </p:txBody>
      </p:sp>
      <p:sp>
        <p:nvSpPr>
          <p:cNvPr id="475" name="Google Shape;475;p37"/>
          <p:cNvSpPr txBox="1">
            <a:spLocks noGrp="1"/>
          </p:cNvSpPr>
          <p:nvPr>
            <p:ph type="body" idx="1"/>
          </p:nvPr>
        </p:nvSpPr>
        <p:spPr>
          <a:xfrm>
            <a:off x="219257" y="1087125"/>
            <a:ext cx="4679314" cy="305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600" dirty="0" smtClean="0">
                <a:solidFill>
                  <a:schemeClr val="dk1"/>
                </a:solidFill>
              </a:rPr>
              <a:t>Why we chose this architecture ?</a:t>
            </a:r>
            <a:endParaRPr sz="1600" dirty="0">
              <a:solidFill>
                <a:schemeClr val="dk1"/>
              </a:solidFill>
            </a:endParaRPr>
          </a:p>
          <a:p>
            <a:pPr lvl="0">
              <a:spcBef>
                <a:spcPts val="1000"/>
              </a:spcBef>
            </a:pPr>
            <a:r>
              <a:rPr lang="en-US" sz="1600" dirty="0">
                <a:solidFill>
                  <a:schemeClr val="dk1"/>
                </a:solidFill>
              </a:rPr>
              <a:t>Layered architecture ensures clarity and maintainability</a:t>
            </a:r>
          </a:p>
          <a:p>
            <a:pPr lvl="0">
              <a:spcBef>
                <a:spcPts val="1000"/>
              </a:spcBef>
            </a:pPr>
            <a:r>
              <a:rPr lang="en-US" sz="1600" dirty="0">
                <a:solidFill>
                  <a:schemeClr val="dk1"/>
                </a:solidFill>
              </a:rPr>
              <a:t>Presentation Layer: UI and user interaction</a:t>
            </a:r>
          </a:p>
          <a:p>
            <a:pPr lvl="0">
              <a:spcBef>
                <a:spcPts val="1000"/>
              </a:spcBef>
            </a:pPr>
            <a:r>
              <a:rPr lang="en-US" sz="1600" dirty="0">
                <a:solidFill>
                  <a:schemeClr val="dk1"/>
                </a:solidFill>
              </a:rPr>
              <a:t>Processing Layer: detection, logic, evaluation</a:t>
            </a:r>
          </a:p>
          <a:p>
            <a:pPr lvl="0">
              <a:spcBef>
                <a:spcPts val="1000"/>
              </a:spcBef>
            </a:pPr>
            <a:r>
              <a:rPr lang="en-US" sz="1600" dirty="0">
                <a:solidFill>
                  <a:schemeClr val="dk1"/>
                </a:solidFill>
              </a:rPr>
              <a:t>Data Layer: metrics storage and reporting</a:t>
            </a:r>
          </a:p>
          <a:p>
            <a:pPr lvl="0">
              <a:spcBef>
                <a:spcPts val="1000"/>
              </a:spcBef>
            </a:pPr>
            <a:r>
              <a:rPr lang="en-US" sz="1600" dirty="0">
                <a:solidFill>
                  <a:schemeClr val="dk1"/>
                </a:solidFill>
              </a:rPr>
              <a:t>Separation enables easier debugging and upgrades</a:t>
            </a:r>
          </a:p>
          <a:p>
            <a:pPr lvl="0">
              <a:spcBef>
                <a:spcPts val="1000"/>
              </a:spcBef>
            </a:pPr>
            <a:r>
              <a:rPr lang="en-US" sz="1600" dirty="0">
                <a:solidFill>
                  <a:schemeClr val="dk1"/>
                </a:solidFill>
              </a:rPr>
              <a:t>Modular design supports flexibility and </a:t>
            </a:r>
            <a:r>
              <a:rPr lang="en-US" sz="1600" dirty="0" smtClean="0">
                <a:solidFill>
                  <a:schemeClr val="dk1"/>
                </a:solidFill>
              </a:rPr>
              <a:t>reuse</a:t>
            </a:r>
            <a:endParaRPr lang="en-US" sz="1600" dirty="0">
              <a:solidFill>
                <a:schemeClr val="dk1"/>
              </a:solidFill>
            </a:endParaRPr>
          </a:p>
        </p:txBody>
      </p:sp>
      <p:pic>
        <p:nvPicPr>
          <p:cNvPr id="476" name="Google Shape;476;p37"/>
          <p:cNvPicPr preferRelativeResize="0"/>
          <p:nvPr/>
        </p:nvPicPr>
        <p:blipFill>
          <a:blip r:embed="rId3">
            <a:alphaModFix/>
          </a:blip>
          <a:stretch>
            <a:fillRect/>
          </a:stretch>
        </p:blipFill>
        <p:spPr>
          <a:xfrm rot="-468998">
            <a:off x="5277961" y="1258563"/>
            <a:ext cx="2735375" cy="313664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p54"/>
          <p:cNvSpPr txBox="1">
            <a:spLocks noGrp="1"/>
          </p:cNvSpPr>
          <p:nvPr>
            <p:ph type="title"/>
          </p:nvPr>
        </p:nvSpPr>
        <p:spPr>
          <a:xfrm>
            <a:off x="868965" y="519277"/>
            <a:ext cx="7704000" cy="440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smtClean="0"/>
              <a:t>Alternatives Acknowledgement</a:t>
            </a:r>
            <a:endParaRPr dirty="0"/>
          </a:p>
        </p:txBody>
      </p:sp>
      <p:graphicFrame>
        <p:nvGraphicFramePr>
          <p:cNvPr id="715" name="Google Shape;715;p54"/>
          <p:cNvGraphicFramePr/>
          <p:nvPr>
            <p:extLst>
              <p:ext uri="{D42A27DB-BD31-4B8C-83A1-F6EECF244321}">
                <p14:modId xmlns:p14="http://schemas.microsoft.com/office/powerpoint/2010/main" val="2093843751"/>
              </p:ext>
            </p:extLst>
          </p:nvPr>
        </p:nvGraphicFramePr>
        <p:xfrm>
          <a:off x="307075" y="1371069"/>
          <a:ext cx="8265890" cy="2822545"/>
        </p:xfrm>
        <a:graphic>
          <a:graphicData uri="http://schemas.openxmlformats.org/drawingml/2006/table">
            <a:tbl>
              <a:tblPr>
                <a:noFill/>
                <a:tableStyleId>{D53D5DC3-BA4F-48B7-9C4E-EA5A1AA2C53F}</a:tableStyleId>
              </a:tblPr>
              <a:tblGrid>
                <a:gridCol w="1653178">
                  <a:extLst>
                    <a:ext uri="{9D8B030D-6E8A-4147-A177-3AD203B41FA5}">
                      <a16:colId xmlns:a16="http://schemas.microsoft.com/office/drawing/2014/main" val="20000"/>
                    </a:ext>
                  </a:extLst>
                </a:gridCol>
                <a:gridCol w="1902063">
                  <a:extLst>
                    <a:ext uri="{9D8B030D-6E8A-4147-A177-3AD203B41FA5}">
                      <a16:colId xmlns:a16="http://schemas.microsoft.com/office/drawing/2014/main" val="20001"/>
                    </a:ext>
                  </a:extLst>
                </a:gridCol>
                <a:gridCol w="1404293">
                  <a:extLst>
                    <a:ext uri="{9D8B030D-6E8A-4147-A177-3AD203B41FA5}">
                      <a16:colId xmlns:a16="http://schemas.microsoft.com/office/drawing/2014/main" val="20002"/>
                    </a:ext>
                  </a:extLst>
                </a:gridCol>
                <a:gridCol w="1653178">
                  <a:extLst>
                    <a:ext uri="{9D8B030D-6E8A-4147-A177-3AD203B41FA5}">
                      <a16:colId xmlns:a16="http://schemas.microsoft.com/office/drawing/2014/main" val="20003"/>
                    </a:ext>
                  </a:extLst>
                </a:gridCol>
                <a:gridCol w="1653178">
                  <a:extLst>
                    <a:ext uri="{9D8B030D-6E8A-4147-A177-3AD203B41FA5}">
                      <a16:colId xmlns:a16="http://schemas.microsoft.com/office/drawing/2014/main" val="20004"/>
                    </a:ext>
                  </a:extLst>
                </a:gridCol>
              </a:tblGrid>
              <a:tr h="521425">
                <a:tc>
                  <a:txBody>
                    <a:bodyPr/>
                    <a:lstStyle/>
                    <a:p>
                      <a:pPr marL="0" lvl="0" indent="0" algn="l"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chemeClr val="lt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2000" dirty="0" smtClean="0">
                          <a:solidFill>
                            <a:schemeClr val="lt2"/>
                          </a:solidFill>
                          <a:latin typeface="Righteous"/>
                          <a:ea typeface="Righteous"/>
                          <a:cs typeface="Righteous"/>
                          <a:sym typeface="Righteous"/>
                        </a:rPr>
                        <a:t>Alternatives</a:t>
                      </a:r>
                      <a:endParaRPr sz="2000" dirty="0">
                        <a:solidFill>
                          <a:schemeClr val="lt2"/>
                        </a:solidFill>
                        <a:latin typeface="Righteous"/>
                        <a:ea typeface="Righteous"/>
                        <a:cs typeface="Righteous"/>
                        <a:sym typeface="Righteou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2000" dirty="0" smtClean="0">
                          <a:solidFill>
                            <a:schemeClr val="lt2"/>
                          </a:solidFill>
                          <a:latin typeface="Righteous"/>
                          <a:ea typeface="Righteous"/>
                          <a:cs typeface="Righteous"/>
                          <a:sym typeface="Righteous"/>
                        </a:rPr>
                        <a:t>Selected</a:t>
                      </a:r>
                      <a:endParaRPr sz="2000" dirty="0">
                        <a:solidFill>
                          <a:schemeClr val="lt2"/>
                        </a:solidFill>
                        <a:latin typeface="Righteous"/>
                        <a:ea typeface="Righteous"/>
                        <a:cs typeface="Righteous"/>
                        <a:sym typeface="Righteou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2000" dirty="0" smtClean="0">
                          <a:solidFill>
                            <a:schemeClr val="lt2"/>
                          </a:solidFill>
                          <a:latin typeface="Righteous"/>
                          <a:ea typeface="Righteous"/>
                          <a:cs typeface="Righteous"/>
                          <a:sym typeface="Righteous"/>
                        </a:rPr>
                        <a:t>Justification</a:t>
                      </a:r>
                      <a:endParaRPr sz="2000" dirty="0">
                        <a:solidFill>
                          <a:schemeClr val="lt2"/>
                        </a:solidFill>
                        <a:latin typeface="Righteous"/>
                        <a:ea typeface="Righteous"/>
                        <a:cs typeface="Righteous"/>
                        <a:sym typeface="Righteou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2000" dirty="0">
                        <a:solidFill>
                          <a:schemeClr val="lt2"/>
                        </a:solidFill>
                        <a:latin typeface="Righteous"/>
                        <a:ea typeface="Righteous"/>
                        <a:cs typeface="Righteous"/>
                        <a:sym typeface="Righteou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477250">
                <a:tc>
                  <a:txBody>
                    <a:bodyPr/>
                    <a:lstStyle/>
                    <a:p>
                      <a:pPr marL="0" lvl="0" indent="0" algn="ctr" rtl="0">
                        <a:spcBef>
                          <a:spcPts val="0"/>
                        </a:spcBef>
                        <a:spcAft>
                          <a:spcPts val="0"/>
                        </a:spcAft>
                        <a:buNone/>
                      </a:pPr>
                      <a:r>
                        <a:rPr lang="en" sz="2500" dirty="0" smtClean="0">
                          <a:solidFill>
                            <a:schemeClr val="lt2"/>
                          </a:solidFill>
                          <a:latin typeface="Righteous"/>
                          <a:ea typeface="Righteous"/>
                          <a:cs typeface="Righteous"/>
                          <a:sym typeface="Righteous"/>
                        </a:rPr>
                        <a:t>Frontend</a:t>
                      </a:r>
                      <a:endParaRPr sz="2500" dirty="0">
                        <a:solidFill>
                          <a:schemeClr val="lt2"/>
                        </a:solidFill>
                        <a:latin typeface="Righteous"/>
                        <a:ea typeface="Righteous"/>
                        <a:cs typeface="Righteous"/>
                        <a:sym typeface="Righteous"/>
                      </a:endParaRPr>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chemeClr val="lt2">
                          <a:alpha val="0"/>
                        </a:scheme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1400" dirty="0" smtClean="0">
                          <a:solidFill>
                            <a:schemeClr val="tx2"/>
                          </a:solidFill>
                          <a:latin typeface="Comic Neue"/>
                          <a:ea typeface="Comic Neue"/>
                          <a:cs typeface="Comic Neue"/>
                          <a:sym typeface="Comic Neue"/>
                        </a:rPr>
                        <a:t>Flutter, React, etc.</a:t>
                      </a:r>
                      <a:endParaRPr sz="1400" dirty="0">
                        <a:solidFill>
                          <a:schemeClr val="tx2"/>
                        </a:solidFill>
                        <a:latin typeface="Comic Neue"/>
                        <a:ea typeface="Comic Neue"/>
                        <a:cs typeface="Comic Neue"/>
                        <a:sym typeface="Comic Neue"/>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noFill/>
                  </a:tcPr>
                </a:tc>
                <a:tc>
                  <a:txBody>
                    <a:bodyPr/>
                    <a:lstStyle/>
                    <a:p>
                      <a:pPr marL="0" lvl="0" indent="0" algn="ctr" rtl="0">
                        <a:spcBef>
                          <a:spcPts val="0"/>
                        </a:spcBef>
                        <a:spcAft>
                          <a:spcPts val="0"/>
                        </a:spcAft>
                        <a:buNone/>
                      </a:pPr>
                      <a:r>
                        <a:rPr lang="en-US" sz="1400" dirty="0" smtClean="0">
                          <a:solidFill>
                            <a:schemeClr val="tx2"/>
                          </a:solidFill>
                          <a:latin typeface="Comic Neue"/>
                          <a:ea typeface="Comic Neue"/>
                          <a:cs typeface="Comic Neue"/>
                          <a:sym typeface="Comic Neue"/>
                        </a:rPr>
                        <a:t>Flask</a:t>
                      </a:r>
                      <a:endParaRPr sz="1400" dirty="0">
                        <a:solidFill>
                          <a:schemeClr val="tx2"/>
                        </a:solidFill>
                        <a:latin typeface="Comic Neue"/>
                        <a:ea typeface="Comic Neue"/>
                        <a:cs typeface="Comic Neue"/>
                        <a:sym typeface="Comic Neue"/>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gridSpan="2">
                  <a:txBody>
                    <a:bodyPr/>
                    <a:lstStyle/>
                    <a:p>
                      <a:pPr marL="0" lvl="0" indent="0" algn="ctr" rtl="0">
                        <a:spcBef>
                          <a:spcPts val="0"/>
                        </a:spcBef>
                        <a:spcAft>
                          <a:spcPts val="0"/>
                        </a:spcAft>
                        <a:buNone/>
                      </a:pPr>
                      <a:r>
                        <a:rPr lang="en-US" sz="1100" dirty="0" smtClean="0">
                          <a:solidFill>
                            <a:schemeClr val="tx2"/>
                          </a:solidFill>
                          <a:latin typeface="Comic Neue"/>
                          <a:ea typeface="Comic Neue"/>
                          <a:cs typeface="Comic Neue"/>
                          <a:sym typeface="Comic Neue"/>
                        </a:rPr>
                        <a:t>Web-based UI, system compatibility and API handling</a:t>
                      </a:r>
                      <a:endParaRPr sz="1100" dirty="0">
                        <a:solidFill>
                          <a:schemeClr val="tx2"/>
                        </a:solidFill>
                        <a:latin typeface="Comic Neue"/>
                        <a:ea typeface="Comic Neue"/>
                        <a:cs typeface="Comic Neue"/>
                        <a:sym typeface="Comic Neue"/>
                      </a:endParaRPr>
                    </a:p>
                  </a:txBody>
                  <a:tcPr marL="91425" marR="91425" marT="91425" marB="91425" anchor="ctr">
                    <a:lnL w="19050"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tcPr>
                </a:tc>
                <a:tc hMerge="1">
                  <a:txBody>
                    <a:bodyPr/>
                    <a:lstStyle/>
                    <a:p>
                      <a:pPr marL="0" lvl="0" indent="0" algn="l" rtl="0">
                        <a:spcBef>
                          <a:spcPts val="0"/>
                        </a:spcBef>
                        <a:spcAft>
                          <a:spcPts val="0"/>
                        </a:spcAft>
                        <a:buNone/>
                      </a:pPr>
                      <a:endParaRPr dirty="0">
                        <a:latin typeface="Comic Neue"/>
                        <a:ea typeface="Comic Neue"/>
                        <a:cs typeface="Comic Neue"/>
                        <a:sym typeface="Comic Neue"/>
                      </a:endParaRPr>
                    </a:p>
                  </a:txBody>
                  <a:tcPr marL="91425" marR="91425" marT="91425" marB="91425">
                    <a:lnL w="1905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21425">
                <a:tc>
                  <a:txBody>
                    <a:bodyPr/>
                    <a:lstStyle/>
                    <a:p>
                      <a:pPr marL="0" lvl="0" indent="0" algn="ctr" rtl="0">
                        <a:spcBef>
                          <a:spcPts val="0"/>
                        </a:spcBef>
                        <a:spcAft>
                          <a:spcPts val="0"/>
                        </a:spcAft>
                        <a:buNone/>
                      </a:pPr>
                      <a:r>
                        <a:rPr lang="en" sz="2500" dirty="0" smtClean="0">
                          <a:solidFill>
                            <a:schemeClr val="lt2"/>
                          </a:solidFill>
                          <a:latin typeface="Righteous"/>
                          <a:ea typeface="Righteous"/>
                          <a:cs typeface="Righteous"/>
                          <a:sym typeface="Righteous"/>
                        </a:rPr>
                        <a:t>Software</a:t>
                      </a:r>
                      <a:endParaRPr sz="2500" dirty="0">
                        <a:solidFill>
                          <a:schemeClr val="lt2"/>
                        </a:solidFill>
                        <a:latin typeface="Righteous"/>
                        <a:ea typeface="Righteous"/>
                        <a:cs typeface="Righteous"/>
                        <a:sym typeface="Righteous"/>
                      </a:endParaRPr>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1400" dirty="0" err="1" smtClean="0">
                          <a:solidFill>
                            <a:schemeClr val="tx2"/>
                          </a:solidFill>
                          <a:latin typeface="Comic Neue"/>
                          <a:ea typeface="Comic Neue"/>
                          <a:cs typeface="Comic Neue"/>
                          <a:sym typeface="Comic Neue"/>
                        </a:rPr>
                        <a:t>NumPy</a:t>
                      </a:r>
                      <a:r>
                        <a:rPr lang="en-US" sz="1400" dirty="0" smtClean="0">
                          <a:solidFill>
                            <a:schemeClr val="tx2"/>
                          </a:solidFill>
                          <a:latin typeface="Comic Neue"/>
                          <a:ea typeface="Comic Neue"/>
                          <a:cs typeface="Comic Neue"/>
                          <a:sym typeface="Comic Neue"/>
                        </a:rPr>
                        <a:t> &amp; Pandas</a:t>
                      </a:r>
                      <a:endParaRPr sz="1400" dirty="0">
                        <a:solidFill>
                          <a:schemeClr val="tx2"/>
                        </a:solidFill>
                        <a:latin typeface="Comic Neue"/>
                        <a:ea typeface="Comic Neue"/>
                        <a:cs typeface="Comic Neue"/>
                        <a:sym typeface="Comic Neue"/>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noFill/>
                  </a:tcPr>
                </a:tc>
                <a:tc>
                  <a:txBody>
                    <a:bodyPr/>
                    <a:lstStyle/>
                    <a:p>
                      <a:pPr marL="0" lvl="0" indent="0" algn="ctr" rtl="0">
                        <a:spcBef>
                          <a:spcPts val="0"/>
                        </a:spcBef>
                        <a:spcAft>
                          <a:spcPts val="0"/>
                        </a:spcAft>
                        <a:buNone/>
                      </a:pPr>
                      <a:r>
                        <a:rPr lang="en-US" sz="1400" dirty="0" smtClean="0">
                          <a:solidFill>
                            <a:schemeClr val="tx2"/>
                          </a:solidFill>
                          <a:latin typeface="Comic Neue"/>
                          <a:ea typeface="Comic Neue"/>
                          <a:cs typeface="Comic Neue"/>
                          <a:sym typeface="Comic Neue"/>
                        </a:rPr>
                        <a:t>Both</a:t>
                      </a:r>
                      <a:endParaRPr sz="1400" dirty="0">
                        <a:solidFill>
                          <a:schemeClr val="tx2"/>
                        </a:solidFill>
                        <a:latin typeface="Comic Neue"/>
                        <a:ea typeface="Comic Neue"/>
                        <a:cs typeface="Comic Neue"/>
                        <a:sym typeface="Comic Neue"/>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noFill/>
                  </a:tcPr>
                </a:tc>
                <a:tc gridSpan="2">
                  <a:txBody>
                    <a:bodyPr/>
                    <a:lstStyle/>
                    <a:p>
                      <a:pPr marL="0" lvl="0" indent="0" algn="ctr" rtl="0">
                        <a:spcBef>
                          <a:spcPts val="0"/>
                        </a:spcBef>
                        <a:spcAft>
                          <a:spcPts val="0"/>
                        </a:spcAft>
                        <a:buNone/>
                      </a:pPr>
                      <a:r>
                        <a:rPr lang="en-US" sz="1100" dirty="0" smtClean="0">
                          <a:solidFill>
                            <a:schemeClr val="tx2"/>
                          </a:solidFill>
                          <a:latin typeface="Comic Neue"/>
                          <a:ea typeface="Comic Neue"/>
                          <a:cs typeface="Comic Neue"/>
                          <a:sym typeface="Comic Neue"/>
                        </a:rPr>
                        <a:t>Data processing enabling real-time performance and low computational cost</a:t>
                      </a:r>
                      <a:endParaRPr sz="1100" dirty="0">
                        <a:solidFill>
                          <a:schemeClr val="tx2"/>
                        </a:solidFill>
                        <a:latin typeface="Comic Neue"/>
                        <a:ea typeface="Comic Neue"/>
                        <a:cs typeface="Comic Neue"/>
                        <a:sym typeface="Comic Neue"/>
                      </a:endParaRPr>
                    </a:p>
                  </a:txBody>
                  <a:tcPr marL="91425" marR="91425" marT="91425" marB="91425" anchor="ctr">
                    <a:lnL w="19050"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noFill/>
                  </a:tcPr>
                </a:tc>
                <a:tc hMerge="1">
                  <a:txBody>
                    <a:bodyPr/>
                    <a:lstStyle/>
                    <a:p>
                      <a:pPr marL="0" lvl="0" indent="0" algn="l" rtl="0">
                        <a:spcBef>
                          <a:spcPts val="0"/>
                        </a:spcBef>
                        <a:spcAft>
                          <a:spcPts val="0"/>
                        </a:spcAft>
                        <a:buNone/>
                      </a:pPr>
                      <a:endParaRPr dirty="0">
                        <a:latin typeface="Comic Neue"/>
                        <a:ea typeface="Comic Neue"/>
                        <a:cs typeface="Comic Neue"/>
                        <a:sym typeface="Comic Neue"/>
                      </a:endParaRPr>
                    </a:p>
                  </a:txBody>
                  <a:tcPr marL="91425" marR="91425" marT="91425" marB="91425">
                    <a:lnL w="1905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56050">
                <a:tc>
                  <a:txBody>
                    <a:bodyPr/>
                    <a:lstStyle/>
                    <a:p>
                      <a:pPr marL="0" lvl="0" indent="0" algn="ctr" rtl="0">
                        <a:spcBef>
                          <a:spcPts val="0"/>
                        </a:spcBef>
                        <a:spcAft>
                          <a:spcPts val="0"/>
                        </a:spcAft>
                        <a:buNone/>
                      </a:pPr>
                      <a:r>
                        <a:rPr lang="en" sz="2500" dirty="0" smtClean="0">
                          <a:solidFill>
                            <a:schemeClr val="lt2"/>
                          </a:solidFill>
                          <a:latin typeface="Righteous"/>
                          <a:ea typeface="Righteous"/>
                          <a:cs typeface="Righteous"/>
                          <a:sym typeface="Righteous"/>
                        </a:rPr>
                        <a:t>Models</a:t>
                      </a:r>
                      <a:endParaRPr sz="2500" dirty="0">
                        <a:solidFill>
                          <a:schemeClr val="lt2"/>
                        </a:solidFill>
                        <a:latin typeface="Righteous"/>
                        <a:ea typeface="Righteous"/>
                        <a:cs typeface="Righteous"/>
                        <a:sym typeface="Righteous"/>
                      </a:endParaRPr>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1400" dirty="0" err="1" smtClean="0">
                          <a:solidFill>
                            <a:schemeClr val="tx2"/>
                          </a:solidFill>
                          <a:latin typeface="Comic Neue"/>
                          <a:ea typeface="Comic Neue"/>
                          <a:cs typeface="Comic Neue"/>
                          <a:sym typeface="Comic Neue"/>
                        </a:rPr>
                        <a:t>Keras</a:t>
                      </a:r>
                      <a:r>
                        <a:rPr lang="en-US" sz="1400" dirty="0" smtClean="0">
                          <a:solidFill>
                            <a:schemeClr val="tx2"/>
                          </a:solidFill>
                          <a:latin typeface="Comic Neue"/>
                          <a:ea typeface="Comic Neue"/>
                          <a:cs typeface="Comic Neue"/>
                          <a:sym typeface="Comic Neue"/>
                        </a:rPr>
                        <a:t>, </a:t>
                      </a:r>
                      <a:r>
                        <a:rPr lang="en-US" sz="1400" dirty="0" err="1" smtClean="0">
                          <a:solidFill>
                            <a:schemeClr val="tx2"/>
                          </a:solidFill>
                          <a:latin typeface="Comic Neue"/>
                          <a:ea typeface="Comic Neue"/>
                          <a:cs typeface="Comic Neue"/>
                          <a:sym typeface="Comic Neue"/>
                        </a:rPr>
                        <a:t>gru</a:t>
                      </a:r>
                      <a:r>
                        <a:rPr lang="en-US" sz="1400" dirty="0" smtClean="0">
                          <a:solidFill>
                            <a:schemeClr val="tx2"/>
                          </a:solidFill>
                          <a:latin typeface="Comic Neue"/>
                          <a:ea typeface="Comic Neue"/>
                          <a:cs typeface="Comic Neue"/>
                          <a:sym typeface="Comic Neue"/>
                        </a:rPr>
                        <a:t>, </a:t>
                      </a:r>
                      <a:r>
                        <a:rPr lang="en-US" sz="1400" dirty="0" err="1" smtClean="0">
                          <a:solidFill>
                            <a:schemeClr val="tx2"/>
                          </a:solidFill>
                          <a:latin typeface="Comic Neue"/>
                          <a:ea typeface="Comic Neue"/>
                          <a:cs typeface="Comic Neue"/>
                          <a:sym typeface="Comic Neue"/>
                        </a:rPr>
                        <a:t>lstm</a:t>
                      </a:r>
                      <a:r>
                        <a:rPr lang="en-US" sz="1400" dirty="0" smtClean="0">
                          <a:solidFill>
                            <a:schemeClr val="tx2"/>
                          </a:solidFill>
                          <a:latin typeface="Comic Neue"/>
                          <a:ea typeface="Comic Neue"/>
                          <a:cs typeface="Comic Neue"/>
                          <a:sym typeface="Comic Neue"/>
                        </a:rPr>
                        <a:t>,</a:t>
                      </a:r>
                      <a:r>
                        <a:rPr lang="en-US" sz="1400" baseline="0" dirty="0" smtClean="0">
                          <a:solidFill>
                            <a:schemeClr val="tx2"/>
                          </a:solidFill>
                          <a:latin typeface="Comic Neue"/>
                          <a:ea typeface="Comic Neue"/>
                          <a:cs typeface="Comic Neue"/>
                          <a:sym typeface="Comic Neue"/>
                        </a:rPr>
                        <a:t> etc.</a:t>
                      </a:r>
                      <a:endParaRPr sz="1400" dirty="0">
                        <a:solidFill>
                          <a:schemeClr val="tx2"/>
                        </a:solidFill>
                        <a:latin typeface="Comic Neue"/>
                        <a:ea typeface="Comic Neue"/>
                        <a:cs typeface="Comic Neue"/>
                        <a:sym typeface="Comic Neue"/>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US" sz="1400" dirty="0" smtClean="0">
                          <a:solidFill>
                            <a:schemeClr val="tx2"/>
                          </a:solidFill>
                          <a:latin typeface="Comic Neue"/>
                          <a:ea typeface="Comic Neue"/>
                          <a:cs typeface="Comic Neue"/>
                          <a:sym typeface="Comic Neue"/>
                        </a:rPr>
                        <a:t>CNN &amp; RNN</a:t>
                      </a:r>
                      <a:endParaRPr sz="1400" dirty="0">
                        <a:solidFill>
                          <a:schemeClr val="tx2"/>
                        </a:solidFill>
                        <a:latin typeface="Comic Neue"/>
                        <a:ea typeface="Comic Neue"/>
                        <a:cs typeface="Comic Neue"/>
                        <a:sym typeface="Comic Neue"/>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gridSpan="2">
                  <a:txBody>
                    <a:bodyPr/>
                    <a:lstStyle/>
                    <a:p>
                      <a:pPr marL="0" lvl="0" indent="0" algn="ctr" rtl="0">
                        <a:spcBef>
                          <a:spcPts val="0"/>
                        </a:spcBef>
                        <a:spcAft>
                          <a:spcPts val="0"/>
                        </a:spcAft>
                        <a:buNone/>
                      </a:pPr>
                      <a:r>
                        <a:rPr lang="en-US" sz="1100" smtClean="0">
                          <a:solidFill>
                            <a:schemeClr val="tx2"/>
                          </a:solidFill>
                          <a:latin typeface="Comic Neue"/>
                          <a:ea typeface="Comic Neue"/>
                          <a:cs typeface="Comic Neue"/>
                          <a:sym typeface="Comic Neue"/>
                        </a:rPr>
                        <a:t>Highest accuracy and</a:t>
                      </a:r>
                      <a:r>
                        <a:rPr lang="en-US" sz="1100" baseline="0" smtClean="0">
                          <a:solidFill>
                            <a:schemeClr val="tx2"/>
                          </a:solidFill>
                          <a:latin typeface="Comic Neue"/>
                          <a:ea typeface="Comic Neue"/>
                          <a:cs typeface="Comic Neue"/>
                          <a:sym typeface="Comic Neue"/>
                        </a:rPr>
                        <a:t> performance compared to 7 other models</a:t>
                      </a:r>
                      <a:endParaRPr sz="1100" dirty="0">
                        <a:solidFill>
                          <a:schemeClr val="tx2"/>
                        </a:solidFill>
                        <a:latin typeface="Comic Neue"/>
                        <a:ea typeface="Comic Neue"/>
                        <a:cs typeface="Comic Neue"/>
                        <a:sym typeface="Comic Neue"/>
                      </a:endParaRPr>
                    </a:p>
                  </a:txBody>
                  <a:tcPr marL="91425" marR="91425" marT="91425" marB="91425" anchor="ctr">
                    <a:lnL w="19050"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noFill/>
                  </a:tcPr>
                </a:tc>
                <a:tc hMerge="1">
                  <a:txBody>
                    <a:bodyPr/>
                    <a:lstStyle/>
                    <a:p>
                      <a:pPr marL="0" lvl="0" indent="0" algn="l" rtl="0">
                        <a:spcBef>
                          <a:spcPts val="0"/>
                        </a:spcBef>
                        <a:spcAft>
                          <a:spcPts val="0"/>
                        </a:spcAft>
                        <a:buNone/>
                      </a:pPr>
                      <a:endParaRPr dirty="0">
                        <a:latin typeface="Comic Neue"/>
                        <a:ea typeface="Comic Neue"/>
                        <a:cs typeface="Comic Neue"/>
                        <a:sym typeface="Comic Neue"/>
                      </a:endParaRPr>
                    </a:p>
                  </a:txBody>
                  <a:tcPr marL="91425" marR="91425" marT="91425" marB="91425">
                    <a:lnL w="1905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noFill/>
                  </a:tcPr>
                </a:tc>
                <a:extLst>
                  <a:ext uri="{0D108BD9-81ED-4DB2-BD59-A6C34878D82A}">
                    <a16:rowId xmlns:a16="http://schemas.microsoft.com/office/drawing/2014/main" val="10003"/>
                  </a:ext>
                </a:extLst>
              </a:tr>
              <a:tr h="521425">
                <a:tc>
                  <a:txBody>
                    <a:bodyPr/>
                    <a:lstStyle/>
                    <a:p>
                      <a:pPr marL="0" lvl="0" indent="0" algn="ctr" rtl="0">
                        <a:spcBef>
                          <a:spcPts val="0"/>
                        </a:spcBef>
                        <a:spcAft>
                          <a:spcPts val="0"/>
                        </a:spcAft>
                        <a:buNone/>
                      </a:pPr>
                      <a:r>
                        <a:rPr lang="en" sz="2500" dirty="0" smtClean="0">
                          <a:solidFill>
                            <a:schemeClr val="lt2"/>
                          </a:solidFill>
                          <a:latin typeface="Righteous"/>
                          <a:ea typeface="Righteous"/>
                          <a:cs typeface="Righteous"/>
                          <a:sym typeface="Righteous"/>
                        </a:rPr>
                        <a:t>Feedback</a:t>
                      </a:r>
                      <a:endParaRPr sz="2500" dirty="0">
                        <a:solidFill>
                          <a:schemeClr val="lt2"/>
                        </a:solidFill>
                        <a:latin typeface="Righteous"/>
                        <a:ea typeface="Righteous"/>
                        <a:cs typeface="Righteous"/>
                        <a:sym typeface="Righteous"/>
                      </a:endParaRPr>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1400" dirty="0" smtClean="0">
                          <a:solidFill>
                            <a:schemeClr val="tx2"/>
                          </a:solidFill>
                          <a:latin typeface="Comic Neue"/>
                          <a:ea typeface="Comic Neue"/>
                          <a:cs typeface="Comic Neue"/>
                          <a:sym typeface="Comic Neue"/>
                        </a:rPr>
                        <a:t>Direct classification, technical</a:t>
                      </a:r>
                      <a:r>
                        <a:rPr lang="en-US" sz="1400" baseline="0" dirty="0" smtClean="0">
                          <a:solidFill>
                            <a:schemeClr val="tx2"/>
                          </a:solidFill>
                          <a:latin typeface="Comic Neue"/>
                          <a:ea typeface="Comic Neue"/>
                          <a:cs typeface="Comic Neue"/>
                          <a:sym typeface="Comic Neue"/>
                        </a:rPr>
                        <a:t> based</a:t>
                      </a:r>
                      <a:endParaRPr sz="1400" dirty="0">
                        <a:solidFill>
                          <a:schemeClr val="tx2"/>
                        </a:solidFill>
                        <a:latin typeface="Comic Neue"/>
                        <a:ea typeface="Comic Neue"/>
                        <a:cs typeface="Comic Neue"/>
                        <a:sym typeface="Comic Neue"/>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US" sz="1400" dirty="0" err="1" smtClean="0">
                          <a:solidFill>
                            <a:schemeClr val="tx2"/>
                          </a:solidFill>
                          <a:latin typeface="Comic Neue"/>
                          <a:ea typeface="Comic Neue"/>
                          <a:cs typeface="Comic Neue"/>
                          <a:sym typeface="Comic Neue"/>
                        </a:rPr>
                        <a:t>Structered</a:t>
                      </a:r>
                      <a:r>
                        <a:rPr lang="en-US" sz="1400" dirty="0" smtClean="0">
                          <a:solidFill>
                            <a:schemeClr val="tx2"/>
                          </a:solidFill>
                          <a:latin typeface="Comic Neue"/>
                          <a:ea typeface="Comic Neue"/>
                          <a:cs typeface="Comic Neue"/>
                          <a:sym typeface="Comic Neue"/>
                        </a:rPr>
                        <a:t> Reports</a:t>
                      </a:r>
                      <a:endParaRPr sz="1400" dirty="0">
                        <a:solidFill>
                          <a:schemeClr val="tx2"/>
                        </a:solidFill>
                        <a:latin typeface="Comic Neue"/>
                        <a:ea typeface="Comic Neue"/>
                        <a:cs typeface="Comic Neue"/>
                        <a:sym typeface="Comic Neue"/>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gridSpan="2">
                  <a:txBody>
                    <a:bodyPr/>
                    <a:lstStyle/>
                    <a:p>
                      <a:pPr marL="0" lvl="0" indent="0" algn="ctr" rtl="0">
                        <a:spcBef>
                          <a:spcPts val="0"/>
                        </a:spcBef>
                        <a:spcAft>
                          <a:spcPts val="0"/>
                        </a:spcAft>
                        <a:buNone/>
                      </a:pPr>
                      <a:r>
                        <a:rPr lang="en-US" sz="1100" smtClean="0">
                          <a:solidFill>
                            <a:schemeClr val="tx2"/>
                          </a:solidFill>
                          <a:latin typeface="Comic Neue"/>
                          <a:ea typeface="Comic Neue"/>
                          <a:cs typeface="Comic Neue"/>
                          <a:sym typeface="Comic Neue"/>
                        </a:rPr>
                        <a:t>Enabled scoring and metrics to prove performance instead of direct classification</a:t>
                      </a:r>
                      <a:endParaRPr sz="1100" dirty="0">
                        <a:solidFill>
                          <a:schemeClr val="tx2"/>
                        </a:solidFill>
                        <a:latin typeface="Comic Neue"/>
                        <a:ea typeface="Comic Neue"/>
                        <a:cs typeface="Comic Neue"/>
                        <a:sym typeface="Comic Neue"/>
                      </a:endParaRPr>
                    </a:p>
                  </a:txBody>
                  <a:tcPr marL="91425" marR="91425" marT="91425" marB="91425" anchor="ctr">
                    <a:lnL w="19050"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tcPr>
                </a:tc>
                <a:tc hMerge="1">
                  <a:txBody>
                    <a:bodyPr/>
                    <a:lstStyle/>
                    <a:p>
                      <a:pPr marL="0" lvl="0" indent="0" algn="l" rtl="0">
                        <a:spcBef>
                          <a:spcPts val="0"/>
                        </a:spcBef>
                        <a:spcAft>
                          <a:spcPts val="0"/>
                        </a:spcAft>
                        <a:buNone/>
                      </a:pPr>
                      <a:endParaRPr dirty="0">
                        <a:latin typeface="Comic Neue"/>
                        <a:ea typeface="Comic Neue"/>
                        <a:cs typeface="Comic Neue"/>
                        <a:sym typeface="Comic Neue"/>
                      </a:endParaRPr>
                    </a:p>
                  </a:txBody>
                  <a:tcPr marL="91425" marR="91425" marT="91425" marB="91425">
                    <a:lnL w="1905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pic>
        <p:nvPicPr>
          <p:cNvPr id="492" name="Google Shape;492;p39"/>
          <p:cNvPicPr preferRelativeResize="0"/>
          <p:nvPr/>
        </p:nvPicPr>
        <p:blipFill rotWithShape="1">
          <a:blip r:embed="rId3">
            <a:alphaModFix/>
          </a:blip>
          <a:srcRect l="25007" t="40373" r="22399" b="44658"/>
          <a:stretch/>
        </p:blipFill>
        <p:spPr>
          <a:xfrm>
            <a:off x="921500" y="4238338"/>
            <a:ext cx="1699450" cy="297751"/>
          </a:xfrm>
          <a:prstGeom prst="rect">
            <a:avLst/>
          </a:prstGeom>
          <a:noFill/>
          <a:ln>
            <a:noFill/>
          </a:ln>
        </p:spPr>
      </p:pic>
      <p:pic>
        <p:nvPicPr>
          <p:cNvPr id="493" name="Google Shape;493;p39"/>
          <p:cNvPicPr preferRelativeResize="0"/>
          <p:nvPr/>
        </p:nvPicPr>
        <p:blipFill rotWithShape="1">
          <a:blip r:embed="rId3">
            <a:alphaModFix/>
          </a:blip>
          <a:srcRect l="25007" t="40373" r="22399" b="44658"/>
          <a:stretch/>
        </p:blipFill>
        <p:spPr>
          <a:xfrm>
            <a:off x="6402877" y="4126588"/>
            <a:ext cx="2683123" cy="409501"/>
          </a:xfrm>
          <a:prstGeom prst="rect">
            <a:avLst/>
          </a:prstGeom>
          <a:noFill/>
          <a:ln>
            <a:noFill/>
          </a:ln>
        </p:spPr>
      </p:pic>
      <p:sp>
        <p:nvSpPr>
          <p:cNvPr id="495" name="Google Shape;495;p39"/>
          <p:cNvSpPr txBox="1">
            <a:spLocks noGrp="1"/>
          </p:cNvSpPr>
          <p:nvPr>
            <p:ph type="title"/>
          </p:nvPr>
        </p:nvSpPr>
        <p:spPr>
          <a:xfrm>
            <a:off x="2532743" y="1964175"/>
            <a:ext cx="3870182" cy="1938388"/>
          </a:xfrm>
          <a:prstGeom prst="rect">
            <a:avLst/>
          </a:prstGeom>
        </p:spPr>
        <p:txBody>
          <a:bodyPr spcFirstLastPara="1" wrap="square" lIns="91425" tIns="91425" rIns="91425" bIns="91425" anchor="ctr" anchorCtr="0">
            <a:noAutofit/>
          </a:bodyPr>
          <a:lstStyle/>
          <a:p>
            <a:r>
              <a:rPr lang="en-US" dirty="0"/>
              <a:t>Evaluation Methodology</a:t>
            </a:r>
          </a:p>
        </p:txBody>
      </p:sp>
      <p:sp>
        <p:nvSpPr>
          <p:cNvPr id="496" name="Google Shape;496;p39"/>
          <p:cNvSpPr txBox="1">
            <a:spLocks noGrp="1"/>
          </p:cNvSpPr>
          <p:nvPr>
            <p:ph type="title" idx="2"/>
          </p:nvPr>
        </p:nvSpPr>
        <p:spPr>
          <a:xfrm>
            <a:off x="2862275" y="935550"/>
            <a:ext cx="3419400" cy="94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smtClean="0"/>
              <a:t>07</a:t>
            </a:r>
            <a:endParaRPr dirty="0"/>
          </a:p>
        </p:txBody>
      </p:sp>
      <p:sp>
        <p:nvSpPr>
          <p:cNvPr id="497" name="Google Shape;497;p39"/>
          <p:cNvSpPr/>
          <p:nvPr/>
        </p:nvSpPr>
        <p:spPr>
          <a:xfrm>
            <a:off x="8111050" y="196417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98" name="Google Shape;498;p39"/>
          <p:cNvPicPr preferRelativeResize="0"/>
          <p:nvPr/>
        </p:nvPicPr>
        <p:blipFill>
          <a:blip r:embed="rId4">
            <a:alphaModFix/>
          </a:blip>
          <a:stretch>
            <a:fillRect/>
          </a:stretch>
        </p:blipFill>
        <p:spPr>
          <a:xfrm>
            <a:off x="6519800" y="821431"/>
            <a:ext cx="1905050" cy="3500639"/>
          </a:xfrm>
          <a:prstGeom prst="rect">
            <a:avLst/>
          </a:prstGeom>
          <a:noFill/>
          <a:ln>
            <a:noFill/>
          </a:ln>
        </p:spPr>
      </p:pic>
      <p:pic>
        <p:nvPicPr>
          <p:cNvPr id="499" name="Google Shape;499;p39"/>
          <p:cNvPicPr preferRelativeResize="0"/>
          <p:nvPr/>
        </p:nvPicPr>
        <p:blipFill>
          <a:blip r:embed="rId5">
            <a:alphaModFix/>
          </a:blip>
          <a:stretch>
            <a:fillRect/>
          </a:stretch>
        </p:blipFill>
        <p:spPr>
          <a:xfrm>
            <a:off x="1085425" y="866775"/>
            <a:ext cx="1699450" cy="3500651"/>
          </a:xfrm>
          <a:prstGeom prst="rect">
            <a:avLst/>
          </a:prstGeom>
          <a:noFill/>
          <a:ln>
            <a:noFill/>
          </a:ln>
        </p:spPr>
      </p:pic>
    </p:spTree>
    <p:extLst>
      <p:ext uri="{BB962C8B-B14F-4D97-AF65-F5344CB8AC3E}">
        <p14:creationId xmlns:p14="http://schemas.microsoft.com/office/powerpoint/2010/main" val="12748221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pic>
        <p:nvPicPr>
          <p:cNvPr id="659" name="Google Shape;659;p48"/>
          <p:cNvPicPr preferRelativeResize="0"/>
          <p:nvPr/>
        </p:nvPicPr>
        <p:blipFill>
          <a:blip r:embed="rId3">
            <a:alphaModFix/>
          </a:blip>
          <a:stretch>
            <a:fillRect/>
          </a:stretch>
        </p:blipFill>
        <p:spPr>
          <a:xfrm>
            <a:off x="4316838" y="932584"/>
            <a:ext cx="4138513" cy="3278333"/>
          </a:xfrm>
          <a:prstGeom prst="rect">
            <a:avLst/>
          </a:prstGeom>
          <a:noFill/>
          <a:ln>
            <a:noFill/>
          </a:ln>
        </p:spPr>
      </p:pic>
      <p:sp>
        <p:nvSpPr>
          <p:cNvPr id="660" name="Google Shape;660;p48"/>
          <p:cNvSpPr txBox="1">
            <a:spLocks noGrp="1"/>
          </p:cNvSpPr>
          <p:nvPr>
            <p:ph type="title"/>
          </p:nvPr>
        </p:nvSpPr>
        <p:spPr>
          <a:xfrm>
            <a:off x="598986" y="2163075"/>
            <a:ext cx="4372157" cy="1902017"/>
          </a:xfrm>
          <a:prstGeom prst="rect">
            <a:avLst/>
          </a:prstGeom>
        </p:spPr>
        <p:txBody>
          <a:bodyPr spcFirstLastPara="1" wrap="square" lIns="91425" tIns="91425" rIns="91425" bIns="91425" anchor="ctr" anchorCtr="0">
            <a:noAutofit/>
          </a:bodyPr>
          <a:lstStyle/>
          <a:p>
            <a:r>
              <a:rPr lang="en-US" dirty="0"/>
              <a:t>System Stability &amp; Risks</a:t>
            </a:r>
          </a:p>
        </p:txBody>
      </p:sp>
      <p:sp>
        <p:nvSpPr>
          <p:cNvPr id="662" name="Google Shape;662;p48"/>
          <p:cNvSpPr txBox="1">
            <a:spLocks noGrp="1"/>
          </p:cNvSpPr>
          <p:nvPr>
            <p:ph type="title" idx="2"/>
          </p:nvPr>
        </p:nvSpPr>
        <p:spPr>
          <a:xfrm>
            <a:off x="715100" y="1221675"/>
            <a:ext cx="3419400" cy="94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08</a:t>
            </a:r>
            <a:endParaRPr dirty="0"/>
          </a:p>
        </p:txBody>
      </p:sp>
    </p:spTree>
    <p:extLst>
      <p:ext uri="{BB962C8B-B14F-4D97-AF65-F5344CB8AC3E}">
        <p14:creationId xmlns:p14="http://schemas.microsoft.com/office/powerpoint/2010/main" val="1764933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pic>
        <p:nvPicPr>
          <p:cNvPr id="659" name="Google Shape;659;p48"/>
          <p:cNvPicPr preferRelativeResize="0"/>
          <p:nvPr/>
        </p:nvPicPr>
        <p:blipFill>
          <a:blip r:embed="rId3">
            <a:alphaModFix/>
          </a:blip>
          <a:stretch>
            <a:fillRect/>
          </a:stretch>
        </p:blipFill>
        <p:spPr>
          <a:xfrm>
            <a:off x="4316838" y="932584"/>
            <a:ext cx="4138513" cy="3278333"/>
          </a:xfrm>
          <a:prstGeom prst="rect">
            <a:avLst/>
          </a:prstGeom>
          <a:noFill/>
          <a:ln>
            <a:noFill/>
          </a:ln>
        </p:spPr>
      </p:pic>
      <p:sp>
        <p:nvSpPr>
          <p:cNvPr id="660" name="Google Shape;660;p48"/>
          <p:cNvSpPr txBox="1">
            <a:spLocks noGrp="1"/>
          </p:cNvSpPr>
          <p:nvPr>
            <p:ph type="title"/>
          </p:nvPr>
        </p:nvSpPr>
        <p:spPr>
          <a:xfrm>
            <a:off x="598986" y="2163075"/>
            <a:ext cx="4372157" cy="1902017"/>
          </a:xfrm>
          <a:prstGeom prst="rect">
            <a:avLst/>
          </a:prstGeom>
        </p:spPr>
        <p:txBody>
          <a:bodyPr spcFirstLastPara="1" wrap="square" lIns="91425" tIns="91425" rIns="91425" bIns="91425" anchor="ctr" anchorCtr="0">
            <a:noAutofit/>
          </a:bodyPr>
          <a:lstStyle/>
          <a:p>
            <a:r>
              <a:rPr lang="en-US" dirty="0"/>
              <a:t>Challenges &amp; Next Steps</a:t>
            </a:r>
          </a:p>
        </p:txBody>
      </p:sp>
      <p:sp>
        <p:nvSpPr>
          <p:cNvPr id="662" name="Google Shape;662;p48"/>
          <p:cNvSpPr txBox="1">
            <a:spLocks noGrp="1"/>
          </p:cNvSpPr>
          <p:nvPr>
            <p:ph type="title" idx="2"/>
          </p:nvPr>
        </p:nvSpPr>
        <p:spPr>
          <a:xfrm>
            <a:off x="715100" y="1221675"/>
            <a:ext cx="3419400" cy="94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09</a:t>
            </a:r>
            <a:endParaRPr dirty="0"/>
          </a:p>
        </p:txBody>
      </p:sp>
    </p:spTree>
    <p:extLst>
      <p:ext uri="{BB962C8B-B14F-4D97-AF65-F5344CB8AC3E}">
        <p14:creationId xmlns:p14="http://schemas.microsoft.com/office/powerpoint/2010/main" val="4298355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pic>
        <p:nvPicPr>
          <p:cNvPr id="492" name="Google Shape;492;p39"/>
          <p:cNvPicPr preferRelativeResize="0"/>
          <p:nvPr/>
        </p:nvPicPr>
        <p:blipFill rotWithShape="1">
          <a:blip r:embed="rId3">
            <a:alphaModFix/>
          </a:blip>
          <a:srcRect l="25007" t="40373" r="22399" b="44658"/>
          <a:stretch/>
        </p:blipFill>
        <p:spPr>
          <a:xfrm>
            <a:off x="921500" y="4238338"/>
            <a:ext cx="1699450" cy="297751"/>
          </a:xfrm>
          <a:prstGeom prst="rect">
            <a:avLst/>
          </a:prstGeom>
          <a:noFill/>
          <a:ln>
            <a:noFill/>
          </a:ln>
        </p:spPr>
      </p:pic>
      <p:pic>
        <p:nvPicPr>
          <p:cNvPr id="493" name="Google Shape;493;p39"/>
          <p:cNvPicPr preferRelativeResize="0"/>
          <p:nvPr/>
        </p:nvPicPr>
        <p:blipFill rotWithShape="1">
          <a:blip r:embed="rId3">
            <a:alphaModFix/>
          </a:blip>
          <a:srcRect l="25007" t="40373" r="22399" b="44658"/>
          <a:stretch/>
        </p:blipFill>
        <p:spPr>
          <a:xfrm>
            <a:off x="6402877" y="4126588"/>
            <a:ext cx="2683123" cy="409501"/>
          </a:xfrm>
          <a:prstGeom prst="rect">
            <a:avLst/>
          </a:prstGeom>
          <a:noFill/>
          <a:ln>
            <a:noFill/>
          </a:ln>
        </p:spPr>
      </p:pic>
      <p:sp>
        <p:nvSpPr>
          <p:cNvPr id="495" name="Google Shape;495;p39"/>
          <p:cNvSpPr txBox="1">
            <a:spLocks noGrp="1"/>
          </p:cNvSpPr>
          <p:nvPr>
            <p:ph type="title"/>
          </p:nvPr>
        </p:nvSpPr>
        <p:spPr>
          <a:xfrm>
            <a:off x="2532743" y="1964175"/>
            <a:ext cx="3870182" cy="1938388"/>
          </a:xfrm>
          <a:prstGeom prst="rect">
            <a:avLst/>
          </a:prstGeom>
        </p:spPr>
        <p:txBody>
          <a:bodyPr spcFirstLastPara="1" wrap="square" lIns="91425" tIns="91425" rIns="91425" bIns="91425" anchor="ctr" anchorCtr="0">
            <a:noAutofit/>
          </a:bodyPr>
          <a:lstStyle/>
          <a:p>
            <a:r>
              <a:rPr lang="en-US" dirty="0" smtClean="0"/>
              <a:t>Live Demo</a:t>
            </a:r>
            <a:endParaRPr lang="en-US" dirty="0"/>
          </a:p>
        </p:txBody>
      </p:sp>
      <p:sp>
        <p:nvSpPr>
          <p:cNvPr id="496" name="Google Shape;496;p39"/>
          <p:cNvSpPr txBox="1">
            <a:spLocks noGrp="1"/>
          </p:cNvSpPr>
          <p:nvPr>
            <p:ph type="title" idx="2"/>
          </p:nvPr>
        </p:nvSpPr>
        <p:spPr>
          <a:xfrm>
            <a:off x="2862275" y="935550"/>
            <a:ext cx="3419400" cy="94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smtClean="0"/>
              <a:t>10</a:t>
            </a:r>
            <a:endParaRPr dirty="0"/>
          </a:p>
        </p:txBody>
      </p:sp>
      <p:sp>
        <p:nvSpPr>
          <p:cNvPr id="497" name="Google Shape;497;p39"/>
          <p:cNvSpPr/>
          <p:nvPr/>
        </p:nvSpPr>
        <p:spPr>
          <a:xfrm>
            <a:off x="8111050" y="196417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98" name="Google Shape;498;p39"/>
          <p:cNvPicPr preferRelativeResize="0"/>
          <p:nvPr/>
        </p:nvPicPr>
        <p:blipFill>
          <a:blip r:embed="rId4">
            <a:alphaModFix/>
          </a:blip>
          <a:stretch>
            <a:fillRect/>
          </a:stretch>
        </p:blipFill>
        <p:spPr>
          <a:xfrm>
            <a:off x="6519800" y="821431"/>
            <a:ext cx="1905050" cy="3500639"/>
          </a:xfrm>
          <a:prstGeom prst="rect">
            <a:avLst/>
          </a:prstGeom>
          <a:noFill/>
          <a:ln>
            <a:noFill/>
          </a:ln>
        </p:spPr>
      </p:pic>
      <p:pic>
        <p:nvPicPr>
          <p:cNvPr id="499" name="Google Shape;499;p39"/>
          <p:cNvPicPr preferRelativeResize="0"/>
          <p:nvPr/>
        </p:nvPicPr>
        <p:blipFill>
          <a:blip r:embed="rId5">
            <a:alphaModFix/>
          </a:blip>
          <a:stretch>
            <a:fillRect/>
          </a:stretch>
        </p:blipFill>
        <p:spPr>
          <a:xfrm>
            <a:off x="1085425" y="866775"/>
            <a:ext cx="1699450" cy="3500651"/>
          </a:xfrm>
          <a:prstGeom prst="rect">
            <a:avLst/>
          </a:prstGeom>
          <a:noFill/>
          <a:ln>
            <a:noFill/>
          </a:ln>
        </p:spPr>
      </p:pic>
    </p:spTree>
    <p:extLst>
      <p:ext uri="{BB962C8B-B14F-4D97-AF65-F5344CB8AC3E}">
        <p14:creationId xmlns:p14="http://schemas.microsoft.com/office/powerpoint/2010/main" val="21200393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35"/>
          <p:cNvSpPr txBox="1">
            <a:spLocks noGrp="1"/>
          </p:cNvSpPr>
          <p:nvPr>
            <p:ph type="title"/>
          </p:nvPr>
        </p:nvSpPr>
        <p:spPr>
          <a:xfrm>
            <a:off x="720000" y="532925"/>
            <a:ext cx="7704000" cy="440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CONTENTS OF THIS TEMPLATE</a:t>
            </a:r>
            <a:endParaRPr/>
          </a:p>
        </p:txBody>
      </p:sp>
      <p:sp>
        <p:nvSpPr>
          <p:cNvPr id="445" name="Google Shape;445;p35"/>
          <p:cNvSpPr txBox="1">
            <a:spLocks noGrp="1"/>
          </p:cNvSpPr>
          <p:nvPr>
            <p:ph type="body" idx="1"/>
          </p:nvPr>
        </p:nvSpPr>
        <p:spPr>
          <a:xfrm>
            <a:off x="720000" y="1321700"/>
            <a:ext cx="7704000" cy="3286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Here’s what you’ll find in this </a:t>
            </a:r>
            <a:r>
              <a:rPr lang="en" b="1">
                <a:uFill>
                  <a:noFill/>
                </a:uFill>
                <a:hlinkClick r:id="rId3"/>
              </a:rPr>
              <a:t>Slidesgo</a:t>
            </a:r>
            <a:r>
              <a:rPr lang="en"/>
              <a:t> template: </a:t>
            </a:r>
            <a:endParaRPr/>
          </a:p>
          <a:p>
            <a:pPr marL="457200" lvl="0" indent="-304800" algn="l" rtl="0">
              <a:spcBef>
                <a:spcPts val="0"/>
              </a:spcBef>
              <a:spcAft>
                <a:spcPts val="0"/>
              </a:spcAft>
              <a:buSzPts val="1200"/>
              <a:buAutoNum type="arabicPeriod"/>
            </a:pPr>
            <a:r>
              <a:rPr lang="en"/>
              <a:t>A slide structure based on a Workshop presentation, which you can easily adapt to your needs. For more info on how to edit the template, please visit </a:t>
            </a:r>
            <a:r>
              <a:rPr lang="en" b="1">
                <a:uFill>
                  <a:noFill/>
                </a:uFill>
                <a:hlinkClick r:id="rId4"/>
              </a:rPr>
              <a:t>Slidesgo School</a:t>
            </a:r>
            <a:r>
              <a:rPr lang="en"/>
              <a:t> or read our </a:t>
            </a:r>
            <a:r>
              <a:rPr lang="en" b="1">
                <a:uFill>
                  <a:noFill/>
                </a:uFill>
                <a:hlinkClick r:id="rId5"/>
              </a:rPr>
              <a:t>FAQs</a:t>
            </a:r>
            <a:r>
              <a:rPr lang="en"/>
              <a:t>.</a:t>
            </a:r>
            <a:endParaRPr/>
          </a:p>
          <a:p>
            <a:pPr marL="457200" lvl="0" indent="-304800" algn="l" rtl="0">
              <a:spcBef>
                <a:spcPts val="0"/>
              </a:spcBef>
              <a:spcAft>
                <a:spcPts val="0"/>
              </a:spcAft>
              <a:buSzPts val="1200"/>
              <a:buAutoNum type="arabicPeriod"/>
            </a:pPr>
            <a:r>
              <a:rPr lang="en"/>
              <a:t>An assortment of graphic resources that are suitable for use in the presentation can be found in the </a:t>
            </a:r>
            <a:r>
              <a:rPr lang="en" b="1">
                <a:solidFill>
                  <a:schemeClr val="hlink"/>
                </a:solidFill>
                <a:uFill>
                  <a:noFill/>
                </a:uFill>
                <a:hlinkClick r:id="rId6" action="ppaction://hlinksldjump"/>
              </a:rPr>
              <a:t>alternative resources slide</a:t>
            </a:r>
            <a:r>
              <a:rPr lang="en" b="1"/>
              <a:t>.</a:t>
            </a:r>
            <a:endParaRPr b="1"/>
          </a:p>
          <a:p>
            <a:pPr marL="457200" lvl="0" indent="-304800" algn="l" rtl="0">
              <a:spcBef>
                <a:spcPts val="0"/>
              </a:spcBef>
              <a:spcAft>
                <a:spcPts val="0"/>
              </a:spcAft>
              <a:buSzPts val="1200"/>
              <a:buAutoNum type="arabicPeriod"/>
            </a:pPr>
            <a:r>
              <a:rPr lang="en"/>
              <a:t>A </a:t>
            </a:r>
            <a:r>
              <a:rPr lang="en" b="1">
                <a:solidFill>
                  <a:schemeClr val="hlink"/>
                </a:solidFill>
                <a:uFill>
                  <a:noFill/>
                </a:uFill>
                <a:hlinkClick r:id="rId7" action="ppaction://hlinksldjump"/>
              </a:rPr>
              <a:t>thanks slide</a:t>
            </a:r>
            <a:r>
              <a:rPr lang="en"/>
              <a:t>, which you must keep so that proper credits for our design are given.</a:t>
            </a:r>
            <a:endParaRPr/>
          </a:p>
          <a:p>
            <a:pPr marL="457200" lvl="0" indent="-304800" algn="l" rtl="0">
              <a:spcBef>
                <a:spcPts val="0"/>
              </a:spcBef>
              <a:spcAft>
                <a:spcPts val="0"/>
              </a:spcAft>
              <a:buSzPts val="1200"/>
              <a:buAutoNum type="arabicPeriod"/>
            </a:pPr>
            <a:r>
              <a:rPr lang="en"/>
              <a:t>A </a:t>
            </a:r>
            <a:r>
              <a:rPr lang="en" b="1">
                <a:solidFill>
                  <a:schemeClr val="hlink"/>
                </a:solidFill>
                <a:uFill>
                  <a:noFill/>
                </a:uFill>
                <a:hlinkClick r:id="rId8" action="ppaction://hlinksldjump"/>
              </a:rPr>
              <a:t>resources slide</a:t>
            </a:r>
            <a:r>
              <a:rPr lang="en"/>
              <a:t>, where you’ll find links to all the elements used in the template.</a:t>
            </a:r>
            <a:endParaRPr/>
          </a:p>
          <a:p>
            <a:pPr marL="457200" lvl="0" indent="-304800" algn="l" rtl="0">
              <a:spcBef>
                <a:spcPts val="0"/>
              </a:spcBef>
              <a:spcAft>
                <a:spcPts val="0"/>
              </a:spcAft>
              <a:buSzPts val="1200"/>
              <a:buAutoNum type="arabicPeriod"/>
            </a:pPr>
            <a:r>
              <a:rPr lang="en" b="1">
                <a:solidFill>
                  <a:schemeClr val="hlink"/>
                </a:solidFill>
                <a:uFill>
                  <a:noFill/>
                </a:uFill>
                <a:hlinkClick r:id="rId9" action="ppaction://hlinksldjump"/>
              </a:rPr>
              <a:t>Instructions for use</a:t>
            </a:r>
            <a:r>
              <a:rPr lang="en"/>
              <a:t>.</a:t>
            </a:r>
            <a:endParaRPr/>
          </a:p>
          <a:p>
            <a:pPr marL="457200" lvl="0" indent="-304800" algn="l" rtl="0">
              <a:spcBef>
                <a:spcPts val="0"/>
              </a:spcBef>
              <a:spcAft>
                <a:spcPts val="0"/>
              </a:spcAft>
              <a:buSzPts val="1200"/>
              <a:buAutoNum type="arabicPeriod"/>
            </a:pPr>
            <a:r>
              <a:rPr lang="en"/>
              <a:t>Final slides with:</a:t>
            </a:r>
            <a:endParaRPr/>
          </a:p>
          <a:p>
            <a:pPr marL="914400" lvl="0" indent="-304800" algn="l" rtl="0">
              <a:spcBef>
                <a:spcPts val="0"/>
              </a:spcBef>
              <a:spcAft>
                <a:spcPts val="0"/>
              </a:spcAft>
              <a:buSzPts val="1200"/>
              <a:buChar char="●"/>
            </a:pPr>
            <a:r>
              <a:rPr lang="en"/>
              <a:t>The</a:t>
            </a:r>
            <a:r>
              <a:rPr lang="en">
                <a:solidFill>
                  <a:schemeClr val="hlink"/>
                </a:solidFill>
                <a:uFill>
                  <a:noFill/>
                </a:uFill>
                <a:hlinkClick r:id="rId10" action="ppaction://hlinksldjump"/>
              </a:rPr>
              <a:t> </a:t>
            </a:r>
            <a:r>
              <a:rPr lang="en" b="1">
                <a:solidFill>
                  <a:schemeClr val="hlink"/>
                </a:solidFill>
                <a:uFill>
                  <a:noFill/>
                </a:uFill>
                <a:hlinkClick r:id="rId10" action="ppaction://hlinksldjump"/>
              </a:rPr>
              <a:t>fonts and colors</a:t>
            </a:r>
            <a:r>
              <a:rPr lang="en"/>
              <a:t> used in the template.</a:t>
            </a:r>
            <a:endParaRPr/>
          </a:p>
          <a:p>
            <a:pPr marL="914400" lvl="0" indent="-304800" algn="l" rtl="0">
              <a:spcBef>
                <a:spcPts val="0"/>
              </a:spcBef>
              <a:spcAft>
                <a:spcPts val="0"/>
              </a:spcAft>
              <a:buSzPts val="1200"/>
              <a:buChar char="●"/>
            </a:pPr>
            <a:r>
              <a:rPr lang="en"/>
              <a:t>A </a:t>
            </a:r>
            <a:r>
              <a:rPr lang="en" b="1">
                <a:solidFill>
                  <a:schemeClr val="hlink"/>
                </a:solidFill>
                <a:uFill>
                  <a:noFill/>
                </a:uFill>
                <a:hlinkClick r:id="rId11" action="ppaction://hlinksldjump"/>
              </a:rPr>
              <a:t>selection of illustrations</a:t>
            </a:r>
            <a:r>
              <a:rPr lang="en" b="1"/>
              <a:t>.</a:t>
            </a:r>
            <a:r>
              <a:rPr lang="en"/>
              <a:t> You can also customize and animate them as you wish with the online editor. Visit</a:t>
            </a:r>
            <a:r>
              <a:rPr lang="en" b="1"/>
              <a:t> </a:t>
            </a:r>
            <a:r>
              <a:rPr lang="en" b="1">
                <a:uFill>
                  <a:noFill/>
                </a:uFill>
                <a:hlinkClick r:id="rId12"/>
              </a:rPr>
              <a:t>Storyset</a:t>
            </a:r>
            <a:r>
              <a:rPr lang="en"/>
              <a:t> to find more. </a:t>
            </a:r>
            <a:endParaRPr/>
          </a:p>
          <a:p>
            <a:pPr marL="914400" lvl="0" indent="-304800" algn="l" rtl="0">
              <a:spcBef>
                <a:spcPts val="0"/>
              </a:spcBef>
              <a:spcAft>
                <a:spcPts val="0"/>
              </a:spcAft>
              <a:buSzPts val="1200"/>
              <a:buChar char="●"/>
            </a:pPr>
            <a:r>
              <a:rPr lang="en"/>
              <a:t>More</a:t>
            </a:r>
            <a:r>
              <a:rPr lang="en">
                <a:solidFill>
                  <a:schemeClr val="hlink"/>
                </a:solidFill>
                <a:uFill>
                  <a:noFill/>
                </a:uFill>
                <a:hlinkClick r:id="rId13" action="ppaction://hlinksldjump"/>
              </a:rPr>
              <a:t> </a:t>
            </a:r>
            <a:r>
              <a:rPr lang="en" b="1">
                <a:solidFill>
                  <a:schemeClr val="hlink"/>
                </a:solidFill>
                <a:uFill>
                  <a:noFill/>
                </a:uFill>
                <a:hlinkClick r:id="rId13" action="ppaction://hlinksldjump"/>
              </a:rPr>
              <a:t>infographic resources</a:t>
            </a:r>
            <a:r>
              <a:rPr lang="en">
                <a:solidFill>
                  <a:schemeClr val="hlink"/>
                </a:solidFill>
                <a:uFill>
                  <a:noFill/>
                </a:uFill>
                <a:hlinkClick r:id="rId13" action="ppaction://hlinksldjump"/>
              </a:rPr>
              <a:t>,</a:t>
            </a:r>
            <a:r>
              <a:rPr lang="en"/>
              <a:t> whose size and color can be edited. </a:t>
            </a:r>
            <a:endParaRPr/>
          </a:p>
          <a:p>
            <a:pPr marL="914400" lvl="0" indent="-304800" algn="l" rtl="0">
              <a:spcBef>
                <a:spcPts val="0"/>
              </a:spcBef>
              <a:spcAft>
                <a:spcPts val="0"/>
              </a:spcAft>
              <a:buSzPts val="1200"/>
              <a:buChar char="●"/>
            </a:pPr>
            <a:r>
              <a:rPr lang="en"/>
              <a:t>Sets of </a:t>
            </a:r>
            <a:r>
              <a:rPr lang="en" b="1">
                <a:solidFill>
                  <a:schemeClr val="hlink"/>
                </a:solidFill>
                <a:uFill>
                  <a:noFill/>
                </a:uFill>
                <a:hlinkClick r:id="rId14" action="ppaction://hlinksldjump"/>
              </a:rPr>
              <a:t>customizable icons</a:t>
            </a:r>
            <a:r>
              <a:rPr lang="en"/>
              <a:t> of the following themes: general, business, avatar, creative process, education, help &amp; support, medical, nature, performing arts, SEO &amp; marketing, and teamwork.</a:t>
            </a:r>
            <a:endParaRPr/>
          </a:p>
          <a:p>
            <a:pPr marL="0" lvl="0" indent="0" algn="l" rtl="0">
              <a:spcBef>
                <a:spcPts val="0"/>
              </a:spcBef>
              <a:spcAft>
                <a:spcPts val="0"/>
              </a:spcAft>
              <a:buNone/>
            </a:pPr>
            <a:r>
              <a:rPr lang="en"/>
              <a:t>You can delete this slide when you’re done editing the presentation.</a:t>
            </a:r>
            <a:endParaRPr/>
          </a:p>
          <a:p>
            <a:pPr marL="0" lvl="0" indent="0" algn="l" rtl="0">
              <a:spcBef>
                <a:spcPts val="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36"/>
          <p:cNvSpPr txBox="1">
            <a:spLocks noGrp="1"/>
          </p:cNvSpPr>
          <p:nvPr>
            <p:ph type="title"/>
          </p:nvPr>
        </p:nvSpPr>
        <p:spPr>
          <a:xfrm>
            <a:off x="720000" y="1713172"/>
            <a:ext cx="21990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Theoretical lesson</a:t>
            </a:r>
            <a:endParaRPr/>
          </a:p>
        </p:txBody>
      </p:sp>
      <p:sp>
        <p:nvSpPr>
          <p:cNvPr id="451" name="Google Shape;451;p36"/>
          <p:cNvSpPr txBox="1">
            <a:spLocks noGrp="1"/>
          </p:cNvSpPr>
          <p:nvPr>
            <p:ph type="title" idx="2"/>
          </p:nvPr>
        </p:nvSpPr>
        <p:spPr>
          <a:xfrm>
            <a:off x="1181850" y="1149600"/>
            <a:ext cx="12753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452" name="Google Shape;452;p36"/>
          <p:cNvSpPr txBox="1">
            <a:spLocks noGrp="1"/>
          </p:cNvSpPr>
          <p:nvPr>
            <p:ph type="subTitle" idx="1"/>
          </p:nvPr>
        </p:nvSpPr>
        <p:spPr>
          <a:xfrm>
            <a:off x="720000" y="2329300"/>
            <a:ext cx="21990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mic Neue"/>
                <a:ea typeface="Comic Neue"/>
                <a:cs typeface="Comic Neue"/>
                <a:sym typeface="Comic Neue"/>
              </a:rPr>
              <a:t>You can describe the topic of the section here</a:t>
            </a:r>
            <a:endParaRPr>
              <a:latin typeface="Comic Neue"/>
              <a:ea typeface="Comic Neue"/>
              <a:cs typeface="Comic Neue"/>
              <a:sym typeface="Comic Neue"/>
            </a:endParaRPr>
          </a:p>
        </p:txBody>
      </p:sp>
      <p:sp>
        <p:nvSpPr>
          <p:cNvPr id="453" name="Google Shape;453;p36"/>
          <p:cNvSpPr txBox="1">
            <a:spLocks noGrp="1"/>
          </p:cNvSpPr>
          <p:nvPr>
            <p:ph type="title" idx="3"/>
          </p:nvPr>
        </p:nvSpPr>
        <p:spPr>
          <a:xfrm>
            <a:off x="3474631" y="1713172"/>
            <a:ext cx="21990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Features of the main topic</a:t>
            </a:r>
            <a:endParaRPr/>
          </a:p>
        </p:txBody>
      </p:sp>
      <p:sp>
        <p:nvSpPr>
          <p:cNvPr id="454" name="Google Shape;454;p36"/>
          <p:cNvSpPr txBox="1">
            <a:spLocks noGrp="1"/>
          </p:cNvSpPr>
          <p:nvPr>
            <p:ph type="title" idx="4"/>
          </p:nvPr>
        </p:nvSpPr>
        <p:spPr>
          <a:xfrm>
            <a:off x="3936481" y="1149600"/>
            <a:ext cx="12753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455" name="Google Shape;455;p36"/>
          <p:cNvSpPr txBox="1">
            <a:spLocks noGrp="1"/>
          </p:cNvSpPr>
          <p:nvPr>
            <p:ph type="subTitle" idx="5"/>
          </p:nvPr>
        </p:nvSpPr>
        <p:spPr>
          <a:xfrm>
            <a:off x="3474631" y="2329300"/>
            <a:ext cx="21990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mic Neue"/>
                <a:ea typeface="Comic Neue"/>
                <a:cs typeface="Comic Neue"/>
                <a:sym typeface="Comic Neue"/>
              </a:rPr>
              <a:t>You can describe the topic of the section here</a:t>
            </a:r>
            <a:endParaRPr>
              <a:latin typeface="Comic Neue"/>
              <a:ea typeface="Comic Neue"/>
              <a:cs typeface="Comic Neue"/>
              <a:sym typeface="Comic Neue"/>
            </a:endParaRPr>
          </a:p>
        </p:txBody>
      </p:sp>
      <p:sp>
        <p:nvSpPr>
          <p:cNvPr id="456" name="Google Shape;456;p36"/>
          <p:cNvSpPr txBox="1">
            <a:spLocks noGrp="1"/>
          </p:cNvSpPr>
          <p:nvPr>
            <p:ph type="title" idx="6"/>
          </p:nvPr>
        </p:nvSpPr>
        <p:spPr>
          <a:xfrm>
            <a:off x="6229287" y="1713172"/>
            <a:ext cx="21990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Tips from experts</a:t>
            </a:r>
            <a:endParaRPr/>
          </a:p>
        </p:txBody>
      </p:sp>
      <p:sp>
        <p:nvSpPr>
          <p:cNvPr id="457" name="Google Shape;457;p36"/>
          <p:cNvSpPr txBox="1">
            <a:spLocks noGrp="1"/>
          </p:cNvSpPr>
          <p:nvPr>
            <p:ph type="title" idx="7"/>
          </p:nvPr>
        </p:nvSpPr>
        <p:spPr>
          <a:xfrm>
            <a:off x="6691137" y="1149600"/>
            <a:ext cx="12753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458" name="Google Shape;458;p36"/>
          <p:cNvSpPr txBox="1">
            <a:spLocks noGrp="1"/>
          </p:cNvSpPr>
          <p:nvPr>
            <p:ph type="subTitle" idx="8"/>
          </p:nvPr>
        </p:nvSpPr>
        <p:spPr>
          <a:xfrm>
            <a:off x="6229287" y="2329300"/>
            <a:ext cx="21990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mic Neue"/>
                <a:ea typeface="Comic Neue"/>
                <a:cs typeface="Comic Neue"/>
                <a:sym typeface="Comic Neue"/>
              </a:rPr>
              <a:t>You can describe the topic of the section here</a:t>
            </a:r>
            <a:endParaRPr>
              <a:latin typeface="Comic Neue"/>
              <a:ea typeface="Comic Neue"/>
              <a:cs typeface="Comic Neue"/>
              <a:sym typeface="Comic Neue"/>
            </a:endParaRPr>
          </a:p>
        </p:txBody>
      </p:sp>
      <p:sp>
        <p:nvSpPr>
          <p:cNvPr id="459" name="Google Shape;459;p36"/>
          <p:cNvSpPr txBox="1">
            <a:spLocks noGrp="1"/>
          </p:cNvSpPr>
          <p:nvPr>
            <p:ph type="title" idx="9"/>
          </p:nvPr>
        </p:nvSpPr>
        <p:spPr>
          <a:xfrm>
            <a:off x="720000" y="3502572"/>
            <a:ext cx="21990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Practical exercise</a:t>
            </a:r>
            <a:endParaRPr/>
          </a:p>
        </p:txBody>
      </p:sp>
      <p:sp>
        <p:nvSpPr>
          <p:cNvPr id="460" name="Google Shape;460;p36"/>
          <p:cNvSpPr txBox="1">
            <a:spLocks noGrp="1"/>
          </p:cNvSpPr>
          <p:nvPr>
            <p:ph type="title" idx="13"/>
          </p:nvPr>
        </p:nvSpPr>
        <p:spPr>
          <a:xfrm>
            <a:off x="1181850" y="2939000"/>
            <a:ext cx="12753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461" name="Google Shape;461;p36"/>
          <p:cNvSpPr txBox="1">
            <a:spLocks noGrp="1"/>
          </p:cNvSpPr>
          <p:nvPr>
            <p:ph type="subTitle" idx="14"/>
          </p:nvPr>
        </p:nvSpPr>
        <p:spPr>
          <a:xfrm>
            <a:off x="720000" y="4118700"/>
            <a:ext cx="21990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mic Neue"/>
                <a:ea typeface="Comic Neue"/>
                <a:cs typeface="Comic Neue"/>
                <a:sym typeface="Comic Neue"/>
              </a:rPr>
              <a:t>You can describe the topic of the section here</a:t>
            </a:r>
            <a:endParaRPr>
              <a:latin typeface="Comic Neue"/>
              <a:ea typeface="Comic Neue"/>
              <a:cs typeface="Comic Neue"/>
              <a:sym typeface="Comic Neue"/>
            </a:endParaRPr>
          </a:p>
        </p:txBody>
      </p:sp>
      <p:sp>
        <p:nvSpPr>
          <p:cNvPr id="462" name="Google Shape;462;p36"/>
          <p:cNvSpPr txBox="1">
            <a:spLocks noGrp="1"/>
          </p:cNvSpPr>
          <p:nvPr>
            <p:ph type="title" idx="15"/>
          </p:nvPr>
        </p:nvSpPr>
        <p:spPr>
          <a:xfrm>
            <a:off x="3474631" y="3502572"/>
            <a:ext cx="21990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Extra information</a:t>
            </a:r>
            <a:endParaRPr/>
          </a:p>
        </p:txBody>
      </p:sp>
      <p:sp>
        <p:nvSpPr>
          <p:cNvPr id="463" name="Google Shape;463;p36"/>
          <p:cNvSpPr txBox="1">
            <a:spLocks noGrp="1"/>
          </p:cNvSpPr>
          <p:nvPr>
            <p:ph type="title" idx="16"/>
          </p:nvPr>
        </p:nvSpPr>
        <p:spPr>
          <a:xfrm>
            <a:off x="3936481" y="2939000"/>
            <a:ext cx="12753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464" name="Google Shape;464;p36"/>
          <p:cNvSpPr txBox="1">
            <a:spLocks noGrp="1"/>
          </p:cNvSpPr>
          <p:nvPr>
            <p:ph type="subTitle" idx="17"/>
          </p:nvPr>
        </p:nvSpPr>
        <p:spPr>
          <a:xfrm>
            <a:off x="3474631" y="4118700"/>
            <a:ext cx="21990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mic Neue"/>
                <a:ea typeface="Comic Neue"/>
                <a:cs typeface="Comic Neue"/>
                <a:sym typeface="Comic Neue"/>
              </a:rPr>
              <a:t>You can describe the topic of the section here</a:t>
            </a:r>
            <a:endParaRPr>
              <a:latin typeface="Comic Neue"/>
              <a:ea typeface="Comic Neue"/>
              <a:cs typeface="Comic Neue"/>
              <a:sym typeface="Comic Neue"/>
            </a:endParaRPr>
          </a:p>
        </p:txBody>
      </p:sp>
      <p:sp>
        <p:nvSpPr>
          <p:cNvPr id="465" name="Google Shape;465;p36"/>
          <p:cNvSpPr txBox="1">
            <a:spLocks noGrp="1"/>
          </p:cNvSpPr>
          <p:nvPr>
            <p:ph type="title" idx="18"/>
          </p:nvPr>
        </p:nvSpPr>
        <p:spPr>
          <a:xfrm>
            <a:off x="6229287" y="3502572"/>
            <a:ext cx="21990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Important</a:t>
            </a:r>
            <a:endParaRPr/>
          </a:p>
          <a:p>
            <a:pPr marL="0" lvl="0" indent="0" algn="ctr" rtl="0">
              <a:spcBef>
                <a:spcPts val="0"/>
              </a:spcBef>
              <a:spcAft>
                <a:spcPts val="0"/>
              </a:spcAft>
              <a:buNone/>
            </a:pPr>
            <a:r>
              <a:rPr lang="en"/>
              <a:t>conclusions</a:t>
            </a:r>
            <a:endParaRPr/>
          </a:p>
        </p:txBody>
      </p:sp>
      <p:sp>
        <p:nvSpPr>
          <p:cNvPr id="466" name="Google Shape;466;p36"/>
          <p:cNvSpPr txBox="1">
            <a:spLocks noGrp="1"/>
          </p:cNvSpPr>
          <p:nvPr>
            <p:ph type="title" idx="19"/>
          </p:nvPr>
        </p:nvSpPr>
        <p:spPr>
          <a:xfrm>
            <a:off x="6691137" y="2939000"/>
            <a:ext cx="12753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467" name="Google Shape;467;p36"/>
          <p:cNvSpPr txBox="1">
            <a:spLocks noGrp="1"/>
          </p:cNvSpPr>
          <p:nvPr>
            <p:ph type="subTitle" idx="20"/>
          </p:nvPr>
        </p:nvSpPr>
        <p:spPr>
          <a:xfrm>
            <a:off x="6229287" y="4118700"/>
            <a:ext cx="21990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mic Neue"/>
                <a:ea typeface="Comic Neue"/>
                <a:cs typeface="Comic Neue"/>
                <a:sym typeface="Comic Neue"/>
              </a:rPr>
              <a:t>You can describe the topic of the section here</a:t>
            </a:r>
            <a:endParaRPr>
              <a:latin typeface="Comic Neue"/>
              <a:ea typeface="Comic Neue"/>
              <a:cs typeface="Comic Neue"/>
              <a:sym typeface="Comic Neue"/>
            </a:endParaRPr>
          </a:p>
        </p:txBody>
      </p:sp>
      <p:sp>
        <p:nvSpPr>
          <p:cNvPr id="468" name="Google Shape;468;p36"/>
          <p:cNvSpPr txBox="1">
            <a:spLocks noGrp="1"/>
          </p:cNvSpPr>
          <p:nvPr>
            <p:ph type="title" idx="21"/>
          </p:nvPr>
        </p:nvSpPr>
        <p:spPr>
          <a:xfrm>
            <a:off x="720000" y="532925"/>
            <a:ext cx="7704000" cy="440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TABLE OF CONTENTS</a:t>
            </a:r>
            <a:endParaRPr/>
          </a:p>
        </p:txBody>
      </p:sp>
      <p:pic>
        <p:nvPicPr>
          <p:cNvPr id="469" name="Google Shape;469;p36"/>
          <p:cNvPicPr preferRelativeResize="0"/>
          <p:nvPr/>
        </p:nvPicPr>
        <p:blipFill>
          <a:blip r:embed="rId3">
            <a:alphaModFix/>
          </a:blip>
          <a:stretch>
            <a:fillRect/>
          </a:stretch>
        </p:blipFill>
        <p:spPr>
          <a:xfrm>
            <a:off x="607725" y="454550"/>
            <a:ext cx="936101" cy="7974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38"/>
          <p:cNvSpPr txBox="1">
            <a:spLocks noGrp="1"/>
          </p:cNvSpPr>
          <p:nvPr>
            <p:ph type="subTitle" idx="1"/>
          </p:nvPr>
        </p:nvSpPr>
        <p:spPr>
          <a:xfrm flipH="1">
            <a:off x="4255450" y="2013675"/>
            <a:ext cx="4173600" cy="1686600"/>
          </a:xfrm>
          <a:prstGeom prst="rect">
            <a:avLst/>
          </a:prstGeom>
        </p:spPr>
        <p:txBody>
          <a:bodyPr spcFirstLastPara="1" wrap="square" lIns="320025" tIns="91425" rIns="320025" bIns="91425" anchor="ctr" anchorCtr="0">
            <a:noAutofit/>
          </a:bodyPr>
          <a:lstStyle/>
          <a:p>
            <a:pPr marL="0" lvl="0" indent="0" algn="ctr" rtl="0">
              <a:spcBef>
                <a:spcPts val="0"/>
              </a:spcBef>
              <a:spcAft>
                <a:spcPts val="0"/>
              </a:spcAft>
              <a:buNone/>
            </a:pPr>
            <a:r>
              <a:rPr lang="en">
                <a:solidFill>
                  <a:schemeClr val="lt2"/>
                </a:solidFill>
              </a:rPr>
              <a:t>Venus</a:t>
            </a:r>
            <a:r>
              <a:rPr lang="en" b="1">
                <a:solidFill>
                  <a:schemeClr val="lt2"/>
                </a:solidFill>
              </a:rPr>
              <a:t> </a:t>
            </a:r>
            <a:r>
              <a:rPr lang="en">
                <a:solidFill>
                  <a:schemeClr val="lt2"/>
                </a:solidFill>
              </a:rPr>
              <a:t>has a beautiful name and is the second planet from the Sun. It’s terribly hot, even hotter than Mercury, and its atmosphere is extremely poisonous. It’s the second-brightest natural object in the night sky after the Moon</a:t>
            </a:r>
            <a:endParaRPr>
              <a:solidFill>
                <a:schemeClr val="lt2"/>
              </a:solidFill>
            </a:endParaRPr>
          </a:p>
        </p:txBody>
      </p:sp>
      <p:sp>
        <p:nvSpPr>
          <p:cNvPr id="482" name="Google Shape;482;p38"/>
          <p:cNvSpPr txBox="1">
            <a:spLocks noGrp="1"/>
          </p:cNvSpPr>
          <p:nvPr>
            <p:ph type="title"/>
          </p:nvPr>
        </p:nvSpPr>
        <p:spPr>
          <a:xfrm flipH="1">
            <a:off x="4255300" y="1443200"/>
            <a:ext cx="41736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INTRODUCTION</a:t>
            </a:r>
            <a:endParaRPr/>
          </a:p>
        </p:txBody>
      </p:sp>
      <p:pic>
        <p:nvPicPr>
          <p:cNvPr id="483" name="Google Shape;483;p38"/>
          <p:cNvPicPr preferRelativeResize="0"/>
          <p:nvPr/>
        </p:nvPicPr>
        <p:blipFill>
          <a:blip r:embed="rId3">
            <a:alphaModFix/>
          </a:blip>
          <a:stretch>
            <a:fillRect/>
          </a:stretch>
        </p:blipFill>
        <p:spPr>
          <a:xfrm rot="1080437">
            <a:off x="2247903" y="797622"/>
            <a:ext cx="1471344" cy="1929305"/>
          </a:xfrm>
          <a:prstGeom prst="rect">
            <a:avLst/>
          </a:prstGeom>
          <a:noFill/>
          <a:ln>
            <a:noFill/>
          </a:ln>
        </p:spPr>
      </p:pic>
      <p:grpSp>
        <p:nvGrpSpPr>
          <p:cNvPr id="484" name="Google Shape;484;p38"/>
          <p:cNvGrpSpPr/>
          <p:nvPr/>
        </p:nvGrpSpPr>
        <p:grpSpPr>
          <a:xfrm>
            <a:off x="1135125" y="3099823"/>
            <a:ext cx="2075924" cy="1423700"/>
            <a:chOff x="1135125" y="3099823"/>
            <a:chExt cx="2075924" cy="1423700"/>
          </a:xfrm>
        </p:grpSpPr>
        <p:pic>
          <p:nvPicPr>
            <p:cNvPr id="485" name="Google Shape;485;p38"/>
            <p:cNvPicPr preferRelativeResize="0"/>
            <p:nvPr/>
          </p:nvPicPr>
          <p:blipFill>
            <a:blip r:embed="rId4">
              <a:alphaModFix/>
            </a:blip>
            <a:stretch>
              <a:fillRect/>
            </a:stretch>
          </p:blipFill>
          <p:spPr>
            <a:xfrm rot="-299030">
              <a:off x="1185994" y="3183200"/>
              <a:ext cx="1974187" cy="1256946"/>
            </a:xfrm>
            <a:prstGeom prst="rect">
              <a:avLst/>
            </a:prstGeom>
            <a:noFill/>
            <a:ln>
              <a:noFill/>
            </a:ln>
          </p:spPr>
        </p:pic>
        <p:pic>
          <p:nvPicPr>
            <p:cNvPr id="486" name="Google Shape;486;p38"/>
            <p:cNvPicPr preferRelativeResize="0"/>
            <p:nvPr/>
          </p:nvPicPr>
          <p:blipFill>
            <a:blip r:embed="rId5">
              <a:alphaModFix/>
            </a:blip>
            <a:stretch>
              <a:fillRect/>
            </a:stretch>
          </p:blipFill>
          <p:spPr>
            <a:xfrm>
              <a:off x="1824900" y="3457775"/>
              <a:ext cx="696375" cy="593200"/>
            </a:xfrm>
            <a:prstGeom prst="rect">
              <a:avLst/>
            </a:prstGeom>
            <a:noFill/>
            <a:ln>
              <a:noFill/>
            </a:ln>
          </p:spPr>
        </p:pic>
      </p:grpSp>
      <p:pic>
        <p:nvPicPr>
          <p:cNvPr id="487" name="Google Shape;487;p38"/>
          <p:cNvPicPr preferRelativeResize="0"/>
          <p:nvPr/>
        </p:nvPicPr>
        <p:blipFill>
          <a:blip r:embed="rId6">
            <a:alphaModFix/>
          </a:blip>
          <a:stretch>
            <a:fillRect/>
          </a:stretch>
        </p:blipFill>
        <p:spPr>
          <a:xfrm rot="-1041134">
            <a:off x="1421850" y="1368050"/>
            <a:ext cx="206400" cy="144001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40"/>
          <p:cNvSpPr txBox="1">
            <a:spLocks noGrp="1"/>
          </p:cNvSpPr>
          <p:nvPr>
            <p:ph type="subTitle" idx="3"/>
          </p:nvPr>
        </p:nvSpPr>
        <p:spPr>
          <a:xfrm>
            <a:off x="1647050" y="3218200"/>
            <a:ext cx="2742000" cy="1088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Mercury is the closest planet to the Sun and the smallest one in the Solar System—it’s only a bit larger than the Moon</a:t>
            </a:r>
            <a:endParaRPr/>
          </a:p>
        </p:txBody>
      </p:sp>
      <p:sp>
        <p:nvSpPr>
          <p:cNvPr id="505" name="Google Shape;505;p40"/>
          <p:cNvSpPr txBox="1">
            <a:spLocks noGrp="1"/>
          </p:cNvSpPr>
          <p:nvPr>
            <p:ph type="title"/>
          </p:nvPr>
        </p:nvSpPr>
        <p:spPr>
          <a:xfrm>
            <a:off x="720000" y="532925"/>
            <a:ext cx="7704000" cy="440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IMPORTANT LESSON</a:t>
            </a:r>
            <a:endParaRPr/>
          </a:p>
        </p:txBody>
      </p:sp>
      <p:sp>
        <p:nvSpPr>
          <p:cNvPr id="506" name="Google Shape;506;p40"/>
          <p:cNvSpPr txBox="1">
            <a:spLocks noGrp="1"/>
          </p:cNvSpPr>
          <p:nvPr>
            <p:ph type="subTitle" idx="1"/>
          </p:nvPr>
        </p:nvSpPr>
        <p:spPr>
          <a:xfrm>
            <a:off x="1647050" y="2658820"/>
            <a:ext cx="2742000" cy="71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Concept 1</a:t>
            </a:r>
            <a:endParaRPr/>
          </a:p>
        </p:txBody>
      </p:sp>
      <p:sp>
        <p:nvSpPr>
          <p:cNvPr id="507" name="Google Shape;507;p40"/>
          <p:cNvSpPr txBox="1">
            <a:spLocks noGrp="1"/>
          </p:cNvSpPr>
          <p:nvPr>
            <p:ph type="subTitle" idx="2"/>
          </p:nvPr>
        </p:nvSpPr>
        <p:spPr>
          <a:xfrm>
            <a:off x="4753753" y="2658820"/>
            <a:ext cx="2743200" cy="71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Concept 2</a:t>
            </a:r>
            <a:endParaRPr/>
          </a:p>
        </p:txBody>
      </p:sp>
      <p:sp>
        <p:nvSpPr>
          <p:cNvPr id="508" name="Google Shape;508;p40"/>
          <p:cNvSpPr txBox="1">
            <a:spLocks noGrp="1"/>
          </p:cNvSpPr>
          <p:nvPr>
            <p:ph type="subTitle" idx="4"/>
          </p:nvPr>
        </p:nvSpPr>
        <p:spPr>
          <a:xfrm>
            <a:off x="4754353" y="3218200"/>
            <a:ext cx="2742000" cy="1088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Venus has a beautiful name and is the second planet from the Sun. It’s hot and has a very poisonous atmosphere</a:t>
            </a:r>
            <a:endParaRPr/>
          </a:p>
        </p:txBody>
      </p:sp>
      <p:sp>
        <p:nvSpPr>
          <p:cNvPr id="509" name="Google Shape;509;p40"/>
          <p:cNvSpPr/>
          <p:nvPr/>
        </p:nvSpPr>
        <p:spPr>
          <a:xfrm>
            <a:off x="2516300" y="1664800"/>
            <a:ext cx="1003500" cy="1003500"/>
          </a:xfrm>
          <a:prstGeom prst="ellipse">
            <a:avLst/>
          </a:prstGeom>
          <a:solidFill>
            <a:schemeClr val="lt2"/>
          </a:solidFill>
          <a:ln>
            <a:noFill/>
          </a:ln>
          <a:effectLst>
            <a:outerShdw blurRad="71438" dist="47625" dir="30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40"/>
          <p:cNvSpPr/>
          <p:nvPr/>
        </p:nvSpPr>
        <p:spPr>
          <a:xfrm>
            <a:off x="5623603" y="1664800"/>
            <a:ext cx="1003500" cy="1003500"/>
          </a:xfrm>
          <a:prstGeom prst="ellipse">
            <a:avLst/>
          </a:prstGeom>
          <a:solidFill>
            <a:schemeClr val="lt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1" name="Google Shape;511;p40"/>
          <p:cNvGrpSpPr/>
          <p:nvPr/>
        </p:nvGrpSpPr>
        <p:grpSpPr>
          <a:xfrm>
            <a:off x="2720311" y="1910562"/>
            <a:ext cx="595479" cy="529251"/>
            <a:chOff x="1190625" y="528075"/>
            <a:chExt cx="5214350" cy="4634425"/>
          </a:xfrm>
        </p:grpSpPr>
        <p:sp>
          <p:nvSpPr>
            <p:cNvPr id="512" name="Google Shape;512;p40"/>
            <p:cNvSpPr/>
            <p:nvPr/>
          </p:nvSpPr>
          <p:spPr>
            <a:xfrm>
              <a:off x="3225475" y="528075"/>
              <a:ext cx="3179500" cy="3369750"/>
            </a:xfrm>
            <a:custGeom>
              <a:avLst/>
              <a:gdLst/>
              <a:ahLst/>
              <a:cxnLst/>
              <a:rect l="l" t="t" r="r" b="b"/>
              <a:pathLst>
                <a:path w="127180" h="134790" extrusionOk="0">
                  <a:moveTo>
                    <a:pt x="91569" y="45378"/>
                  </a:moveTo>
                  <a:cubicBezTo>
                    <a:pt x="95802" y="45378"/>
                    <a:pt x="99220" y="48797"/>
                    <a:pt x="99220" y="52988"/>
                  </a:cubicBezTo>
                  <a:cubicBezTo>
                    <a:pt x="99220" y="57221"/>
                    <a:pt x="95802" y="60640"/>
                    <a:pt x="91569" y="60640"/>
                  </a:cubicBezTo>
                  <a:cubicBezTo>
                    <a:pt x="87337" y="60640"/>
                    <a:pt x="83959" y="57221"/>
                    <a:pt x="83959" y="52988"/>
                  </a:cubicBezTo>
                  <a:cubicBezTo>
                    <a:pt x="83959" y="48797"/>
                    <a:pt x="87337" y="45378"/>
                    <a:pt x="91569" y="45378"/>
                  </a:cubicBezTo>
                  <a:close/>
                  <a:moveTo>
                    <a:pt x="0" y="1"/>
                  </a:moveTo>
                  <a:lnTo>
                    <a:pt x="0" y="42326"/>
                  </a:lnTo>
                  <a:cubicBezTo>
                    <a:pt x="20349" y="41227"/>
                    <a:pt x="32151" y="38541"/>
                    <a:pt x="32680" y="38419"/>
                  </a:cubicBezTo>
                  <a:lnTo>
                    <a:pt x="42122" y="36058"/>
                  </a:lnTo>
                  <a:lnTo>
                    <a:pt x="61006" y="31378"/>
                  </a:lnTo>
                  <a:lnTo>
                    <a:pt x="61046" y="70936"/>
                  </a:lnTo>
                  <a:cubicBezTo>
                    <a:pt x="61901" y="70855"/>
                    <a:pt x="62715" y="70814"/>
                    <a:pt x="63610" y="70814"/>
                  </a:cubicBezTo>
                  <a:cubicBezTo>
                    <a:pt x="76226" y="70814"/>
                    <a:pt x="86482" y="81070"/>
                    <a:pt x="86482" y="93686"/>
                  </a:cubicBezTo>
                  <a:lnTo>
                    <a:pt x="61046" y="93686"/>
                  </a:lnTo>
                  <a:lnTo>
                    <a:pt x="61046" y="134790"/>
                  </a:lnTo>
                  <a:cubicBezTo>
                    <a:pt x="65116" y="134790"/>
                    <a:pt x="80459" y="131371"/>
                    <a:pt x="95435" y="122540"/>
                  </a:cubicBezTo>
                  <a:cubicBezTo>
                    <a:pt x="116191" y="110249"/>
                    <a:pt x="127179" y="92383"/>
                    <a:pt x="127179" y="70814"/>
                  </a:cubicBezTo>
                  <a:lnTo>
                    <a:pt x="127179" y="9768"/>
                  </a:lnTo>
                  <a:lnTo>
                    <a:pt x="127179" y="1"/>
                  </a:lnTo>
                  <a:lnTo>
                    <a:pt x="117697" y="2361"/>
                  </a:lnTo>
                  <a:cubicBezTo>
                    <a:pt x="117493" y="2402"/>
                    <a:pt x="97633" y="7204"/>
                    <a:pt x="63570" y="7204"/>
                  </a:cubicBezTo>
                  <a:cubicBezTo>
                    <a:pt x="29547" y="7204"/>
                    <a:pt x="9686" y="2402"/>
                    <a:pt x="9483" y="2361"/>
                  </a:cubicBez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40"/>
            <p:cNvSpPr/>
            <p:nvPr/>
          </p:nvSpPr>
          <p:spPr>
            <a:xfrm>
              <a:off x="1190625" y="1799875"/>
              <a:ext cx="3179475" cy="3362625"/>
            </a:xfrm>
            <a:custGeom>
              <a:avLst/>
              <a:gdLst/>
              <a:ahLst/>
              <a:cxnLst/>
              <a:rect l="l" t="t" r="r" b="b"/>
              <a:pathLst>
                <a:path w="127179" h="134505" extrusionOk="0">
                  <a:moveTo>
                    <a:pt x="35610" y="45378"/>
                  </a:moveTo>
                  <a:cubicBezTo>
                    <a:pt x="39843" y="45378"/>
                    <a:pt x="43261" y="48796"/>
                    <a:pt x="43261" y="52988"/>
                  </a:cubicBezTo>
                  <a:cubicBezTo>
                    <a:pt x="43261" y="57221"/>
                    <a:pt x="39843" y="60639"/>
                    <a:pt x="35610" y="60639"/>
                  </a:cubicBezTo>
                  <a:cubicBezTo>
                    <a:pt x="31378" y="60639"/>
                    <a:pt x="28000" y="57221"/>
                    <a:pt x="28000" y="52988"/>
                  </a:cubicBezTo>
                  <a:cubicBezTo>
                    <a:pt x="28000" y="48796"/>
                    <a:pt x="31378" y="45378"/>
                    <a:pt x="35610" y="45378"/>
                  </a:cubicBezTo>
                  <a:close/>
                  <a:moveTo>
                    <a:pt x="91569" y="45378"/>
                  </a:moveTo>
                  <a:cubicBezTo>
                    <a:pt x="95801" y="45378"/>
                    <a:pt x="99220" y="48796"/>
                    <a:pt x="99220" y="52988"/>
                  </a:cubicBezTo>
                  <a:cubicBezTo>
                    <a:pt x="99220" y="57221"/>
                    <a:pt x="95801" y="60639"/>
                    <a:pt x="91569" y="60639"/>
                  </a:cubicBezTo>
                  <a:cubicBezTo>
                    <a:pt x="87336" y="60639"/>
                    <a:pt x="83958" y="57221"/>
                    <a:pt x="83958" y="52988"/>
                  </a:cubicBezTo>
                  <a:cubicBezTo>
                    <a:pt x="83958" y="48796"/>
                    <a:pt x="87336" y="45378"/>
                    <a:pt x="91569" y="45378"/>
                  </a:cubicBezTo>
                  <a:close/>
                  <a:moveTo>
                    <a:pt x="86482" y="78424"/>
                  </a:moveTo>
                  <a:cubicBezTo>
                    <a:pt x="86482" y="91040"/>
                    <a:pt x="76226" y="101336"/>
                    <a:pt x="63610" y="101336"/>
                  </a:cubicBezTo>
                  <a:cubicBezTo>
                    <a:pt x="50953" y="101336"/>
                    <a:pt x="40697" y="91040"/>
                    <a:pt x="40697" y="78424"/>
                  </a:cubicBezTo>
                  <a:close/>
                  <a:moveTo>
                    <a:pt x="0" y="0"/>
                  </a:moveTo>
                  <a:lnTo>
                    <a:pt x="0" y="70813"/>
                  </a:lnTo>
                  <a:cubicBezTo>
                    <a:pt x="0" y="92383"/>
                    <a:pt x="10988" y="110249"/>
                    <a:pt x="31744" y="122540"/>
                  </a:cubicBezTo>
                  <a:cubicBezTo>
                    <a:pt x="46720" y="131371"/>
                    <a:pt x="61616" y="134138"/>
                    <a:pt x="62226" y="134260"/>
                  </a:cubicBezTo>
                  <a:lnTo>
                    <a:pt x="63610" y="134505"/>
                  </a:lnTo>
                  <a:lnTo>
                    <a:pt x="64953" y="134260"/>
                  </a:lnTo>
                  <a:cubicBezTo>
                    <a:pt x="65563" y="134138"/>
                    <a:pt x="80458" y="131371"/>
                    <a:pt x="95435" y="122540"/>
                  </a:cubicBezTo>
                  <a:cubicBezTo>
                    <a:pt x="116191" y="110249"/>
                    <a:pt x="127179" y="92383"/>
                    <a:pt x="127179" y="70813"/>
                  </a:cubicBezTo>
                  <a:lnTo>
                    <a:pt x="127179" y="9768"/>
                  </a:lnTo>
                  <a:lnTo>
                    <a:pt x="127179" y="0"/>
                  </a:lnTo>
                  <a:lnTo>
                    <a:pt x="117696" y="2361"/>
                  </a:lnTo>
                  <a:cubicBezTo>
                    <a:pt x="117493" y="2401"/>
                    <a:pt x="97633" y="7204"/>
                    <a:pt x="63610" y="7204"/>
                  </a:cubicBezTo>
                  <a:cubicBezTo>
                    <a:pt x="29546" y="7204"/>
                    <a:pt x="9686" y="2401"/>
                    <a:pt x="9482" y="2361"/>
                  </a:cubicBez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4" name="Google Shape;514;p40"/>
          <p:cNvSpPr/>
          <p:nvPr/>
        </p:nvSpPr>
        <p:spPr>
          <a:xfrm>
            <a:off x="5888499" y="1877300"/>
            <a:ext cx="473707" cy="595777"/>
          </a:xfrm>
          <a:custGeom>
            <a:avLst/>
            <a:gdLst/>
            <a:ahLst/>
            <a:cxnLst/>
            <a:rect l="l" t="t" r="r" b="b"/>
            <a:pathLst>
              <a:path w="166359" h="209228" extrusionOk="0">
                <a:moveTo>
                  <a:pt x="93524" y="98322"/>
                </a:moveTo>
                <a:lnTo>
                  <a:pt x="93524" y="113446"/>
                </a:lnTo>
                <a:lnTo>
                  <a:pt x="48154" y="113446"/>
                </a:lnTo>
                <a:lnTo>
                  <a:pt x="48154" y="98322"/>
                </a:lnTo>
                <a:close/>
                <a:moveTo>
                  <a:pt x="37829" y="0"/>
                </a:moveTo>
                <a:cubicBezTo>
                  <a:pt x="16979" y="0"/>
                  <a:pt x="1" y="16979"/>
                  <a:pt x="1" y="37829"/>
                </a:cubicBezTo>
                <a:cubicBezTo>
                  <a:pt x="1" y="50169"/>
                  <a:pt x="5969" y="61139"/>
                  <a:pt x="15164" y="68076"/>
                </a:cubicBezTo>
                <a:lnTo>
                  <a:pt x="15124" y="68076"/>
                </a:lnTo>
                <a:lnTo>
                  <a:pt x="15124" y="148734"/>
                </a:lnTo>
                <a:lnTo>
                  <a:pt x="46903" y="148734"/>
                </a:lnTo>
                <a:lnTo>
                  <a:pt x="16536" y="209227"/>
                </a:lnTo>
                <a:lnTo>
                  <a:pt x="33434" y="209227"/>
                </a:lnTo>
                <a:lnTo>
                  <a:pt x="63035" y="150347"/>
                </a:lnTo>
                <a:lnTo>
                  <a:pt x="63035" y="209227"/>
                </a:lnTo>
                <a:lnTo>
                  <a:pt x="78159" y="209227"/>
                </a:lnTo>
                <a:lnTo>
                  <a:pt x="78159" y="150347"/>
                </a:lnTo>
                <a:lnTo>
                  <a:pt x="107720" y="209227"/>
                </a:lnTo>
                <a:lnTo>
                  <a:pt x="124658" y="209227"/>
                </a:lnTo>
                <a:lnTo>
                  <a:pt x="94250" y="148734"/>
                </a:lnTo>
                <a:lnTo>
                  <a:pt x="126029" y="148734"/>
                </a:lnTo>
                <a:lnTo>
                  <a:pt x="126029" y="132320"/>
                </a:lnTo>
                <a:lnTo>
                  <a:pt x="166358" y="148935"/>
                </a:lnTo>
                <a:lnTo>
                  <a:pt x="166358" y="67834"/>
                </a:lnTo>
                <a:lnTo>
                  <a:pt x="126029" y="84449"/>
                </a:lnTo>
                <a:lnTo>
                  <a:pt x="126029" y="68076"/>
                </a:lnTo>
                <a:cubicBezTo>
                  <a:pt x="135224" y="61139"/>
                  <a:pt x="141153" y="50169"/>
                  <a:pt x="141153" y="37829"/>
                </a:cubicBezTo>
                <a:cubicBezTo>
                  <a:pt x="141153" y="16979"/>
                  <a:pt x="124214" y="0"/>
                  <a:pt x="103364" y="0"/>
                </a:cubicBezTo>
                <a:cubicBezTo>
                  <a:pt x="89370" y="0"/>
                  <a:pt x="77110" y="7663"/>
                  <a:pt x="70577" y="18995"/>
                </a:cubicBezTo>
                <a:cubicBezTo>
                  <a:pt x="64043" y="7663"/>
                  <a:pt x="51824" y="0"/>
                  <a:pt x="378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41"/>
          <p:cNvSpPr/>
          <p:nvPr/>
        </p:nvSpPr>
        <p:spPr>
          <a:xfrm>
            <a:off x="1538850" y="1656950"/>
            <a:ext cx="1003500" cy="1003500"/>
          </a:xfrm>
          <a:prstGeom prst="ellipse">
            <a:avLst/>
          </a:prstGeom>
          <a:solidFill>
            <a:schemeClr val="lt2"/>
          </a:solidFill>
          <a:ln>
            <a:noFill/>
          </a:ln>
          <a:effectLst>
            <a:outerShdw blurRad="71438" dist="47625" dir="30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41"/>
          <p:cNvSpPr/>
          <p:nvPr/>
        </p:nvSpPr>
        <p:spPr>
          <a:xfrm>
            <a:off x="4070250" y="1656950"/>
            <a:ext cx="1003500" cy="1003500"/>
          </a:xfrm>
          <a:prstGeom prst="ellipse">
            <a:avLst/>
          </a:prstGeom>
          <a:solidFill>
            <a:schemeClr val="lt2"/>
          </a:solidFill>
          <a:ln>
            <a:noFill/>
          </a:ln>
          <a:effectLst>
            <a:outerShdw blurRad="71438" dist="47625" dir="30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41"/>
          <p:cNvSpPr/>
          <p:nvPr/>
        </p:nvSpPr>
        <p:spPr>
          <a:xfrm>
            <a:off x="6601650" y="1740625"/>
            <a:ext cx="1003500" cy="1003500"/>
          </a:xfrm>
          <a:prstGeom prst="ellipse">
            <a:avLst/>
          </a:prstGeom>
          <a:solidFill>
            <a:schemeClr val="lt2"/>
          </a:solidFill>
          <a:ln>
            <a:noFill/>
          </a:ln>
          <a:effectLst>
            <a:outerShdw blurRad="71438" dist="47625" dir="30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41"/>
          <p:cNvSpPr txBox="1">
            <a:spLocks noGrp="1"/>
          </p:cNvSpPr>
          <p:nvPr>
            <p:ph type="title" idx="6"/>
          </p:nvPr>
        </p:nvSpPr>
        <p:spPr>
          <a:xfrm>
            <a:off x="720000" y="532925"/>
            <a:ext cx="7704000" cy="440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WHAT IS THIS TOPIC ABOUT?</a:t>
            </a:r>
            <a:endParaRPr/>
          </a:p>
        </p:txBody>
      </p:sp>
      <p:sp>
        <p:nvSpPr>
          <p:cNvPr id="523" name="Google Shape;523;p41"/>
          <p:cNvSpPr txBox="1">
            <a:spLocks noGrp="1"/>
          </p:cNvSpPr>
          <p:nvPr>
            <p:ph type="title"/>
          </p:nvPr>
        </p:nvSpPr>
        <p:spPr>
          <a:xfrm>
            <a:off x="872400" y="2720638"/>
            <a:ext cx="23364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Mercury</a:t>
            </a:r>
            <a:endParaRPr/>
          </a:p>
        </p:txBody>
      </p:sp>
      <p:sp>
        <p:nvSpPr>
          <p:cNvPr id="524" name="Google Shape;524;p41"/>
          <p:cNvSpPr txBox="1">
            <a:spLocks noGrp="1"/>
          </p:cNvSpPr>
          <p:nvPr>
            <p:ph type="subTitle" idx="1"/>
          </p:nvPr>
        </p:nvSpPr>
        <p:spPr>
          <a:xfrm>
            <a:off x="872400" y="3230975"/>
            <a:ext cx="2336400" cy="746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It’s the closest planet to the Sun and the smallest one in the Solar System</a:t>
            </a:r>
            <a:endParaRPr/>
          </a:p>
        </p:txBody>
      </p:sp>
      <p:sp>
        <p:nvSpPr>
          <p:cNvPr id="525" name="Google Shape;525;p41"/>
          <p:cNvSpPr txBox="1">
            <a:spLocks noGrp="1"/>
          </p:cNvSpPr>
          <p:nvPr>
            <p:ph type="title" idx="2"/>
          </p:nvPr>
        </p:nvSpPr>
        <p:spPr>
          <a:xfrm>
            <a:off x="3403800" y="2720638"/>
            <a:ext cx="23364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Venus</a:t>
            </a:r>
            <a:endParaRPr/>
          </a:p>
        </p:txBody>
      </p:sp>
      <p:sp>
        <p:nvSpPr>
          <p:cNvPr id="526" name="Google Shape;526;p41"/>
          <p:cNvSpPr txBox="1">
            <a:spLocks noGrp="1"/>
          </p:cNvSpPr>
          <p:nvPr>
            <p:ph type="subTitle" idx="3"/>
          </p:nvPr>
        </p:nvSpPr>
        <p:spPr>
          <a:xfrm>
            <a:off x="3403800" y="3230982"/>
            <a:ext cx="2336400" cy="746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Venus has a beautiful name and is the second planet from the Sun</a:t>
            </a:r>
            <a:endParaRPr/>
          </a:p>
        </p:txBody>
      </p:sp>
      <p:sp>
        <p:nvSpPr>
          <p:cNvPr id="527" name="Google Shape;527;p41"/>
          <p:cNvSpPr txBox="1">
            <a:spLocks noGrp="1"/>
          </p:cNvSpPr>
          <p:nvPr>
            <p:ph type="title" idx="4"/>
          </p:nvPr>
        </p:nvSpPr>
        <p:spPr>
          <a:xfrm>
            <a:off x="5935200" y="2720638"/>
            <a:ext cx="23364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Mars</a:t>
            </a:r>
            <a:endParaRPr/>
          </a:p>
        </p:txBody>
      </p:sp>
      <p:sp>
        <p:nvSpPr>
          <p:cNvPr id="528" name="Google Shape;528;p41"/>
          <p:cNvSpPr txBox="1">
            <a:spLocks noGrp="1"/>
          </p:cNvSpPr>
          <p:nvPr>
            <p:ph type="subTitle" idx="5"/>
          </p:nvPr>
        </p:nvSpPr>
        <p:spPr>
          <a:xfrm>
            <a:off x="5935200" y="3230982"/>
            <a:ext cx="2336400" cy="746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Despite being red, Mars is actually a cold place. It’s full of iron oxide dust</a:t>
            </a:r>
            <a:endParaRPr/>
          </a:p>
        </p:txBody>
      </p:sp>
      <p:sp>
        <p:nvSpPr>
          <p:cNvPr id="529" name="Google Shape;529;p41"/>
          <p:cNvSpPr/>
          <p:nvPr/>
        </p:nvSpPr>
        <p:spPr>
          <a:xfrm>
            <a:off x="1719015" y="1837115"/>
            <a:ext cx="643170" cy="643170"/>
          </a:xfrm>
          <a:custGeom>
            <a:avLst/>
            <a:gdLst/>
            <a:ahLst/>
            <a:cxnLst/>
            <a:rect l="l" t="t" r="r" b="b"/>
            <a:pathLst>
              <a:path w="209161" h="209161" extrusionOk="0">
                <a:moveTo>
                  <a:pt x="97284" y="29535"/>
                </a:moveTo>
                <a:lnTo>
                  <a:pt x="97284" y="44206"/>
                </a:lnTo>
                <a:cubicBezTo>
                  <a:pt x="69578" y="47552"/>
                  <a:pt x="47552" y="69578"/>
                  <a:pt x="44206" y="97284"/>
                </a:cubicBezTo>
                <a:lnTo>
                  <a:pt x="29535" y="97284"/>
                </a:lnTo>
                <a:cubicBezTo>
                  <a:pt x="32999" y="61522"/>
                  <a:pt x="61522" y="32999"/>
                  <a:pt x="97284" y="29535"/>
                </a:cubicBezTo>
                <a:close/>
                <a:moveTo>
                  <a:pt x="105067" y="72963"/>
                </a:moveTo>
                <a:cubicBezTo>
                  <a:pt x="108141" y="72963"/>
                  <a:pt x="110982" y="73313"/>
                  <a:pt x="113550" y="74053"/>
                </a:cubicBezTo>
                <a:cubicBezTo>
                  <a:pt x="116118" y="74792"/>
                  <a:pt x="118298" y="75843"/>
                  <a:pt x="120088" y="77205"/>
                </a:cubicBezTo>
                <a:cubicBezTo>
                  <a:pt x="121916" y="78567"/>
                  <a:pt x="123317" y="80201"/>
                  <a:pt x="124290" y="82108"/>
                </a:cubicBezTo>
                <a:cubicBezTo>
                  <a:pt x="125302" y="84015"/>
                  <a:pt x="125808" y="86116"/>
                  <a:pt x="125808" y="88451"/>
                </a:cubicBezTo>
                <a:cubicBezTo>
                  <a:pt x="125808" y="90202"/>
                  <a:pt x="125497" y="91836"/>
                  <a:pt x="124952" y="93432"/>
                </a:cubicBezTo>
                <a:cubicBezTo>
                  <a:pt x="124407" y="94988"/>
                  <a:pt x="123629" y="96428"/>
                  <a:pt x="122656" y="97712"/>
                </a:cubicBezTo>
                <a:cubicBezTo>
                  <a:pt x="121644" y="98996"/>
                  <a:pt x="120477" y="100047"/>
                  <a:pt x="119115" y="100903"/>
                </a:cubicBezTo>
                <a:cubicBezTo>
                  <a:pt x="117714" y="101759"/>
                  <a:pt x="116235" y="102304"/>
                  <a:pt x="114601" y="102615"/>
                </a:cubicBezTo>
                <a:cubicBezTo>
                  <a:pt x="116391" y="102966"/>
                  <a:pt x="118064" y="103588"/>
                  <a:pt x="119582" y="104483"/>
                </a:cubicBezTo>
                <a:cubicBezTo>
                  <a:pt x="121099" y="105378"/>
                  <a:pt x="122383" y="106546"/>
                  <a:pt x="123473" y="107908"/>
                </a:cubicBezTo>
                <a:cubicBezTo>
                  <a:pt x="124563" y="109270"/>
                  <a:pt x="125380" y="110865"/>
                  <a:pt x="125963" y="112616"/>
                </a:cubicBezTo>
                <a:cubicBezTo>
                  <a:pt x="126547" y="114406"/>
                  <a:pt x="126859" y="116313"/>
                  <a:pt x="126859" y="118375"/>
                </a:cubicBezTo>
                <a:cubicBezTo>
                  <a:pt x="126859" y="121099"/>
                  <a:pt x="126275" y="123551"/>
                  <a:pt x="125185" y="125730"/>
                </a:cubicBezTo>
                <a:cubicBezTo>
                  <a:pt x="124057" y="127948"/>
                  <a:pt x="122461" y="129816"/>
                  <a:pt x="120399" y="131334"/>
                </a:cubicBezTo>
                <a:cubicBezTo>
                  <a:pt x="118336" y="132890"/>
                  <a:pt x="115846" y="134096"/>
                  <a:pt x="112927" y="134914"/>
                </a:cubicBezTo>
                <a:cubicBezTo>
                  <a:pt x="110009" y="135770"/>
                  <a:pt x="106740" y="136198"/>
                  <a:pt x="103121" y="136198"/>
                </a:cubicBezTo>
                <a:cubicBezTo>
                  <a:pt x="94288" y="136198"/>
                  <a:pt x="87322" y="133591"/>
                  <a:pt x="82302" y="128415"/>
                </a:cubicBezTo>
                <a:lnTo>
                  <a:pt x="89852" y="118453"/>
                </a:lnTo>
                <a:cubicBezTo>
                  <a:pt x="91408" y="120088"/>
                  <a:pt x="93198" y="121333"/>
                  <a:pt x="95222" y="122150"/>
                </a:cubicBezTo>
                <a:cubicBezTo>
                  <a:pt x="97245" y="123006"/>
                  <a:pt x="99658" y="123434"/>
                  <a:pt x="102421" y="123434"/>
                </a:cubicBezTo>
                <a:cubicBezTo>
                  <a:pt x="109036" y="123434"/>
                  <a:pt x="112305" y="121021"/>
                  <a:pt x="112305" y="116157"/>
                </a:cubicBezTo>
                <a:cubicBezTo>
                  <a:pt x="112305" y="113550"/>
                  <a:pt x="111332" y="111565"/>
                  <a:pt x="109386" y="110203"/>
                </a:cubicBezTo>
                <a:cubicBezTo>
                  <a:pt x="107441" y="108880"/>
                  <a:pt x="104366" y="108219"/>
                  <a:pt x="100164" y="108219"/>
                </a:cubicBezTo>
                <a:lnTo>
                  <a:pt x="97557" y="108219"/>
                </a:lnTo>
                <a:lnTo>
                  <a:pt x="97557" y="98140"/>
                </a:lnTo>
                <a:lnTo>
                  <a:pt x="100436" y="98140"/>
                </a:lnTo>
                <a:cubicBezTo>
                  <a:pt x="103705" y="98140"/>
                  <a:pt x="106234" y="97479"/>
                  <a:pt x="108063" y="96156"/>
                </a:cubicBezTo>
                <a:cubicBezTo>
                  <a:pt x="109931" y="94794"/>
                  <a:pt x="110826" y="93004"/>
                  <a:pt x="110826" y="90786"/>
                </a:cubicBezTo>
                <a:cubicBezTo>
                  <a:pt x="110826" y="88879"/>
                  <a:pt x="110165" y="87439"/>
                  <a:pt x="108803" y="86427"/>
                </a:cubicBezTo>
                <a:cubicBezTo>
                  <a:pt x="107480" y="85454"/>
                  <a:pt x="105689" y="84948"/>
                  <a:pt x="103471" y="84948"/>
                </a:cubicBezTo>
                <a:cubicBezTo>
                  <a:pt x="101098" y="84948"/>
                  <a:pt x="98919" y="85532"/>
                  <a:pt x="96973" y="86661"/>
                </a:cubicBezTo>
                <a:cubicBezTo>
                  <a:pt x="95027" y="87789"/>
                  <a:pt x="93354" y="89424"/>
                  <a:pt x="92031" y="91486"/>
                </a:cubicBezTo>
                <a:lnTo>
                  <a:pt x="83197" y="81368"/>
                </a:lnTo>
                <a:cubicBezTo>
                  <a:pt x="84131" y="80123"/>
                  <a:pt x="85338" y="78995"/>
                  <a:pt x="86855" y="77944"/>
                </a:cubicBezTo>
                <a:cubicBezTo>
                  <a:pt x="88373" y="76893"/>
                  <a:pt x="90124" y="75998"/>
                  <a:pt x="92031" y="75298"/>
                </a:cubicBezTo>
                <a:cubicBezTo>
                  <a:pt x="93938" y="74559"/>
                  <a:pt x="96039" y="73975"/>
                  <a:pt x="98257" y="73586"/>
                </a:cubicBezTo>
                <a:cubicBezTo>
                  <a:pt x="100436" y="73158"/>
                  <a:pt x="102732" y="72963"/>
                  <a:pt x="105067" y="72963"/>
                </a:cubicBezTo>
                <a:close/>
                <a:moveTo>
                  <a:pt x="44206" y="111877"/>
                </a:moveTo>
                <a:cubicBezTo>
                  <a:pt x="47552" y="139583"/>
                  <a:pt x="69578" y="161608"/>
                  <a:pt x="97284" y="164955"/>
                </a:cubicBezTo>
                <a:lnTo>
                  <a:pt x="97284" y="179625"/>
                </a:lnTo>
                <a:cubicBezTo>
                  <a:pt x="61522" y="176162"/>
                  <a:pt x="32999" y="147638"/>
                  <a:pt x="29535" y="111877"/>
                </a:cubicBezTo>
                <a:close/>
                <a:moveTo>
                  <a:pt x="179625" y="111877"/>
                </a:moveTo>
                <a:cubicBezTo>
                  <a:pt x="176162" y="147638"/>
                  <a:pt x="147638" y="176162"/>
                  <a:pt x="111877" y="179625"/>
                </a:cubicBezTo>
                <a:lnTo>
                  <a:pt x="111877" y="164955"/>
                </a:lnTo>
                <a:cubicBezTo>
                  <a:pt x="139583" y="161608"/>
                  <a:pt x="161608" y="139583"/>
                  <a:pt x="164955" y="111877"/>
                </a:cubicBezTo>
                <a:close/>
                <a:moveTo>
                  <a:pt x="97284" y="0"/>
                </a:moveTo>
                <a:lnTo>
                  <a:pt x="97284" y="14904"/>
                </a:lnTo>
                <a:cubicBezTo>
                  <a:pt x="53467" y="18406"/>
                  <a:pt x="18406" y="53467"/>
                  <a:pt x="14904" y="97284"/>
                </a:cubicBezTo>
                <a:lnTo>
                  <a:pt x="0" y="97284"/>
                </a:lnTo>
                <a:lnTo>
                  <a:pt x="0" y="111877"/>
                </a:lnTo>
                <a:lnTo>
                  <a:pt x="14904" y="111877"/>
                </a:lnTo>
                <a:cubicBezTo>
                  <a:pt x="18406" y="155694"/>
                  <a:pt x="53467" y="190755"/>
                  <a:pt x="97284" y="194257"/>
                </a:cubicBezTo>
                <a:lnTo>
                  <a:pt x="97284" y="209161"/>
                </a:lnTo>
                <a:lnTo>
                  <a:pt x="111877" y="209161"/>
                </a:lnTo>
                <a:lnTo>
                  <a:pt x="111877" y="194257"/>
                </a:lnTo>
                <a:cubicBezTo>
                  <a:pt x="155694" y="190755"/>
                  <a:pt x="190755" y="155694"/>
                  <a:pt x="194257" y="111877"/>
                </a:cubicBezTo>
                <a:lnTo>
                  <a:pt x="209161" y="111877"/>
                </a:lnTo>
                <a:lnTo>
                  <a:pt x="209161" y="97284"/>
                </a:lnTo>
                <a:lnTo>
                  <a:pt x="164955" y="97284"/>
                </a:lnTo>
                <a:cubicBezTo>
                  <a:pt x="161608" y="69578"/>
                  <a:pt x="139583" y="47552"/>
                  <a:pt x="111877" y="44206"/>
                </a:cubicBezTo>
                <a:lnTo>
                  <a:pt x="111877" y="29535"/>
                </a:lnTo>
                <a:cubicBezTo>
                  <a:pt x="129232" y="31209"/>
                  <a:pt x="145381" y="38758"/>
                  <a:pt x="157873" y="51249"/>
                </a:cubicBezTo>
                <a:lnTo>
                  <a:pt x="168185" y="40937"/>
                </a:lnTo>
                <a:cubicBezTo>
                  <a:pt x="152931" y="25683"/>
                  <a:pt x="133163" y="16577"/>
                  <a:pt x="111877" y="14904"/>
                </a:cubicBezTo>
                <a:lnTo>
                  <a:pt x="11187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41"/>
          <p:cNvSpPr/>
          <p:nvPr/>
        </p:nvSpPr>
        <p:spPr>
          <a:xfrm>
            <a:off x="4282432" y="1909263"/>
            <a:ext cx="579136" cy="498874"/>
          </a:xfrm>
          <a:custGeom>
            <a:avLst/>
            <a:gdLst/>
            <a:ahLst/>
            <a:cxnLst/>
            <a:rect l="l" t="t" r="r" b="b"/>
            <a:pathLst>
              <a:path w="13062" h="11253" extrusionOk="0">
                <a:moveTo>
                  <a:pt x="5626" y="1522"/>
                </a:moveTo>
                <a:cubicBezTo>
                  <a:pt x="5802" y="1522"/>
                  <a:pt x="5980" y="1556"/>
                  <a:pt x="6149" y="1626"/>
                </a:cubicBezTo>
                <a:cubicBezTo>
                  <a:pt x="6660" y="1838"/>
                  <a:pt x="6994" y="2337"/>
                  <a:pt x="6994" y="2889"/>
                </a:cubicBezTo>
                <a:cubicBezTo>
                  <a:pt x="6993" y="3646"/>
                  <a:pt x="6381" y="4257"/>
                  <a:pt x="5625" y="4259"/>
                </a:cubicBezTo>
                <a:cubicBezTo>
                  <a:pt x="5071" y="4259"/>
                  <a:pt x="4573" y="3925"/>
                  <a:pt x="4361" y="3414"/>
                </a:cubicBezTo>
                <a:cubicBezTo>
                  <a:pt x="4149" y="2902"/>
                  <a:pt x="4266" y="2314"/>
                  <a:pt x="4658" y="1922"/>
                </a:cubicBezTo>
                <a:cubicBezTo>
                  <a:pt x="4920" y="1661"/>
                  <a:pt x="5270" y="1522"/>
                  <a:pt x="5626" y="1522"/>
                </a:cubicBezTo>
                <a:close/>
                <a:moveTo>
                  <a:pt x="8362" y="4259"/>
                </a:moveTo>
                <a:cubicBezTo>
                  <a:pt x="8916" y="4259"/>
                  <a:pt x="9415" y="4591"/>
                  <a:pt x="9626" y="5103"/>
                </a:cubicBezTo>
                <a:cubicBezTo>
                  <a:pt x="9839" y="5615"/>
                  <a:pt x="9721" y="6203"/>
                  <a:pt x="9330" y="6594"/>
                </a:cubicBezTo>
                <a:cubicBezTo>
                  <a:pt x="9067" y="6856"/>
                  <a:pt x="8717" y="6995"/>
                  <a:pt x="8361" y="6995"/>
                </a:cubicBezTo>
                <a:cubicBezTo>
                  <a:pt x="8185" y="6995"/>
                  <a:pt x="8008" y="6961"/>
                  <a:pt x="7839" y="6892"/>
                </a:cubicBezTo>
                <a:cubicBezTo>
                  <a:pt x="7327" y="6679"/>
                  <a:pt x="6994" y="6180"/>
                  <a:pt x="6994" y="5627"/>
                </a:cubicBezTo>
                <a:cubicBezTo>
                  <a:pt x="6994" y="4872"/>
                  <a:pt x="7608" y="4259"/>
                  <a:pt x="8362" y="4259"/>
                </a:cubicBezTo>
                <a:close/>
                <a:moveTo>
                  <a:pt x="2890" y="4259"/>
                </a:moveTo>
                <a:cubicBezTo>
                  <a:pt x="3644" y="4260"/>
                  <a:pt x="4256" y="4872"/>
                  <a:pt x="4257" y="5627"/>
                </a:cubicBezTo>
                <a:cubicBezTo>
                  <a:pt x="4257" y="6180"/>
                  <a:pt x="3923" y="6679"/>
                  <a:pt x="3413" y="6892"/>
                </a:cubicBezTo>
                <a:cubicBezTo>
                  <a:pt x="3244" y="6962"/>
                  <a:pt x="3066" y="6995"/>
                  <a:pt x="2890" y="6995"/>
                </a:cubicBezTo>
                <a:cubicBezTo>
                  <a:pt x="2533" y="6995"/>
                  <a:pt x="2183" y="6857"/>
                  <a:pt x="1921" y="6595"/>
                </a:cubicBezTo>
                <a:cubicBezTo>
                  <a:pt x="1530" y="6203"/>
                  <a:pt x="1413" y="5615"/>
                  <a:pt x="1624" y="5103"/>
                </a:cubicBezTo>
                <a:cubicBezTo>
                  <a:pt x="1837" y="4593"/>
                  <a:pt x="2336" y="4259"/>
                  <a:pt x="2890" y="4259"/>
                </a:cubicBezTo>
                <a:close/>
                <a:moveTo>
                  <a:pt x="5625" y="6996"/>
                </a:moveTo>
                <a:cubicBezTo>
                  <a:pt x="6179" y="6996"/>
                  <a:pt x="6678" y="7328"/>
                  <a:pt x="6890" y="7840"/>
                </a:cubicBezTo>
                <a:cubicBezTo>
                  <a:pt x="7101" y="8352"/>
                  <a:pt x="6984" y="8941"/>
                  <a:pt x="6593" y="9331"/>
                </a:cubicBezTo>
                <a:cubicBezTo>
                  <a:pt x="6332" y="9593"/>
                  <a:pt x="5982" y="9732"/>
                  <a:pt x="5626" y="9732"/>
                </a:cubicBezTo>
                <a:cubicBezTo>
                  <a:pt x="5450" y="9732"/>
                  <a:pt x="5271" y="9698"/>
                  <a:pt x="5102" y="9627"/>
                </a:cubicBezTo>
                <a:cubicBezTo>
                  <a:pt x="4590" y="9416"/>
                  <a:pt x="4257" y="8917"/>
                  <a:pt x="4257" y="8364"/>
                </a:cubicBezTo>
                <a:cubicBezTo>
                  <a:pt x="4257" y="7609"/>
                  <a:pt x="4870" y="6996"/>
                  <a:pt x="5625" y="6996"/>
                </a:cubicBezTo>
                <a:close/>
                <a:moveTo>
                  <a:pt x="5625" y="1"/>
                </a:moveTo>
                <a:cubicBezTo>
                  <a:pt x="2524" y="1"/>
                  <a:pt x="1" y="2525"/>
                  <a:pt x="1" y="5627"/>
                </a:cubicBezTo>
                <a:cubicBezTo>
                  <a:pt x="1" y="8729"/>
                  <a:pt x="2524" y="11253"/>
                  <a:pt x="5625" y="11253"/>
                </a:cubicBezTo>
                <a:lnTo>
                  <a:pt x="13062" y="11253"/>
                </a:lnTo>
                <a:lnTo>
                  <a:pt x="13062" y="10476"/>
                </a:lnTo>
                <a:lnTo>
                  <a:pt x="8693" y="10476"/>
                </a:lnTo>
                <a:cubicBezTo>
                  <a:pt x="10232" y="9335"/>
                  <a:pt x="11251" y="7597"/>
                  <a:pt x="11251" y="5627"/>
                </a:cubicBezTo>
                <a:cubicBezTo>
                  <a:pt x="11251" y="2525"/>
                  <a:pt x="8728" y="1"/>
                  <a:pt x="56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1" name="Google Shape;531;p41"/>
          <p:cNvGrpSpPr/>
          <p:nvPr/>
        </p:nvGrpSpPr>
        <p:grpSpPr>
          <a:xfrm>
            <a:off x="6903313" y="1966461"/>
            <a:ext cx="400174" cy="551827"/>
            <a:chOff x="6327475" y="2130150"/>
            <a:chExt cx="242500" cy="334400"/>
          </a:xfrm>
        </p:grpSpPr>
        <p:sp>
          <p:nvSpPr>
            <p:cNvPr id="532" name="Google Shape;532;p41"/>
            <p:cNvSpPr/>
            <p:nvPr/>
          </p:nvSpPr>
          <p:spPr>
            <a:xfrm>
              <a:off x="6327475" y="2289975"/>
              <a:ext cx="242500" cy="174575"/>
            </a:xfrm>
            <a:custGeom>
              <a:avLst/>
              <a:gdLst/>
              <a:ahLst/>
              <a:cxnLst/>
              <a:rect l="l" t="t" r="r" b="b"/>
              <a:pathLst>
                <a:path w="9700" h="6983" extrusionOk="0">
                  <a:moveTo>
                    <a:pt x="1844" y="776"/>
                  </a:moveTo>
                  <a:cubicBezTo>
                    <a:pt x="2046" y="2022"/>
                    <a:pt x="3022" y="2999"/>
                    <a:pt x="4269" y="3200"/>
                  </a:cubicBezTo>
                  <a:lnTo>
                    <a:pt x="4269" y="4131"/>
                  </a:lnTo>
                  <a:cubicBezTo>
                    <a:pt x="2516" y="3922"/>
                    <a:pt x="1124" y="2528"/>
                    <a:pt x="913" y="776"/>
                  </a:cubicBezTo>
                  <a:close/>
                  <a:moveTo>
                    <a:pt x="8788" y="776"/>
                  </a:moveTo>
                  <a:cubicBezTo>
                    <a:pt x="8577" y="2528"/>
                    <a:pt x="7185" y="3920"/>
                    <a:pt x="5432" y="4131"/>
                  </a:cubicBezTo>
                  <a:lnTo>
                    <a:pt x="5432" y="3200"/>
                  </a:lnTo>
                  <a:cubicBezTo>
                    <a:pt x="6677" y="2999"/>
                    <a:pt x="7655" y="2022"/>
                    <a:pt x="7856" y="776"/>
                  </a:cubicBezTo>
                  <a:close/>
                  <a:moveTo>
                    <a:pt x="0" y="1"/>
                  </a:moveTo>
                  <a:lnTo>
                    <a:pt x="0" y="466"/>
                  </a:lnTo>
                  <a:cubicBezTo>
                    <a:pt x="0" y="2962"/>
                    <a:pt x="1877" y="5019"/>
                    <a:pt x="4269" y="5254"/>
                  </a:cubicBezTo>
                  <a:lnTo>
                    <a:pt x="4269" y="6208"/>
                  </a:lnTo>
                  <a:lnTo>
                    <a:pt x="1941" y="6208"/>
                  </a:lnTo>
                  <a:lnTo>
                    <a:pt x="1941" y="6983"/>
                  </a:lnTo>
                  <a:lnTo>
                    <a:pt x="7760" y="6983"/>
                  </a:lnTo>
                  <a:lnTo>
                    <a:pt x="7760" y="6208"/>
                  </a:lnTo>
                  <a:lnTo>
                    <a:pt x="5432" y="6208"/>
                  </a:lnTo>
                  <a:lnTo>
                    <a:pt x="5432" y="5254"/>
                  </a:lnTo>
                  <a:cubicBezTo>
                    <a:pt x="7824" y="5019"/>
                    <a:pt x="9699" y="2962"/>
                    <a:pt x="9699" y="465"/>
                  </a:cubicBezTo>
                  <a:lnTo>
                    <a:pt x="96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41"/>
            <p:cNvSpPr/>
            <p:nvPr/>
          </p:nvSpPr>
          <p:spPr>
            <a:xfrm>
              <a:off x="6375975" y="2130150"/>
              <a:ext cx="145525" cy="130750"/>
            </a:xfrm>
            <a:custGeom>
              <a:avLst/>
              <a:gdLst/>
              <a:ahLst/>
              <a:cxnLst/>
              <a:rect l="l" t="t" r="r" b="b"/>
              <a:pathLst>
                <a:path w="5821" h="5230" extrusionOk="0">
                  <a:moveTo>
                    <a:pt x="2910" y="0"/>
                  </a:moveTo>
                  <a:cubicBezTo>
                    <a:pt x="1305" y="0"/>
                    <a:pt x="1" y="1310"/>
                    <a:pt x="1" y="2922"/>
                  </a:cubicBezTo>
                  <a:lnTo>
                    <a:pt x="1" y="5230"/>
                  </a:lnTo>
                  <a:lnTo>
                    <a:pt x="5820" y="5230"/>
                  </a:lnTo>
                  <a:lnTo>
                    <a:pt x="5820" y="3010"/>
                  </a:lnTo>
                  <a:cubicBezTo>
                    <a:pt x="5820" y="1629"/>
                    <a:pt x="4905" y="363"/>
                    <a:pt x="3556" y="71"/>
                  </a:cubicBezTo>
                  <a:cubicBezTo>
                    <a:pt x="3337" y="23"/>
                    <a:pt x="3121" y="0"/>
                    <a:pt x="29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42"/>
          <p:cNvSpPr txBox="1">
            <a:spLocks noGrp="1"/>
          </p:cNvSpPr>
          <p:nvPr>
            <p:ph type="title"/>
          </p:nvPr>
        </p:nvSpPr>
        <p:spPr>
          <a:xfrm>
            <a:off x="1959913" y="1420275"/>
            <a:ext cx="24771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Mercury</a:t>
            </a:r>
            <a:endParaRPr/>
          </a:p>
        </p:txBody>
      </p:sp>
      <p:sp>
        <p:nvSpPr>
          <p:cNvPr id="539" name="Google Shape;539;p42"/>
          <p:cNvSpPr txBox="1">
            <a:spLocks noGrp="1"/>
          </p:cNvSpPr>
          <p:nvPr>
            <p:ph type="subTitle" idx="1"/>
          </p:nvPr>
        </p:nvSpPr>
        <p:spPr>
          <a:xfrm>
            <a:off x="1959913" y="1912385"/>
            <a:ext cx="2477100" cy="716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Mercury is the closest planet to the Sun and the smallest one in the Solar System</a:t>
            </a:r>
            <a:endParaRPr/>
          </a:p>
        </p:txBody>
      </p:sp>
      <p:sp>
        <p:nvSpPr>
          <p:cNvPr id="540" name="Google Shape;540;p42"/>
          <p:cNvSpPr txBox="1">
            <a:spLocks noGrp="1"/>
          </p:cNvSpPr>
          <p:nvPr>
            <p:ph type="title" idx="2"/>
          </p:nvPr>
        </p:nvSpPr>
        <p:spPr>
          <a:xfrm>
            <a:off x="4706965" y="1420275"/>
            <a:ext cx="2477100" cy="527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Mars</a:t>
            </a:r>
            <a:endParaRPr/>
          </a:p>
        </p:txBody>
      </p:sp>
      <p:sp>
        <p:nvSpPr>
          <p:cNvPr id="541" name="Google Shape;541;p42"/>
          <p:cNvSpPr txBox="1">
            <a:spLocks noGrp="1"/>
          </p:cNvSpPr>
          <p:nvPr>
            <p:ph type="subTitle" idx="3"/>
          </p:nvPr>
        </p:nvSpPr>
        <p:spPr>
          <a:xfrm>
            <a:off x="4706965" y="1912385"/>
            <a:ext cx="2477100" cy="7164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Despite being red, Mars is actually a cold place. It’s full of iron oxide dust</a:t>
            </a:r>
            <a:endParaRPr/>
          </a:p>
        </p:txBody>
      </p:sp>
      <p:sp>
        <p:nvSpPr>
          <p:cNvPr id="542" name="Google Shape;542;p42"/>
          <p:cNvSpPr txBox="1">
            <a:spLocks noGrp="1"/>
          </p:cNvSpPr>
          <p:nvPr>
            <p:ph type="title" idx="8"/>
          </p:nvPr>
        </p:nvSpPr>
        <p:spPr>
          <a:xfrm>
            <a:off x="720000" y="532925"/>
            <a:ext cx="7704000" cy="440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FEATURES OF THE TOPIC</a:t>
            </a:r>
            <a:endParaRPr/>
          </a:p>
        </p:txBody>
      </p:sp>
      <p:sp>
        <p:nvSpPr>
          <p:cNvPr id="543" name="Google Shape;543;p42"/>
          <p:cNvSpPr txBox="1">
            <a:spLocks noGrp="1"/>
          </p:cNvSpPr>
          <p:nvPr>
            <p:ph type="title" idx="4"/>
          </p:nvPr>
        </p:nvSpPr>
        <p:spPr>
          <a:xfrm>
            <a:off x="1959913" y="2963850"/>
            <a:ext cx="24771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Venus</a:t>
            </a:r>
            <a:endParaRPr/>
          </a:p>
        </p:txBody>
      </p:sp>
      <p:sp>
        <p:nvSpPr>
          <p:cNvPr id="544" name="Google Shape;544;p42"/>
          <p:cNvSpPr txBox="1">
            <a:spLocks noGrp="1"/>
          </p:cNvSpPr>
          <p:nvPr>
            <p:ph type="subTitle" idx="5"/>
          </p:nvPr>
        </p:nvSpPr>
        <p:spPr>
          <a:xfrm>
            <a:off x="1959913" y="3454986"/>
            <a:ext cx="2477100" cy="716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accent6"/>
              </a:buClr>
              <a:buSzPts val="1100"/>
              <a:buFont typeface="Arial"/>
              <a:buNone/>
            </a:pPr>
            <a:r>
              <a:rPr lang="en"/>
              <a:t>Venus has a beautiful name and is the second planet from the Sun</a:t>
            </a:r>
            <a:endParaRPr/>
          </a:p>
        </p:txBody>
      </p:sp>
      <p:sp>
        <p:nvSpPr>
          <p:cNvPr id="545" name="Google Shape;545;p42"/>
          <p:cNvSpPr txBox="1">
            <a:spLocks noGrp="1"/>
          </p:cNvSpPr>
          <p:nvPr>
            <p:ph type="title" idx="6"/>
          </p:nvPr>
        </p:nvSpPr>
        <p:spPr>
          <a:xfrm>
            <a:off x="4706965" y="2963850"/>
            <a:ext cx="2477100" cy="527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Jupiter</a:t>
            </a:r>
            <a:endParaRPr/>
          </a:p>
        </p:txBody>
      </p:sp>
      <p:sp>
        <p:nvSpPr>
          <p:cNvPr id="546" name="Google Shape;546;p42"/>
          <p:cNvSpPr txBox="1">
            <a:spLocks noGrp="1"/>
          </p:cNvSpPr>
          <p:nvPr>
            <p:ph type="subTitle" idx="7"/>
          </p:nvPr>
        </p:nvSpPr>
        <p:spPr>
          <a:xfrm>
            <a:off x="4706965" y="3454986"/>
            <a:ext cx="2477100" cy="7164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Jupiter</a:t>
            </a:r>
            <a:r>
              <a:rPr lang="en" b="1"/>
              <a:t> </a:t>
            </a:r>
            <a:r>
              <a:rPr lang="en"/>
              <a:t>is a gas giant and the biggest planet in the entire Solar System</a:t>
            </a:r>
            <a:endParaRPr/>
          </a:p>
        </p:txBody>
      </p:sp>
      <p:sp>
        <p:nvSpPr>
          <p:cNvPr id="547" name="Google Shape;547;p42"/>
          <p:cNvSpPr/>
          <p:nvPr/>
        </p:nvSpPr>
        <p:spPr>
          <a:xfrm>
            <a:off x="910525" y="1565051"/>
            <a:ext cx="973200" cy="973200"/>
          </a:xfrm>
          <a:prstGeom prst="ellipse">
            <a:avLst/>
          </a:prstGeom>
          <a:solidFill>
            <a:schemeClr val="lt2"/>
          </a:solidFill>
          <a:ln>
            <a:noFill/>
          </a:ln>
          <a:effectLst>
            <a:outerShdw blurRad="71438" dist="47625" dir="30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42"/>
          <p:cNvSpPr/>
          <p:nvPr/>
        </p:nvSpPr>
        <p:spPr>
          <a:xfrm>
            <a:off x="910525" y="3159626"/>
            <a:ext cx="973200" cy="973200"/>
          </a:xfrm>
          <a:prstGeom prst="ellipse">
            <a:avLst/>
          </a:prstGeom>
          <a:solidFill>
            <a:schemeClr val="lt2"/>
          </a:solidFill>
          <a:ln>
            <a:noFill/>
          </a:ln>
          <a:effectLst>
            <a:outerShdw blurRad="71438" dist="47625" dir="30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42"/>
          <p:cNvSpPr/>
          <p:nvPr/>
        </p:nvSpPr>
        <p:spPr>
          <a:xfrm>
            <a:off x="7260275" y="1565051"/>
            <a:ext cx="973200" cy="973200"/>
          </a:xfrm>
          <a:prstGeom prst="ellipse">
            <a:avLst/>
          </a:prstGeom>
          <a:solidFill>
            <a:schemeClr val="lt2"/>
          </a:solidFill>
          <a:ln>
            <a:noFill/>
          </a:ln>
          <a:effectLst>
            <a:outerShdw blurRad="71438" dist="47625" dir="30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42"/>
          <p:cNvSpPr/>
          <p:nvPr/>
        </p:nvSpPr>
        <p:spPr>
          <a:xfrm>
            <a:off x="7260275" y="3159626"/>
            <a:ext cx="973200" cy="973200"/>
          </a:xfrm>
          <a:prstGeom prst="ellipse">
            <a:avLst/>
          </a:prstGeom>
          <a:solidFill>
            <a:schemeClr val="lt2"/>
          </a:solidFill>
          <a:ln>
            <a:noFill/>
          </a:ln>
          <a:effectLst>
            <a:outerShdw blurRad="71438" dist="47625" dir="30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42"/>
          <p:cNvSpPr/>
          <p:nvPr/>
        </p:nvSpPr>
        <p:spPr>
          <a:xfrm>
            <a:off x="1124550" y="1794148"/>
            <a:ext cx="459113" cy="515023"/>
          </a:xfrm>
          <a:custGeom>
            <a:avLst/>
            <a:gdLst/>
            <a:ahLst/>
            <a:cxnLst/>
            <a:rect l="l" t="t" r="r" b="b"/>
            <a:pathLst>
              <a:path w="12416" h="13928" extrusionOk="0">
                <a:moveTo>
                  <a:pt x="12415" y="1"/>
                </a:moveTo>
                <a:lnTo>
                  <a:pt x="3880" y="1707"/>
                </a:lnTo>
                <a:lnTo>
                  <a:pt x="3880" y="8798"/>
                </a:lnTo>
                <a:cubicBezTo>
                  <a:pt x="3880" y="8798"/>
                  <a:pt x="3250" y="8429"/>
                  <a:pt x="2749" y="8429"/>
                </a:cubicBezTo>
                <a:cubicBezTo>
                  <a:pt x="1234" y="8429"/>
                  <a:pt x="1" y="9662"/>
                  <a:pt x="1" y="11178"/>
                </a:cubicBezTo>
                <a:cubicBezTo>
                  <a:pt x="1" y="12693"/>
                  <a:pt x="1234" y="13928"/>
                  <a:pt x="2749" y="13928"/>
                </a:cubicBezTo>
                <a:cubicBezTo>
                  <a:pt x="4266" y="13928"/>
                  <a:pt x="5431" y="11178"/>
                  <a:pt x="5431" y="11178"/>
                </a:cubicBezTo>
                <a:lnTo>
                  <a:pt x="5431" y="2800"/>
                </a:lnTo>
                <a:lnTo>
                  <a:pt x="10864" y="1713"/>
                </a:lnTo>
                <a:lnTo>
                  <a:pt x="10864" y="7424"/>
                </a:lnTo>
                <a:cubicBezTo>
                  <a:pt x="10864" y="7424"/>
                  <a:pt x="10123" y="7055"/>
                  <a:pt x="9623" y="7055"/>
                </a:cubicBezTo>
                <a:cubicBezTo>
                  <a:pt x="8106" y="7055"/>
                  <a:pt x="6873" y="8289"/>
                  <a:pt x="6873" y="9804"/>
                </a:cubicBezTo>
                <a:cubicBezTo>
                  <a:pt x="6873" y="11319"/>
                  <a:pt x="8106" y="12554"/>
                  <a:pt x="9623" y="12554"/>
                </a:cubicBezTo>
                <a:cubicBezTo>
                  <a:pt x="11140" y="12554"/>
                  <a:pt x="12415" y="9804"/>
                  <a:pt x="12415" y="9804"/>
                </a:cubicBezTo>
                <a:lnTo>
                  <a:pt x="124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42"/>
          <p:cNvSpPr/>
          <p:nvPr/>
        </p:nvSpPr>
        <p:spPr>
          <a:xfrm>
            <a:off x="7531684" y="1786227"/>
            <a:ext cx="430381" cy="530849"/>
          </a:xfrm>
          <a:custGeom>
            <a:avLst/>
            <a:gdLst/>
            <a:ahLst/>
            <a:cxnLst/>
            <a:rect l="l" t="t" r="r" b="b"/>
            <a:pathLst>
              <a:path w="11639" h="14356" extrusionOk="0">
                <a:moveTo>
                  <a:pt x="6356" y="2140"/>
                </a:moveTo>
                <a:lnTo>
                  <a:pt x="6804" y="3050"/>
                </a:lnTo>
                <a:lnTo>
                  <a:pt x="7807" y="3196"/>
                </a:lnTo>
                <a:lnTo>
                  <a:pt x="7081" y="3903"/>
                </a:lnTo>
                <a:lnTo>
                  <a:pt x="7252" y="4902"/>
                </a:lnTo>
                <a:lnTo>
                  <a:pt x="6354" y="4430"/>
                </a:lnTo>
                <a:lnTo>
                  <a:pt x="5458" y="4902"/>
                </a:lnTo>
                <a:lnTo>
                  <a:pt x="5628" y="3903"/>
                </a:lnTo>
                <a:lnTo>
                  <a:pt x="4902" y="3196"/>
                </a:lnTo>
                <a:lnTo>
                  <a:pt x="5906" y="3050"/>
                </a:lnTo>
                <a:lnTo>
                  <a:pt x="6356" y="2140"/>
                </a:lnTo>
                <a:close/>
                <a:moveTo>
                  <a:pt x="9700" y="5820"/>
                </a:moveTo>
                <a:lnTo>
                  <a:pt x="9700" y="6984"/>
                </a:lnTo>
                <a:lnTo>
                  <a:pt x="3104" y="6984"/>
                </a:lnTo>
                <a:lnTo>
                  <a:pt x="3104" y="5820"/>
                </a:lnTo>
                <a:close/>
                <a:moveTo>
                  <a:pt x="9700" y="8148"/>
                </a:moveTo>
                <a:lnTo>
                  <a:pt x="9700" y="9312"/>
                </a:lnTo>
                <a:lnTo>
                  <a:pt x="3104" y="9312"/>
                </a:lnTo>
                <a:lnTo>
                  <a:pt x="3104" y="8148"/>
                </a:lnTo>
                <a:close/>
                <a:moveTo>
                  <a:pt x="9700" y="10476"/>
                </a:moveTo>
                <a:lnTo>
                  <a:pt x="9700" y="11640"/>
                </a:lnTo>
                <a:lnTo>
                  <a:pt x="3104" y="11640"/>
                </a:lnTo>
                <a:lnTo>
                  <a:pt x="3104" y="10476"/>
                </a:lnTo>
                <a:close/>
                <a:moveTo>
                  <a:pt x="776" y="0"/>
                </a:moveTo>
                <a:lnTo>
                  <a:pt x="776" y="1164"/>
                </a:lnTo>
                <a:lnTo>
                  <a:pt x="1" y="1164"/>
                </a:lnTo>
                <a:lnTo>
                  <a:pt x="1" y="2328"/>
                </a:lnTo>
                <a:lnTo>
                  <a:pt x="776" y="2328"/>
                </a:lnTo>
                <a:lnTo>
                  <a:pt x="776" y="4656"/>
                </a:lnTo>
                <a:lnTo>
                  <a:pt x="1" y="4656"/>
                </a:lnTo>
                <a:lnTo>
                  <a:pt x="1" y="5820"/>
                </a:lnTo>
                <a:lnTo>
                  <a:pt x="776" y="5820"/>
                </a:lnTo>
                <a:lnTo>
                  <a:pt x="776" y="8148"/>
                </a:lnTo>
                <a:lnTo>
                  <a:pt x="1" y="8148"/>
                </a:lnTo>
                <a:lnTo>
                  <a:pt x="1" y="9312"/>
                </a:lnTo>
                <a:lnTo>
                  <a:pt x="776" y="9312"/>
                </a:lnTo>
                <a:lnTo>
                  <a:pt x="776" y="12029"/>
                </a:lnTo>
                <a:lnTo>
                  <a:pt x="1" y="12029"/>
                </a:lnTo>
                <a:lnTo>
                  <a:pt x="1" y="13193"/>
                </a:lnTo>
                <a:lnTo>
                  <a:pt x="776" y="13193"/>
                </a:lnTo>
                <a:lnTo>
                  <a:pt x="776" y="14355"/>
                </a:lnTo>
                <a:lnTo>
                  <a:pt x="11639" y="14355"/>
                </a:lnTo>
                <a:lnTo>
                  <a:pt x="1163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3" name="Google Shape;553;p42"/>
          <p:cNvGrpSpPr/>
          <p:nvPr/>
        </p:nvGrpSpPr>
        <p:grpSpPr>
          <a:xfrm>
            <a:off x="1193798" y="3333051"/>
            <a:ext cx="406654" cy="626350"/>
            <a:chOff x="2558950" y="3797075"/>
            <a:chExt cx="226700" cy="349175"/>
          </a:xfrm>
        </p:grpSpPr>
        <p:sp>
          <p:nvSpPr>
            <p:cNvPr id="554" name="Google Shape;554;p42"/>
            <p:cNvSpPr/>
            <p:nvPr/>
          </p:nvSpPr>
          <p:spPr>
            <a:xfrm>
              <a:off x="2558950" y="3797075"/>
              <a:ext cx="226700" cy="252200"/>
            </a:xfrm>
            <a:custGeom>
              <a:avLst/>
              <a:gdLst/>
              <a:ahLst/>
              <a:cxnLst/>
              <a:rect l="l" t="t" r="r" b="b"/>
              <a:pathLst>
                <a:path w="9068" h="10088" extrusionOk="0">
                  <a:moveTo>
                    <a:pt x="4727" y="3880"/>
                  </a:moveTo>
                  <a:lnTo>
                    <a:pt x="4727" y="5820"/>
                  </a:lnTo>
                  <a:lnTo>
                    <a:pt x="3954" y="5820"/>
                  </a:lnTo>
                  <a:lnTo>
                    <a:pt x="3954" y="3880"/>
                  </a:lnTo>
                  <a:close/>
                  <a:moveTo>
                    <a:pt x="3176" y="1"/>
                  </a:moveTo>
                  <a:lnTo>
                    <a:pt x="3176" y="1940"/>
                  </a:lnTo>
                  <a:lnTo>
                    <a:pt x="1624" y="1940"/>
                  </a:lnTo>
                  <a:lnTo>
                    <a:pt x="1624" y="7642"/>
                  </a:lnTo>
                  <a:lnTo>
                    <a:pt x="0" y="10087"/>
                  </a:lnTo>
                  <a:lnTo>
                    <a:pt x="9068" y="10087"/>
                  </a:lnTo>
                  <a:lnTo>
                    <a:pt x="7444" y="7642"/>
                  </a:lnTo>
                  <a:lnTo>
                    <a:pt x="7444" y="1940"/>
                  </a:lnTo>
                  <a:lnTo>
                    <a:pt x="5891" y="1940"/>
                  </a:lnTo>
                  <a:lnTo>
                    <a:pt x="5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42"/>
            <p:cNvSpPr/>
            <p:nvPr/>
          </p:nvSpPr>
          <p:spPr>
            <a:xfrm>
              <a:off x="2657750" y="4097750"/>
              <a:ext cx="19425" cy="48500"/>
            </a:xfrm>
            <a:custGeom>
              <a:avLst/>
              <a:gdLst/>
              <a:ahLst/>
              <a:cxnLst/>
              <a:rect l="l" t="t" r="r" b="b"/>
              <a:pathLst>
                <a:path w="777" h="1940" extrusionOk="0">
                  <a:moveTo>
                    <a:pt x="0" y="1"/>
                  </a:moveTo>
                  <a:lnTo>
                    <a:pt x="0" y="1940"/>
                  </a:lnTo>
                  <a:lnTo>
                    <a:pt x="777" y="1940"/>
                  </a:lnTo>
                  <a:lnTo>
                    <a:pt x="7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42"/>
            <p:cNvSpPr/>
            <p:nvPr/>
          </p:nvSpPr>
          <p:spPr>
            <a:xfrm>
              <a:off x="2706500" y="4072450"/>
              <a:ext cx="49950" cy="49950"/>
            </a:xfrm>
            <a:custGeom>
              <a:avLst/>
              <a:gdLst/>
              <a:ahLst/>
              <a:cxnLst/>
              <a:rect l="l" t="t" r="r" b="b"/>
              <a:pathLst>
                <a:path w="1998" h="1998" extrusionOk="0">
                  <a:moveTo>
                    <a:pt x="666" y="0"/>
                  </a:moveTo>
                  <a:lnTo>
                    <a:pt x="1" y="667"/>
                  </a:lnTo>
                  <a:lnTo>
                    <a:pt x="1332" y="1997"/>
                  </a:lnTo>
                  <a:lnTo>
                    <a:pt x="1997" y="1332"/>
                  </a:lnTo>
                  <a:lnTo>
                    <a:pt x="66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42"/>
            <p:cNvSpPr/>
            <p:nvPr/>
          </p:nvSpPr>
          <p:spPr>
            <a:xfrm>
              <a:off x="2584425" y="4072450"/>
              <a:ext cx="50000" cy="49975"/>
            </a:xfrm>
            <a:custGeom>
              <a:avLst/>
              <a:gdLst/>
              <a:ahLst/>
              <a:cxnLst/>
              <a:rect l="l" t="t" r="r" b="b"/>
              <a:pathLst>
                <a:path w="2000" h="1999" extrusionOk="0">
                  <a:moveTo>
                    <a:pt x="1332" y="0"/>
                  </a:moveTo>
                  <a:lnTo>
                    <a:pt x="1" y="1332"/>
                  </a:lnTo>
                  <a:lnTo>
                    <a:pt x="667" y="1999"/>
                  </a:lnTo>
                  <a:lnTo>
                    <a:pt x="1999" y="667"/>
                  </a:lnTo>
                  <a:lnTo>
                    <a:pt x="133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8" name="Google Shape;558;p42"/>
          <p:cNvSpPr/>
          <p:nvPr/>
        </p:nvSpPr>
        <p:spPr>
          <a:xfrm>
            <a:off x="7488611" y="3459723"/>
            <a:ext cx="516539" cy="372992"/>
          </a:xfrm>
          <a:custGeom>
            <a:avLst/>
            <a:gdLst/>
            <a:ahLst/>
            <a:cxnLst/>
            <a:rect l="l" t="t" r="r" b="b"/>
            <a:pathLst>
              <a:path w="13969" h="10087" extrusionOk="0">
                <a:moveTo>
                  <a:pt x="6985" y="4655"/>
                </a:moveTo>
                <a:lnTo>
                  <a:pt x="6985" y="5819"/>
                </a:lnTo>
                <a:lnTo>
                  <a:pt x="3493" y="5819"/>
                </a:lnTo>
                <a:lnTo>
                  <a:pt x="3493" y="4655"/>
                </a:lnTo>
                <a:close/>
                <a:moveTo>
                  <a:pt x="1166" y="0"/>
                </a:moveTo>
                <a:lnTo>
                  <a:pt x="1166" y="1164"/>
                </a:lnTo>
                <a:lnTo>
                  <a:pt x="7078" y="1164"/>
                </a:lnTo>
                <a:lnTo>
                  <a:pt x="7932" y="2328"/>
                </a:lnTo>
                <a:lnTo>
                  <a:pt x="1165" y="2328"/>
                </a:lnTo>
                <a:lnTo>
                  <a:pt x="1165" y="4267"/>
                </a:lnTo>
                <a:lnTo>
                  <a:pt x="1" y="4267"/>
                </a:lnTo>
                <a:lnTo>
                  <a:pt x="1" y="6595"/>
                </a:lnTo>
                <a:lnTo>
                  <a:pt x="1165" y="6595"/>
                </a:lnTo>
                <a:lnTo>
                  <a:pt x="1165" y="10087"/>
                </a:lnTo>
                <a:lnTo>
                  <a:pt x="10864" y="10087"/>
                </a:lnTo>
                <a:lnTo>
                  <a:pt x="10864" y="8146"/>
                </a:lnTo>
                <a:lnTo>
                  <a:pt x="11503" y="8146"/>
                </a:lnTo>
                <a:lnTo>
                  <a:pt x="13968" y="9380"/>
                </a:lnTo>
                <a:lnTo>
                  <a:pt x="13968" y="3035"/>
                </a:lnTo>
                <a:lnTo>
                  <a:pt x="11503" y="4267"/>
                </a:lnTo>
                <a:lnTo>
                  <a:pt x="10865" y="4267"/>
                </a:lnTo>
                <a:lnTo>
                  <a:pt x="10865" y="2328"/>
                </a:lnTo>
                <a:lnTo>
                  <a:pt x="9375" y="2328"/>
                </a:lnTo>
                <a:lnTo>
                  <a:pt x="76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pic>
        <p:nvPicPr>
          <p:cNvPr id="563" name="Google Shape;563;p43"/>
          <p:cNvPicPr preferRelativeResize="0"/>
          <p:nvPr/>
        </p:nvPicPr>
        <p:blipFill rotWithShape="1">
          <a:blip r:embed="rId3">
            <a:alphaModFix/>
          </a:blip>
          <a:srcRect l="25007" t="40373" r="22399" b="44658"/>
          <a:stretch/>
        </p:blipFill>
        <p:spPr>
          <a:xfrm>
            <a:off x="3154250" y="4447475"/>
            <a:ext cx="2683123" cy="409501"/>
          </a:xfrm>
          <a:prstGeom prst="rect">
            <a:avLst/>
          </a:prstGeom>
          <a:noFill/>
          <a:ln>
            <a:noFill/>
          </a:ln>
        </p:spPr>
      </p:pic>
      <p:sp>
        <p:nvSpPr>
          <p:cNvPr id="564" name="Google Shape;564;p43"/>
          <p:cNvSpPr txBox="1">
            <a:spLocks noGrp="1"/>
          </p:cNvSpPr>
          <p:nvPr>
            <p:ph type="title"/>
          </p:nvPr>
        </p:nvSpPr>
        <p:spPr>
          <a:xfrm>
            <a:off x="719988" y="1420275"/>
            <a:ext cx="23073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Mercury</a:t>
            </a:r>
            <a:endParaRPr/>
          </a:p>
        </p:txBody>
      </p:sp>
      <p:sp>
        <p:nvSpPr>
          <p:cNvPr id="565" name="Google Shape;565;p43"/>
          <p:cNvSpPr txBox="1">
            <a:spLocks noGrp="1"/>
          </p:cNvSpPr>
          <p:nvPr>
            <p:ph type="subTitle" idx="1"/>
          </p:nvPr>
        </p:nvSpPr>
        <p:spPr>
          <a:xfrm>
            <a:off x="719988" y="2006800"/>
            <a:ext cx="2307300" cy="716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It’s the closest planet to the Sun and the smallest one in the Solar System</a:t>
            </a:r>
            <a:endParaRPr/>
          </a:p>
        </p:txBody>
      </p:sp>
      <p:sp>
        <p:nvSpPr>
          <p:cNvPr id="566" name="Google Shape;566;p43"/>
          <p:cNvSpPr txBox="1">
            <a:spLocks noGrp="1"/>
          </p:cNvSpPr>
          <p:nvPr>
            <p:ph type="title" idx="2"/>
          </p:nvPr>
        </p:nvSpPr>
        <p:spPr>
          <a:xfrm>
            <a:off x="6116700" y="1420275"/>
            <a:ext cx="23073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Mars</a:t>
            </a:r>
            <a:endParaRPr/>
          </a:p>
        </p:txBody>
      </p:sp>
      <p:sp>
        <p:nvSpPr>
          <p:cNvPr id="567" name="Google Shape;567;p43"/>
          <p:cNvSpPr txBox="1">
            <a:spLocks noGrp="1"/>
          </p:cNvSpPr>
          <p:nvPr>
            <p:ph type="subTitle" idx="3"/>
          </p:nvPr>
        </p:nvSpPr>
        <p:spPr>
          <a:xfrm>
            <a:off x="6116700" y="2006800"/>
            <a:ext cx="2307300" cy="716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Despite being red, Mars is actually a cold place. It’s full of iron oxide dust</a:t>
            </a:r>
            <a:endParaRPr/>
          </a:p>
        </p:txBody>
      </p:sp>
      <p:sp>
        <p:nvSpPr>
          <p:cNvPr id="568" name="Google Shape;568;p43"/>
          <p:cNvSpPr txBox="1">
            <a:spLocks noGrp="1"/>
          </p:cNvSpPr>
          <p:nvPr>
            <p:ph type="title" idx="4"/>
          </p:nvPr>
        </p:nvSpPr>
        <p:spPr>
          <a:xfrm>
            <a:off x="719988" y="3040049"/>
            <a:ext cx="23073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Venus</a:t>
            </a:r>
            <a:endParaRPr/>
          </a:p>
        </p:txBody>
      </p:sp>
      <p:sp>
        <p:nvSpPr>
          <p:cNvPr id="569" name="Google Shape;569;p43"/>
          <p:cNvSpPr txBox="1">
            <a:spLocks noGrp="1"/>
          </p:cNvSpPr>
          <p:nvPr>
            <p:ph type="subTitle" idx="5"/>
          </p:nvPr>
        </p:nvSpPr>
        <p:spPr>
          <a:xfrm>
            <a:off x="719988" y="3625600"/>
            <a:ext cx="2307300" cy="716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Venus has a beautiful name and is the second planet from the Sun</a:t>
            </a:r>
            <a:endParaRPr/>
          </a:p>
        </p:txBody>
      </p:sp>
      <p:sp>
        <p:nvSpPr>
          <p:cNvPr id="570" name="Google Shape;570;p43"/>
          <p:cNvSpPr txBox="1">
            <a:spLocks noGrp="1"/>
          </p:cNvSpPr>
          <p:nvPr>
            <p:ph type="title" idx="6"/>
          </p:nvPr>
        </p:nvSpPr>
        <p:spPr>
          <a:xfrm>
            <a:off x="6116700" y="3040049"/>
            <a:ext cx="23073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Jupiter</a:t>
            </a:r>
            <a:endParaRPr/>
          </a:p>
        </p:txBody>
      </p:sp>
      <p:sp>
        <p:nvSpPr>
          <p:cNvPr id="571" name="Google Shape;571;p43"/>
          <p:cNvSpPr txBox="1">
            <a:spLocks noGrp="1"/>
          </p:cNvSpPr>
          <p:nvPr>
            <p:ph type="subTitle" idx="7"/>
          </p:nvPr>
        </p:nvSpPr>
        <p:spPr>
          <a:xfrm>
            <a:off x="6116700" y="3625600"/>
            <a:ext cx="2307300" cy="716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rPr>
              <a:t>Jupiter</a:t>
            </a:r>
            <a:r>
              <a:rPr lang="en" b="1">
                <a:solidFill>
                  <a:schemeClr val="dk1"/>
                </a:solidFill>
              </a:rPr>
              <a:t> </a:t>
            </a:r>
            <a:r>
              <a:rPr lang="en">
                <a:solidFill>
                  <a:schemeClr val="dk1"/>
                </a:solidFill>
              </a:rPr>
              <a:t>is a gas giant and the biggest planet in the entire Solar System</a:t>
            </a:r>
            <a:endParaRPr/>
          </a:p>
        </p:txBody>
      </p:sp>
      <p:sp>
        <p:nvSpPr>
          <p:cNvPr id="572" name="Google Shape;572;p43"/>
          <p:cNvSpPr txBox="1">
            <a:spLocks noGrp="1"/>
          </p:cNvSpPr>
          <p:nvPr>
            <p:ph type="title" idx="8"/>
          </p:nvPr>
        </p:nvSpPr>
        <p:spPr>
          <a:xfrm>
            <a:off x="720000" y="532925"/>
            <a:ext cx="7704000" cy="440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EXAMPLES</a:t>
            </a:r>
            <a:endParaRPr/>
          </a:p>
        </p:txBody>
      </p:sp>
      <p:pic>
        <p:nvPicPr>
          <p:cNvPr id="573" name="Google Shape;573;p43"/>
          <p:cNvPicPr preferRelativeResize="0"/>
          <p:nvPr/>
        </p:nvPicPr>
        <p:blipFill>
          <a:blip r:embed="rId4">
            <a:alphaModFix/>
          </a:blip>
          <a:stretch>
            <a:fillRect/>
          </a:stretch>
        </p:blipFill>
        <p:spPr>
          <a:xfrm>
            <a:off x="3483789" y="1420275"/>
            <a:ext cx="2176422" cy="318822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44"/>
          <p:cNvSpPr txBox="1">
            <a:spLocks noGrp="1"/>
          </p:cNvSpPr>
          <p:nvPr>
            <p:ph type="title"/>
          </p:nvPr>
        </p:nvSpPr>
        <p:spPr>
          <a:xfrm>
            <a:off x="1121688" y="1882875"/>
            <a:ext cx="1894200" cy="47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Mercury</a:t>
            </a:r>
            <a:endParaRPr/>
          </a:p>
        </p:txBody>
      </p:sp>
      <p:sp>
        <p:nvSpPr>
          <p:cNvPr id="579" name="Google Shape;579;p44"/>
          <p:cNvSpPr txBox="1">
            <a:spLocks noGrp="1"/>
          </p:cNvSpPr>
          <p:nvPr>
            <p:ph type="subTitle" idx="1"/>
          </p:nvPr>
        </p:nvSpPr>
        <p:spPr>
          <a:xfrm>
            <a:off x="1121688" y="2338240"/>
            <a:ext cx="1894200" cy="439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It’s the closest planet to the Sun</a:t>
            </a:r>
            <a:endParaRPr/>
          </a:p>
        </p:txBody>
      </p:sp>
      <p:sp>
        <p:nvSpPr>
          <p:cNvPr id="580" name="Google Shape;580;p44"/>
          <p:cNvSpPr txBox="1">
            <a:spLocks noGrp="1"/>
          </p:cNvSpPr>
          <p:nvPr>
            <p:ph type="title" idx="2"/>
          </p:nvPr>
        </p:nvSpPr>
        <p:spPr>
          <a:xfrm>
            <a:off x="3624888" y="1882875"/>
            <a:ext cx="1894200" cy="47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Venus</a:t>
            </a:r>
            <a:endParaRPr/>
          </a:p>
        </p:txBody>
      </p:sp>
      <p:sp>
        <p:nvSpPr>
          <p:cNvPr id="581" name="Google Shape;581;p44"/>
          <p:cNvSpPr txBox="1">
            <a:spLocks noGrp="1"/>
          </p:cNvSpPr>
          <p:nvPr>
            <p:ph type="subTitle" idx="3"/>
          </p:nvPr>
        </p:nvSpPr>
        <p:spPr>
          <a:xfrm>
            <a:off x="3624888" y="2338240"/>
            <a:ext cx="1894200" cy="439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Venus is the second planet from the Sun</a:t>
            </a:r>
            <a:endParaRPr/>
          </a:p>
        </p:txBody>
      </p:sp>
      <p:sp>
        <p:nvSpPr>
          <p:cNvPr id="582" name="Google Shape;582;p44"/>
          <p:cNvSpPr txBox="1">
            <a:spLocks noGrp="1"/>
          </p:cNvSpPr>
          <p:nvPr>
            <p:ph type="title" idx="4"/>
          </p:nvPr>
        </p:nvSpPr>
        <p:spPr>
          <a:xfrm>
            <a:off x="1121688" y="3759764"/>
            <a:ext cx="1894200" cy="47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Jupiter</a:t>
            </a:r>
            <a:endParaRPr/>
          </a:p>
        </p:txBody>
      </p:sp>
      <p:sp>
        <p:nvSpPr>
          <p:cNvPr id="583" name="Google Shape;583;p44"/>
          <p:cNvSpPr txBox="1">
            <a:spLocks noGrp="1"/>
          </p:cNvSpPr>
          <p:nvPr>
            <p:ph type="subTitle" idx="5"/>
          </p:nvPr>
        </p:nvSpPr>
        <p:spPr>
          <a:xfrm>
            <a:off x="1121688" y="4215129"/>
            <a:ext cx="1894200" cy="439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Jupiter is the biggest planet of them all</a:t>
            </a:r>
            <a:endParaRPr/>
          </a:p>
        </p:txBody>
      </p:sp>
      <p:sp>
        <p:nvSpPr>
          <p:cNvPr id="584" name="Google Shape;584;p44"/>
          <p:cNvSpPr txBox="1">
            <a:spLocks noGrp="1"/>
          </p:cNvSpPr>
          <p:nvPr>
            <p:ph type="title" idx="6"/>
          </p:nvPr>
        </p:nvSpPr>
        <p:spPr>
          <a:xfrm>
            <a:off x="3624888" y="3759764"/>
            <a:ext cx="1894200" cy="47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Saturn</a:t>
            </a:r>
            <a:endParaRPr/>
          </a:p>
        </p:txBody>
      </p:sp>
      <p:sp>
        <p:nvSpPr>
          <p:cNvPr id="585" name="Google Shape;585;p44"/>
          <p:cNvSpPr txBox="1">
            <a:spLocks noGrp="1"/>
          </p:cNvSpPr>
          <p:nvPr>
            <p:ph type="subTitle" idx="7"/>
          </p:nvPr>
        </p:nvSpPr>
        <p:spPr>
          <a:xfrm>
            <a:off x="3624888" y="4215129"/>
            <a:ext cx="1894200" cy="439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It’s composed of hydrogen and helium</a:t>
            </a:r>
            <a:endParaRPr/>
          </a:p>
        </p:txBody>
      </p:sp>
      <p:sp>
        <p:nvSpPr>
          <p:cNvPr id="586" name="Google Shape;586;p44"/>
          <p:cNvSpPr txBox="1">
            <a:spLocks noGrp="1"/>
          </p:cNvSpPr>
          <p:nvPr>
            <p:ph type="title" idx="8"/>
          </p:nvPr>
        </p:nvSpPr>
        <p:spPr>
          <a:xfrm>
            <a:off x="6128063" y="1882875"/>
            <a:ext cx="1894200" cy="47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Mars</a:t>
            </a:r>
            <a:endParaRPr/>
          </a:p>
        </p:txBody>
      </p:sp>
      <p:sp>
        <p:nvSpPr>
          <p:cNvPr id="587" name="Google Shape;587;p44"/>
          <p:cNvSpPr txBox="1">
            <a:spLocks noGrp="1"/>
          </p:cNvSpPr>
          <p:nvPr>
            <p:ph type="subTitle" idx="9"/>
          </p:nvPr>
        </p:nvSpPr>
        <p:spPr>
          <a:xfrm>
            <a:off x="6128063" y="2338245"/>
            <a:ext cx="1894200" cy="439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Mars is actually a very cold place</a:t>
            </a:r>
            <a:endParaRPr/>
          </a:p>
        </p:txBody>
      </p:sp>
      <p:sp>
        <p:nvSpPr>
          <p:cNvPr id="588" name="Google Shape;588;p44"/>
          <p:cNvSpPr txBox="1">
            <a:spLocks noGrp="1"/>
          </p:cNvSpPr>
          <p:nvPr>
            <p:ph type="title" idx="13"/>
          </p:nvPr>
        </p:nvSpPr>
        <p:spPr>
          <a:xfrm>
            <a:off x="6128063" y="3759754"/>
            <a:ext cx="1894200" cy="47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Neptune</a:t>
            </a:r>
            <a:endParaRPr/>
          </a:p>
        </p:txBody>
      </p:sp>
      <p:sp>
        <p:nvSpPr>
          <p:cNvPr id="589" name="Google Shape;589;p44"/>
          <p:cNvSpPr txBox="1">
            <a:spLocks noGrp="1"/>
          </p:cNvSpPr>
          <p:nvPr>
            <p:ph type="subTitle" idx="14"/>
          </p:nvPr>
        </p:nvSpPr>
        <p:spPr>
          <a:xfrm>
            <a:off x="6128063" y="4215125"/>
            <a:ext cx="1894200" cy="439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It’s the farthest planet from the Sun</a:t>
            </a:r>
            <a:endParaRPr/>
          </a:p>
        </p:txBody>
      </p:sp>
      <p:sp>
        <p:nvSpPr>
          <p:cNvPr id="590" name="Google Shape;590;p44"/>
          <p:cNvSpPr txBox="1">
            <a:spLocks noGrp="1"/>
          </p:cNvSpPr>
          <p:nvPr>
            <p:ph type="title" idx="15"/>
          </p:nvPr>
        </p:nvSpPr>
        <p:spPr>
          <a:xfrm>
            <a:off x="720000" y="532925"/>
            <a:ext cx="7704000" cy="440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IMPORTANT TIPS</a:t>
            </a:r>
            <a:endParaRPr/>
          </a:p>
        </p:txBody>
      </p:sp>
      <p:sp>
        <p:nvSpPr>
          <p:cNvPr id="591" name="Google Shape;591;p44"/>
          <p:cNvSpPr/>
          <p:nvPr/>
        </p:nvSpPr>
        <p:spPr>
          <a:xfrm>
            <a:off x="1702638" y="1148950"/>
            <a:ext cx="732300" cy="732300"/>
          </a:xfrm>
          <a:prstGeom prst="ellipse">
            <a:avLst/>
          </a:prstGeom>
          <a:solidFill>
            <a:schemeClr val="lt2"/>
          </a:solidFill>
          <a:ln>
            <a:noFill/>
          </a:ln>
          <a:effectLst>
            <a:outerShdw blurRad="71438" dist="47625" dir="30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44"/>
          <p:cNvSpPr/>
          <p:nvPr/>
        </p:nvSpPr>
        <p:spPr>
          <a:xfrm>
            <a:off x="1702638" y="3027458"/>
            <a:ext cx="732300" cy="732300"/>
          </a:xfrm>
          <a:prstGeom prst="ellipse">
            <a:avLst/>
          </a:prstGeom>
          <a:solidFill>
            <a:schemeClr val="lt2"/>
          </a:solidFill>
          <a:ln>
            <a:noFill/>
          </a:ln>
          <a:effectLst>
            <a:outerShdw blurRad="71438" dist="47625" dir="30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44"/>
          <p:cNvSpPr/>
          <p:nvPr/>
        </p:nvSpPr>
        <p:spPr>
          <a:xfrm>
            <a:off x="4205838" y="1148650"/>
            <a:ext cx="732300" cy="732300"/>
          </a:xfrm>
          <a:prstGeom prst="ellipse">
            <a:avLst/>
          </a:prstGeom>
          <a:solidFill>
            <a:schemeClr val="lt2"/>
          </a:solidFill>
          <a:ln>
            <a:noFill/>
          </a:ln>
          <a:effectLst>
            <a:outerShdw blurRad="71438" dist="47625" dir="30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44"/>
          <p:cNvSpPr/>
          <p:nvPr/>
        </p:nvSpPr>
        <p:spPr>
          <a:xfrm>
            <a:off x="4205838" y="3027458"/>
            <a:ext cx="732300" cy="732300"/>
          </a:xfrm>
          <a:prstGeom prst="ellipse">
            <a:avLst/>
          </a:prstGeom>
          <a:solidFill>
            <a:schemeClr val="lt2"/>
          </a:solidFill>
          <a:ln>
            <a:noFill/>
          </a:ln>
          <a:effectLst>
            <a:outerShdw blurRad="71438" dist="47625" dir="30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44"/>
          <p:cNvSpPr/>
          <p:nvPr/>
        </p:nvSpPr>
        <p:spPr>
          <a:xfrm>
            <a:off x="6709013" y="1148650"/>
            <a:ext cx="732300" cy="732300"/>
          </a:xfrm>
          <a:prstGeom prst="ellipse">
            <a:avLst/>
          </a:prstGeom>
          <a:solidFill>
            <a:schemeClr val="lt2"/>
          </a:solidFill>
          <a:ln>
            <a:noFill/>
          </a:ln>
          <a:effectLst>
            <a:outerShdw blurRad="71438" dist="47625" dir="30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44"/>
          <p:cNvSpPr/>
          <p:nvPr/>
        </p:nvSpPr>
        <p:spPr>
          <a:xfrm>
            <a:off x="6709013" y="3027458"/>
            <a:ext cx="732300" cy="732300"/>
          </a:xfrm>
          <a:prstGeom prst="ellipse">
            <a:avLst/>
          </a:prstGeom>
          <a:solidFill>
            <a:schemeClr val="lt2"/>
          </a:solidFill>
          <a:ln>
            <a:noFill/>
          </a:ln>
          <a:effectLst>
            <a:outerShdw blurRad="71438" dist="47625" dir="30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44"/>
          <p:cNvSpPr/>
          <p:nvPr/>
        </p:nvSpPr>
        <p:spPr>
          <a:xfrm>
            <a:off x="6868983" y="1308731"/>
            <a:ext cx="412360" cy="412330"/>
          </a:xfrm>
          <a:custGeom>
            <a:avLst/>
            <a:gdLst/>
            <a:ahLst/>
            <a:cxnLst/>
            <a:rect l="l" t="t" r="r" b="b"/>
            <a:pathLst>
              <a:path w="13579" h="13578" extrusionOk="0">
                <a:moveTo>
                  <a:pt x="6595" y="1759"/>
                </a:moveTo>
                <a:lnTo>
                  <a:pt x="6595" y="2724"/>
                </a:lnTo>
                <a:cubicBezTo>
                  <a:pt x="4776" y="2942"/>
                  <a:pt x="3329" y="4389"/>
                  <a:pt x="3110" y="6208"/>
                </a:cubicBezTo>
                <a:lnTo>
                  <a:pt x="2147" y="6208"/>
                </a:lnTo>
                <a:cubicBezTo>
                  <a:pt x="2373" y="3860"/>
                  <a:pt x="4247" y="1986"/>
                  <a:pt x="6595" y="1759"/>
                </a:cubicBezTo>
                <a:close/>
                <a:moveTo>
                  <a:pt x="7001" y="4791"/>
                </a:moveTo>
                <a:cubicBezTo>
                  <a:pt x="7184" y="4791"/>
                  <a:pt x="7365" y="4814"/>
                  <a:pt x="7542" y="4863"/>
                </a:cubicBezTo>
                <a:cubicBezTo>
                  <a:pt x="7697" y="4904"/>
                  <a:pt x="7843" y="4975"/>
                  <a:pt x="7972" y="5070"/>
                </a:cubicBezTo>
                <a:cubicBezTo>
                  <a:pt x="8087" y="5156"/>
                  <a:pt x="8181" y="5265"/>
                  <a:pt x="8248" y="5391"/>
                </a:cubicBezTo>
                <a:cubicBezTo>
                  <a:pt x="8314" y="5520"/>
                  <a:pt x="8347" y="5663"/>
                  <a:pt x="8346" y="5808"/>
                </a:cubicBezTo>
                <a:cubicBezTo>
                  <a:pt x="8346" y="5919"/>
                  <a:pt x="8329" y="6029"/>
                  <a:pt x="8291" y="6134"/>
                </a:cubicBezTo>
                <a:cubicBezTo>
                  <a:pt x="8256" y="6236"/>
                  <a:pt x="8204" y="6331"/>
                  <a:pt x="8139" y="6416"/>
                </a:cubicBezTo>
                <a:cubicBezTo>
                  <a:pt x="8076" y="6499"/>
                  <a:pt x="7996" y="6570"/>
                  <a:pt x="7906" y="6626"/>
                </a:cubicBezTo>
                <a:cubicBezTo>
                  <a:pt x="7815" y="6681"/>
                  <a:pt x="7716" y="6720"/>
                  <a:pt x="7611" y="6737"/>
                </a:cubicBezTo>
                <a:cubicBezTo>
                  <a:pt x="7726" y="6759"/>
                  <a:pt x="7837" y="6801"/>
                  <a:pt x="7938" y="6860"/>
                </a:cubicBezTo>
                <a:lnTo>
                  <a:pt x="7938" y="6862"/>
                </a:lnTo>
                <a:cubicBezTo>
                  <a:pt x="8037" y="6920"/>
                  <a:pt x="8123" y="6996"/>
                  <a:pt x="8193" y="7086"/>
                </a:cubicBezTo>
                <a:cubicBezTo>
                  <a:pt x="8266" y="7178"/>
                  <a:pt x="8321" y="7284"/>
                  <a:pt x="8358" y="7395"/>
                </a:cubicBezTo>
                <a:cubicBezTo>
                  <a:pt x="8397" y="7517"/>
                  <a:pt x="8415" y="7644"/>
                  <a:pt x="8414" y="7771"/>
                </a:cubicBezTo>
                <a:cubicBezTo>
                  <a:pt x="8417" y="7940"/>
                  <a:pt x="8381" y="8107"/>
                  <a:pt x="8306" y="8257"/>
                </a:cubicBezTo>
                <a:cubicBezTo>
                  <a:pt x="8232" y="8402"/>
                  <a:pt x="8125" y="8529"/>
                  <a:pt x="7993" y="8624"/>
                </a:cubicBezTo>
                <a:cubicBezTo>
                  <a:pt x="7844" y="8731"/>
                  <a:pt x="7678" y="8811"/>
                  <a:pt x="7502" y="8860"/>
                </a:cubicBezTo>
                <a:cubicBezTo>
                  <a:pt x="7303" y="8915"/>
                  <a:pt x="7097" y="8943"/>
                  <a:pt x="6889" y="8943"/>
                </a:cubicBezTo>
                <a:cubicBezTo>
                  <a:pt x="6879" y="8943"/>
                  <a:pt x="6869" y="8942"/>
                  <a:pt x="6858" y="8942"/>
                </a:cubicBezTo>
                <a:cubicBezTo>
                  <a:pt x="6277" y="8942"/>
                  <a:pt x="5821" y="8772"/>
                  <a:pt x="5492" y="8432"/>
                </a:cubicBezTo>
                <a:lnTo>
                  <a:pt x="5986" y="7777"/>
                </a:lnTo>
                <a:cubicBezTo>
                  <a:pt x="6086" y="7881"/>
                  <a:pt x="6206" y="7965"/>
                  <a:pt x="6339" y="8021"/>
                </a:cubicBezTo>
                <a:cubicBezTo>
                  <a:pt x="6469" y="8075"/>
                  <a:pt x="6622" y="8104"/>
                  <a:pt x="6800" y="8104"/>
                </a:cubicBezTo>
                <a:cubicBezTo>
                  <a:pt x="6805" y="8104"/>
                  <a:pt x="6809" y="8104"/>
                  <a:pt x="6813" y="8104"/>
                </a:cubicBezTo>
                <a:cubicBezTo>
                  <a:pt x="7246" y="8104"/>
                  <a:pt x="7463" y="7945"/>
                  <a:pt x="7463" y="7628"/>
                </a:cubicBezTo>
                <a:cubicBezTo>
                  <a:pt x="7463" y="7456"/>
                  <a:pt x="7397" y="7326"/>
                  <a:pt x="7270" y="7238"/>
                </a:cubicBezTo>
                <a:cubicBezTo>
                  <a:pt x="7142" y="7149"/>
                  <a:pt x="6939" y="7105"/>
                  <a:pt x="6663" y="6983"/>
                </a:cubicBezTo>
                <a:lnTo>
                  <a:pt x="6596" y="6983"/>
                </a:lnTo>
                <a:lnTo>
                  <a:pt x="6596" y="6207"/>
                </a:lnTo>
                <a:lnTo>
                  <a:pt x="6680" y="6207"/>
                </a:lnTo>
                <a:cubicBezTo>
                  <a:pt x="6798" y="6337"/>
                  <a:pt x="6902" y="6383"/>
                  <a:pt x="6991" y="6383"/>
                </a:cubicBezTo>
                <a:cubicBezTo>
                  <a:pt x="7065" y="6383"/>
                  <a:pt x="7129" y="6352"/>
                  <a:pt x="7183" y="6312"/>
                </a:cubicBezTo>
                <a:cubicBezTo>
                  <a:pt x="7304" y="6224"/>
                  <a:pt x="7364" y="6108"/>
                  <a:pt x="7364" y="5962"/>
                </a:cubicBezTo>
                <a:cubicBezTo>
                  <a:pt x="7364" y="5837"/>
                  <a:pt x="7321" y="5740"/>
                  <a:pt x="7233" y="5675"/>
                </a:cubicBezTo>
                <a:cubicBezTo>
                  <a:pt x="7144" y="5610"/>
                  <a:pt x="7027" y="5578"/>
                  <a:pt x="6881" y="5578"/>
                </a:cubicBezTo>
                <a:cubicBezTo>
                  <a:pt x="6879" y="5578"/>
                  <a:pt x="6876" y="5578"/>
                  <a:pt x="6873" y="5578"/>
                </a:cubicBezTo>
                <a:cubicBezTo>
                  <a:pt x="6727" y="5578"/>
                  <a:pt x="6581" y="5615"/>
                  <a:pt x="6453" y="5689"/>
                </a:cubicBezTo>
                <a:cubicBezTo>
                  <a:pt x="6322" y="5767"/>
                  <a:pt x="6210" y="5877"/>
                  <a:pt x="6128" y="6009"/>
                </a:cubicBezTo>
                <a:lnTo>
                  <a:pt x="5548" y="5342"/>
                </a:lnTo>
                <a:cubicBezTo>
                  <a:pt x="5618" y="5255"/>
                  <a:pt x="5699" y="5180"/>
                  <a:pt x="5790" y="5118"/>
                </a:cubicBezTo>
                <a:cubicBezTo>
                  <a:pt x="5895" y="5046"/>
                  <a:pt x="6009" y="4988"/>
                  <a:pt x="6128" y="4943"/>
                </a:cubicBezTo>
                <a:cubicBezTo>
                  <a:pt x="6261" y="4894"/>
                  <a:pt x="6397" y="4856"/>
                  <a:pt x="6537" y="4830"/>
                </a:cubicBezTo>
                <a:cubicBezTo>
                  <a:pt x="6685" y="4804"/>
                  <a:pt x="6835" y="4791"/>
                  <a:pt x="6984" y="4791"/>
                </a:cubicBezTo>
                <a:cubicBezTo>
                  <a:pt x="6990" y="4791"/>
                  <a:pt x="6995" y="4791"/>
                  <a:pt x="7001" y="4791"/>
                </a:cubicBezTo>
                <a:close/>
                <a:moveTo>
                  <a:pt x="3110" y="7372"/>
                </a:moveTo>
                <a:cubicBezTo>
                  <a:pt x="3329" y="9191"/>
                  <a:pt x="4776" y="10637"/>
                  <a:pt x="6595" y="10857"/>
                </a:cubicBezTo>
                <a:lnTo>
                  <a:pt x="6595" y="11820"/>
                </a:lnTo>
                <a:cubicBezTo>
                  <a:pt x="4247" y="11593"/>
                  <a:pt x="2373" y="9720"/>
                  <a:pt x="2147" y="7372"/>
                </a:cubicBezTo>
                <a:close/>
                <a:moveTo>
                  <a:pt x="11819" y="7372"/>
                </a:moveTo>
                <a:cubicBezTo>
                  <a:pt x="11592" y="9720"/>
                  <a:pt x="9720" y="11593"/>
                  <a:pt x="7371" y="11820"/>
                </a:cubicBezTo>
                <a:lnTo>
                  <a:pt x="7371" y="10857"/>
                </a:lnTo>
                <a:cubicBezTo>
                  <a:pt x="9190" y="10637"/>
                  <a:pt x="10638" y="9191"/>
                  <a:pt x="10856" y="7372"/>
                </a:cubicBezTo>
                <a:close/>
                <a:moveTo>
                  <a:pt x="6208" y="1"/>
                </a:moveTo>
                <a:lnTo>
                  <a:pt x="6208" y="977"/>
                </a:lnTo>
                <a:cubicBezTo>
                  <a:pt x="6208" y="977"/>
                  <a:pt x="1296" y="3510"/>
                  <a:pt x="1063" y="6596"/>
                </a:cubicBezTo>
                <a:lnTo>
                  <a:pt x="0" y="6596"/>
                </a:lnTo>
                <a:lnTo>
                  <a:pt x="0" y="7371"/>
                </a:lnTo>
                <a:lnTo>
                  <a:pt x="1063" y="7371"/>
                </a:lnTo>
                <a:cubicBezTo>
                  <a:pt x="1063" y="7371"/>
                  <a:pt x="3596" y="12524"/>
                  <a:pt x="6594" y="12757"/>
                </a:cubicBezTo>
                <a:lnTo>
                  <a:pt x="6594" y="13578"/>
                </a:lnTo>
                <a:lnTo>
                  <a:pt x="7370" y="13578"/>
                </a:lnTo>
                <a:lnTo>
                  <a:pt x="7370" y="12757"/>
                </a:lnTo>
                <a:cubicBezTo>
                  <a:pt x="7370" y="12757"/>
                  <a:pt x="12610" y="10223"/>
                  <a:pt x="12841" y="7371"/>
                </a:cubicBezTo>
                <a:lnTo>
                  <a:pt x="13577" y="7371"/>
                </a:lnTo>
                <a:lnTo>
                  <a:pt x="13579" y="6596"/>
                </a:lnTo>
                <a:lnTo>
                  <a:pt x="10917" y="6596"/>
                </a:lnTo>
                <a:cubicBezTo>
                  <a:pt x="10917" y="6596"/>
                  <a:pt x="9251" y="3123"/>
                  <a:pt x="7371" y="2904"/>
                </a:cubicBezTo>
                <a:lnTo>
                  <a:pt x="7371" y="1940"/>
                </a:lnTo>
                <a:cubicBezTo>
                  <a:pt x="8573" y="2048"/>
                  <a:pt x="9631" y="2546"/>
                  <a:pt x="10453" y="3365"/>
                </a:cubicBezTo>
                <a:lnTo>
                  <a:pt x="11129" y="2687"/>
                </a:lnTo>
                <a:cubicBezTo>
                  <a:pt x="10127" y="1687"/>
                  <a:pt x="8829" y="1090"/>
                  <a:pt x="7371" y="978"/>
                </a:cubicBezTo>
                <a:lnTo>
                  <a:pt x="73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8" name="Google Shape;598;p44"/>
          <p:cNvGrpSpPr/>
          <p:nvPr/>
        </p:nvGrpSpPr>
        <p:grpSpPr>
          <a:xfrm>
            <a:off x="1858447" y="1373802"/>
            <a:ext cx="420681" cy="282813"/>
            <a:chOff x="995000" y="2180950"/>
            <a:chExt cx="346325" cy="232825"/>
          </a:xfrm>
        </p:grpSpPr>
        <p:sp>
          <p:nvSpPr>
            <p:cNvPr id="599" name="Google Shape;599;p44"/>
            <p:cNvSpPr/>
            <p:nvPr/>
          </p:nvSpPr>
          <p:spPr>
            <a:xfrm>
              <a:off x="995000" y="2180950"/>
              <a:ext cx="346325" cy="232825"/>
            </a:xfrm>
            <a:custGeom>
              <a:avLst/>
              <a:gdLst/>
              <a:ahLst/>
              <a:cxnLst/>
              <a:rect l="l" t="t" r="r" b="b"/>
              <a:pathLst>
                <a:path w="13853" h="9313" extrusionOk="0">
                  <a:moveTo>
                    <a:pt x="6932" y="962"/>
                  </a:moveTo>
                  <a:cubicBezTo>
                    <a:pt x="8941" y="962"/>
                    <a:pt x="10579" y="2571"/>
                    <a:pt x="10615" y="4578"/>
                  </a:cubicBezTo>
                  <a:cubicBezTo>
                    <a:pt x="10652" y="6587"/>
                    <a:pt x="9071" y="8254"/>
                    <a:pt x="7064" y="8326"/>
                  </a:cubicBezTo>
                  <a:cubicBezTo>
                    <a:pt x="7018" y="8328"/>
                    <a:pt x="6970" y="8329"/>
                    <a:pt x="6924" y="8329"/>
                  </a:cubicBezTo>
                  <a:cubicBezTo>
                    <a:pt x="6922" y="8329"/>
                    <a:pt x="6920" y="8329"/>
                    <a:pt x="6918" y="8329"/>
                  </a:cubicBezTo>
                  <a:cubicBezTo>
                    <a:pt x="5969" y="8329"/>
                    <a:pt x="5056" y="7961"/>
                    <a:pt x="4373" y="7300"/>
                  </a:cubicBezTo>
                  <a:cubicBezTo>
                    <a:pt x="3308" y="6276"/>
                    <a:pt x="2959" y="4713"/>
                    <a:pt x="3486" y="3332"/>
                  </a:cubicBezTo>
                  <a:cubicBezTo>
                    <a:pt x="4012" y="1951"/>
                    <a:pt x="5313" y="1019"/>
                    <a:pt x="6791" y="964"/>
                  </a:cubicBezTo>
                  <a:cubicBezTo>
                    <a:pt x="6837" y="962"/>
                    <a:pt x="6884" y="962"/>
                    <a:pt x="6930" y="962"/>
                  </a:cubicBezTo>
                  <a:cubicBezTo>
                    <a:pt x="6931" y="962"/>
                    <a:pt x="6932" y="962"/>
                    <a:pt x="6932" y="962"/>
                  </a:cubicBezTo>
                  <a:close/>
                  <a:moveTo>
                    <a:pt x="6927" y="1"/>
                  </a:moveTo>
                  <a:cubicBezTo>
                    <a:pt x="4099" y="1"/>
                    <a:pt x="2380" y="1220"/>
                    <a:pt x="1435" y="2243"/>
                  </a:cubicBezTo>
                  <a:cubicBezTo>
                    <a:pt x="410" y="3354"/>
                    <a:pt x="59" y="4469"/>
                    <a:pt x="44" y="4515"/>
                  </a:cubicBezTo>
                  <a:lnTo>
                    <a:pt x="1" y="4657"/>
                  </a:lnTo>
                  <a:lnTo>
                    <a:pt x="44" y="4798"/>
                  </a:lnTo>
                  <a:cubicBezTo>
                    <a:pt x="59" y="4844"/>
                    <a:pt x="409" y="5959"/>
                    <a:pt x="1435" y="7070"/>
                  </a:cubicBezTo>
                  <a:cubicBezTo>
                    <a:pt x="2365" y="8078"/>
                    <a:pt x="4048" y="9275"/>
                    <a:pt x="6800" y="9309"/>
                  </a:cubicBezTo>
                  <a:cubicBezTo>
                    <a:pt x="6842" y="9311"/>
                    <a:pt x="6882" y="9312"/>
                    <a:pt x="6924" y="9312"/>
                  </a:cubicBezTo>
                  <a:lnTo>
                    <a:pt x="6927" y="9312"/>
                  </a:lnTo>
                  <a:cubicBezTo>
                    <a:pt x="9755" y="9312"/>
                    <a:pt x="11474" y="8093"/>
                    <a:pt x="12418" y="7071"/>
                  </a:cubicBezTo>
                  <a:cubicBezTo>
                    <a:pt x="13444" y="5959"/>
                    <a:pt x="13794" y="4846"/>
                    <a:pt x="13809" y="4798"/>
                  </a:cubicBezTo>
                  <a:lnTo>
                    <a:pt x="13853" y="4657"/>
                  </a:lnTo>
                  <a:lnTo>
                    <a:pt x="13808" y="4515"/>
                  </a:lnTo>
                  <a:cubicBezTo>
                    <a:pt x="13794" y="4469"/>
                    <a:pt x="13444" y="3354"/>
                    <a:pt x="12418" y="2243"/>
                  </a:cubicBezTo>
                  <a:cubicBezTo>
                    <a:pt x="11487" y="1236"/>
                    <a:pt x="9806" y="38"/>
                    <a:pt x="7053" y="2"/>
                  </a:cubicBezTo>
                  <a:cubicBezTo>
                    <a:pt x="7012" y="1"/>
                    <a:pt x="6970" y="1"/>
                    <a:pt x="69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44"/>
            <p:cNvSpPr/>
            <p:nvPr/>
          </p:nvSpPr>
          <p:spPr>
            <a:xfrm>
              <a:off x="1098075" y="2227475"/>
              <a:ext cx="140100" cy="139200"/>
            </a:xfrm>
            <a:custGeom>
              <a:avLst/>
              <a:gdLst/>
              <a:ahLst/>
              <a:cxnLst/>
              <a:rect l="l" t="t" r="r" b="b"/>
              <a:pathLst>
                <a:path w="5604" h="5568" extrusionOk="0">
                  <a:moveTo>
                    <a:pt x="3288" y="1822"/>
                  </a:moveTo>
                  <a:cubicBezTo>
                    <a:pt x="3406" y="1822"/>
                    <a:pt x="3526" y="1866"/>
                    <a:pt x="3624" y="1964"/>
                  </a:cubicBezTo>
                  <a:cubicBezTo>
                    <a:pt x="3761" y="2101"/>
                    <a:pt x="3803" y="2308"/>
                    <a:pt x="3728" y="2488"/>
                  </a:cubicBezTo>
                  <a:cubicBezTo>
                    <a:pt x="3654" y="2667"/>
                    <a:pt x="3478" y="2784"/>
                    <a:pt x="3284" y="2784"/>
                  </a:cubicBezTo>
                  <a:cubicBezTo>
                    <a:pt x="3019" y="2784"/>
                    <a:pt x="2804" y="2569"/>
                    <a:pt x="2804" y="2304"/>
                  </a:cubicBezTo>
                  <a:cubicBezTo>
                    <a:pt x="2804" y="2014"/>
                    <a:pt x="3041" y="1822"/>
                    <a:pt x="3288" y="1822"/>
                  </a:cubicBezTo>
                  <a:close/>
                  <a:moveTo>
                    <a:pt x="2805" y="1"/>
                  </a:moveTo>
                  <a:cubicBezTo>
                    <a:pt x="2771" y="1"/>
                    <a:pt x="2736" y="1"/>
                    <a:pt x="2701" y="3"/>
                  </a:cubicBezTo>
                  <a:cubicBezTo>
                    <a:pt x="1187" y="63"/>
                    <a:pt x="0" y="1321"/>
                    <a:pt x="28" y="2835"/>
                  </a:cubicBezTo>
                  <a:cubicBezTo>
                    <a:pt x="55" y="4348"/>
                    <a:pt x="1287" y="5563"/>
                    <a:pt x="2802" y="5567"/>
                  </a:cubicBezTo>
                  <a:cubicBezTo>
                    <a:pt x="2837" y="5567"/>
                    <a:pt x="2872" y="5567"/>
                    <a:pt x="2907" y="5566"/>
                  </a:cubicBezTo>
                  <a:cubicBezTo>
                    <a:pt x="4418" y="5504"/>
                    <a:pt x="5603" y="4246"/>
                    <a:pt x="5576" y="2733"/>
                  </a:cubicBezTo>
                  <a:cubicBezTo>
                    <a:pt x="5548" y="1221"/>
                    <a:pt x="4318" y="8"/>
                    <a:pt x="28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1" name="Google Shape;601;p44"/>
          <p:cNvSpPr/>
          <p:nvPr/>
        </p:nvSpPr>
        <p:spPr>
          <a:xfrm>
            <a:off x="1862607" y="3222882"/>
            <a:ext cx="412360" cy="341665"/>
          </a:xfrm>
          <a:custGeom>
            <a:avLst/>
            <a:gdLst/>
            <a:ahLst/>
            <a:cxnLst/>
            <a:rect l="l" t="t" r="r" b="b"/>
            <a:pathLst>
              <a:path w="13579" h="11251" extrusionOk="0">
                <a:moveTo>
                  <a:pt x="5431" y="2254"/>
                </a:moveTo>
                <a:lnTo>
                  <a:pt x="9445" y="4547"/>
                </a:lnTo>
                <a:lnTo>
                  <a:pt x="5431" y="6841"/>
                </a:lnTo>
                <a:lnTo>
                  <a:pt x="5431" y="2254"/>
                </a:lnTo>
                <a:close/>
                <a:moveTo>
                  <a:pt x="0" y="0"/>
                </a:moveTo>
                <a:lnTo>
                  <a:pt x="0" y="9310"/>
                </a:lnTo>
                <a:lnTo>
                  <a:pt x="5431" y="9310"/>
                </a:lnTo>
                <a:lnTo>
                  <a:pt x="5431" y="10474"/>
                </a:lnTo>
                <a:lnTo>
                  <a:pt x="3103" y="10474"/>
                </a:lnTo>
                <a:lnTo>
                  <a:pt x="3103" y="11251"/>
                </a:lnTo>
                <a:lnTo>
                  <a:pt x="10475" y="11251"/>
                </a:lnTo>
                <a:lnTo>
                  <a:pt x="10475" y="10474"/>
                </a:lnTo>
                <a:lnTo>
                  <a:pt x="8147" y="10474"/>
                </a:lnTo>
                <a:lnTo>
                  <a:pt x="8147" y="9310"/>
                </a:lnTo>
                <a:lnTo>
                  <a:pt x="13579" y="9310"/>
                </a:lnTo>
                <a:lnTo>
                  <a:pt x="1357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2" name="Google Shape;602;p44"/>
          <p:cNvGrpSpPr/>
          <p:nvPr/>
        </p:nvGrpSpPr>
        <p:grpSpPr>
          <a:xfrm>
            <a:off x="6863091" y="3222897"/>
            <a:ext cx="424143" cy="341665"/>
            <a:chOff x="2497725" y="3268250"/>
            <a:chExt cx="349175" cy="281275"/>
          </a:xfrm>
        </p:grpSpPr>
        <p:sp>
          <p:nvSpPr>
            <p:cNvPr id="603" name="Google Shape;603;p44"/>
            <p:cNvSpPr/>
            <p:nvPr/>
          </p:nvSpPr>
          <p:spPr>
            <a:xfrm>
              <a:off x="2497725" y="3268250"/>
              <a:ext cx="349175" cy="281275"/>
            </a:xfrm>
            <a:custGeom>
              <a:avLst/>
              <a:gdLst/>
              <a:ahLst/>
              <a:cxnLst/>
              <a:rect l="l" t="t" r="r" b="b"/>
              <a:pathLst>
                <a:path w="13967" h="11251" extrusionOk="0">
                  <a:moveTo>
                    <a:pt x="13191" y="1164"/>
                  </a:moveTo>
                  <a:lnTo>
                    <a:pt x="13191" y="7759"/>
                  </a:lnTo>
                  <a:lnTo>
                    <a:pt x="1164" y="7759"/>
                  </a:lnTo>
                  <a:lnTo>
                    <a:pt x="1164" y="1164"/>
                  </a:lnTo>
                  <a:close/>
                  <a:moveTo>
                    <a:pt x="0" y="0"/>
                  </a:moveTo>
                  <a:lnTo>
                    <a:pt x="0" y="9310"/>
                  </a:lnTo>
                  <a:lnTo>
                    <a:pt x="5431" y="9310"/>
                  </a:lnTo>
                  <a:lnTo>
                    <a:pt x="5431" y="10474"/>
                  </a:lnTo>
                  <a:lnTo>
                    <a:pt x="3492" y="10474"/>
                  </a:lnTo>
                  <a:lnTo>
                    <a:pt x="3492" y="11251"/>
                  </a:lnTo>
                  <a:lnTo>
                    <a:pt x="10476" y="11251"/>
                  </a:lnTo>
                  <a:lnTo>
                    <a:pt x="10476" y="10474"/>
                  </a:lnTo>
                  <a:lnTo>
                    <a:pt x="8535" y="10474"/>
                  </a:lnTo>
                  <a:lnTo>
                    <a:pt x="8535" y="9310"/>
                  </a:lnTo>
                  <a:lnTo>
                    <a:pt x="13966" y="9310"/>
                  </a:lnTo>
                  <a:lnTo>
                    <a:pt x="1396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44"/>
            <p:cNvSpPr/>
            <p:nvPr/>
          </p:nvSpPr>
          <p:spPr>
            <a:xfrm>
              <a:off x="2691675" y="3326425"/>
              <a:ext cx="101525" cy="116425"/>
            </a:xfrm>
            <a:custGeom>
              <a:avLst/>
              <a:gdLst/>
              <a:ahLst/>
              <a:cxnLst/>
              <a:rect l="l" t="t" r="r" b="b"/>
              <a:pathLst>
                <a:path w="4061" h="4657" extrusionOk="0">
                  <a:moveTo>
                    <a:pt x="1449" y="776"/>
                  </a:moveTo>
                  <a:cubicBezTo>
                    <a:pt x="1615" y="776"/>
                    <a:pt x="1781" y="809"/>
                    <a:pt x="1935" y="873"/>
                  </a:cubicBezTo>
                  <a:cubicBezTo>
                    <a:pt x="2081" y="935"/>
                    <a:pt x="2212" y="1029"/>
                    <a:pt x="2316" y="1149"/>
                  </a:cubicBezTo>
                  <a:cubicBezTo>
                    <a:pt x="2421" y="1275"/>
                    <a:pt x="2501" y="1421"/>
                    <a:pt x="2550" y="1577"/>
                  </a:cubicBezTo>
                  <a:cubicBezTo>
                    <a:pt x="2605" y="1756"/>
                    <a:pt x="2632" y="1941"/>
                    <a:pt x="2631" y="2128"/>
                  </a:cubicBezTo>
                  <a:cubicBezTo>
                    <a:pt x="2632" y="2311"/>
                    <a:pt x="2605" y="2495"/>
                    <a:pt x="2550" y="2672"/>
                  </a:cubicBezTo>
                  <a:cubicBezTo>
                    <a:pt x="2501" y="2829"/>
                    <a:pt x="2423" y="2975"/>
                    <a:pt x="2319" y="3102"/>
                  </a:cubicBezTo>
                  <a:cubicBezTo>
                    <a:pt x="2216" y="3225"/>
                    <a:pt x="2087" y="3324"/>
                    <a:pt x="1941" y="3389"/>
                  </a:cubicBezTo>
                  <a:cubicBezTo>
                    <a:pt x="1791" y="3458"/>
                    <a:pt x="1620" y="3493"/>
                    <a:pt x="1426" y="3493"/>
                  </a:cubicBezTo>
                  <a:lnTo>
                    <a:pt x="776" y="3493"/>
                  </a:lnTo>
                  <a:lnTo>
                    <a:pt x="777" y="776"/>
                  </a:lnTo>
                  <a:lnTo>
                    <a:pt x="1428" y="776"/>
                  </a:lnTo>
                  <a:cubicBezTo>
                    <a:pt x="1435" y="776"/>
                    <a:pt x="1442" y="776"/>
                    <a:pt x="1449" y="776"/>
                  </a:cubicBezTo>
                  <a:close/>
                  <a:moveTo>
                    <a:pt x="1" y="1"/>
                  </a:moveTo>
                  <a:lnTo>
                    <a:pt x="1" y="4657"/>
                  </a:lnTo>
                  <a:lnTo>
                    <a:pt x="1739" y="4657"/>
                  </a:lnTo>
                  <a:cubicBezTo>
                    <a:pt x="2087" y="4657"/>
                    <a:pt x="2405" y="4600"/>
                    <a:pt x="2693" y="4489"/>
                  </a:cubicBezTo>
                  <a:cubicBezTo>
                    <a:pt x="2968" y="4385"/>
                    <a:pt x="3218" y="4224"/>
                    <a:pt x="3426" y="4016"/>
                  </a:cubicBezTo>
                  <a:cubicBezTo>
                    <a:pt x="3633" y="3808"/>
                    <a:pt x="3793" y="3558"/>
                    <a:pt x="3896" y="3282"/>
                  </a:cubicBezTo>
                  <a:cubicBezTo>
                    <a:pt x="4005" y="2995"/>
                    <a:pt x="4059" y="2676"/>
                    <a:pt x="4059" y="2322"/>
                  </a:cubicBezTo>
                  <a:cubicBezTo>
                    <a:pt x="4061" y="2015"/>
                    <a:pt x="4012" y="1710"/>
                    <a:pt x="3912" y="1421"/>
                  </a:cubicBezTo>
                  <a:cubicBezTo>
                    <a:pt x="3818" y="1146"/>
                    <a:pt x="3669" y="894"/>
                    <a:pt x="3472" y="682"/>
                  </a:cubicBezTo>
                  <a:cubicBezTo>
                    <a:pt x="3279" y="472"/>
                    <a:pt x="3037" y="306"/>
                    <a:pt x="2748" y="185"/>
                  </a:cubicBezTo>
                  <a:cubicBezTo>
                    <a:pt x="2459" y="62"/>
                    <a:pt x="2123" y="1"/>
                    <a:pt x="17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44"/>
            <p:cNvSpPr/>
            <p:nvPr/>
          </p:nvSpPr>
          <p:spPr>
            <a:xfrm>
              <a:off x="2565600" y="3326425"/>
              <a:ext cx="97000" cy="116400"/>
            </a:xfrm>
            <a:custGeom>
              <a:avLst/>
              <a:gdLst/>
              <a:ahLst/>
              <a:cxnLst/>
              <a:rect l="l" t="t" r="r" b="b"/>
              <a:pathLst>
                <a:path w="3880" h="4656" extrusionOk="0">
                  <a:moveTo>
                    <a:pt x="0" y="1"/>
                  </a:moveTo>
                  <a:lnTo>
                    <a:pt x="0" y="4655"/>
                  </a:lnTo>
                  <a:lnTo>
                    <a:pt x="1163" y="4655"/>
                  </a:lnTo>
                  <a:lnTo>
                    <a:pt x="1164" y="2716"/>
                  </a:lnTo>
                  <a:lnTo>
                    <a:pt x="2716" y="2716"/>
                  </a:lnTo>
                  <a:lnTo>
                    <a:pt x="2716" y="4655"/>
                  </a:lnTo>
                  <a:lnTo>
                    <a:pt x="3880" y="4655"/>
                  </a:lnTo>
                  <a:lnTo>
                    <a:pt x="3880" y="1"/>
                  </a:lnTo>
                  <a:lnTo>
                    <a:pt x="2716" y="1"/>
                  </a:lnTo>
                  <a:lnTo>
                    <a:pt x="2716" y="1940"/>
                  </a:lnTo>
                  <a:lnTo>
                    <a:pt x="1164" y="1940"/>
                  </a:lnTo>
                  <a:lnTo>
                    <a:pt x="116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6" name="Google Shape;606;p44"/>
          <p:cNvGrpSpPr/>
          <p:nvPr/>
        </p:nvGrpSpPr>
        <p:grpSpPr>
          <a:xfrm>
            <a:off x="4350077" y="3180201"/>
            <a:ext cx="443821" cy="426815"/>
            <a:chOff x="6266050" y="3233200"/>
            <a:chExt cx="365375" cy="351375"/>
          </a:xfrm>
        </p:grpSpPr>
        <p:sp>
          <p:nvSpPr>
            <p:cNvPr id="607" name="Google Shape;607;p44"/>
            <p:cNvSpPr/>
            <p:nvPr/>
          </p:nvSpPr>
          <p:spPr>
            <a:xfrm>
              <a:off x="6266050" y="3299475"/>
              <a:ext cx="132875" cy="147150"/>
            </a:xfrm>
            <a:custGeom>
              <a:avLst/>
              <a:gdLst/>
              <a:ahLst/>
              <a:cxnLst/>
              <a:rect l="l" t="t" r="r" b="b"/>
              <a:pathLst>
                <a:path w="5315" h="5886" extrusionOk="0">
                  <a:moveTo>
                    <a:pt x="1918" y="0"/>
                  </a:moveTo>
                  <a:cubicBezTo>
                    <a:pt x="551" y="1633"/>
                    <a:pt x="1" y="3797"/>
                    <a:pt x="418" y="5885"/>
                  </a:cubicBezTo>
                  <a:lnTo>
                    <a:pt x="5314" y="5885"/>
                  </a:lnTo>
                  <a:lnTo>
                    <a:pt x="19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44"/>
            <p:cNvSpPr/>
            <p:nvPr/>
          </p:nvSpPr>
          <p:spPr>
            <a:xfrm>
              <a:off x="6332775" y="3233200"/>
              <a:ext cx="146175" cy="149750"/>
            </a:xfrm>
            <a:custGeom>
              <a:avLst/>
              <a:gdLst/>
              <a:ahLst/>
              <a:cxnLst/>
              <a:rect l="l" t="t" r="r" b="b"/>
              <a:pathLst>
                <a:path w="5847" h="5990" extrusionOk="0">
                  <a:moveTo>
                    <a:pt x="4640" y="1"/>
                  </a:moveTo>
                  <a:cubicBezTo>
                    <a:pt x="2946" y="1"/>
                    <a:pt x="1293" y="615"/>
                    <a:pt x="1" y="1753"/>
                  </a:cubicBezTo>
                  <a:lnTo>
                    <a:pt x="2447" y="5990"/>
                  </a:lnTo>
                  <a:lnTo>
                    <a:pt x="5847" y="105"/>
                  </a:lnTo>
                  <a:cubicBezTo>
                    <a:pt x="5445" y="35"/>
                    <a:pt x="5041" y="1"/>
                    <a:pt x="46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44"/>
            <p:cNvSpPr/>
            <p:nvPr/>
          </p:nvSpPr>
          <p:spPr>
            <a:xfrm>
              <a:off x="6443800" y="3243575"/>
              <a:ext cx="169900" cy="106050"/>
            </a:xfrm>
            <a:custGeom>
              <a:avLst/>
              <a:gdLst/>
              <a:ahLst/>
              <a:cxnLst/>
              <a:rect l="l" t="t" r="r" b="b"/>
              <a:pathLst>
                <a:path w="6796" h="4242" extrusionOk="0">
                  <a:moveTo>
                    <a:pt x="2449" y="1"/>
                  </a:moveTo>
                  <a:lnTo>
                    <a:pt x="0" y="4242"/>
                  </a:lnTo>
                  <a:lnTo>
                    <a:pt x="6796" y="4242"/>
                  </a:lnTo>
                  <a:cubicBezTo>
                    <a:pt x="6060" y="2245"/>
                    <a:pt x="4462" y="688"/>
                    <a:pt x="24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44"/>
            <p:cNvSpPr/>
            <p:nvPr/>
          </p:nvSpPr>
          <p:spPr>
            <a:xfrm>
              <a:off x="6418525" y="3434800"/>
              <a:ext cx="146175" cy="149775"/>
            </a:xfrm>
            <a:custGeom>
              <a:avLst/>
              <a:gdLst/>
              <a:ahLst/>
              <a:cxnLst/>
              <a:rect l="l" t="t" r="r" b="b"/>
              <a:pathLst>
                <a:path w="5847" h="5991" extrusionOk="0">
                  <a:moveTo>
                    <a:pt x="3400" y="1"/>
                  </a:moveTo>
                  <a:lnTo>
                    <a:pt x="0" y="5886"/>
                  </a:lnTo>
                  <a:cubicBezTo>
                    <a:pt x="402" y="5956"/>
                    <a:pt x="805" y="5990"/>
                    <a:pt x="1206" y="5990"/>
                  </a:cubicBezTo>
                  <a:cubicBezTo>
                    <a:pt x="2900" y="5990"/>
                    <a:pt x="4554" y="5376"/>
                    <a:pt x="5846" y="4237"/>
                  </a:cubicBezTo>
                  <a:lnTo>
                    <a:pt x="34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44"/>
            <p:cNvSpPr/>
            <p:nvPr/>
          </p:nvSpPr>
          <p:spPr>
            <a:xfrm>
              <a:off x="6283775" y="3465975"/>
              <a:ext cx="169900" cy="106025"/>
            </a:xfrm>
            <a:custGeom>
              <a:avLst/>
              <a:gdLst/>
              <a:ahLst/>
              <a:cxnLst/>
              <a:rect l="l" t="t" r="r" b="b"/>
              <a:pathLst>
                <a:path w="6796" h="4241" extrusionOk="0">
                  <a:moveTo>
                    <a:pt x="0" y="0"/>
                  </a:moveTo>
                  <a:cubicBezTo>
                    <a:pt x="736" y="1997"/>
                    <a:pt x="2332" y="3554"/>
                    <a:pt x="4346" y="4241"/>
                  </a:cubicBezTo>
                  <a:lnTo>
                    <a:pt x="67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44"/>
            <p:cNvSpPr/>
            <p:nvPr/>
          </p:nvSpPr>
          <p:spPr>
            <a:xfrm>
              <a:off x="6498550" y="3378700"/>
              <a:ext cx="132875" cy="147125"/>
            </a:xfrm>
            <a:custGeom>
              <a:avLst/>
              <a:gdLst/>
              <a:ahLst/>
              <a:cxnLst/>
              <a:rect l="l" t="t" r="r" b="b"/>
              <a:pathLst>
                <a:path w="5315" h="5885" extrusionOk="0">
                  <a:moveTo>
                    <a:pt x="1" y="1"/>
                  </a:moveTo>
                  <a:lnTo>
                    <a:pt x="3396" y="5884"/>
                  </a:lnTo>
                  <a:cubicBezTo>
                    <a:pt x="4764" y="4253"/>
                    <a:pt x="5314" y="2087"/>
                    <a:pt x="48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3" name="Google Shape;613;p44"/>
          <p:cNvGrpSpPr/>
          <p:nvPr/>
        </p:nvGrpSpPr>
        <p:grpSpPr>
          <a:xfrm>
            <a:off x="4367842" y="1339565"/>
            <a:ext cx="408291" cy="350714"/>
            <a:chOff x="1000100" y="3827300"/>
            <a:chExt cx="336125" cy="288725"/>
          </a:xfrm>
        </p:grpSpPr>
        <p:sp>
          <p:nvSpPr>
            <p:cNvPr id="614" name="Google Shape;614;p44"/>
            <p:cNvSpPr/>
            <p:nvPr/>
          </p:nvSpPr>
          <p:spPr>
            <a:xfrm>
              <a:off x="1000100" y="3827300"/>
              <a:ext cx="203725" cy="288725"/>
            </a:xfrm>
            <a:custGeom>
              <a:avLst/>
              <a:gdLst/>
              <a:ahLst/>
              <a:cxnLst/>
              <a:rect l="l" t="t" r="r" b="b"/>
              <a:pathLst>
                <a:path w="8149" h="11549" extrusionOk="0">
                  <a:moveTo>
                    <a:pt x="8149" y="0"/>
                  </a:moveTo>
                  <a:lnTo>
                    <a:pt x="3503" y="3252"/>
                  </a:lnTo>
                  <a:lnTo>
                    <a:pt x="1" y="3252"/>
                  </a:lnTo>
                  <a:lnTo>
                    <a:pt x="1" y="8297"/>
                  </a:lnTo>
                  <a:lnTo>
                    <a:pt x="3503" y="8297"/>
                  </a:lnTo>
                  <a:lnTo>
                    <a:pt x="8149" y="11549"/>
                  </a:lnTo>
                  <a:lnTo>
                    <a:pt x="814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44"/>
            <p:cNvSpPr/>
            <p:nvPr/>
          </p:nvSpPr>
          <p:spPr>
            <a:xfrm>
              <a:off x="1232900" y="3864425"/>
              <a:ext cx="103325" cy="206650"/>
            </a:xfrm>
            <a:custGeom>
              <a:avLst/>
              <a:gdLst/>
              <a:ahLst/>
              <a:cxnLst/>
              <a:rect l="l" t="t" r="r" b="b"/>
              <a:pathLst>
                <a:path w="4133" h="8266" extrusionOk="0">
                  <a:moveTo>
                    <a:pt x="1" y="0"/>
                  </a:moveTo>
                  <a:lnTo>
                    <a:pt x="1" y="1182"/>
                  </a:lnTo>
                  <a:cubicBezTo>
                    <a:pt x="1627" y="1182"/>
                    <a:pt x="2952" y="2506"/>
                    <a:pt x="2952" y="4133"/>
                  </a:cubicBezTo>
                  <a:cubicBezTo>
                    <a:pt x="2952" y="5761"/>
                    <a:pt x="1627" y="7085"/>
                    <a:pt x="1" y="7085"/>
                  </a:cubicBezTo>
                  <a:lnTo>
                    <a:pt x="1" y="8265"/>
                  </a:lnTo>
                  <a:cubicBezTo>
                    <a:pt x="2279" y="8265"/>
                    <a:pt x="4133" y="6411"/>
                    <a:pt x="4133" y="4133"/>
                  </a:cubicBezTo>
                  <a:cubicBezTo>
                    <a:pt x="4133" y="1854"/>
                    <a:pt x="2279" y="0"/>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44"/>
            <p:cNvSpPr/>
            <p:nvPr/>
          </p:nvSpPr>
          <p:spPr>
            <a:xfrm>
              <a:off x="1232875" y="3923450"/>
              <a:ext cx="44300" cy="88575"/>
            </a:xfrm>
            <a:custGeom>
              <a:avLst/>
              <a:gdLst/>
              <a:ahLst/>
              <a:cxnLst/>
              <a:rect l="l" t="t" r="r" b="b"/>
              <a:pathLst>
                <a:path w="1772" h="3543" extrusionOk="0">
                  <a:moveTo>
                    <a:pt x="0" y="0"/>
                  </a:moveTo>
                  <a:lnTo>
                    <a:pt x="0" y="1182"/>
                  </a:lnTo>
                  <a:cubicBezTo>
                    <a:pt x="323" y="1188"/>
                    <a:pt x="581" y="1449"/>
                    <a:pt x="581" y="1772"/>
                  </a:cubicBezTo>
                  <a:cubicBezTo>
                    <a:pt x="581" y="2094"/>
                    <a:pt x="323" y="2357"/>
                    <a:pt x="0" y="2363"/>
                  </a:cubicBezTo>
                  <a:lnTo>
                    <a:pt x="0" y="3543"/>
                  </a:lnTo>
                  <a:cubicBezTo>
                    <a:pt x="979" y="3543"/>
                    <a:pt x="1771" y="2749"/>
                    <a:pt x="1771" y="1772"/>
                  </a:cubicBezTo>
                  <a:cubicBezTo>
                    <a:pt x="1771" y="794"/>
                    <a:pt x="979" y="2"/>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7" name="Google Shape;617;p44"/>
          <p:cNvSpPr/>
          <p:nvPr/>
        </p:nvSpPr>
        <p:spPr>
          <a:xfrm>
            <a:off x="8378200" y="875892"/>
            <a:ext cx="203100" cy="2544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44"/>
          <p:cNvSpPr/>
          <p:nvPr/>
        </p:nvSpPr>
        <p:spPr>
          <a:xfrm>
            <a:off x="8213925" y="2045525"/>
            <a:ext cx="109200" cy="136800"/>
          </a:xfrm>
          <a:prstGeom prst="star4">
            <a:avLst>
              <a:gd name="adj" fmla="val 12011"/>
            </a:avLst>
          </a:prstGeom>
          <a:solidFill>
            <a:schemeClr val="dk1"/>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44"/>
          <p:cNvSpPr/>
          <p:nvPr/>
        </p:nvSpPr>
        <p:spPr>
          <a:xfrm>
            <a:off x="8568775" y="3251677"/>
            <a:ext cx="162900" cy="2040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44"/>
          <p:cNvSpPr/>
          <p:nvPr/>
        </p:nvSpPr>
        <p:spPr>
          <a:xfrm>
            <a:off x="529725" y="281062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44"/>
          <p:cNvSpPr/>
          <p:nvPr/>
        </p:nvSpPr>
        <p:spPr>
          <a:xfrm>
            <a:off x="857675" y="4506350"/>
            <a:ext cx="162900" cy="2043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44"/>
          <p:cNvSpPr/>
          <p:nvPr/>
        </p:nvSpPr>
        <p:spPr>
          <a:xfrm>
            <a:off x="761775" y="535000"/>
            <a:ext cx="203100" cy="2544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44"/>
          <p:cNvSpPr/>
          <p:nvPr/>
        </p:nvSpPr>
        <p:spPr>
          <a:xfrm>
            <a:off x="8185100" y="463610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p45"/>
          <p:cNvSpPr txBox="1">
            <a:spLocks noGrp="1"/>
          </p:cNvSpPr>
          <p:nvPr>
            <p:ph type="title" idx="15"/>
          </p:nvPr>
        </p:nvSpPr>
        <p:spPr>
          <a:xfrm>
            <a:off x="720000" y="532925"/>
            <a:ext cx="7704000" cy="440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RECOMMENDATIONS</a:t>
            </a:r>
            <a:endParaRPr/>
          </a:p>
        </p:txBody>
      </p:sp>
      <p:sp>
        <p:nvSpPr>
          <p:cNvPr id="629" name="Google Shape;629;p45"/>
          <p:cNvSpPr txBox="1">
            <a:spLocks noGrp="1"/>
          </p:cNvSpPr>
          <p:nvPr>
            <p:ph type="title"/>
          </p:nvPr>
        </p:nvSpPr>
        <p:spPr>
          <a:xfrm>
            <a:off x="3960440" y="1392726"/>
            <a:ext cx="2007900" cy="47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Mercury</a:t>
            </a:r>
            <a:endParaRPr/>
          </a:p>
        </p:txBody>
      </p:sp>
      <p:sp>
        <p:nvSpPr>
          <p:cNvPr id="630" name="Google Shape;630;p45"/>
          <p:cNvSpPr txBox="1">
            <a:spLocks noGrp="1"/>
          </p:cNvSpPr>
          <p:nvPr>
            <p:ph type="subTitle" idx="1"/>
          </p:nvPr>
        </p:nvSpPr>
        <p:spPr>
          <a:xfrm>
            <a:off x="3960440" y="1885164"/>
            <a:ext cx="2007900" cy="439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It’s the closest planet to the Sun</a:t>
            </a:r>
            <a:endParaRPr/>
          </a:p>
        </p:txBody>
      </p:sp>
      <p:sp>
        <p:nvSpPr>
          <p:cNvPr id="631" name="Google Shape;631;p45"/>
          <p:cNvSpPr txBox="1">
            <a:spLocks noGrp="1"/>
          </p:cNvSpPr>
          <p:nvPr>
            <p:ph type="title" idx="2"/>
          </p:nvPr>
        </p:nvSpPr>
        <p:spPr>
          <a:xfrm>
            <a:off x="3960440" y="2499464"/>
            <a:ext cx="2007900" cy="47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Venus</a:t>
            </a:r>
            <a:endParaRPr/>
          </a:p>
        </p:txBody>
      </p:sp>
      <p:sp>
        <p:nvSpPr>
          <p:cNvPr id="632" name="Google Shape;632;p45"/>
          <p:cNvSpPr txBox="1">
            <a:spLocks noGrp="1"/>
          </p:cNvSpPr>
          <p:nvPr>
            <p:ph type="subTitle" idx="3"/>
          </p:nvPr>
        </p:nvSpPr>
        <p:spPr>
          <a:xfrm>
            <a:off x="3960440" y="2991901"/>
            <a:ext cx="2007900" cy="439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Venus is the second planet from the Sun</a:t>
            </a:r>
            <a:endParaRPr/>
          </a:p>
        </p:txBody>
      </p:sp>
      <p:sp>
        <p:nvSpPr>
          <p:cNvPr id="633" name="Google Shape;633;p45"/>
          <p:cNvSpPr txBox="1">
            <a:spLocks noGrp="1"/>
          </p:cNvSpPr>
          <p:nvPr>
            <p:ph type="title" idx="4"/>
          </p:nvPr>
        </p:nvSpPr>
        <p:spPr>
          <a:xfrm>
            <a:off x="3960440" y="3606211"/>
            <a:ext cx="2007900" cy="47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Jupiter</a:t>
            </a:r>
            <a:endParaRPr/>
          </a:p>
        </p:txBody>
      </p:sp>
      <p:sp>
        <p:nvSpPr>
          <p:cNvPr id="634" name="Google Shape;634;p45"/>
          <p:cNvSpPr txBox="1">
            <a:spLocks noGrp="1"/>
          </p:cNvSpPr>
          <p:nvPr>
            <p:ph type="subTitle" idx="5"/>
          </p:nvPr>
        </p:nvSpPr>
        <p:spPr>
          <a:xfrm>
            <a:off x="3960440" y="4098649"/>
            <a:ext cx="2007900" cy="439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Jupiter is the biggest planet of them all</a:t>
            </a:r>
            <a:endParaRPr/>
          </a:p>
        </p:txBody>
      </p:sp>
      <p:sp>
        <p:nvSpPr>
          <p:cNvPr id="635" name="Google Shape;635;p45"/>
          <p:cNvSpPr txBox="1">
            <a:spLocks noGrp="1"/>
          </p:cNvSpPr>
          <p:nvPr>
            <p:ph type="title" idx="6"/>
          </p:nvPr>
        </p:nvSpPr>
        <p:spPr>
          <a:xfrm>
            <a:off x="6387442" y="3606211"/>
            <a:ext cx="2007900" cy="47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Saturn</a:t>
            </a:r>
            <a:endParaRPr/>
          </a:p>
        </p:txBody>
      </p:sp>
      <p:sp>
        <p:nvSpPr>
          <p:cNvPr id="636" name="Google Shape;636;p45"/>
          <p:cNvSpPr txBox="1">
            <a:spLocks noGrp="1"/>
          </p:cNvSpPr>
          <p:nvPr>
            <p:ph type="subTitle" idx="7"/>
          </p:nvPr>
        </p:nvSpPr>
        <p:spPr>
          <a:xfrm>
            <a:off x="6387442" y="4098649"/>
            <a:ext cx="2007900" cy="439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It’s composed of hydrogen and helium</a:t>
            </a:r>
            <a:endParaRPr/>
          </a:p>
        </p:txBody>
      </p:sp>
      <p:sp>
        <p:nvSpPr>
          <p:cNvPr id="637" name="Google Shape;637;p45"/>
          <p:cNvSpPr txBox="1">
            <a:spLocks noGrp="1"/>
          </p:cNvSpPr>
          <p:nvPr>
            <p:ph type="title" idx="8"/>
          </p:nvPr>
        </p:nvSpPr>
        <p:spPr>
          <a:xfrm>
            <a:off x="6387453" y="1404226"/>
            <a:ext cx="2007900" cy="47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Mars</a:t>
            </a:r>
            <a:endParaRPr/>
          </a:p>
        </p:txBody>
      </p:sp>
      <p:sp>
        <p:nvSpPr>
          <p:cNvPr id="638" name="Google Shape;638;p45"/>
          <p:cNvSpPr txBox="1">
            <a:spLocks noGrp="1"/>
          </p:cNvSpPr>
          <p:nvPr>
            <p:ph type="subTitle" idx="9"/>
          </p:nvPr>
        </p:nvSpPr>
        <p:spPr>
          <a:xfrm>
            <a:off x="6387453" y="1885164"/>
            <a:ext cx="2007900" cy="439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Mars is actually a very cold place</a:t>
            </a:r>
            <a:endParaRPr/>
          </a:p>
        </p:txBody>
      </p:sp>
      <p:sp>
        <p:nvSpPr>
          <p:cNvPr id="639" name="Google Shape;639;p45"/>
          <p:cNvSpPr txBox="1">
            <a:spLocks noGrp="1"/>
          </p:cNvSpPr>
          <p:nvPr>
            <p:ph type="title" idx="13"/>
          </p:nvPr>
        </p:nvSpPr>
        <p:spPr>
          <a:xfrm>
            <a:off x="6387453" y="2499486"/>
            <a:ext cx="2007900" cy="47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Neptune</a:t>
            </a:r>
            <a:endParaRPr/>
          </a:p>
        </p:txBody>
      </p:sp>
      <p:sp>
        <p:nvSpPr>
          <p:cNvPr id="640" name="Google Shape;640;p45"/>
          <p:cNvSpPr txBox="1">
            <a:spLocks noGrp="1"/>
          </p:cNvSpPr>
          <p:nvPr>
            <p:ph type="subTitle" idx="14"/>
          </p:nvPr>
        </p:nvSpPr>
        <p:spPr>
          <a:xfrm>
            <a:off x="6387453" y="2991901"/>
            <a:ext cx="2007900" cy="439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It’s the farthest planet from the Sun</a:t>
            </a:r>
            <a:endParaRPr/>
          </a:p>
        </p:txBody>
      </p:sp>
      <p:pic>
        <p:nvPicPr>
          <p:cNvPr id="641" name="Google Shape;641;p45"/>
          <p:cNvPicPr preferRelativeResize="0"/>
          <p:nvPr/>
        </p:nvPicPr>
        <p:blipFill>
          <a:blip r:embed="rId3">
            <a:alphaModFix/>
          </a:blip>
          <a:stretch>
            <a:fillRect/>
          </a:stretch>
        </p:blipFill>
        <p:spPr>
          <a:xfrm rot="-469007">
            <a:off x="1635881" y="2479532"/>
            <a:ext cx="1663439" cy="1907487"/>
          </a:xfrm>
          <a:prstGeom prst="rect">
            <a:avLst/>
          </a:prstGeom>
          <a:noFill/>
          <a:ln>
            <a:noFill/>
          </a:ln>
        </p:spPr>
      </p:pic>
      <p:pic>
        <p:nvPicPr>
          <p:cNvPr id="642" name="Google Shape;642;p45"/>
          <p:cNvPicPr preferRelativeResize="0"/>
          <p:nvPr/>
        </p:nvPicPr>
        <p:blipFill>
          <a:blip r:embed="rId4">
            <a:alphaModFix/>
          </a:blip>
          <a:stretch>
            <a:fillRect/>
          </a:stretch>
        </p:blipFill>
        <p:spPr>
          <a:xfrm rot="-751749">
            <a:off x="873088" y="1180159"/>
            <a:ext cx="1910474" cy="135383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46"/>
          <p:cNvSpPr txBox="1">
            <a:spLocks noGrp="1"/>
          </p:cNvSpPr>
          <p:nvPr>
            <p:ph type="title"/>
          </p:nvPr>
        </p:nvSpPr>
        <p:spPr>
          <a:xfrm>
            <a:off x="995400" y="1003950"/>
            <a:ext cx="7153200" cy="313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AWESOME WORDS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66"/>
        <p:cNvGrpSpPr/>
        <p:nvPr/>
      </p:nvGrpSpPr>
      <p:grpSpPr>
        <a:xfrm>
          <a:off x="0" y="0"/>
          <a:ext cx="0" cy="0"/>
          <a:chOff x="0" y="0"/>
          <a:chExt cx="0" cy="0"/>
        </a:xfrm>
      </p:grpSpPr>
      <p:sp>
        <p:nvSpPr>
          <p:cNvPr id="667" name="Google Shape;667;p49"/>
          <p:cNvSpPr/>
          <p:nvPr/>
        </p:nvSpPr>
        <p:spPr>
          <a:xfrm>
            <a:off x="723900" y="4019550"/>
            <a:ext cx="7704900" cy="588900"/>
          </a:xfrm>
          <a:prstGeom prst="roundRect">
            <a:avLst>
              <a:gd name="adj" fmla="val 16667"/>
            </a:avLst>
          </a:prstGeom>
          <a:solidFill>
            <a:schemeClr val="lt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49"/>
          <p:cNvSpPr txBox="1">
            <a:spLocks noGrp="1"/>
          </p:cNvSpPr>
          <p:nvPr>
            <p:ph type="title"/>
          </p:nvPr>
        </p:nvSpPr>
        <p:spPr>
          <a:xfrm>
            <a:off x="720000" y="4076700"/>
            <a:ext cx="7704000" cy="47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 PICTURE IS WORTH A THOUSAND WORDS</a:t>
            </a:r>
            <a:endParaRPr/>
          </a:p>
        </p:txBody>
      </p:sp>
      <p:sp>
        <p:nvSpPr>
          <p:cNvPr id="669" name="Google Shape;669;p49"/>
          <p:cNvSpPr/>
          <p:nvPr/>
        </p:nvSpPr>
        <p:spPr>
          <a:xfrm>
            <a:off x="8200475" y="161452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49"/>
          <p:cNvSpPr/>
          <p:nvPr/>
        </p:nvSpPr>
        <p:spPr>
          <a:xfrm>
            <a:off x="496725" y="1172925"/>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49"/>
          <p:cNvSpPr/>
          <p:nvPr/>
        </p:nvSpPr>
        <p:spPr>
          <a:xfrm>
            <a:off x="666250" y="766383"/>
            <a:ext cx="206400" cy="2586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49"/>
          <p:cNvSpPr/>
          <p:nvPr/>
        </p:nvSpPr>
        <p:spPr>
          <a:xfrm>
            <a:off x="496725" y="378910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49"/>
          <p:cNvSpPr/>
          <p:nvPr/>
        </p:nvSpPr>
        <p:spPr>
          <a:xfrm>
            <a:off x="8424000" y="1859500"/>
            <a:ext cx="206400" cy="2583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49"/>
          <p:cNvSpPr/>
          <p:nvPr/>
        </p:nvSpPr>
        <p:spPr>
          <a:xfrm>
            <a:off x="8576425" y="467690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49"/>
          <p:cNvSpPr/>
          <p:nvPr/>
        </p:nvSpPr>
        <p:spPr>
          <a:xfrm>
            <a:off x="2772350" y="4540100"/>
            <a:ext cx="109200" cy="136800"/>
          </a:xfrm>
          <a:prstGeom prst="star4">
            <a:avLst>
              <a:gd name="adj" fmla="val 12011"/>
            </a:avLst>
          </a:prstGeom>
          <a:solidFill>
            <a:schemeClr val="lt2"/>
          </a:solidFill>
          <a:ln>
            <a:noFill/>
          </a:ln>
          <a:effectLst>
            <a:outerShdw blurRad="71438"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p50"/>
          <p:cNvSpPr txBox="1">
            <a:spLocks noGrp="1"/>
          </p:cNvSpPr>
          <p:nvPr>
            <p:ph type="subTitle" idx="1"/>
          </p:nvPr>
        </p:nvSpPr>
        <p:spPr>
          <a:xfrm>
            <a:off x="4981575" y="3133675"/>
            <a:ext cx="3447300" cy="981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Images reveal large amounts of data, so remember: use an image instead of a long text. Your audience will appreciate it</a:t>
            </a:r>
            <a:endParaRPr/>
          </a:p>
        </p:txBody>
      </p:sp>
      <p:sp>
        <p:nvSpPr>
          <p:cNvPr id="681" name="Google Shape;681;p50"/>
          <p:cNvSpPr txBox="1">
            <a:spLocks noGrp="1"/>
          </p:cNvSpPr>
          <p:nvPr>
            <p:ph type="title"/>
          </p:nvPr>
        </p:nvSpPr>
        <p:spPr>
          <a:xfrm>
            <a:off x="4981575" y="944575"/>
            <a:ext cx="3447300" cy="2189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 PICTURE ALWAYS REINFORCES THE CONCEPT</a:t>
            </a:r>
            <a:endParaRPr/>
          </a:p>
        </p:txBody>
      </p:sp>
      <p:pic>
        <p:nvPicPr>
          <p:cNvPr id="682" name="Google Shape;682;p50"/>
          <p:cNvPicPr preferRelativeResize="0"/>
          <p:nvPr/>
        </p:nvPicPr>
        <p:blipFill rotWithShape="1">
          <a:blip r:embed="rId3">
            <a:alphaModFix/>
          </a:blip>
          <a:srcRect t="5713" b="28083"/>
          <a:stretch/>
        </p:blipFill>
        <p:spPr>
          <a:xfrm>
            <a:off x="1020825" y="802050"/>
            <a:ext cx="3568500" cy="3539400"/>
          </a:xfrm>
          <a:prstGeom prst="ellipse">
            <a:avLst/>
          </a:prstGeom>
          <a:noFill/>
          <a:ln>
            <a:noFill/>
          </a:ln>
          <a:effectLst>
            <a:outerShdw blurRad="85725" dist="57150" dir="3000000" algn="bl" rotWithShape="0">
              <a:srgbClr val="000000">
                <a:alpha val="21000"/>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pic>
        <p:nvPicPr>
          <p:cNvPr id="687" name="Google Shape;687;p51"/>
          <p:cNvPicPr preferRelativeResize="0"/>
          <p:nvPr/>
        </p:nvPicPr>
        <p:blipFill rotWithShape="1">
          <a:blip r:embed="rId3">
            <a:alphaModFix/>
          </a:blip>
          <a:srcRect l="25007" t="40373" r="22399" b="44658"/>
          <a:stretch/>
        </p:blipFill>
        <p:spPr>
          <a:xfrm>
            <a:off x="5322625" y="3767700"/>
            <a:ext cx="2211749" cy="297751"/>
          </a:xfrm>
          <a:prstGeom prst="rect">
            <a:avLst/>
          </a:prstGeom>
          <a:noFill/>
          <a:ln>
            <a:noFill/>
          </a:ln>
        </p:spPr>
      </p:pic>
      <p:sp>
        <p:nvSpPr>
          <p:cNvPr id="688" name="Google Shape;688;p51"/>
          <p:cNvSpPr txBox="1">
            <a:spLocks noGrp="1"/>
          </p:cNvSpPr>
          <p:nvPr>
            <p:ph type="subTitle" idx="1"/>
          </p:nvPr>
        </p:nvSpPr>
        <p:spPr>
          <a:xfrm>
            <a:off x="791300" y="2744425"/>
            <a:ext cx="3447300" cy="821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You can replace the image on the screen with your own work. Just right-click on it and select “Replace image”</a:t>
            </a:r>
            <a:endParaRPr/>
          </a:p>
        </p:txBody>
      </p:sp>
      <p:sp>
        <p:nvSpPr>
          <p:cNvPr id="689" name="Google Shape;689;p51"/>
          <p:cNvSpPr txBox="1">
            <a:spLocks noGrp="1"/>
          </p:cNvSpPr>
          <p:nvPr>
            <p:ph type="title"/>
          </p:nvPr>
        </p:nvSpPr>
        <p:spPr>
          <a:xfrm>
            <a:off x="791300" y="1577375"/>
            <a:ext cx="3447300" cy="1132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DESKTOP SOFTWARE</a:t>
            </a:r>
            <a:endParaRPr/>
          </a:p>
        </p:txBody>
      </p:sp>
      <p:pic>
        <p:nvPicPr>
          <p:cNvPr id="690" name="Google Shape;690;p51"/>
          <p:cNvPicPr preferRelativeResize="0"/>
          <p:nvPr/>
        </p:nvPicPr>
        <p:blipFill>
          <a:blip r:embed="rId4">
            <a:alphaModFix/>
          </a:blip>
          <a:stretch>
            <a:fillRect/>
          </a:stretch>
        </p:blipFill>
        <p:spPr>
          <a:xfrm>
            <a:off x="4553950" y="1078050"/>
            <a:ext cx="3695226" cy="2839351"/>
          </a:xfrm>
          <a:prstGeom prst="rect">
            <a:avLst/>
          </a:prstGeom>
          <a:noFill/>
          <a:ln>
            <a:noFill/>
          </a:ln>
        </p:spPr>
      </p:pic>
      <p:pic>
        <p:nvPicPr>
          <p:cNvPr id="691" name="Google Shape;691;p51"/>
          <p:cNvPicPr preferRelativeResize="0"/>
          <p:nvPr/>
        </p:nvPicPr>
        <p:blipFill>
          <a:blip r:embed="rId5">
            <a:alphaModFix/>
          </a:blip>
          <a:stretch>
            <a:fillRect/>
          </a:stretch>
        </p:blipFill>
        <p:spPr>
          <a:xfrm>
            <a:off x="4700589" y="1279648"/>
            <a:ext cx="3401948" cy="191027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52"/>
          <p:cNvSpPr txBox="1">
            <a:spLocks noGrp="1"/>
          </p:cNvSpPr>
          <p:nvPr>
            <p:ph type="subTitle" idx="1"/>
          </p:nvPr>
        </p:nvSpPr>
        <p:spPr>
          <a:xfrm>
            <a:off x="1284000" y="3069625"/>
            <a:ext cx="6576000" cy="44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Big numbers catch your audience’s attention</a:t>
            </a:r>
            <a:endParaRPr/>
          </a:p>
        </p:txBody>
      </p:sp>
      <p:sp>
        <p:nvSpPr>
          <p:cNvPr id="697" name="Google Shape;697;p52"/>
          <p:cNvSpPr txBox="1">
            <a:spLocks noGrp="1"/>
          </p:cNvSpPr>
          <p:nvPr>
            <p:ph type="title"/>
          </p:nvPr>
        </p:nvSpPr>
        <p:spPr>
          <a:xfrm>
            <a:off x="1284000" y="1558475"/>
            <a:ext cx="6576000" cy="1511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150,000</a:t>
            </a:r>
            <a:endParaRPr/>
          </a:p>
        </p:txBody>
      </p:sp>
      <p:pic>
        <p:nvPicPr>
          <p:cNvPr id="698" name="Google Shape;698;p52"/>
          <p:cNvPicPr preferRelativeResize="0"/>
          <p:nvPr/>
        </p:nvPicPr>
        <p:blipFill>
          <a:blip r:embed="rId3">
            <a:alphaModFix/>
          </a:blip>
          <a:stretch>
            <a:fillRect/>
          </a:stretch>
        </p:blipFill>
        <p:spPr>
          <a:xfrm rot="405633">
            <a:off x="611629" y="635329"/>
            <a:ext cx="1223797" cy="1043213"/>
          </a:xfrm>
          <a:prstGeom prst="rect">
            <a:avLst/>
          </a:prstGeom>
          <a:noFill/>
          <a:ln>
            <a:noFill/>
          </a:ln>
        </p:spPr>
      </p:pic>
      <p:pic>
        <p:nvPicPr>
          <p:cNvPr id="699" name="Google Shape;699;p52"/>
          <p:cNvPicPr preferRelativeResize="0"/>
          <p:nvPr/>
        </p:nvPicPr>
        <p:blipFill>
          <a:blip r:embed="rId4">
            <a:alphaModFix/>
          </a:blip>
          <a:stretch>
            <a:fillRect/>
          </a:stretch>
        </p:blipFill>
        <p:spPr>
          <a:xfrm rot="-800544" flipH="1">
            <a:off x="7109866" y="3395659"/>
            <a:ext cx="1219890" cy="103916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53"/>
          <p:cNvSpPr txBox="1">
            <a:spLocks noGrp="1"/>
          </p:cNvSpPr>
          <p:nvPr>
            <p:ph type="title"/>
          </p:nvPr>
        </p:nvSpPr>
        <p:spPr>
          <a:xfrm>
            <a:off x="1284000" y="540000"/>
            <a:ext cx="6576000" cy="82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9h 55m 23s</a:t>
            </a:r>
            <a:endParaRPr/>
          </a:p>
        </p:txBody>
      </p:sp>
      <p:sp>
        <p:nvSpPr>
          <p:cNvPr id="705" name="Google Shape;705;p53"/>
          <p:cNvSpPr txBox="1">
            <a:spLocks noGrp="1"/>
          </p:cNvSpPr>
          <p:nvPr>
            <p:ph type="subTitle" idx="1"/>
          </p:nvPr>
        </p:nvSpPr>
        <p:spPr>
          <a:xfrm>
            <a:off x="1284000" y="1322225"/>
            <a:ext cx="6576000" cy="356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Is Jupiter's rotation period</a:t>
            </a:r>
            <a:endParaRPr/>
          </a:p>
        </p:txBody>
      </p:sp>
      <p:sp>
        <p:nvSpPr>
          <p:cNvPr id="706" name="Google Shape;706;p53"/>
          <p:cNvSpPr txBox="1">
            <a:spLocks noGrp="1"/>
          </p:cNvSpPr>
          <p:nvPr>
            <p:ph type="title" idx="2"/>
          </p:nvPr>
        </p:nvSpPr>
        <p:spPr>
          <a:xfrm>
            <a:off x="1284000" y="1996138"/>
            <a:ext cx="6576000" cy="82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333,000.000</a:t>
            </a:r>
            <a:endParaRPr/>
          </a:p>
        </p:txBody>
      </p:sp>
      <p:sp>
        <p:nvSpPr>
          <p:cNvPr id="707" name="Google Shape;707;p53"/>
          <p:cNvSpPr txBox="1">
            <a:spLocks noGrp="1"/>
          </p:cNvSpPr>
          <p:nvPr>
            <p:ph type="subTitle" idx="3"/>
          </p:nvPr>
        </p:nvSpPr>
        <p:spPr>
          <a:xfrm>
            <a:off x="1284000" y="2778363"/>
            <a:ext cx="6576000" cy="356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Earths is the Sun’s mass</a:t>
            </a:r>
            <a:endParaRPr/>
          </a:p>
        </p:txBody>
      </p:sp>
      <p:sp>
        <p:nvSpPr>
          <p:cNvPr id="708" name="Google Shape;708;p53"/>
          <p:cNvSpPr txBox="1">
            <a:spLocks noGrp="1"/>
          </p:cNvSpPr>
          <p:nvPr>
            <p:ph type="title" idx="4"/>
          </p:nvPr>
        </p:nvSpPr>
        <p:spPr>
          <a:xfrm>
            <a:off x="1284000" y="3452288"/>
            <a:ext cx="6576000" cy="82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386,000 km</a:t>
            </a:r>
            <a:endParaRPr/>
          </a:p>
        </p:txBody>
      </p:sp>
      <p:sp>
        <p:nvSpPr>
          <p:cNvPr id="709" name="Google Shape;709;p53"/>
          <p:cNvSpPr txBox="1">
            <a:spLocks noGrp="1"/>
          </p:cNvSpPr>
          <p:nvPr>
            <p:ph type="subTitle" idx="5"/>
          </p:nvPr>
        </p:nvSpPr>
        <p:spPr>
          <a:xfrm>
            <a:off x="1284000" y="4234513"/>
            <a:ext cx="6576000" cy="356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Is the distance between Earth and the Moon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p55"/>
          <p:cNvSpPr txBox="1">
            <a:spLocks noGrp="1"/>
          </p:cNvSpPr>
          <p:nvPr>
            <p:ph type="title"/>
          </p:nvPr>
        </p:nvSpPr>
        <p:spPr>
          <a:xfrm>
            <a:off x="720000" y="532925"/>
            <a:ext cx="7704000" cy="440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MOVIE PRODUCTION TIMELINE</a:t>
            </a:r>
            <a:endParaRPr/>
          </a:p>
        </p:txBody>
      </p:sp>
      <p:sp>
        <p:nvSpPr>
          <p:cNvPr id="721" name="Google Shape;721;p55"/>
          <p:cNvSpPr/>
          <p:nvPr/>
        </p:nvSpPr>
        <p:spPr>
          <a:xfrm>
            <a:off x="1432575" y="2483025"/>
            <a:ext cx="1003500" cy="1003500"/>
          </a:xfrm>
          <a:prstGeom prst="ellipse">
            <a:avLst/>
          </a:prstGeom>
          <a:solidFill>
            <a:schemeClr val="lt2"/>
          </a:solidFill>
          <a:ln>
            <a:noFill/>
          </a:ln>
          <a:effectLst>
            <a:outerShdw blurRad="71438" dist="47625" dir="30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55"/>
          <p:cNvSpPr/>
          <p:nvPr/>
        </p:nvSpPr>
        <p:spPr>
          <a:xfrm>
            <a:off x="3241825" y="2483025"/>
            <a:ext cx="1003500" cy="1003500"/>
          </a:xfrm>
          <a:prstGeom prst="ellipse">
            <a:avLst/>
          </a:prstGeom>
          <a:solidFill>
            <a:schemeClr val="lt2"/>
          </a:solidFill>
          <a:ln>
            <a:noFill/>
          </a:ln>
          <a:effectLst>
            <a:outerShdw blurRad="71438" dist="47625" dir="30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55"/>
          <p:cNvSpPr/>
          <p:nvPr/>
        </p:nvSpPr>
        <p:spPr>
          <a:xfrm>
            <a:off x="4974873" y="2483025"/>
            <a:ext cx="1003500" cy="1003500"/>
          </a:xfrm>
          <a:prstGeom prst="ellipse">
            <a:avLst/>
          </a:prstGeom>
          <a:solidFill>
            <a:schemeClr val="lt2"/>
          </a:solidFill>
          <a:ln>
            <a:noFill/>
          </a:ln>
          <a:effectLst>
            <a:outerShdw blurRad="71438" dist="47625" dir="30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55"/>
          <p:cNvSpPr/>
          <p:nvPr/>
        </p:nvSpPr>
        <p:spPr>
          <a:xfrm>
            <a:off x="6707925" y="2483025"/>
            <a:ext cx="1003500" cy="1003500"/>
          </a:xfrm>
          <a:prstGeom prst="ellipse">
            <a:avLst/>
          </a:prstGeom>
          <a:solidFill>
            <a:schemeClr val="lt2"/>
          </a:solidFill>
          <a:ln>
            <a:noFill/>
          </a:ln>
          <a:effectLst>
            <a:outerShdw blurRad="71438" dist="47625" dir="30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25" name="Google Shape;725;p55"/>
          <p:cNvCxnSpPr>
            <a:stCxn id="721" idx="6"/>
            <a:endCxn id="722" idx="2"/>
          </p:cNvCxnSpPr>
          <p:nvPr/>
        </p:nvCxnSpPr>
        <p:spPr>
          <a:xfrm>
            <a:off x="2436075" y="2984775"/>
            <a:ext cx="805800" cy="0"/>
          </a:xfrm>
          <a:prstGeom prst="straightConnector1">
            <a:avLst/>
          </a:prstGeom>
          <a:noFill/>
          <a:ln w="19050" cap="flat" cmpd="sng">
            <a:solidFill>
              <a:schemeClr val="lt2"/>
            </a:solidFill>
            <a:prstDash val="solid"/>
            <a:round/>
            <a:headEnd type="none" w="med" len="med"/>
            <a:tailEnd type="none" w="med" len="med"/>
          </a:ln>
        </p:spPr>
      </p:cxnSp>
      <p:cxnSp>
        <p:nvCxnSpPr>
          <p:cNvPr id="726" name="Google Shape;726;p55"/>
          <p:cNvCxnSpPr>
            <a:stCxn id="722" idx="6"/>
            <a:endCxn id="723" idx="2"/>
          </p:cNvCxnSpPr>
          <p:nvPr/>
        </p:nvCxnSpPr>
        <p:spPr>
          <a:xfrm>
            <a:off x="4245325" y="2984775"/>
            <a:ext cx="729600" cy="0"/>
          </a:xfrm>
          <a:prstGeom prst="straightConnector1">
            <a:avLst/>
          </a:prstGeom>
          <a:noFill/>
          <a:ln w="19050" cap="flat" cmpd="sng">
            <a:solidFill>
              <a:schemeClr val="lt2"/>
            </a:solidFill>
            <a:prstDash val="solid"/>
            <a:round/>
            <a:headEnd type="none" w="med" len="med"/>
            <a:tailEnd type="none" w="med" len="med"/>
          </a:ln>
        </p:spPr>
      </p:cxnSp>
      <p:cxnSp>
        <p:nvCxnSpPr>
          <p:cNvPr id="727" name="Google Shape;727;p55"/>
          <p:cNvCxnSpPr>
            <a:stCxn id="723" idx="6"/>
            <a:endCxn id="724" idx="2"/>
          </p:cNvCxnSpPr>
          <p:nvPr/>
        </p:nvCxnSpPr>
        <p:spPr>
          <a:xfrm>
            <a:off x="5978373" y="2984775"/>
            <a:ext cx="729600" cy="0"/>
          </a:xfrm>
          <a:prstGeom prst="straightConnector1">
            <a:avLst/>
          </a:prstGeom>
          <a:noFill/>
          <a:ln w="19050" cap="flat" cmpd="sng">
            <a:solidFill>
              <a:schemeClr val="lt2"/>
            </a:solidFill>
            <a:prstDash val="solid"/>
            <a:round/>
            <a:headEnd type="none" w="med" len="med"/>
            <a:tailEnd type="none" w="med" len="med"/>
          </a:ln>
        </p:spPr>
      </p:cxnSp>
      <p:sp>
        <p:nvSpPr>
          <p:cNvPr id="728" name="Google Shape;728;p55"/>
          <p:cNvSpPr txBox="1"/>
          <p:nvPr/>
        </p:nvSpPr>
        <p:spPr>
          <a:xfrm>
            <a:off x="640725" y="1406900"/>
            <a:ext cx="2587200" cy="400200"/>
          </a:xfrm>
          <a:prstGeom prst="rect">
            <a:avLst/>
          </a:prstGeom>
          <a:noFill/>
          <a:ln>
            <a:noFill/>
          </a:ln>
          <a:effectLst>
            <a:outerShdw blurRad="71438" dist="47625" dir="2940000" algn="bl" rotWithShape="0">
              <a:srgbClr val="000000">
                <a:alpha val="21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lt2"/>
                </a:solidFill>
                <a:latin typeface="Righteous"/>
                <a:ea typeface="Righteous"/>
                <a:cs typeface="Righteous"/>
                <a:sym typeface="Righteous"/>
              </a:rPr>
              <a:t>Screenwriting</a:t>
            </a:r>
            <a:endParaRPr sz="2500">
              <a:solidFill>
                <a:schemeClr val="lt2"/>
              </a:solidFill>
              <a:latin typeface="Righteous"/>
              <a:ea typeface="Righteous"/>
              <a:cs typeface="Righteous"/>
              <a:sym typeface="Righteous"/>
            </a:endParaRPr>
          </a:p>
        </p:txBody>
      </p:sp>
      <p:sp>
        <p:nvSpPr>
          <p:cNvPr id="729" name="Google Shape;729;p55"/>
          <p:cNvSpPr txBox="1"/>
          <p:nvPr/>
        </p:nvSpPr>
        <p:spPr>
          <a:xfrm>
            <a:off x="1117425" y="1854113"/>
            <a:ext cx="1613700" cy="44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Comic Neue"/>
                <a:ea typeface="Comic Neue"/>
                <a:cs typeface="Comic Neue"/>
                <a:sym typeface="Comic Neue"/>
              </a:rPr>
              <a:t>Mercury is a very small planet</a:t>
            </a:r>
            <a:endParaRPr>
              <a:solidFill>
                <a:schemeClr val="lt2"/>
              </a:solidFill>
              <a:latin typeface="Comic Neue"/>
              <a:ea typeface="Comic Neue"/>
              <a:cs typeface="Comic Neue"/>
              <a:sym typeface="Comic Neue"/>
            </a:endParaRPr>
          </a:p>
        </p:txBody>
      </p:sp>
      <p:sp>
        <p:nvSpPr>
          <p:cNvPr id="730" name="Google Shape;730;p55"/>
          <p:cNvSpPr txBox="1"/>
          <p:nvPr/>
        </p:nvSpPr>
        <p:spPr>
          <a:xfrm>
            <a:off x="2449973" y="3577275"/>
            <a:ext cx="2587200" cy="400200"/>
          </a:xfrm>
          <a:prstGeom prst="rect">
            <a:avLst/>
          </a:prstGeom>
          <a:noFill/>
          <a:ln>
            <a:noFill/>
          </a:ln>
          <a:effectLst>
            <a:outerShdw blurRad="71438" dist="47625" dir="2940000" algn="bl" rotWithShape="0">
              <a:srgbClr val="000000">
                <a:alpha val="21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lt2"/>
                </a:solidFill>
                <a:latin typeface="Righteous"/>
                <a:ea typeface="Righteous"/>
                <a:cs typeface="Righteous"/>
                <a:sym typeface="Righteous"/>
              </a:rPr>
              <a:t>Production</a:t>
            </a:r>
            <a:endParaRPr sz="2500">
              <a:solidFill>
                <a:schemeClr val="lt2"/>
              </a:solidFill>
              <a:latin typeface="Righteous"/>
              <a:ea typeface="Righteous"/>
              <a:cs typeface="Righteous"/>
              <a:sym typeface="Righteous"/>
            </a:endParaRPr>
          </a:p>
        </p:txBody>
      </p:sp>
      <p:sp>
        <p:nvSpPr>
          <p:cNvPr id="731" name="Google Shape;731;p55"/>
          <p:cNvSpPr txBox="1"/>
          <p:nvPr/>
        </p:nvSpPr>
        <p:spPr>
          <a:xfrm>
            <a:off x="2936723" y="4016550"/>
            <a:ext cx="1613700" cy="44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Comic Neue"/>
                <a:ea typeface="Comic Neue"/>
                <a:cs typeface="Comic Neue"/>
                <a:sym typeface="Comic Neue"/>
              </a:rPr>
              <a:t>Mars is actually a very cold place</a:t>
            </a:r>
            <a:endParaRPr>
              <a:solidFill>
                <a:schemeClr val="dk1"/>
              </a:solidFill>
              <a:latin typeface="Comic Neue"/>
              <a:ea typeface="Comic Neue"/>
              <a:cs typeface="Comic Neue"/>
              <a:sym typeface="Comic Neue"/>
            </a:endParaRPr>
          </a:p>
        </p:txBody>
      </p:sp>
      <p:sp>
        <p:nvSpPr>
          <p:cNvPr id="732" name="Google Shape;732;p55"/>
          <p:cNvSpPr txBox="1"/>
          <p:nvPr/>
        </p:nvSpPr>
        <p:spPr>
          <a:xfrm>
            <a:off x="5916074" y="3577275"/>
            <a:ext cx="2587200" cy="400200"/>
          </a:xfrm>
          <a:prstGeom prst="rect">
            <a:avLst/>
          </a:prstGeom>
          <a:noFill/>
          <a:ln>
            <a:noFill/>
          </a:ln>
          <a:effectLst>
            <a:outerShdw blurRad="71438" dist="47625" dir="2940000" algn="bl" rotWithShape="0">
              <a:srgbClr val="000000">
                <a:alpha val="21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lt2"/>
                </a:solidFill>
                <a:latin typeface="Righteous"/>
                <a:ea typeface="Righteous"/>
                <a:cs typeface="Righteous"/>
                <a:sym typeface="Righteous"/>
              </a:rPr>
              <a:t>Distribution</a:t>
            </a:r>
            <a:endParaRPr sz="2500">
              <a:solidFill>
                <a:schemeClr val="lt2"/>
              </a:solidFill>
              <a:latin typeface="Righteous"/>
              <a:ea typeface="Righteous"/>
              <a:cs typeface="Righteous"/>
              <a:sym typeface="Righteous"/>
            </a:endParaRPr>
          </a:p>
        </p:txBody>
      </p:sp>
      <p:sp>
        <p:nvSpPr>
          <p:cNvPr id="733" name="Google Shape;733;p55"/>
          <p:cNvSpPr txBox="1"/>
          <p:nvPr/>
        </p:nvSpPr>
        <p:spPr>
          <a:xfrm>
            <a:off x="6449325" y="4016550"/>
            <a:ext cx="1613700" cy="44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Comic Neue"/>
                <a:ea typeface="Comic Neue"/>
                <a:cs typeface="Comic Neue"/>
                <a:sym typeface="Comic Neue"/>
              </a:rPr>
              <a:t>Jupiter is a very big planet</a:t>
            </a:r>
            <a:endParaRPr>
              <a:solidFill>
                <a:schemeClr val="dk1"/>
              </a:solidFill>
              <a:latin typeface="Comic Neue"/>
              <a:ea typeface="Comic Neue"/>
              <a:cs typeface="Comic Neue"/>
              <a:sym typeface="Comic Neue"/>
            </a:endParaRPr>
          </a:p>
        </p:txBody>
      </p:sp>
      <p:sp>
        <p:nvSpPr>
          <p:cNvPr id="734" name="Google Shape;734;p55"/>
          <p:cNvSpPr/>
          <p:nvPr/>
        </p:nvSpPr>
        <p:spPr>
          <a:xfrm>
            <a:off x="3526357" y="2715577"/>
            <a:ext cx="434437" cy="538397"/>
          </a:xfrm>
          <a:custGeom>
            <a:avLst/>
            <a:gdLst/>
            <a:ahLst/>
            <a:cxnLst/>
            <a:rect l="l" t="t" r="r" b="b"/>
            <a:pathLst>
              <a:path w="11212" h="13895" extrusionOk="0">
                <a:moveTo>
                  <a:pt x="6168" y="6523"/>
                </a:moveTo>
                <a:lnTo>
                  <a:pt x="6168" y="7687"/>
                </a:lnTo>
                <a:lnTo>
                  <a:pt x="3063" y="7687"/>
                </a:lnTo>
                <a:lnTo>
                  <a:pt x="3063" y="6523"/>
                </a:lnTo>
                <a:close/>
                <a:moveTo>
                  <a:pt x="2631" y="1"/>
                </a:moveTo>
                <a:cubicBezTo>
                  <a:pt x="2499" y="1"/>
                  <a:pt x="2364" y="11"/>
                  <a:pt x="2228" y="33"/>
                </a:cubicBezTo>
                <a:cubicBezTo>
                  <a:pt x="1159" y="203"/>
                  <a:pt x="307" y="1084"/>
                  <a:pt x="148" y="2154"/>
                </a:cubicBezTo>
                <a:cubicBezTo>
                  <a:pt x="1" y="3143"/>
                  <a:pt x="419" y="4046"/>
                  <a:pt x="1126" y="4584"/>
                </a:cubicBezTo>
                <a:lnTo>
                  <a:pt x="1124" y="4584"/>
                </a:lnTo>
                <a:lnTo>
                  <a:pt x="1124" y="10015"/>
                </a:lnTo>
                <a:lnTo>
                  <a:pt x="3092" y="10015"/>
                </a:lnTo>
                <a:lnTo>
                  <a:pt x="1064" y="13894"/>
                </a:lnTo>
                <a:lnTo>
                  <a:pt x="2193" y="13894"/>
                </a:lnTo>
                <a:lnTo>
                  <a:pt x="4229" y="9964"/>
                </a:lnTo>
                <a:lnTo>
                  <a:pt x="4229" y="13894"/>
                </a:lnTo>
                <a:lnTo>
                  <a:pt x="5393" y="13894"/>
                </a:lnTo>
                <a:lnTo>
                  <a:pt x="5393" y="9964"/>
                </a:lnTo>
                <a:lnTo>
                  <a:pt x="7152" y="13894"/>
                </a:lnTo>
                <a:lnTo>
                  <a:pt x="8403" y="13894"/>
                </a:lnTo>
                <a:lnTo>
                  <a:pt x="6356" y="10015"/>
                </a:lnTo>
                <a:lnTo>
                  <a:pt x="8496" y="10015"/>
                </a:lnTo>
                <a:lnTo>
                  <a:pt x="8496" y="8962"/>
                </a:lnTo>
                <a:lnTo>
                  <a:pt x="11211" y="10028"/>
                </a:lnTo>
                <a:lnTo>
                  <a:pt x="11211" y="4829"/>
                </a:lnTo>
                <a:lnTo>
                  <a:pt x="8496" y="5894"/>
                </a:lnTo>
                <a:lnTo>
                  <a:pt x="8496" y="4583"/>
                </a:lnTo>
                <a:lnTo>
                  <a:pt x="8494" y="4583"/>
                </a:lnTo>
                <a:cubicBezTo>
                  <a:pt x="9198" y="4046"/>
                  <a:pt x="9618" y="3141"/>
                  <a:pt x="9472" y="2152"/>
                </a:cubicBezTo>
                <a:cubicBezTo>
                  <a:pt x="9313" y="1082"/>
                  <a:pt x="8459" y="200"/>
                  <a:pt x="7391" y="33"/>
                </a:cubicBezTo>
                <a:cubicBezTo>
                  <a:pt x="7255" y="11"/>
                  <a:pt x="7120" y="1"/>
                  <a:pt x="6988" y="1"/>
                </a:cubicBezTo>
                <a:cubicBezTo>
                  <a:pt x="6057" y="1"/>
                  <a:pt x="5244" y="516"/>
                  <a:pt x="4810" y="1279"/>
                </a:cubicBezTo>
                <a:cubicBezTo>
                  <a:pt x="4376" y="516"/>
                  <a:pt x="3563" y="1"/>
                  <a:pt x="26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5" name="Google Shape;735;p55"/>
          <p:cNvGrpSpPr/>
          <p:nvPr/>
        </p:nvGrpSpPr>
        <p:grpSpPr>
          <a:xfrm>
            <a:off x="6992445" y="2703239"/>
            <a:ext cx="434461" cy="563072"/>
            <a:chOff x="4806050" y="2679700"/>
            <a:chExt cx="269500" cy="349300"/>
          </a:xfrm>
        </p:grpSpPr>
        <p:sp>
          <p:nvSpPr>
            <p:cNvPr id="736" name="Google Shape;736;p55"/>
            <p:cNvSpPr/>
            <p:nvPr/>
          </p:nvSpPr>
          <p:spPr>
            <a:xfrm>
              <a:off x="4806050" y="2679700"/>
              <a:ext cx="269500" cy="145600"/>
            </a:xfrm>
            <a:custGeom>
              <a:avLst/>
              <a:gdLst/>
              <a:ahLst/>
              <a:cxnLst/>
              <a:rect l="l" t="t" r="r" b="b"/>
              <a:pathLst>
                <a:path w="10780" h="5824" extrusionOk="0">
                  <a:moveTo>
                    <a:pt x="6661" y="2541"/>
                  </a:moveTo>
                  <a:cubicBezTo>
                    <a:pt x="6903" y="2541"/>
                    <a:pt x="7136" y="2730"/>
                    <a:pt x="7136" y="3015"/>
                  </a:cubicBezTo>
                  <a:cubicBezTo>
                    <a:pt x="7136" y="3275"/>
                    <a:pt x="6925" y="3487"/>
                    <a:pt x="6664" y="3487"/>
                  </a:cubicBezTo>
                  <a:cubicBezTo>
                    <a:pt x="6244" y="3487"/>
                    <a:pt x="6032" y="2978"/>
                    <a:pt x="6330" y="2681"/>
                  </a:cubicBezTo>
                  <a:cubicBezTo>
                    <a:pt x="6427" y="2584"/>
                    <a:pt x="6545" y="2541"/>
                    <a:pt x="6661" y="2541"/>
                  </a:cubicBezTo>
                  <a:close/>
                  <a:moveTo>
                    <a:pt x="2883" y="3171"/>
                  </a:moveTo>
                  <a:cubicBezTo>
                    <a:pt x="3126" y="3171"/>
                    <a:pt x="3359" y="3359"/>
                    <a:pt x="3359" y="3644"/>
                  </a:cubicBezTo>
                  <a:cubicBezTo>
                    <a:pt x="3359" y="3905"/>
                    <a:pt x="3148" y="4116"/>
                    <a:pt x="2886" y="4116"/>
                  </a:cubicBezTo>
                  <a:cubicBezTo>
                    <a:pt x="2465" y="4116"/>
                    <a:pt x="2256" y="3607"/>
                    <a:pt x="2552" y="3310"/>
                  </a:cubicBezTo>
                  <a:cubicBezTo>
                    <a:pt x="2648" y="3214"/>
                    <a:pt x="2767" y="3171"/>
                    <a:pt x="2883" y="3171"/>
                  </a:cubicBezTo>
                  <a:close/>
                  <a:moveTo>
                    <a:pt x="5087" y="4116"/>
                  </a:moveTo>
                  <a:cubicBezTo>
                    <a:pt x="5330" y="4116"/>
                    <a:pt x="5563" y="4304"/>
                    <a:pt x="5563" y="4589"/>
                  </a:cubicBezTo>
                  <a:cubicBezTo>
                    <a:pt x="5563" y="4849"/>
                    <a:pt x="5351" y="5060"/>
                    <a:pt x="5090" y="5060"/>
                  </a:cubicBezTo>
                  <a:cubicBezTo>
                    <a:pt x="4669" y="5060"/>
                    <a:pt x="4459" y="4552"/>
                    <a:pt x="4756" y="4255"/>
                  </a:cubicBezTo>
                  <a:cubicBezTo>
                    <a:pt x="4852" y="4159"/>
                    <a:pt x="4970" y="4116"/>
                    <a:pt x="5087" y="4116"/>
                  </a:cubicBezTo>
                  <a:close/>
                  <a:moveTo>
                    <a:pt x="4410" y="0"/>
                  </a:moveTo>
                  <a:cubicBezTo>
                    <a:pt x="3532" y="0"/>
                    <a:pt x="2675" y="491"/>
                    <a:pt x="2272" y="1369"/>
                  </a:cubicBezTo>
                  <a:cubicBezTo>
                    <a:pt x="928" y="1559"/>
                    <a:pt x="74" y="2903"/>
                    <a:pt x="472" y="4200"/>
                  </a:cubicBezTo>
                  <a:cubicBezTo>
                    <a:pt x="111" y="4660"/>
                    <a:pt x="0" y="5267"/>
                    <a:pt x="174" y="5824"/>
                  </a:cubicBezTo>
                  <a:lnTo>
                    <a:pt x="10114" y="5824"/>
                  </a:lnTo>
                  <a:cubicBezTo>
                    <a:pt x="10779" y="4654"/>
                    <a:pt x="10252" y="3166"/>
                    <a:pt x="8997" y="2678"/>
                  </a:cubicBezTo>
                  <a:cubicBezTo>
                    <a:pt x="8948" y="1456"/>
                    <a:pt x="7935" y="561"/>
                    <a:pt x="6796" y="561"/>
                  </a:cubicBezTo>
                  <a:cubicBezTo>
                    <a:pt x="6554" y="561"/>
                    <a:pt x="6307" y="601"/>
                    <a:pt x="6063" y="687"/>
                  </a:cubicBezTo>
                  <a:cubicBezTo>
                    <a:pt x="6004" y="626"/>
                    <a:pt x="5940" y="570"/>
                    <a:pt x="5873" y="516"/>
                  </a:cubicBezTo>
                  <a:cubicBezTo>
                    <a:pt x="5435" y="166"/>
                    <a:pt x="4919" y="0"/>
                    <a:pt x="44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55"/>
            <p:cNvSpPr/>
            <p:nvPr/>
          </p:nvSpPr>
          <p:spPr>
            <a:xfrm>
              <a:off x="4825375" y="2854375"/>
              <a:ext cx="72300" cy="174625"/>
            </a:xfrm>
            <a:custGeom>
              <a:avLst/>
              <a:gdLst/>
              <a:ahLst/>
              <a:cxnLst/>
              <a:rect l="l" t="t" r="r" b="b"/>
              <a:pathLst>
                <a:path w="2892" h="6985" extrusionOk="0">
                  <a:moveTo>
                    <a:pt x="1" y="1"/>
                  </a:moveTo>
                  <a:lnTo>
                    <a:pt x="925" y="6985"/>
                  </a:lnTo>
                  <a:lnTo>
                    <a:pt x="2891" y="6985"/>
                  </a:lnTo>
                  <a:lnTo>
                    <a:pt x="23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55"/>
            <p:cNvSpPr/>
            <p:nvPr/>
          </p:nvSpPr>
          <p:spPr>
            <a:xfrm>
              <a:off x="4976575" y="2854375"/>
              <a:ext cx="72500" cy="174625"/>
            </a:xfrm>
            <a:custGeom>
              <a:avLst/>
              <a:gdLst/>
              <a:ahLst/>
              <a:cxnLst/>
              <a:rect l="l" t="t" r="r" b="b"/>
              <a:pathLst>
                <a:path w="2900" h="6985" extrusionOk="0">
                  <a:moveTo>
                    <a:pt x="561" y="1"/>
                  </a:moveTo>
                  <a:lnTo>
                    <a:pt x="1" y="6985"/>
                  </a:lnTo>
                  <a:lnTo>
                    <a:pt x="1978" y="6985"/>
                  </a:lnTo>
                  <a:lnTo>
                    <a:pt x="29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55"/>
            <p:cNvSpPr/>
            <p:nvPr/>
          </p:nvSpPr>
          <p:spPr>
            <a:xfrm>
              <a:off x="4908450" y="2854375"/>
              <a:ext cx="57325" cy="174625"/>
            </a:xfrm>
            <a:custGeom>
              <a:avLst/>
              <a:gdLst/>
              <a:ahLst/>
              <a:cxnLst/>
              <a:rect l="l" t="t" r="r" b="b"/>
              <a:pathLst>
                <a:path w="2293" h="6985" extrusionOk="0">
                  <a:moveTo>
                    <a:pt x="0" y="1"/>
                  </a:moveTo>
                  <a:lnTo>
                    <a:pt x="561" y="6985"/>
                  </a:lnTo>
                  <a:lnTo>
                    <a:pt x="1731" y="6985"/>
                  </a:lnTo>
                  <a:lnTo>
                    <a:pt x="22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0" name="Google Shape;740;p55"/>
          <p:cNvSpPr/>
          <p:nvPr/>
        </p:nvSpPr>
        <p:spPr>
          <a:xfrm>
            <a:off x="5228201" y="2784676"/>
            <a:ext cx="496842" cy="400206"/>
          </a:xfrm>
          <a:custGeom>
            <a:avLst/>
            <a:gdLst/>
            <a:ahLst/>
            <a:cxnLst/>
            <a:rect l="l" t="t" r="r" b="b"/>
            <a:pathLst>
              <a:path w="13969" h="11252" extrusionOk="0">
                <a:moveTo>
                  <a:pt x="3105" y="1939"/>
                </a:moveTo>
                <a:lnTo>
                  <a:pt x="3105" y="3103"/>
                </a:lnTo>
                <a:lnTo>
                  <a:pt x="1941" y="3105"/>
                </a:lnTo>
                <a:lnTo>
                  <a:pt x="1941" y="1939"/>
                </a:lnTo>
                <a:close/>
                <a:moveTo>
                  <a:pt x="11641" y="1939"/>
                </a:moveTo>
                <a:lnTo>
                  <a:pt x="11641" y="3103"/>
                </a:lnTo>
                <a:lnTo>
                  <a:pt x="10477" y="3105"/>
                </a:lnTo>
                <a:lnTo>
                  <a:pt x="10477" y="1939"/>
                </a:lnTo>
                <a:close/>
                <a:moveTo>
                  <a:pt x="3105" y="4269"/>
                </a:moveTo>
                <a:lnTo>
                  <a:pt x="3105" y="5433"/>
                </a:lnTo>
                <a:lnTo>
                  <a:pt x="1943" y="5433"/>
                </a:lnTo>
                <a:lnTo>
                  <a:pt x="1943" y="4269"/>
                </a:lnTo>
                <a:close/>
                <a:moveTo>
                  <a:pt x="11641" y="4269"/>
                </a:moveTo>
                <a:lnTo>
                  <a:pt x="11641" y="5433"/>
                </a:lnTo>
                <a:lnTo>
                  <a:pt x="10477" y="5433"/>
                </a:lnTo>
                <a:lnTo>
                  <a:pt x="10477" y="4269"/>
                </a:lnTo>
                <a:close/>
                <a:moveTo>
                  <a:pt x="3105" y="6208"/>
                </a:moveTo>
                <a:lnTo>
                  <a:pt x="3105" y="7372"/>
                </a:lnTo>
                <a:lnTo>
                  <a:pt x="1943" y="7372"/>
                </a:lnTo>
                <a:lnTo>
                  <a:pt x="1943" y="6208"/>
                </a:lnTo>
                <a:close/>
                <a:moveTo>
                  <a:pt x="11641" y="6208"/>
                </a:moveTo>
                <a:lnTo>
                  <a:pt x="11641" y="7372"/>
                </a:lnTo>
                <a:lnTo>
                  <a:pt x="10477" y="7372"/>
                </a:lnTo>
                <a:lnTo>
                  <a:pt x="10477" y="6208"/>
                </a:lnTo>
                <a:close/>
                <a:moveTo>
                  <a:pt x="6210" y="3414"/>
                </a:moveTo>
                <a:lnTo>
                  <a:pt x="9765" y="5631"/>
                </a:lnTo>
                <a:lnTo>
                  <a:pt x="6210" y="7847"/>
                </a:lnTo>
                <a:lnTo>
                  <a:pt x="6210" y="6786"/>
                </a:lnTo>
                <a:lnTo>
                  <a:pt x="4269" y="7894"/>
                </a:lnTo>
                <a:lnTo>
                  <a:pt x="4269" y="3461"/>
                </a:lnTo>
                <a:lnTo>
                  <a:pt x="6210" y="4568"/>
                </a:lnTo>
                <a:lnTo>
                  <a:pt x="6210" y="3414"/>
                </a:lnTo>
                <a:close/>
                <a:moveTo>
                  <a:pt x="3105" y="8148"/>
                </a:moveTo>
                <a:lnTo>
                  <a:pt x="3105" y="9312"/>
                </a:lnTo>
                <a:lnTo>
                  <a:pt x="1943" y="9312"/>
                </a:lnTo>
                <a:lnTo>
                  <a:pt x="1943" y="8148"/>
                </a:lnTo>
                <a:close/>
                <a:moveTo>
                  <a:pt x="11641" y="8148"/>
                </a:moveTo>
                <a:lnTo>
                  <a:pt x="11641" y="9312"/>
                </a:lnTo>
                <a:lnTo>
                  <a:pt x="10477" y="9312"/>
                </a:lnTo>
                <a:lnTo>
                  <a:pt x="10477" y="8148"/>
                </a:lnTo>
                <a:close/>
                <a:moveTo>
                  <a:pt x="1" y="1"/>
                </a:moveTo>
                <a:lnTo>
                  <a:pt x="1" y="11251"/>
                </a:lnTo>
                <a:lnTo>
                  <a:pt x="13968" y="11251"/>
                </a:lnTo>
                <a:lnTo>
                  <a:pt x="1396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1" name="Google Shape;741;p55"/>
          <p:cNvGrpSpPr/>
          <p:nvPr/>
        </p:nvGrpSpPr>
        <p:grpSpPr>
          <a:xfrm>
            <a:off x="1717105" y="2768695"/>
            <a:ext cx="434439" cy="432165"/>
            <a:chOff x="-50503000" y="3921175"/>
            <a:chExt cx="300900" cy="299325"/>
          </a:xfrm>
        </p:grpSpPr>
        <p:sp>
          <p:nvSpPr>
            <p:cNvPr id="742" name="Google Shape;742;p55"/>
            <p:cNvSpPr/>
            <p:nvPr/>
          </p:nvSpPr>
          <p:spPr>
            <a:xfrm>
              <a:off x="-50432900" y="3921175"/>
              <a:ext cx="177250" cy="53575"/>
            </a:xfrm>
            <a:custGeom>
              <a:avLst/>
              <a:gdLst/>
              <a:ahLst/>
              <a:cxnLst/>
              <a:rect l="l" t="t" r="r" b="b"/>
              <a:pathLst>
                <a:path w="7090" h="2143" extrusionOk="0">
                  <a:moveTo>
                    <a:pt x="1" y="0"/>
                  </a:moveTo>
                  <a:lnTo>
                    <a:pt x="1" y="2143"/>
                  </a:lnTo>
                  <a:lnTo>
                    <a:pt x="7089" y="2143"/>
                  </a:lnTo>
                  <a:lnTo>
                    <a:pt x="70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55"/>
            <p:cNvSpPr/>
            <p:nvPr/>
          </p:nvSpPr>
          <p:spPr>
            <a:xfrm>
              <a:off x="-50503000" y="3921175"/>
              <a:ext cx="52800" cy="53575"/>
            </a:xfrm>
            <a:custGeom>
              <a:avLst/>
              <a:gdLst/>
              <a:ahLst/>
              <a:cxnLst/>
              <a:rect l="l" t="t" r="r" b="b"/>
              <a:pathLst>
                <a:path w="2112" h="2143" extrusionOk="0">
                  <a:moveTo>
                    <a:pt x="1797" y="0"/>
                  </a:moveTo>
                  <a:cubicBezTo>
                    <a:pt x="1734" y="0"/>
                    <a:pt x="1671" y="0"/>
                    <a:pt x="1639" y="63"/>
                  </a:cubicBezTo>
                  <a:lnTo>
                    <a:pt x="221" y="756"/>
                  </a:lnTo>
                  <a:cubicBezTo>
                    <a:pt x="95" y="851"/>
                    <a:pt x="1" y="945"/>
                    <a:pt x="1" y="1071"/>
                  </a:cubicBezTo>
                  <a:cubicBezTo>
                    <a:pt x="1" y="1197"/>
                    <a:pt x="95" y="1323"/>
                    <a:pt x="221" y="1386"/>
                  </a:cubicBezTo>
                  <a:lnTo>
                    <a:pt x="1639" y="2111"/>
                  </a:lnTo>
                  <a:cubicBezTo>
                    <a:pt x="1671" y="2143"/>
                    <a:pt x="1765" y="2143"/>
                    <a:pt x="1797" y="2143"/>
                  </a:cubicBezTo>
                  <a:lnTo>
                    <a:pt x="2112" y="2143"/>
                  </a:lnTo>
                  <a:lnTo>
                    <a:pt x="21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55"/>
            <p:cNvSpPr/>
            <p:nvPr/>
          </p:nvSpPr>
          <p:spPr>
            <a:xfrm>
              <a:off x="-50237550" y="3921175"/>
              <a:ext cx="35450" cy="53575"/>
            </a:xfrm>
            <a:custGeom>
              <a:avLst/>
              <a:gdLst/>
              <a:ahLst/>
              <a:cxnLst/>
              <a:rect l="l" t="t" r="r" b="b"/>
              <a:pathLst>
                <a:path w="1418" h="2143" extrusionOk="0">
                  <a:moveTo>
                    <a:pt x="0" y="0"/>
                  </a:moveTo>
                  <a:lnTo>
                    <a:pt x="0" y="2143"/>
                  </a:lnTo>
                  <a:lnTo>
                    <a:pt x="347" y="2143"/>
                  </a:lnTo>
                  <a:cubicBezTo>
                    <a:pt x="945" y="2143"/>
                    <a:pt x="1418" y="1670"/>
                    <a:pt x="1418" y="1071"/>
                  </a:cubicBezTo>
                  <a:cubicBezTo>
                    <a:pt x="1418" y="473"/>
                    <a:pt x="945"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55"/>
            <p:cNvSpPr/>
            <p:nvPr/>
          </p:nvSpPr>
          <p:spPr>
            <a:xfrm>
              <a:off x="-50414775" y="4045625"/>
              <a:ext cx="159125" cy="122875"/>
            </a:xfrm>
            <a:custGeom>
              <a:avLst/>
              <a:gdLst/>
              <a:ahLst/>
              <a:cxnLst/>
              <a:rect l="l" t="t" r="r" b="b"/>
              <a:pathLst>
                <a:path w="6365" h="4915" extrusionOk="0">
                  <a:moveTo>
                    <a:pt x="0" y="0"/>
                  </a:moveTo>
                  <a:lnTo>
                    <a:pt x="0" y="4915"/>
                  </a:lnTo>
                  <a:lnTo>
                    <a:pt x="6364" y="4915"/>
                  </a:lnTo>
                  <a:lnTo>
                    <a:pt x="63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55"/>
            <p:cNvSpPr/>
            <p:nvPr/>
          </p:nvSpPr>
          <p:spPr>
            <a:xfrm>
              <a:off x="-50503000" y="3992050"/>
              <a:ext cx="300900" cy="228450"/>
            </a:xfrm>
            <a:custGeom>
              <a:avLst/>
              <a:gdLst/>
              <a:ahLst/>
              <a:cxnLst/>
              <a:rect l="l" t="t" r="r" b="b"/>
              <a:pathLst>
                <a:path w="12036" h="9138" extrusionOk="0">
                  <a:moveTo>
                    <a:pt x="1797" y="1387"/>
                  </a:moveTo>
                  <a:cubicBezTo>
                    <a:pt x="1986" y="1387"/>
                    <a:pt x="2143" y="1544"/>
                    <a:pt x="2143" y="1733"/>
                  </a:cubicBezTo>
                  <a:lnTo>
                    <a:pt x="2143" y="3151"/>
                  </a:lnTo>
                  <a:cubicBezTo>
                    <a:pt x="2143" y="3372"/>
                    <a:pt x="1986" y="3529"/>
                    <a:pt x="1797" y="3529"/>
                  </a:cubicBezTo>
                  <a:cubicBezTo>
                    <a:pt x="1608" y="3529"/>
                    <a:pt x="1450" y="3372"/>
                    <a:pt x="1450" y="3151"/>
                  </a:cubicBezTo>
                  <a:lnTo>
                    <a:pt x="1450" y="1733"/>
                  </a:lnTo>
                  <a:cubicBezTo>
                    <a:pt x="1450" y="1544"/>
                    <a:pt x="1608" y="1387"/>
                    <a:pt x="1797" y="1387"/>
                  </a:cubicBezTo>
                  <a:close/>
                  <a:moveTo>
                    <a:pt x="1797" y="4222"/>
                  </a:moveTo>
                  <a:cubicBezTo>
                    <a:pt x="1986" y="4222"/>
                    <a:pt x="2143" y="4380"/>
                    <a:pt x="2143" y="4569"/>
                  </a:cubicBezTo>
                  <a:cubicBezTo>
                    <a:pt x="2143" y="4789"/>
                    <a:pt x="1986" y="4947"/>
                    <a:pt x="1797" y="4947"/>
                  </a:cubicBezTo>
                  <a:cubicBezTo>
                    <a:pt x="1576" y="4947"/>
                    <a:pt x="1419" y="4789"/>
                    <a:pt x="1419" y="4569"/>
                  </a:cubicBezTo>
                  <a:cubicBezTo>
                    <a:pt x="1419" y="4380"/>
                    <a:pt x="1576" y="4222"/>
                    <a:pt x="1797" y="4222"/>
                  </a:cubicBezTo>
                  <a:close/>
                  <a:moveTo>
                    <a:pt x="1797" y="5609"/>
                  </a:moveTo>
                  <a:cubicBezTo>
                    <a:pt x="1986" y="5609"/>
                    <a:pt x="2143" y="5766"/>
                    <a:pt x="2143" y="5955"/>
                  </a:cubicBezTo>
                  <a:lnTo>
                    <a:pt x="2143" y="7373"/>
                  </a:lnTo>
                  <a:cubicBezTo>
                    <a:pt x="2143" y="7562"/>
                    <a:pt x="1986" y="7719"/>
                    <a:pt x="1797" y="7719"/>
                  </a:cubicBezTo>
                  <a:cubicBezTo>
                    <a:pt x="1608" y="7719"/>
                    <a:pt x="1450" y="7562"/>
                    <a:pt x="1450" y="7373"/>
                  </a:cubicBezTo>
                  <a:lnTo>
                    <a:pt x="1450" y="5955"/>
                  </a:lnTo>
                  <a:cubicBezTo>
                    <a:pt x="1450" y="5766"/>
                    <a:pt x="1608" y="5609"/>
                    <a:pt x="1797" y="5609"/>
                  </a:cubicBezTo>
                  <a:close/>
                  <a:moveTo>
                    <a:pt x="10272" y="1387"/>
                  </a:moveTo>
                  <a:cubicBezTo>
                    <a:pt x="10461" y="1387"/>
                    <a:pt x="10618" y="1544"/>
                    <a:pt x="10618" y="1733"/>
                  </a:cubicBezTo>
                  <a:lnTo>
                    <a:pt x="10618" y="7373"/>
                  </a:lnTo>
                  <a:cubicBezTo>
                    <a:pt x="10618" y="7562"/>
                    <a:pt x="10461" y="7719"/>
                    <a:pt x="10272" y="7719"/>
                  </a:cubicBezTo>
                  <a:lnTo>
                    <a:pt x="3183" y="7719"/>
                  </a:lnTo>
                  <a:cubicBezTo>
                    <a:pt x="2962" y="7719"/>
                    <a:pt x="2805" y="7562"/>
                    <a:pt x="2805" y="7373"/>
                  </a:cubicBezTo>
                  <a:lnTo>
                    <a:pt x="2805" y="1733"/>
                  </a:lnTo>
                  <a:cubicBezTo>
                    <a:pt x="2805" y="1544"/>
                    <a:pt x="2962" y="1387"/>
                    <a:pt x="3183" y="1387"/>
                  </a:cubicBezTo>
                  <a:close/>
                  <a:moveTo>
                    <a:pt x="1072" y="1"/>
                  </a:moveTo>
                  <a:cubicBezTo>
                    <a:pt x="474" y="1"/>
                    <a:pt x="1" y="473"/>
                    <a:pt x="1" y="1072"/>
                  </a:cubicBezTo>
                  <a:lnTo>
                    <a:pt x="1" y="8097"/>
                  </a:lnTo>
                  <a:cubicBezTo>
                    <a:pt x="1" y="8664"/>
                    <a:pt x="474" y="9137"/>
                    <a:pt x="1072" y="9137"/>
                  </a:cubicBezTo>
                  <a:lnTo>
                    <a:pt x="10965" y="9137"/>
                  </a:lnTo>
                  <a:cubicBezTo>
                    <a:pt x="11563" y="9137"/>
                    <a:pt x="12036" y="8664"/>
                    <a:pt x="12036" y="8097"/>
                  </a:cubicBezTo>
                  <a:lnTo>
                    <a:pt x="12036" y="1072"/>
                  </a:lnTo>
                  <a:cubicBezTo>
                    <a:pt x="12036" y="473"/>
                    <a:pt x="11563" y="1"/>
                    <a:pt x="109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7" name="Google Shape;747;p55"/>
          <p:cNvSpPr txBox="1"/>
          <p:nvPr/>
        </p:nvSpPr>
        <p:spPr>
          <a:xfrm>
            <a:off x="3960800" y="1406900"/>
            <a:ext cx="2934600" cy="400200"/>
          </a:xfrm>
          <a:prstGeom prst="rect">
            <a:avLst/>
          </a:prstGeom>
          <a:noFill/>
          <a:ln>
            <a:noFill/>
          </a:ln>
          <a:effectLst>
            <a:outerShdw blurRad="71438" dist="47625" dir="2940000" algn="bl" rotWithShape="0">
              <a:srgbClr val="000000">
                <a:alpha val="21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lt2"/>
                </a:solidFill>
                <a:latin typeface="Righteous"/>
                <a:ea typeface="Righteous"/>
                <a:cs typeface="Righteous"/>
                <a:sym typeface="Righteous"/>
              </a:rPr>
              <a:t>Post Production</a:t>
            </a:r>
            <a:endParaRPr sz="2500">
              <a:solidFill>
                <a:schemeClr val="lt2"/>
              </a:solidFill>
              <a:latin typeface="Righteous"/>
              <a:ea typeface="Righteous"/>
              <a:cs typeface="Righteous"/>
              <a:sym typeface="Righteous"/>
            </a:endParaRPr>
          </a:p>
        </p:txBody>
      </p:sp>
      <p:sp>
        <p:nvSpPr>
          <p:cNvPr id="748" name="Google Shape;748;p55"/>
          <p:cNvSpPr txBox="1"/>
          <p:nvPr/>
        </p:nvSpPr>
        <p:spPr>
          <a:xfrm>
            <a:off x="4621250" y="1854113"/>
            <a:ext cx="1613700" cy="44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Comic Neue"/>
                <a:ea typeface="Comic Neue"/>
                <a:cs typeface="Comic Neue"/>
                <a:sym typeface="Comic Neue"/>
              </a:rPr>
              <a:t>Saturn is a gas giant with rings</a:t>
            </a:r>
            <a:endParaRPr>
              <a:solidFill>
                <a:schemeClr val="dk1"/>
              </a:solidFill>
              <a:latin typeface="Comic Neue"/>
              <a:ea typeface="Comic Neue"/>
              <a:cs typeface="Comic Neue"/>
              <a:sym typeface="Comic Neue"/>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p56"/>
          <p:cNvSpPr txBox="1">
            <a:spLocks noGrp="1"/>
          </p:cNvSpPr>
          <p:nvPr>
            <p:ph type="title"/>
          </p:nvPr>
        </p:nvSpPr>
        <p:spPr>
          <a:xfrm>
            <a:off x="720000" y="532925"/>
            <a:ext cx="7704000" cy="440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PRACTICAL EXERCISE</a:t>
            </a:r>
            <a:endParaRPr/>
          </a:p>
        </p:txBody>
      </p:sp>
      <p:sp>
        <p:nvSpPr>
          <p:cNvPr id="754" name="Google Shape;754;p56"/>
          <p:cNvSpPr txBox="1">
            <a:spLocks noGrp="1"/>
          </p:cNvSpPr>
          <p:nvPr>
            <p:ph type="subTitle" idx="1"/>
          </p:nvPr>
        </p:nvSpPr>
        <p:spPr>
          <a:xfrm>
            <a:off x="2078250" y="1030350"/>
            <a:ext cx="4987500" cy="1101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Venus</a:t>
            </a:r>
            <a:r>
              <a:rPr lang="en" b="1"/>
              <a:t> </a:t>
            </a:r>
            <a:r>
              <a:rPr lang="en"/>
              <a:t>has a beautiful name and is the second planet from the Sun. It’s terribly hot, even hotter than Mercury, and its atmosphere is extremely poisonous. It’s the second-brightest natural object in the night sky after the Moon</a:t>
            </a:r>
            <a:endParaRPr/>
          </a:p>
        </p:txBody>
      </p:sp>
      <p:sp>
        <p:nvSpPr>
          <p:cNvPr id="755" name="Google Shape;755;p56"/>
          <p:cNvSpPr/>
          <p:nvPr/>
        </p:nvSpPr>
        <p:spPr>
          <a:xfrm>
            <a:off x="1418663" y="2847475"/>
            <a:ext cx="1003500" cy="1003500"/>
          </a:xfrm>
          <a:prstGeom prst="ellipse">
            <a:avLst/>
          </a:prstGeom>
          <a:solidFill>
            <a:schemeClr val="lt2"/>
          </a:solidFill>
          <a:ln>
            <a:noFill/>
          </a:ln>
          <a:effectLst>
            <a:outerShdw blurRad="71438" dist="47625" dir="30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56"/>
          <p:cNvSpPr/>
          <p:nvPr/>
        </p:nvSpPr>
        <p:spPr>
          <a:xfrm>
            <a:off x="3187663" y="2847475"/>
            <a:ext cx="1003500" cy="1003500"/>
          </a:xfrm>
          <a:prstGeom prst="ellipse">
            <a:avLst/>
          </a:prstGeom>
          <a:solidFill>
            <a:schemeClr val="lt2"/>
          </a:solidFill>
          <a:ln>
            <a:noFill/>
          </a:ln>
          <a:effectLst>
            <a:outerShdw blurRad="71438" dist="47625" dir="30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56"/>
          <p:cNvSpPr/>
          <p:nvPr/>
        </p:nvSpPr>
        <p:spPr>
          <a:xfrm>
            <a:off x="4956663" y="2847475"/>
            <a:ext cx="1003500" cy="1003500"/>
          </a:xfrm>
          <a:prstGeom prst="ellipse">
            <a:avLst/>
          </a:prstGeom>
          <a:solidFill>
            <a:schemeClr val="lt2"/>
          </a:solidFill>
          <a:ln>
            <a:noFill/>
          </a:ln>
          <a:effectLst>
            <a:outerShdw blurRad="71438" dist="47625" dir="30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58" name="Google Shape;758;p56"/>
          <p:cNvCxnSpPr>
            <a:stCxn id="755" idx="6"/>
            <a:endCxn id="756" idx="2"/>
          </p:cNvCxnSpPr>
          <p:nvPr/>
        </p:nvCxnSpPr>
        <p:spPr>
          <a:xfrm>
            <a:off x="2422163" y="3349225"/>
            <a:ext cx="765600" cy="0"/>
          </a:xfrm>
          <a:prstGeom prst="straightConnector1">
            <a:avLst/>
          </a:prstGeom>
          <a:noFill/>
          <a:ln w="19050" cap="flat" cmpd="sng">
            <a:solidFill>
              <a:schemeClr val="lt2"/>
            </a:solidFill>
            <a:prstDash val="solid"/>
            <a:round/>
            <a:headEnd type="none" w="med" len="med"/>
            <a:tailEnd type="none" w="med" len="med"/>
          </a:ln>
        </p:spPr>
      </p:cxnSp>
      <p:cxnSp>
        <p:nvCxnSpPr>
          <p:cNvPr id="759" name="Google Shape;759;p56"/>
          <p:cNvCxnSpPr>
            <a:stCxn id="756" idx="6"/>
            <a:endCxn id="757" idx="2"/>
          </p:cNvCxnSpPr>
          <p:nvPr/>
        </p:nvCxnSpPr>
        <p:spPr>
          <a:xfrm>
            <a:off x="4191163" y="3349225"/>
            <a:ext cx="765600" cy="0"/>
          </a:xfrm>
          <a:prstGeom prst="straightConnector1">
            <a:avLst/>
          </a:prstGeom>
          <a:noFill/>
          <a:ln w="19050" cap="flat" cmpd="sng">
            <a:solidFill>
              <a:schemeClr val="lt2"/>
            </a:solidFill>
            <a:prstDash val="solid"/>
            <a:round/>
            <a:headEnd type="none" w="med" len="med"/>
            <a:tailEnd type="none" w="med" len="med"/>
          </a:ln>
        </p:spPr>
      </p:cxnSp>
      <p:sp>
        <p:nvSpPr>
          <p:cNvPr id="760" name="Google Shape;760;p56"/>
          <p:cNvSpPr txBox="1"/>
          <p:nvPr/>
        </p:nvSpPr>
        <p:spPr>
          <a:xfrm>
            <a:off x="2882563" y="2323125"/>
            <a:ext cx="1613700" cy="400200"/>
          </a:xfrm>
          <a:prstGeom prst="rect">
            <a:avLst/>
          </a:prstGeom>
          <a:noFill/>
          <a:ln>
            <a:noFill/>
          </a:ln>
          <a:effectLst>
            <a:outerShdw blurRad="71438" dist="47625" dir="2940000" algn="bl" rotWithShape="0">
              <a:srgbClr val="000000">
                <a:alpha val="21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lt2"/>
                </a:solidFill>
                <a:latin typeface="Righteous"/>
                <a:ea typeface="Righteous"/>
                <a:cs typeface="Righteous"/>
                <a:sym typeface="Righteous"/>
              </a:rPr>
              <a:t>Step 2</a:t>
            </a:r>
            <a:endParaRPr sz="2500">
              <a:solidFill>
                <a:schemeClr val="lt2"/>
              </a:solidFill>
              <a:latin typeface="Righteous"/>
              <a:ea typeface="Righteous"/>
              <a:cs typeface="Righteous"/>
              <a:sym typeface="Righteous"/>
            </a:endParaRPr>
          </a:p>
        </p:txBody>
      </p:sp>
      <p:sp>
        <p:nvSpPr>
          <p:cNvPr id="761" name="Google Shape;761;p56"/>
          <p:cNvSpPr txBox="1"/>
          <p:nvPr/>
        </p:nvSpPr>
        <p:spPr>
          <a:xfrm>
            <a:off x="1113562" y="2323125"/>
            <a:ext cx="1613700" cy="400200"/>
          </a:xfrm>
          <a:prstGeom prst="rect">
            <a:avLst/>
          </a:prstGeom>
          <a:noFill/>
          <a:ln>
            <a:noFill/>
          </a:ln>
          <a:effectLst>
            <a:outerShdw blurRad="71438" dist="47625" dir="2940000" algn="bl" rotWithShape="0">
              <a:srgbClr val="000000">
                <a:alpha val="21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lt2"/>
                </a:solidFill>
                <a:latin typeface="Righteous"/>
                <a:ea typeface="Righteous"/>
                <a:cs typeface="Righteous"/>
                <a:sym typeface="Righteous"/>
              </a:rPr>
              <a:t>Step 1</a:t>
            </a:r>
            <a:endParaRPr sz="2500">
              <a:solidFill>
                <a:schemeClr val="lt2"/>
              </a:solidFill>
              <a:latin typeface="Righteous"/>
              <a:ea typeface="Righteous"/>
              <a:cs typeface="Righteous"/>
              <a:sym typeface="Righteous"/>
            </a:endParaRPr>
          </a:p>
        </p:txBody>
      </p:sp>
      <p:sp>
        <p:nvSpPr>
          <p:cNvPr id="762" name="Google Shape;762;p56"/>
          <p:cNvSpPr txBox="1"/>
          <p:nvPr/>
        </p:nvSpPr>
        <p:spPr>
          <a:xfrm>
            <a:off x="4651563" y="2323125"/>
            <a:ext cx="1613700" cy="400200"/>
          </a:xfrm>
          <a:prstGeom prst="rect">
            <a:avLst/>
          </a:prstGeom>
          <a:noFill/>
          <a:ln>
            <a:noFill/>
          </a:ln>
          <a:effectLst>
            <a:outerShdw blurRad="71438" dist="47625" dir="2940000" algn="bl" rotWithShape="0">
              <a:srgbClr val="000000">
                <a:alpha val="21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lt2"/>
                </a:solidFill>
                <a:latin typeface="Righteous"/>
                <a:ea typeface="Righteous"/>
                <a:cs typeface="Righteous"/>
                <a:sym typeface="Righteous"/>
              </a:rPr>
              <a:t>Step 3</a:t>
            </a:r>
            <a:endParaRPr sz="2500">
              <a:solidFill>
                <a:schemeClr val="lt2"/>
              </a:solidFill>
              <a:latin typeface="Righteous"/>
              <a:ea typeface="Righteous"/>
              <a:cs typeface="Righteous"/>
              <a:sym typeface="Righteous"/>
            </a:endParaRPr>
          </a:p>
        </p:txBody>
      </p:sp>
      <p:sp>
        <p:nvSpPr>
          <p:cNvPr id="763" name="Google Shape;763;p56"/>
          <p:cNvSpPr/>
          <p:nvPr/>
        </p:nvSpPr>
        <p:spPr>
          <a:xfrm>
            <a:off x="6721844" y="2847475"/>
            <a:ext cx="1003500" cy="1003500"/>
          </a:xfrm>
          <a:prstGeom prst="ellipse">
            <a:avLst/>
          </a:prstGeom>
          <a:solidFill>
            <a:schemeClr val="lt2"/>
          </a:solidFill>
          <a:ln>
            <a:noFill/>
          </a:ln>
          <a:effectLst>
            <a:outerShdw blurRad="71438" dist="47625" dir="30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64" name="Google Shape;764;p56"/>
          <p:cNvCxnSpPr>
            <a:stCxn id="757" idx="6"/>
            <a:endCxn id="763" idx="2"/>
          </p:cNvCxnSpPr>
          <p:nvPr/>
        </p:nvCxnSpPr>
        <p:spPr>
          <a:xfrm>
            <a:off x="5960163" y="3349225"/>
            <a:ext cx="761700" cy="0"/>
          </a:xfrm>
          <a:prstGeom prst="straightConnector1">
            <a:avLst/>
          </a:prstGeom>
          <a:noFill/>
          <a:ln w="19050" cap="flat" cmpd="sng">
            <a:solidFill>
              <a:schemeClr val="lt2"/>
            </a:solidFill>
            <a:prstDash val="solid"/>
            <a:round/>
            <a:headEnd type="none" w="med" len="med"/>
            <a:tailEnd type="none" w="med" len="med"/>
          </a:ln>
        </p:spPr>
      </p:cxnSp>
      <p:sp>
        <p:nvSpPr>
          <p:cNvPr id="765" name="Google Shape;765;p56"/>
          <p:cNvSpPr txBox="1"/>
          <p:nvPr/>
        </p:nvSpPr>
        <p:spPr>
          <a:xfrm>
            <a:off x="6416744" y="2323125"/>
            <a:ext cx="1613700" cy="400200"/>
          </a:xfrm>
          <a:prstGeom prst="rect">
            <a:avLst/>
          </a:prstGeom>
          <a:noFill/>
          <a:ln>
            <a:noFill/>
          </a:ln>
          <a:effectLst>
            <a:outerShdw blurRad="71438" dist="47625" dir="2940000" algn="bl" rotWithShape="0">
              <a:srgbClr val="000000">
                <a:alpha val="21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lt2"/>
                </a:solidFill>
                <a:latin typeface="Righteous"/>
                <a:ea typeface="Righteous"/>
                <a:cs typeface="Righteous"/>
                <a:sym typeface="Righteous"/>
              </a:rPr>
              <a:t>Step 4</a:t>
            </a:r>
            <a:endParaRPr sz="2500">
              <a:solidFill>
                <a:schemeClr val="lt2"/>
              </a:solidFill>
              <a:latin typeface="Righteous"/>
              <a:ea typeface="Righteous"/>
              <a:cs typeface="Righteous"/>
              <a:sym typeface="Righteous"/>
            </a:endParaRPr>
          </a:p>
        </p:txBody>
      </p:sp>
      <p:grpSp>
        <p:nvGrpSpPr>
          <p:cNvPr id="766" name="Google Shape;766;p56"/>
          <p:cNvGrpSpPr/>
          <p:nvPr/>
        </p:nvGrpSpPr>
        <p:grpSpPr>
          <a:xfrm>
            <a:off x="1701017" y="3128878"/>
            <a:ext cx="438774" cy="440693"/>
            <a:chOff x="-49764975" y="3551225"/>
            <a:chExt cx="299300" cy="300650"/>
          </a:xfrm>
        </p:grpSpPr>
        <p:sp>
          <p:nvSpPr>
            <p:cNvPr id="767" name="Google Shape;767;p56"/>
            <p:cNvSpPr/>
            <p:nvPr/>
          </p:nvSpPr>
          <p:spPr>
            <a:xfrm>
              <a:off x="-49764975" y="3657325"/>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40" y="725"/>
                  </a:lnTo>
                  <a:cubicBezTo>
                    <a:pt x="1260" y="725"/>
                    <a:pt x="1418" y="567"/>
                    <a:pt x="1418" y="378"/>
                  </a:cubicBezTo>
                  <a:cubicBezTo>
                    <a:pt x="1386" y="158"/>
                    <a:pt x="1197" y="0"/>
                    <a:pt x="10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56"/>
            <p:cNvSpPr/>
            <p:nvPr/>
          </p:nvSpPr>
          <p:spPr>
            <a:xfrm>
              <a:off x="-49763400" y="3598250"/>
              <a:ext cx="31525" cy="29950"/>
            </a:xfrm>
            <a:custGeom>
              <a:avLst/>
              <a:gdLst/>
              <a:ahLst/>
              <a:cxnLst/>
              <a:rect l="l" t="t" r="r" b="b"/>
              <a:pathLst>
                <a:path w="1261" h="1198" extrusionOk="0">
                  <a:moveTo>
                    <a:pt x="390" y="0"/>
                  </a:moveTo>
                  <a:cubicBezTo>
                    <a:pt x="299" y="0"/>
                    <a:pt x="205" y="32"/>
                    <a:pt x="126" y="95"/>
                  </a:cubicBezTo>
                  <a:cubicBezTo>
                    <a:pt x="0" y="221"/>
                    <a:pt x="0" y="441"/>
                    <a:pt x="126" y="599"/>
                  </a:cubicBezTo>
                  <a:lnTo>
                    <a:pt x="630" y="1103"/>
                  </a:lnTo>
                  <a:cubicBezTo>
                    <a:pt x="693" y="1166"/>
                    <a:pt x="780" y="1197"/>
                    <a:pt x="870" y="1197"/>
                  </a:cubicBezTo>
                  <a:cubicBezTo>
                    <a:pt x="961" y="1197"/>
                    <a:pt x="1056" y="1166"/>
                    <a:pt x="1134" y="1103"/>
                  </a:cubicBezTo>
                  <a:cubicBezTo>
                    <a:pt x="1260" y="1008"/>
                    <a:pt x="1260" y="756"/>
                    <a:pt x="1134" y="599"/>
                  </a:cubicBezTo>
                  <a:lnTo>
                    <a:pt x="630" y="95"/>
                  </a:lnTo>
                  <a:cubicBezTo>
                    <a:pt x="567" y="32"/>
                    <a:pt x="481" y="0"/>
                    <a:pt x="3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56"/>
            <p:cNvSpPr/>
            <p:nvPr/>
          </p:nvSpPr>
          <p:spPr>
            <a:xfrm>
              <a:off x="-49763400" y="3703975"/>
              <a:ext cx="31525" cy="30550"/>
            </a:xfrm>
            <a:custGeom>
              <a:avLst/>
              <a:gdLst/>
              <a:ahLst/>
              <a:cxnLst/>
              <a:rect l="l" t="t" r="r" b="b"/>
              <a:pathLst>
                <a:path w="1261" h="1222" extrusionOk="0">
                  <a:moveTo>
                    <a:pt x="882" y="1"/>
                  </a:moveTo>
                  <a:cubicBezTo>
                    <a:pt x="796" y="1"/>
                    <a:pt x="709" y="40"/>
                    <a:pt x="630" y="119"/>
                  </a:cubicBezTo>
                  <a:lnTo>
                    <a:pt x="126" y="623"/>
                  </a:lnTo>
                  <a:cubicBezTo>
                    <a:pt x="0" y="749"/>
                    <a:pt x="0" y="970"/>
                    <a:pt x="126" y="1127"/>
                  </a:cubicBezTo>
                  <a:cubicBezTo>
                    <a:pt x="189" y="1190"/>
                    <a:pt x="276" y="1222"/>
                    <a:pt x="366" y="1222"/>
                  </a:cubicBezTo>
                  <a:cubicBezTo>
                    <a:pt x="457" y="1222"/>
                    <a:pt x="551" y="1190"/>
                    <a:pt x="630" y="1127"/>
                  </a:cubicBezTo>
                  <a:lnTo>
                    <a:pt x="1134" y="623"/>
                  </a:lnTo>
                  <a:cubicBezTo>
                    <a:pt x="1260" y="497"/>
                    <a:pt x="1260" y="276"/>
                    <a:pt x="1134" y="119"/>
                  </a:cubicBezTo>
                  <a:cubicBezTo>
                    <a:pt x="1056" y="40"/>
                    <a:pt x="969" y="1"/>
                    <a:pt x="8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56"/>
            <p:cNvSpPr/>
            <p:nvPr/>
          </p:nvSpPr>
          <p:spPr>
            <a:xfrm>
              <a:off x="-49501125" y="3657325"/>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56"/>
            <p:cNvSpPr/>
            <p:nvPr/>
          </p:nvSpPr>
          <p:spPr>
            <a:xfrm>
              <a:off x="-49499550" y="3598250"/>
              <a:ext cx="31525" cy="30550"/>
            </a:xfrm>
            <a:custGeom>
              <a:avLst/>
              <a:gdLst/>
              <a:ahLst/>
              <a:cxnLst/>
              <a:rect l="l" t="t" r="r" b="b"/>
              <a:pathLst>
                <a:path w="1261" h="1222" extrusionOk="0">
                  <a:moveTo>
                    <a:pt x="906" y="0"/>
                  </a:moveTo>
                  <a:cubicBezTo>
                    <a:pt x="812" y="0"/>
                    <a:pt x="709" y="32"/>
                    <a:pt x="630" y="95"/>
                  </a:cubicBezTo>
                  <a:lnTo>
                    <a:pt x="126" y="599"/>
                  </a:lnTo>
                  <a:cubicBezTo>
                    <a:pt x="0" y="725"/>
                    <a:pt x="0" y="945"/>
                    <a:pt x="126" y="1103"/>
                  </a:cubicBezTo>
                  <a:cubicBezTo>
                    <a:pt x="205" y="1182"/>
                    <a:pt x="292" y="1221"/>
                    <a:pt x="378" y="1221"/>
                  </a:cubicBezTo>
                  <a:cubicBezTo>
                    <a:pt x="465" y="1221"/>
                    <a:pt x="552" y="1182"/>
                    <a:pt x="630" y="1103"/>
                  </a:cubicBezTo>
                  <a:lnTo>
                    <a:pt x="1134" y="599"/>
                  </a:lnTo>
                  <a:cubicBezTo>
                    <a:pt x="1260" y="473"/>
                    <a:pt x="1260" y="252"/>
                    <a:pt x="1134" y="95"/>
                  </a:cubicBezTo>
                  <a:cubicBezTo>
                    <a:pt x="1087" y="32"/>
                    <a:pt x="1001" y="0"/>
                    <a:pt x="9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56"/>
            <p:cNvSpPr/>
            <p:nvPr/>
          </p:nvSpPr>
          <p:spPr>
            <a:xfrm>
              <a:off x="-49499550" y="3704575"/>
              <a:ext cx="31525" cy="29950"/>
            </a:xfrm>
            <a:custGeom>
              <a:avLst/>
              <a:gdLst/>
              <a:ahLst/>
              <a:cxnLst/>
              <a:rect l="l" t="t" r="r" b="b"/>
              <a:pathLst>
                <a:path w="1261" h="1198" extrusionOk="0">
                  <a:moveTo>
                    <a:pt x="390" y="0"/>
                  </a:moveTo>
                  <a:cubicBezTo>
                    <a:pt x="300" y="0"/>
                    <a:pt x="205" y="32"/>
                    <a:pt x="126" y="95"/>
                  </a:cubicBezTo>
                  <a:cubicBezTo>
                    <a:pt x="0" y="221"/>
                    <a:pt x="0" y="441"/>
                    <a:pt x="126" y="599"/>
                  </a:cubicBezTo>
                  <a:lnTo>
                    <a:pt x="630" y="1103"/>
                  </a:lnTo>
                  <a:cubicBezTo>
                    <a:pt x="693" y="1166"/>
                    <a:pt x="780" y="1198"/>
                    <a:pt x="871" y="1198"/>
                  </a:cubicBezTo>
                  <a:cubicBezTo>
                    <a:pt x="961" y="1198"/>
                    <a:pt x="1056" y="1166"/>
                    <a:pt x="1134" y="1103"/>
                  </a:cubicBezTo>
                  <a:cubicBezTo>
                    <a:pt x="1260" y="1009"/>
                    <a:pt x="1260" y="757"/>
                    <a:pt x="1134" y="599"/>
                  </a:cubicBezTo>
                  <a:lnTo>
                    <a:pt x="630" y="95"/>
                  </a:lnTo>
                  <a:cubicBezTo>
                    <a:pt x="567" y="32"/>
                    <a:pt x="481" y="0"/>
                    <a:pt x="3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56"/>
            <p:cNvSpPr/>
            <p:nvPr/>
          </p:nvSpPr>
          <p:spPr>
            <a:xfrm>
              <a:off x="-49725600" y="3551225"/>
              <a:ext cx="215050" cy="210875"/>
            </a:xfrm>
            <a:custGeom>
              <a:avLst/>
              <a:gdLst/>
              <a:ahLst/>
              <a:cxnLst/>
              <a:rect l="l" t="t" r="r" b="b"/>
              <a:pathLst>
                <a:path w="8602" h="8435" extrusionOk="0">
                  <a:moveTo>
                    <a:pt x="4354" y="0"/>
                  </a:moveTo>
                  <a:cubicBezTo>
                    <a:pt x="4070" y="0"/>
                    <a:pt x="3783" y="28"/>
                    <a:pt x="3497" y="86"/>
                  </a:cubicBezTo>
                  <a:cubicBezTo>
                    <a:pt x="1922" y="401"/>
                    <a:pt x="630" y="1724"/>
                    <a:pt x="252" y="3299"/>
                  </a:cubicBezTo>
                  <a:cubicBezTo>
                    <a:pt x="0" y="4654"/>
                    <a:pt x="347" y="6040"/>
                    <a:pt x="1261" y="7017"/>
                  </a:cubicBezTo>
                  <a:cubicBezTo>
                    <a:pt x="1607" y="7395"/>
                    <a:pt x="1828" y="7930"/>
                    <a:pt x="1922" y="8434"/>
                  </a:cubicBezTo>
                  <a:lnTo>
                    <a:pt x="3025" y="8434"/>
                  </a:lnTo>
                  <a:lnTo>
                    <a:pt x="3025" y="5284"/>
                  </a:lnTo>
                  <a:cubicBezTo>
                    <a:pt x="3025" y="5158"/>
                    <a:pt x="4064" y="3141"/>
                    <a:pt x="4127" y="3047"/>
                  </a:cubicBezTo>
                  <a:cubicBezTo>
                    <a:pt x="4190" y="2921"/>
                    <a:pt x="4317" y="2858"/>
                    <a:pt x="4443" y="2858"/>
                  </a:cubicBezTo>
                  <a:cubicBezTo>
                    <a:pt x="4569" y="2858"/>
                    <a:pt x="4695" y="2921"/>
                    <a:pt x="4758" y="3047"/>
                  </a:cubicBezTo>
                  <a:cubicBezTo>
                    <a:pt x="4852" y="3141"/>
                    <a:pt x="5860" y="5158"/>
                    <a:pt x="5860" y="5284"/>
                  </a:cubicBezTo>
                  <a:lnTo>
                    <a:pt x="5860" y="8434"/>
                  </a:lnTo>
                  <a:lnTo>
                    <a:pt x="6963" y="8434"/>
                  </a:lnTo>
                  <a:cubicBezTo>
                    <a:pt x="7057" y="7930"/>
                    <a:pt x="7278" y="7395"/>
                    <a:pt x="7625" y="6985"/>
                  </a:cubicBezTo>
                  <a:cubicBezTo>
                    <a:pt x="8255" y="6260"/>
                    <a:pt x="8601" y="5284"/>
                    <a:pt x="8601" y="4244"/>
                  </a:cubicBezTo>
                  <a:cubicBezTo>
                    <a:pt x="8601" y="2984"/>
                    <a:pt x="8066" y="1787"/>
                    <a:pt x="7026" y="936"/>
                  </a:cubicBezTo>
                  <a:cubicBezTo>
                    <a:pt x="6270" y="327"/>
                    <a:pt x="5327" y="0"/>
                    <a:pt x="43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56"/>
            <p:cNvSpPr/>
            <p:nvPr/>
          </p:nvSpPr>
          <p:spPr>
            <a:xfrm>
              <a:off x="-49633450" y="3697475"/>
              <a:ext cx="35475" cy="65400"/>
            </a:xfrm>
            <a:custGeom>
              <a:avLst/>
              <a:gdLst/>
              <a:ahLst/>
              <a:cxnLst/>
              <a:rect l="l" t="t" r="r" b="b"/>
              <a:pathLst>
                <a:path w="1419" h="2616" extrusionOk="0">
                  <a:moveTo>
                    <a:pt x="0" y="1"/>
                  </a:moveTo>
                  <a:lnTo>
                    <a:pt x="0" y="2616"/>
                  </a:lnTo>
                  <a:lnTo>
                    <a:pt x="1418" y="2616"/>
                  </a:lnTo>
                  <a:lnTo>
                    <a:pt x="1418" y="1"/>
                  </a:lnTo>
                  <a:cubicBezTo>
                    <a:pt x="1198" y="95"/>
                    <a:pt x="946" y="127"/>
                    <a:pt x="725" y="127"/>
                  </a:cubicBezTo>
                  <a:cubicBezTo>
                    <a:pt x="473" y="127"/>
                    <a:pt x="252" y="95"/>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56"/>
            <p:cNvSpPr/>
            <p:nvPr/>
          </p:nvSpPr>
          <p:spPr>
            <a:xfrm>
              <a:off x="-49676775" y="3780975"/>
              <a:ext cx="123675" cy="34675"/>
            </a:xfrm>
            <a:custGeom>
              <a:avLst/>
              <a:gdLst/>
              <a:ahLst/>
              <a:cxnLst/>
              <a:rect l="l" t="t" r="r" b="b"/>
              <a:pathLst>
                <a:path w="4947" h="1387" extrusionOk="0">
                  <a:moveTo>
                    <a:pt x="1" y="0"/>
                  </a:moveTo>
                  <a:lnTo>
                    <a:pt x="1" y="347"/>
                  </a:lnTo>
                  <a:cubicBezTo>
                    <a:pt x="1" y="946"/>
                    <a:pt x="473" y="1387"/>
                    <a:pt x="1072" y="1387"/>
                  </a:cubicBezTo>
                  <a:lnTo>
                    <a:pt x="3876" y="1387"/>
                  </a:lnTo>
                  <a:cubicBezTo>
                    <a:pt x="4474" y="1387"/>
                    <a:pt x="4947" y="946"/>
                    <a:pt x="4947" y="347"/>
                  </a:cubicBezTo>
                  <a:lnTo>
                    <a:pt x="49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56"/>
            <p:cNvSpPr/>
            <p:nvPr/>
          </p:nvSpPr>
          <p:spPr>
            <a:xfrm>
              <a:off x="-49630300" y="3651800"/>
              <a:ext cx="29150" cy="31325"/>
            </a:xfrm>
            <a:custGeom>
              <a:avLst/>
              <a:gdLst/>
              <a:ahLst/>
              <a:cxnLst/>
              <a:rect l="l" t="t" r="r" b="b"/>
              <a:pathLst>
                <a:path w="1166" h="1253" extrusionOk="0">
                  <a:moveTo>
                    <a:pt x="599" y="1"/>
                  </a:moveTo>
                  <a:lnTo>
                    <a:pt x="0" y="1135"/>
                  </a:lnTo>
                  <a:cubicBezTo>
                    <a:pt x="189" y="1214"/>
                    <a:pt x="386" y="1253"/>
                    <a:pt x="583" y="1253"/>
                  </a:cubicBezTo>
                  <a:cubicBezTo>
                    <a:pt x="780" y="1253"/>
                    <a:pt x="977" y="1214"/>
                    <a:pt x="1166" y="1135"/>
                  </a:cubicBezTo>
                  <a:lnTo>
                    <a:pt x="5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56"/>
            <p:cNvSpPr/>
            <p:nvPr/>
          </p:nvSpPr>
          <p:spPr>
            <a:xfrm>
              <a:off x="-49657875" y="3833750"/>
              <a:ext cx="85100" cy="18125"/>
            </a:xfrm>
            <a:custGeom>
              <a:avLst/>
              <a:gdLst/>
              <a:ahLst/>
              <a:cxnLst/>
              <a:rect l="l" t="t" r="r" b="b"/>
              <a:pathLst>
                <a:path w="3404" h="725" extrusionOk="0">
                  <a:moveTo>
                    <a:pt x="1" y="0"/>
                  </a:moveTo>
                  <a:cubicBezTo>
                    <a:pt x="158" y="410"/>
                    <a:pt x="536" y="725"/>
                    <a:pt x="977" y="725"/>
                  </a:cubicBezTo>
                  <a:lnTo>
                    <a:pt x="2395" y="725"/>
                  </a:lnTo>
                  <a:cubicBezTo>
                    <a:pt x="2868" y="725"/>
                    <a:pt x="3246" y="410"/>
                    <a:pt x="34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8" name="Google Shape;778;p56"/>
          <p:cNvGrpSpPr/>
          <p:nvPr/>
        </p:nvGrpSpPr>
        <p:grpSpPr>
          <a:xfrm>
            <a:off x="7000333" y="3128682"/>
            <a:ext cx="438776" cy="441085"/>
            <a:chOff x="-49027775" y="3550975"/>
            <a:chExt cx="300100" cy="301700"/>
          </a:xfrm>
        </p:grpSpPr>
        <p:sp>
          <p:nvSpPr>
            <p:cNvPr id="779" name="Google Shape;779;p56"/>
            <p:cNvSpPr/>
            <p:nvPr/>
          </p:nvSpPr>
          <p:spPr>
            <a:xfrm>
              <a:off x="-48941125" y="3613200"/>
              <a:ext cx="74050" cy="26825"/>
            </a:xfrm>
            <a:custGeom>
              <a:avLst/>
              <a:gdLst/>
              <a:ahLst/>
              <a:cxnLst/>
              <a:rect l="l" t="t" r="r" b="b"/>
              <a:pathLst>
                <a:path w="2962" h="1073" extrusionOk="0">
                  <a:moveTo>
                    <a:pt x="1260" y="1"/>
                  </a:moveTo>
                  <a:lnTo>
                    <a:pt x="0" y="1072"/>
                  </a:lnTo>
                  <a:lnTo>
                    <a:pt x="1702" y="1072"/>
                  </a:lnTo>
                  <a:lnTo>
                    <a:pt x="29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56"/>
            <p:cNvSpPr/>
            <p:nvPr/>
          </p:nvSpPr>
          <p:spPr>
            <a:xfrm>
              <a:off x="-48871025" y="3613200"/>
              <a:ext cx="73275" cy="26825"/>
            </a:xfrm>
            <a:custGeom>
              <a:avLst/>
              <a:gdLst/>
              <a:ahLst/>
              <a:cxnLst/>
              <a:rect l="l" t="t" r="r" b="b"/>
              <a:pathLst>
                <a:path w="2931" h="1073" extrusionOk="0">
                  <a:moveTo>
                    <a:pt x="1260" y="1"/>
                  </a:moveTo>
                  <a:lnTo>
                    <a:pt x="0" y="1072"/>
                  </a:lnTo>
                  <a:lnTo>
                    <a:pt x="1670" y="1072"/>
                  </a:lnTo>
                  <a:lnTo>
                    <a:pt x="29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56"/>
            <p:cNvSpPr/>
            <p:nvPr/>
          </p:nvSpPr>
          <p:spPr>
            <a:xfrm>
              <a:off x="-48893075" y="3552550"/>
              <a:ext cx="95325" cy="43350"/>
            </a:xfrm>
            <a:custGeom>
              <a:avLst/>
              <a:gdLst/>
              <a:ahLst/>
              <a:cxnLst/>
              <a:rect l="l" t="t" r="r" b="b"/>
              <a:pathLst>
                <a:path w="3813" h="1734" extrusionOk="0">
                  <a:moveTo>
                    <a:pt x="0" y="1"/>
                  </a:moveTo>
                  <a:lnTo>
                    <a:pt x="2142" y="1734"/>
                  </a:lnTo>
                  <a:lnTo>
                    <a:pt x="3812" y="1734"/>
                  </a:lnTo>
                  <a:lnTo>
                    <a:pt x="173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56"/>
            <p:cNvSpPr/>
            <p:nvPr/>
          </p:nvSpPr>
          <p:spPr>
            <a:xfrm>
              <a:off x="-49027775" y="3550975"/>
              <a:ext cx="100050" cy="87475"/>
            </a:xfrm>
            <a:custGeom>
              <a:avLst/>
              <a:gdLst/>
              <a:ahLst/>
              <a:cxnLst/>
              <a:rect l="l" t="t" r="r" b="b"/>
              <a:pathLst>
                <a:path w="4002" h="3499" extrusionOk="0">
                  <a:moveTo>
                    <a:pt x="2112" y="1797"/>
                  </a:moveTo>
                  <a:cubicBezTo>
                    <a:pt x="2332" y="1797"/>
                    <a:pt x="2490" y="1923"/>
                    <a:pt x="2490" y="2143"/>
                  </a:cubicBezTo>
                  <a:cubicBezTo>
                    <a:pt x="2490" y="2332"/>
                    <a:pt x="2332" y="2490"/>
                    <a:pt x="2112" y="2490"/>
                  </a:cubicBezTo>
                  <a:cubicBezTo>
                    <a:pt x="1923" y="2490"/>
                    <a:pt x="1765" y="2332"/>
                    <a:pt x="1765" y="2143"/>
                  </a:cubicBezTo>
                  <a:cubicBezTo>
                    <a:pt x="1765" y="1923"/>
                    <a:pt x="1923" y="1797"/>
                    <a:pt x="2112" y="1797"/>
                  </a:cubicBezTo>
                  <a:close/>
                  <a:moveTo>
                    <a:pt x="1072" y="1"/>
                  </a:moveTo>
                  <a:cubicBezTo>
                    <a:pt x="473" y="1"/>
                    <a:pt x="1" y="474"/>
                    <a:pt x="1" y="1072"/>
                  </a:cubicBezTo>
                  <a:lnTo>
                    <a:pt x="1" y="3498"/>
                  </a:lnTo>
                  <a:lnTo>
                    <a:pt x="2364" y="3498"/>
                  </a:lnTo>
                  <a:lnTo>
                    <a:pt x="4002" y="2143"/>
                  </a:lnTo>
                  <a:lnTo>
                    <a:pt x="148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56"/>
            <p:cNvSpPr/>
            <p:nvPr/>
          </p:nvSpPr>
          <p:spPr>
            <a:xfrm>
              <a:off x="-48962400" y="3552550"/>
              <a:ext cx="95325" cy="43350"/>
            </a:xfrm>
            <a:custGeom>
              <a:avLst/>
              <a:gdLst/>
              <a:ahLst/>
              <a:cxnLst/>
              <a:rect l="l" t="t" r="r" b="b"/>
              <a:pathLst>
                <a:path w="3813" h="1734" extrusionOk="0">
                  <a:moveTo>
                    <a:pt x="1" y="1"/>
                  </a:moveTo>
                  <a:lnTo>
                    <a:pt x="2111" y="1734"/>
                  </a:lnTo>
                  <a:lnTo>
                    <a:pt x="3813" y="1734"/>
                  </a:lnTo>
                  <a:lnTo>
                    <a:pt x="17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56"/>
            <p:cNvSpPr/>
            <p:nvPr/>
          </p:nvSpPr>
          <p:spPr>
            <a:xfrm>
              <a:off x="-49027775" y="3657325"/>
              <a:ext cx="300100" cy="195350"/>
            </a:xfrm>
            <a:custGeom>
              <a:avLst/>
              <a:gdLst/>
              <a:ahLst/>
              <a:cxnLst/>
              <a:rect l="l" t="t" r="r" b="b"/>
              <a:pathLst>
                <a:path w="12004" h="7814" extrusionOk="0">
                  <a:moveTo>
                    <a:pt x="5987" y="410"/>
                  </a:moveTo>
                  <a:cubicBezTo>
                    <a:pt x="7719" y="410"/>
                    <a:pt x="9137" y="1827"/>
                    <a:pt x="9137" y="3560"/>
                  </a:cubicBezTo>
                  <a:cubicBezTo>
                    <a:pt x="9137" y="5293"/>
                    <a:pt x="7719" y="6711"/>
                    <a:pt x="5987" y="6711"/>
                  </a:cubicBezTo>
                  <a:cubicBezTo>
                    <a:pt x="4254" y="6711"/>
                    <a:pt x="2836" y="5293"/>
                    <a:pt x="2836" y="3560"/>
                  </a:cubicBezTo>
                  <a:cubicBezTo>
                    <a:pt x="2836" y="1827"/>
                    <a:pt x="4254" y="410"/>
                    <a:pt x="5987" y="410"/>
                  </a:cubicBezTo>
                  <a:close/>
                  <a:moveTo>
                    <a:pt x="1" y="0"/>
                  </a:moveTo>
                  <a:lnTo>
                    <a:pt x="1" y="6742"/>
                  </a:lnTo>
                  <a:cubicBezTo>
                    <a:pt x="1" y="7341"/>
                    <a:pt x="473" y="7813"/>
                    <a:pt x="1072" y="7813"/>
                  </a:cubicBezTo>
                  <a:lnTo>
                    <a:pt x="10933" y="7813"/>
                  </a:lnTo>
                  <a:cubicBezTo>
                    <a:pt x="11532" y="7813"/>
                    <a:pt x="12004" y="7341"/>
                    <a:pt x="12004" y="6742"/>
                  </a:cubicBezTo>
                  <a:lnTo>
                    <a:pt x="12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56"/>
            <p:cNvSpPr/>
            <p:nvPr/>
          </p:nvSpPr>
          <p:spPr>
            <a:xfrm>
              <a:off x="-48886775" y="3726625"/>
              <a:ext cx="28375" cy="37050"/>
            </a:xfrm>
            <a:custGeom>
              <a:avLst/>
              <a:gdLst/>
              <a:ahLst/>
              <a:cxnLst/>
              <a:rect l="l" t="t" r="r" b="b"/>
              <a:pathLst>
                <a:path w="1135" h="1482" extrusionOk="0">
                  <a:moveTo>
                    <a:pt x="0" y="1"/>
                  </a:moveTo>
                  <a:lnTo>
                    <a:pt x="0" y="1481"/>
                  </a:lnTo>
                  <a:lnTo>
                    <a:pt x="1134" y="757"/>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56"/>
            <p:cNvSpPr/>
            <p:nvPr/>
          </p:nvSpPr>
          <p:spPr>
            <a:xfrm>
              <a:off x="-48822975" y="3550975"/>
              <a:ext cx="94525" cy="44925"/>
            </a:xfrm>
            <a:custGeom>
              <a:avLst/>
              <a:gdLst/>
              <a:ahLst/>
              <a:cxnLst/>
              <a:rect l="l" t="t" r="r" b="b"/>
              <a:pathLst>
                <a:path w="3781" h="1797" extrusionOk="0">
                  <a:moveTo>
                    <a:pt x="0" y="1"/>
                  </a:moveTo>
                  <a:lnTo>
                    <a:pt x="2111" y="1797"/>
                  </a:lnTo>
                  <a:lnTo>
                    <a:pt x="3781" y="1797"/>
                  </a:lnTo>
                  <a:lnTo>
                    <a:pt x="3781" y="1072"/>
                  </a:lnTo>
                  <a:cubicBezTo>
                    <a:pt x="3781" y="474"/>
                    <a:pt x="3308" y="1"/>
                    <a:pt x="27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56"/>
            <p:cNvSpPr/>
            <p:nvPr/>
          </p:nvSpPr>
          <p:spPr>
            <a:xfrm>
              <a:off x="-48939550" y="3684100"/>
              <a:ext cx="122100" cy="122100"/>
            </a:xfrm>
            <a:custGeom>
              <a:avLst/>
              <a:gdLst/>
              <a:ahLst/>
              <a:cxnLst/>
              <a:rect l="l" t="t" r="r" b="b"/>
              <a:pathLst>
                <a:path w="4884" h="4884" extrusionOk="0">
                  <a:moveTo>
                    <a:pt x="1741" y="757"/>
                  </a:moveTo>
                  <a:cubicBezTo>
                    <a:pt x="1812" y="757"/>
                    <a:pt x="1885" y="777"/>
                    <a:pt x="1954" y="819"/>
                  </a:cubicBezTo>
                  <a:lnTo>
                    <a:pt x="4064" y="2237"/>
                  </a:lnTo>
                  <a:cubicBezTo>
                    <a:pt x="4253" y="2300"/>
                    <a:pt x="4253" y="2615"/>
                    <a:pt x="4064" y="2773"/>
                  </a:cubicBezTo>
                  <a:lnTo>
                    <a:pt x="1954" y="4190"/>
                  </a:lnTo>
                  <a:cubicBezTo>
                    <a:pt x="1885" y="4233"/>
                    <a:pt x="1812" y="4253"/>
                    <a:pt x="1741" y="4253"/>
                  </a:cubicBezTo>
                  <a:cubicBezTo>
                    <a:pt x="1553" y="4253"/>
                    <a:pt x="1387" y="4113"/>
                    <a:pt x="1387" y="3907"/>
                  </a:cubicBezTo>
                  <a:lnTo>
                    <a:pt x="1387" y="1103"/>
                  </a:lnTo>
                  <a:cubicBezTo>
                    <a:pt x="1387" y="897"/>
                    <a:pt x="1553" y="757"/>
                    <a:pt x="1741" y="757"/>
                  </a:cubicBezTo>
                  <a:close/>
                  <a:moveTo>
                    <a:pt x="2458" y="0"/>
                  </a:moveTo>
                  <a:cubicBezTo>
                    <a:pt x="1103" y="0"/>
                    <a:pt x="0" y="1103"/>
                    <a:pt x="0" y="2458"/>
                  </a:cubicBezTo>
                  <a:cubicBezTo>
                    <a:pt x="0" y="3781"/>
                    <a:pt x="1103" y="4884"/>
                    <a:pt x="2458" y="4884"/>
                  </a:cubicBezTo>
                  <a:cubicBezTo>
                    <a:pt x="3781" y="4884"/>
                    <a:pt x="4884" y="3781"/>
                    <a:pt x="4884" y="2458"/>
                  </a:cubicBezTo>
                  <a:cubicBezTo>
                    <a:pt x="4884" y="1103"/>
                    <a:pt x="3812" y="0"/>
                    <a:pt x="24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56"/>
            <p:cNvSpPr/>
            <p:nvPr/>
          </p:nvSpPr>
          <p:spPr>
            <a:xfrm>
              <a:off x="-48801725" y="3613200"/>
              <a:ext cx="73275" cy="26825"/>
            </a:xfrm>
            <a:custGeom>
              <a:avLst/>
              <a:gdLst/>
              <a:ahLst/>
              <a:cxnLst/>
              <a:rect l="l" t="t" r="r" b="b"/>
              <a:pathLst>
                <a:path w="2931" h="1073" extrusionOk="0">
                  <a:moveTo>
                    <a:pt x="1261" y="1"/>
                  </a:moveTo>
                  <a:lnTo>
                    <a:pt x="1" y="1072"/>
                  </a:lnTo>
                  <a:lnTo>
                    <a:pt x="2931" y="1072"/>
                  </a:lnTo>
                  <a:lnTo>
                    <a:pt x="293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9" name="Google Shape;789;p56"/>
          <p:cNvGrpSpPr/>
          <p:nvPr/>
        </p:nvGrpSpPr>
        <p:grpSpPr>
          <a:xfrm>
            <a:off x="5233938" y="3118562"/>
            <a:ext cx="438765" cy="461326"/>
            <a:chOff x="-9949025" y="3615575"/>
            <a:chExt cx="335550" cy="352750"/>
          </a:xfrm>
        </p:grpSpPr>
        <p:sp>
          <p:nvSpPr>
            <p:cNvPr id="790" name="Google Shape;790;p56"/>
            <p:cNvSpPr/>
            <p:nvPr/>
          </p:nvSpPr>
          <p:spPr>
            <a:xfrm>
              <a:off x="-9800950" y="3615575"/>
              <a:ext cx="61475" cy="61450"/>
            </a:xfrm>
            <a:custGeom>
              <a:avLst/>
              <a:gdLst/>
              <a:ahLst/>
              <a:cxnLst/>
              <a:rect l="l" t="t" r="r" b="b"/>
              <a:pathLst>
                <a:path w="2459" h="2458" extrusionOk="0">
                  <a:moveTo>
                    <a:pt x="1261" y="0"/>
                  </a:moveTo>
                  <a:cubicBezTo>
                    <a:pt x="568" y="0"/>
                    <a:pt x="1" y="567"/>
                    <a:pt x="1" y="1261"/>
                  </a:cubicBezTo>
                  <a:cubicBezTo>
                    <a:pt x="1" y="1922"/>
                    <a:pt x="536" y="2458"/>
                    <a:pt x="1261" y="2458"/>
                  </a:cubicBezTo>
                  <a:cubicBezTo>
                    <a:pt x="1891" y="2458"/>
                    <a:pt x="2458" y="1922"/>
                    <a:pt x="2458" y="1261"/>
                  </a:cubicBezTo>
                  <a:cubicBezTo>
                    <a:pt x="2458" y="567"/>
                    <a:pt x="1923" y="0"/>
                    <a:pt x="1261" y="0"/>
                  </a:cubicBezTo>
                  <a:close/>
                </a:path>
              </a:pathLst>
            </a:custGeom>
            <a:solidFill>
              <a:schemeClr val="dk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56"/>
            <p:cNvSpPr/>
            <p:nvPr/>
          </p:nvSpPr>
          <p:spPr>
            <a:xfrm>
              <a:off x="-9949025" y="3688650"/>
              <a:ext cx="335550" cy="279675"/>
            </a:xfrm>
            <a:custGeom>
              <a:avLst/>
              <a:gdLst/>
              <a:ahLst/>
              <a:cxnLst/>
              <a:rect l="l" t="t" r="r" b="b"/>
              <a:pathLst>
                <a:path w="13422" h="11187" extrusionOk="0">
                  <a:moveTo>
                    <a:pt x="5523" y="1"/>
                  </a:moveTo>
                  <a:cubicBezTo>
                    <a:pt x="5383" y="1"/>
                    <a:pt x="5245" y="34"/>
                    <a:pt x="5136" y="102"/>
                  </a:cubicBezTo>
                  <a:lnTo>
                    <a:pt x="599" y="2969"/>
                  </a:lnTo>
                  <a:cubicBezTo>
                    <a:pt x="158" y="3158"/>
                    <a:pt x="1" y="3630"/>
                    <a:pt x="190" y="4071"/>
                  </a:cubicBezTo>
                  <a:cubicBezTo>
                    <a:pt x="360" y="4370"/>
                    <a:pt x="617" y="4538"/>
                    <a:pt x="892" y="4538"/>
                  </a:cubicBezTo>
                  <a:cubicBezTo>
                    <a:pt x="1024" y="4538"/>
                    <a:pt x="1160" y="4500"/>
                    <a:pt x="1293" y="4418"/>
                  </a:cubicBezTo>
                  <a:lnTo>
                    <a:pt x="4727" y="2055"/>
                  </a:lnTo>
                  <a:cubicBezTo>
                    <a:pt x="5073" y="3441"/>
                    <a:pt x="5231" y="3851"/>
                    <a:pt x="5987" y="4985"/>
                  </a:cubicBezTo>
                  <a:lnTo>
                    <a:pt x="4033" y="6812"/>
                  </a:lnTo>
                  <a:cubicBezTo>
                    <a:pt x="3750" y="7096"/>
                    <a:pt x="3655" y="7505"/>
                    <a:pt x="3876" y="7852"/>
                  </a:cubicBezTo>
                  <a:lnTo>
                    <a:pt x="5703" y="10750"/>
                  </a:lnTo>
                  <a:cubicBezTo>
                    <a:pt x="5873" y="11026"/>
                    <a:pt x="6141" y="11187"/>
                    <a:pt x="6433" y="11187"/>
                  </a:cubicBezTo>
                  <a:cubicBezTo>
                    <a:pt x="6576" y="11187"/>
                    <a:pt x="6724" y="11148"/>
                    <a:pt x="6869" y="11066"/>
                  </a:cubicBezTo>
                  <a:cubicBezTo>
                    <a:pt x="7247" y="10845"/>
                    <a:pt x="7373" y="10372"/>
                    <a:pt x="7121" y="9931"/>
                  </a:cubicBezTo>
                  <a:lnTo>
                    <a:pt x="5640" y="7568"/>
                  </a:lnTo>
                  <a:lnTo>
                    <a:pt x="7594" y="5678"/>
                  </a:lnTo>
                  <a:lnTo>
                    <a:pt x="12886" y="2780"/>
                  </a:lnTo>
                  <a:cubicBezTo>
                    <a:pt x="13264" y="2591"/>
                    <a:pt x="13422" y="2055"/>
                    <a:pt x="13233" y="1677"/>
                  </a:cubicBezTo>
                  <a:cubicBezTo>
                    <a:pt x="13102" y="1394"/>
                    <a:pt x="12822" y="1217"/>
                    <a:pt x="12526" y="1217"/>
                  </a:cubicBezTo>
                  <a:cubicBezTo>
                    <a:pt x="12393" y="1217"/>
                    <a:pt x="12257" y="1252"/>
                    <a:pt x="12130" y="1331"/>
                  </a:cubicBezTo>
                  <a:lnTo>
                    <a:pt x="7342" y="4008"/>
                  </a:lnTo>
                  <a:cubicBezTo>
                    <a:pt x="6774" y="3158"/>
                    <a:pt x="6302" y="2307"/>
                    <a:pt x="6302" y="889"/>
                  </a:cubicBezTo>
                  <a:cubicBezTo>
                    <a:pt x="6270" y="574"/>
                    <a:pt x="6239" y="322"/>
                    <a:pt x="6018" y="165"/>
                  </a:cubicBezTo>
                  <a:cubicBezTo>
                    <a:pt x="5893" y="58"/>
                    <a:pt x="5707" y="1"/>
                    <a:pt x="5523" y="1"/>
                  </a:cubicBezTo>
                  <a:close/>
                </a:path>
              </a:pathLst>
            </a:custGeom>
            <a:solidFill>
              <a:schemeClr val="dk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56"/>
            <p:cNvSpPr/>
            <p:nvPr/>
          </p:nvSpPr>
          <p:spPr>
            <a:xfrm>
              <a:off x="-9947450" y="3657100"/>
              <a:ext cx="106350" cy="50650"/>
            </a:xfrm>
            <a:custGeom>
              <a:avLst/>
              <a:gdLst/>
              <a:ahLst/>
              <a:cxnLst/>
              <a:rect l="l" t="t" r="r" b="b"/>
              <a:pathLst>
                <a:path w="4254" h="2026" extrusionOk="0">
                  <a:moveTo>
                    <a:pt x="910" y="0"/>
                  </a:moveTo>
                  <a:cubicBezTo>
                    <a:pt x="499" y="0"/>
                    <a:pt x="178" y="268"/>
                    <a:pt x="64" y="639"/>
                  </a:cubicBezTo>
                  <a:cubicBezTo>
                    <a:pt x="1" y="1112"/>
                    <a:pt x="253" y="1553"/>
                    <a:pt x="694" y="1616"/>
                  </a:cubicBezTo>
                  <a:lnTo>
                    <a:pt x="2427" y="2025"/>
                  </a:lnTo>
                  <a:lnTo>
                    <a:pt x="4254" y="891"/>
                  </a:lnTo>
                  <a:lnTo>
                    <a:pt x="1041" y="9"/>
                  </a:lnTo>
                  <a:cubicBezTo>
                    <a:pt x="996" y="3"/>
                    <a:pt x="953" y="0"/>
                    <a:pt x="910" y="0"/>
                  </a:cubicBezTo>
                  <a:close/>
                </a:path>
              </a:pathLst>
            </a:custGeom>
            <a:solidFill>
              <a:schemeClr val="dk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3" name="Google Shape;793;p56"/>
          <p:cNvGrpSpPr/>
          <p:nvPr/>
        </p:nvGrpSpPr>
        <p:grpSpPr>
          <a:xfrm>
            <a:off x="3467474" y="3131541"/>
            <a:ext cx="438786" cy="435368"/>
            <a:chOff x="-47892800" y="3200500"/>
            <a:chExt cx="301675" cy="299325"/>
          </a:xfrm>
        </p:grpSpPr>
        <p:sp>
          <p:nvSpPr>
            <p:cNvPr id="794" name="Google Shape;794;p56"/>
            <p:cNvSpPr/>
            <p:nvPr/>
          </p:nvSpPr>
          <p:spPr>
            <a:xfrm>
              <a:off x="-47892800" y="3200500"/>
              <a:ext cx="301675" cy="177225"/>
            </a:xfrm>
            <a:custGeom>
              <a:avLst/>
              <a:gdLst/>
              <a:ahLst/>
              <a:cxnLst/>
              <a:rect l="l" t="t" r="r" b="b"/>
              <a:pathLst>
                <a:path w="12067" h="7089" extrusionOk="0">
                  <a:moveTo>
                    <a:pt x="347" y="0"/>
                  </a:moveTo>
                  <a:cubicBezTo>
                    <a:pt x="158" y="0"/>
                    <a:pt x="0" y="158"/>
                    <a:pt x="0" y="378"/>
                  </a:cubicBezTo>
                  <a:lnTo>
                    <a:pt x="0" y="1796"/>
                  </a:lnTo>
                  <a:cubicBezTo>
                    <a:pt x="0" y="1985"/>
                    <a:pt x="158" y="2143"/>
                    <a:pt x="347" y="2143"/>
                  </a:cubicBezTo>
                  <a:lnTo>
                    <a:pt x="1765" y="2143"/>
                  </a:lnTo>
                  <a:cubicBezTo>
                    <a:pt x="1985" y="2143"/>
                    <a:pt x="2143" y="1985"/>
                    <a:pt x="2143" y="1796"/>
                  </a:cubicBezTo>
                  <a:lnTo>
                    <a:pt x="2143" y="1418"/>
                  </a:lnTo>
                  <a:lnTo>
                    <a:pt x="5010" y="1418"/>
                  </a:lnTo>
                  <a:cubicBezTo>
                    <a:pt x="4915" y="1576"/>
                    <a:pt x="3277" y="4506"/>
                    <a:pt x="3182" y="4663"/>
                  </a:cubicBezTo>
                  <a:lnTo>
                    <a:pt x="4821" y="7089"/>
                  </a:lnTo>
                  <a:lnTo>
                    <a:pt x="5671" y="7089"/>
                  </a:lnTo>
                  <a:lnTo>
                    <a:pt x="5671" y="5577"/>
                  </a:lnTo>
                  <a:cubicBezTo>
                    <a:pt x="5293" y="5419"/>
                    <a:pt x="4978" y="5010"/>
                    <a:pt x="4978" y="4569"/>
                  </a:cubicBezTo>
                  <a:cubicBezTo>
                    <a:pt x="4978" y="4001"/>
                    <a:pt x="5451" y="3529"/>
                    <a:pt x="6018" y="3529"/>
                  </a:cubicBezTo>
                  <a:cubicBezTo>
                    <a:pt x="6616" y="3529"/>
                    <a:pt x="7089" y="4001"/>
                    <a:pt x="7089" y="4569"/>
                  </a:cubicBezTo>
                  <a:cubicBezTo>
                    <a:pt x="7089" y="5041"/>
                    <a:pt x="6805" y="5419"/>
                    <a:pt x="6396" y="5577"/>
                  </a:cubicBezTo>
                  <a:lnTo>
                    <a:pt x="6396" y="7026"/>
                  </a:lnTo>
                  <a:lnTo>
                    <a:pt x="7247" y="7026"/>
                  </a:lnTo>
                  <a:lnTo>
                    <a:pt x="8853" y="4569"/>
                  </a:lnTo>
                  <a:cubicBezTo>
                    <a:pt x="8790" y="4411"/>
                    <a:pt x="7120" y="1513"/>
                    <a:pt x="7057" y="1355"/>
                  </a:cubicBezTo>
                  <a:lnTo>
                    <a:pt x="9924" y="1355"/>
                  </a:lnTo>
                  <a:lnTo>
                    <a:pt x="9924" y="1702"/>
                  </a:lnTo>
                  <a:cubicBezTo>
                    <a:pt x="9924" y="1891"/>
                    <a:pt x="10082" y="2048"/>
                    <a:pt x="10271" y="2048"/>
                  </a:cubicBezTo>
                  <a:lnTo>
                    <a:pt x="11689" y="2048"/>
                  </a:lnTo>
                  <a:cubicBezTo>
                    <a:pt x="11909" y="2048"/>
                    <a:pt x="12067" y="1891"/>
                    <a:pt x="12067" y="1702"/>
                  </a:cubicBezTo>
                  <a:lnTo>
                    <a:pt x="12067" y="284"/>
                  </a:lnTo>
                  <a:cubicBezTo>
                    <a:pt x="12004" y="158"/>
                    <a:pt x="11846" y="0"/>
                    <a:pt x="11657" y="0"/>
                  </a:cubicBezTo>
                  <a:lnTo>
                    <a:pt x="10239" y="0"/>
                  </a:lnTo>
                  <a:cubicBezTo>
                    <a:pt x="10050" y="0"/>
                    <a:pt x="9893" y="158"/>
                    <a:pt x="9893" y="378"/>
                  </a:cubicBezTo>
                  <a:lnTo>
                    <a:pt x="9893" y="725"/>
                  </a:lnTo>
                  <a:lnTo>
                    <a:pt x="6616" y="725"/>
                  </a:lnTo>
                  <a:lnTo>
                    <a:pt x="6301" y="221"/>
                  </a:lnTo>
                  <a:cubicBezTo>
                    <a:pt x="6238" y="95"/>
                    <a:pt x="6120" y="32"/>
                    <a:pt x="6002" y="32"/>
                  </a:cubicBezTo>
                  <a:cubicBezTo>
                    <a:pt x="5884" y="32"/>
                    <a:pt x="5766" y="95"/>
                    <a:pt x="5703" y="221"/>
                  </a:cubicBezTo>
                  <a:lnTo>
                    <a:pt x="5388" y="725"/>
                  </a:lnTo>
                  <a:lnTo>
                    <a:pt x="2143" y="725"/>
                  </a:lnTo>
                  <a:lnTo>
                    <a:pt x="2143" y="378"/>
                  </a:lnTo>
                  <a:cubicBezTo>
                    <a:pt x="2143" y="158"/>
                    <a:pt x="1985" y="0"/>
                    <a:pt x="17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56"/>
            <p:cNvSpPr/>
            <p:nvPr/>
          </p:nvSpPr>
          <p:spPr>
            <a:xfrm>
              <a:off x="-47751825" y="3306025"/>
              <a:ext cx="17350" cy="18150"/>
            </a:xfrm>
            <a:custGeom>
              <a:avLst/>
              <a:gdLst/>
              <a:ahLst/>
              <a:cxnLst/>
              <a:rect l="l" t="t" r="r" b="b"/>
              <a:pathLst>
                <a:path w="694" h="726" extrusionOk="0">
                  <a:moveTo>
                    <a:pt x="347" y="1"/>
                  </a:moveTo>
                  <a:cubicBezTo>
                    <a:pt x="158" y="1"/>
                    <a:pt x="1" y="159"/>
                    <a:pt x="1" y="348"/>
                  </a:cubicBezTo>
                  <a:cubicBezTo>
                    <a:pt x="1" y="568"/>
                    <a:pt x="158" y="726"/>
                    <a:pt x="347" y="726"/>
                  </a:cubicBezTo>
                  <a:cubicBezTo>
                    <a:pt x="536" y="726"/>
                    <a:pt x="694" y="568"/>
                    <a:pt x="694" y="348"/>
                  </a:cubicBezTo>
                  <a:cubicBezTo>
                    <a:pt x="694" y="159"/>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56"/>
            <p:cNvSpPr/>
            <p:nvPr/>
          </p:nvSpPr>
          <p:spPr>
            <a:xfrm>
              <a:off x="-47786475" y="3395050"/>
              <a:ext cx="87450" cy="17350"/>
            </a:xfrm>
            <a:custGeom>
              <a:avLst/>
              <a:gdLst/>
              <a:ahLst/>
              <a:cxnLst/>
              <a:rect l="l" t="t" r="r" b="b"/>
              <a:pathLst>
                <a:path w="3498" h="694" extrusionOk="0">
                  <a:moveTo>
                    <a:pt x="347" y="0"/>
                  </a:moveTo>
                  <a:cubicBezTo>
                    <a:pt x="158" y="0"/>
                    <a:pt x="1" y="158"/>
                    <a:pt x="1" y="347"/>
                  </a:cubicBezTo>
                  <a:lnTo>
                    <a:pt x="1" y="693"/>
                  </a:lnTo>
                  <a:lnTo>
                    <a:pt x="3498" y="693"/>
                  </a:lnTo>
                  <a:lnTo>
                    <a:pt x="3498" y="347"/>
                  </a:lnTo>
                  <a:cubicBezTo>
                    <a:pt x="3498" y="158"/>
                    <a:pt x="3372" y="0"/>
                    <a:pt x="31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56"/>
            <p:cNvSpPr/>
            <p:nvPr/>
          </p:nvSpPr>
          <p:spPr>
            <a:xfrm>
              <a:off x="-47692750" y="3271375"/>
              <a:ext cx="101625" cy="140225"/>
            </a:xfrm>
            <a:custGeom>
              <a:avLst/>
              <a:gdLst/>
              <a:ahLst/>
              <a:cxnLst/>
              <a:rect l="l" t="t" r="r" b="b"/>
              <a:pathLst>
                <a:path w="4065" h="5609" extrusionOk="0">
                  <a:moveTo>
                    <a:pt x="631" y="1"/>
                  </a:moveTo>
                  <a:lnTo>
                    <a:pt x="1576" y="1639"/>
                  </a:lnTo>
                  <a:cubicBezTo>
                    <a:pt x="1639" y="1734"/>
                    <a:pt x="1639" y="1891"/>
                    <a:pt x="1576" y="1986"/>
                  </a:cubicBezTo>
                  <a:lnTo>
                    <a:pt x="1" y="4348"/>
                  </a:lnTo>
                  <a:cubicBezTo>
                    <a:pt x="316" y="4537"/>
                    <a:pt x="505" y="4853"/>
                    <a:pt x="505" y="5262"/>
                  </a:cubicBezTo>
                  <a:lnTo>
                    <a:pt x="505" y="5609"/>
                  </a:lnTo>
                  <a:lnTo>
                    <a:pt x="4065" y="5609"/>
                  </a:lnTo>
                  <a:lnTo>
                    <a:pt x="4065" y="1040"/>
                  </a:lnTo>
                  <a:cubicBezTo>
                    <a:pt x="4002" y="473"/>
                    <a:pt x="3561" y="1"/>
                    <a:pt x="29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56"/>
            <p:cNvSpPr/>
            <p:nvPr/>
          </p:nvSpPr>
          <p:spPr>
            <a:xfrm>
              <a:off x="-47891225" y="3272950"/>
              <a:ext cx="100050" cy="140225"/>
            </a:xfrm>
            <a:custGeom>
              <a:avLst/>
              <a:gdLst/>
              <a:ahLst/>
              <a:cxnLst/>
              <a:rect l="l" t="t" r="r" b="b"/>
              <a:pathLst>
                <a:path w="4002" h="5609" extrusionOk="0">
                  <a:moveTo>
                    <a:pt x="1040" y="1"/>
                  </a:moveTo>
                  <a:cubicBezTo>
                    <a:pt x="473" y="1"/>
                    <a:pt x="0" y="442"/>
                    <a:pt x="0" y="1040"/>
                  </a:cubicBezTo>
                  <a:lnTo>
                    <a:pt x="0" y="5609"/>
                  </a:lnTo>
                  <a:lnTo>
                    <a:pt x="3529" y="5609"/>
                  </a:lnTo>
                  <a:lnTo>
                    <a:pt x="3529" y="5231"/>
                  </a:lnTo>
                  <a:lnTo>
                    <a:pt x="3497" y="5231"/>
                  </a:lnTo>
                  <a:cubicBezTo>
                    <a:pt x="3497" y="4821"/>
                    <a:pt x="3686" y="4506"/>
                    <a:pt x="4002" y="4317"/>
                  </a:cubicBezTo>
                  <a:lnTo>
                    <a:pt x="2426" y="1954"/>
                  </a:lnTo>
                  <a:cubicBezTo>
                    <a:pt x="2363" y="1828"/>
                    <a:pt x="2363" y="1734"/>
                    <a:pt x="2426" y="1608"/>
                  </a:cubicBezTo>
                  <a:lnTo>
                    <a:pt x="33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56"/>
            <p:cNvSpPr/>
            <p:nvPr/>
          </p:nvSpPr>
          <p:spPr>
            <a:xfrm>
              <a:off x="-47892800" y="3428900"/>
              <a:ext cx="300100" cy="70925"/>
            </a:xfrm>
            <a:custGeom>
              <a:avLst/>
              <a:gdLst/>
              <a:ahLst/>
              <a:cxnLst/>
              <a:rect l="l" t="t" r="r" b="b"/>
              <a:pathLst>
                <a:path w="12004" h="2837" extrusionOk="0">
                  <a:moveTo>
                    <a:pt x="0" y="1"/>
                  </a:moveTo>
                  <a:lnTo>
                    <a:pt x="0" y="379"/>
                  </a:lnTo>
                  <a:cubicBezTo>
                    <a:pt x="0" y="946"/>
                    <a:pt x="473" y="1418"/>
                    <a:pt x="1072" y="1418"/>
                  </a:cubicBezTo>
                  <a:lnTo>
                    <a:pt x="4978" y="1418"/>
                  </a:lnTo>
                  <a:lnTo>
                    <a:pt x="4978" y="2143"/>
                  </a:lnTo>
                  <a:lnTo>
                    <a:pt x="3907" y="2143"/>
                  </a:lnTo>
                  <a:cubicBezTo>
                    <a:pt x="3718" y="2143"/>
                    <a:pt x="3560" y="2301"/>
                    <a:pt x="3560" y="2490"/>
                  </a:cubicBezTo>
                  <a:cubicBezTo>
                    <a:pt x="3560" y="2679"/>
                    <a:pt x="3718" y="2836"/>
                    <a:pt x="3907" y="2836"/>
                  </a:cubicBezTo>
                  <a:lnTo>
                    <a:pt x="8129" y="2836"/>
                  </a:lnTo>
                  <a:cubicBezTo>
                    <a:pt x="8318" y="2836"/>
                    <a:pt x="8475" y="2679"/>
                    <a:pt x="8475" y="2490"/>
                  </a:cubicBezTo>
                  <a:cubicBezTo>
                    <a:pt x="8475" y="2301"/>
                    <a:pt x="8318" y="2143"/>
                    <a:pt x="8129" y="2143"/>
                  </a:cubicBezTo>
                  <a:lnTo>
                    <a:pt x="7057" y="2143"/>
                  </a:lnTo>
                  <a:lnTo>
                    <a:pt x="7057" y="1418"/>
                  </a:lnTo>
                  <a:lnTo>
                    <a:pt x="10964" y="1418"/>
                  </a:lnTo>
                  <a:cubicBezTo>
                    <a:pt x="11531" y="1418"/>
                    <a:pt x="12004" y="946"/>
                    <a:pt x="12004" y="379"/>
                  </a:cubicBezTo>
                  <a:lnTo>
                    <a:pt x="120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0" name="Google Shape;800;p56"/>
          <p:cNvSpPr txBox="1"/>
          <p:nvPr/>
        </p:nvSpPr>
        <p:spPr>
          <a:xfrm>
            <a:off x="1113563" y="3975125"/>
            <a:ext cx="1613700" cy="44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Comic Neue"/>
                <a:ea typeface="Comic Neue"/>
                <a:cs typeface="Comic Neue"/>
                <a:sym typeface="Comic Neue"/>
              </a:rPr>
              <a:t>Mercury is a very small planet</a:t>
            </a:r>
            <a:endParaRPr>
              <a:solidFill>
                <a:schemeClr val="lt2"/>
              </a:solidFill>
              <a:latin typeface="Comic Neue"/>
              <a:ea typeface="Comic Neue"/>
              <a:cs typeface="Comic Neue"/>
              <a:sym typeface="Comic Neue"/>
            </a:endParaRPr>
          </a:p>
        </p:txBody>
      </p:sp>
      <p:sp>
        <p:nvSpPr>
          <p:cNvPr id="801" name="Google Shape;801;p56"/>
          <p:cNvSpPr txBox="1"/>
          <p:nvPr/>
        </p:nvSpPr>
        <p:spPr>
          <a:xfrm>
            <a:off x="6416744" y="3975125"/>
            <a:ext cx="1613700" cy="44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Comic Neue"/>
                <a:ea typeface="Comic Neue"/>
                <a:cs typeface="Comic Neue"/>
                <a:sym typeface="Comic Neue"/>
              </a:rPr>
              <a:t>Jupiter is a very big planet</a:t>
            </a:r>
            <a:endParaRPr>
              <a:solidFill>
                <a:schemeClr val="dk1"/>
              </a:solidFill>
              <a:latin typeface="Comic Neue"/>
              <a:ea typeface="Comic Neue"/>
              <a:cs typeface="Comic Neue"/>
              <a:sym typeface="Comic Neue"/>
            </a:endParaRPr>
          </a:p>
        </p:txBody>
      </p:sp>
      <p:sp>
        <p:nvSpPr>
          <p:cNvPr id="802" name="Google Shape;802;p56"/>
          <p:cNvSpPr txBox="1"/>
          <p:nvPr/>
        </p:nvSpPr>
        <p:spPr>
          <a:xfrm>
            <a:off x="4651563" y="3975125"/>
            <a:ext cx="1613700" cy="44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Comic Neue"/>
                <a:ea typeface="Comic Neue"/>
                <a:cs typeface="Comic Neue"/>
                <a:sym typeface="Comic Neue"/>
              </a:rPr>
              <a:t>Mars is actually a very cold place</a:t>
            </a:r>
            <a:endParaRPr>
              <a:solidFill>
                <a:schemeClr val="dk1"/>
              </a:solidFill>
              <a:latin typeface="Comic Neue"/>
              <a:ea typeface="Comic Neue"/>
              <a:cs typeface="Comic Neue"/>
              <a:sym typeface="Comic Neue"/>
            </a:endParaRPr>
          </a:p>
        </p:txBody>
      </p:sp>
      <p:sp>
        <p:nvSpPr>
          <p:cNvPr id="803" name="Google Shape;803;p56"/>
          <p:cNvSpPr txBox="1"/>
          <p:nvPr/>
        </p:nvSpPr>
        <p:spPr>
          <a:xfrm>
            <a:off x="2882563" y="3975125"/>
            <a:ext cx="1613700" cy="44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Comic Neue"/>
                <a:ea typeface="Comic Neue"/>
                <a:cs typeface="Comic Neue"/>
                <a:sym typeface="Comic Neue"/>
              </a:rPr>
              <a:t>Saturn is a gas giant with rings</a:t>
            </a:r>
            <a:endParaRPr>
              <a:solidFill>
                <a:schemeClr val="dk1"/>
              </a:solidFill>
              <a:latin typeface="Comic Neue"/>
              <a:ea typeface="Comic Neue"/>
              <a:cs typeface="Comic Neue"/>
              <a:sym typeface="Comic Neue"/>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sp>
        <p:nvSpPr>
          <p:cNvPr id="808" name="Google Shape;808;p57"/>
          <p:cNvSpPr txBox="1">
            <a:spLocks noGrp="1"/>
          </p:cNvSpPr>
          <p:nvPr>
            <p:ph type="title"/>
          </p:nvPr>
        </p:nvSpPr>
        <p:spPr>
          <a:xfrm>
            <a:off x="720000" y="532925"/>
            <a:ext cx="7704000" cy="440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TOPIC DATA</a:t>
            </a:r>
            <a:endParaRPr/>
          </a:p>
        </p:txBody>
      </p:sp>
      <p:pic>
        <p:nvPicPr>
          <p:cNvPr id="809" name="Google Shape;809;p57" title="Chart">
            <a:hlinkClick r:id="rId3"/>
          </p:cNvPr>
          <p:cNvPicPr preferRelativeResize="0"/>
          <p:nvPr/>
        </p:nvPicPr>
        <p:blipFill>
          <a:blip r:embed="rId4">
            <a:alphaModFix/>
          </a:blip>
          <a:stretch>
            <a:fillRect/>
          </a:stretch>
        </p:blipFill>
        <p:spPr>
          <a:xfrm>
            <a:off x="1096100" y="1250225"/>
            <a:ext cx="4214374" cy="3358275"/>
          </a:xfrm>
          <a:prstGeom prst="rect">
            <a:avLst/>
          </a:prstGeom>
          <a:noFill/>
          <a:ln>
            <a:noFill/>
          </a:ln>
          <a:effectLst>
            <a:outerShdw blurRad="71438" dist="47625" dir="3000000" algn="bl" rotWithShape="0">
              <a:srgbClr val="000000">
                <a:alpha val="21000"/>
              </a:srgbClr>
            </a:outerShdw>
          </a:effectLst>
        </p:spPr>
      </p:pic>
      <p:sp>
        <p:nvSpPr>
          <p:cNvPr id="810" name="Google Shape;810;p57"/>
          <p:cNvSpPr txBox="1"/>
          <p:nvPr/>
        </p:nvSpPr>
        <p:spPr>
          <a:xfrm>
            <a:off x="6134099" y="1825400"/>
            <a:ext cx="1820400" cy="400200"/>
          </a:xfrm>
          <a:prstGeom prst="rect">
            <a:avLst/>
          </a:prstGeom>
          <a:noFill/>
          <a:ln>
            <a:noFill/>
          </a:ln>
          <a:effectLst>
            <a:outerShdw blurRad="71438" dist="47625" dir="294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r>
              <a:rPr lang="en" sz="2500">
                <a:solidFill>
                  <a:schemeClr val="lt2"/>
                </a:solidFill>
                <a:latin typeface="Righteous"/>
                <a:ea typeface="Righteous"/>
                <a:cs typeface="Righteous"/>
                <a:sym typeface="Righteous"/>
              </a:rPr>
              <a:t>Mars</a:t>
            </a:r>
            <a:endParaRPr sz="2500">
              <a:solidFill>
                <a:schemeClr val="lt2"/>
              </a:solidFill>
              <a:latin typeface="Righteous"/>
              <a:ea typeface="Righteous"/>
              <a:cs typeface="Righteous"/>
              <a:sym typeface="Righteous"/>
            </a:endParaRPr>
          </a:p>
        </p:txBody>
      </p:sp>
      <p:sp>
        <p:nvSpPr>
          <p:cNvPr id="811" name="Google Shape;811;p57"/>
          <p:cNvSpPr txBox="1"/>
          <p:nvPr/>
        </p:nvSpPr>
        <p:spPr>
          <a:xfrm>
            <a:off x="6134099" y="2230625"/>
            <a:ext cx="1820400" cy="52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latin typeface="Comic Neue"/>
                <a:ea typeface="Comic Neue"/>
                <a:cs typeface="Comic Neue"/>
                <a:sym typeface="Comic Neue"/>
              </a:rPr>
              <a:t>Despite being red, Mars is actually cold</a:t>
            </a:r>
            <a:endParaRPr>
              <a:solidFill>
                <a:schemeClr val="dk1"/>
              </a:solidFill>
              <a:latin typeface="Comic Neue"/>
              <a:ea typeface="Comic Neue"/>
              <a:cs typeface="Comic Neue"/>
              <a:sym typeface="Comic Neue"/>
            </a:endParaRPr>
          </a:p>
        </p:txBody>
      </p:sp>
      <p:sp>
        <p:nvSpPr>
          <p:cNvPr id="812" name="Google Shape;812;p57"/>
          <p:cNvSpPr/>
          <p:nvPr/>
        </p:nvSpPr>
        <p:spPr>
          <a:xfrm>
            <a:off x="5813545" y="1465550"/>
            <a:ext cx="279000" cy="279000"/>
          </a:xfrm>
          <a:prstGeom prst="ellipse">
            <a:avLst/>
          </a:prstGeom>
          <a:solidFill>
            <a:schemeClr val="dk2"/>
          </a:solidFill>
          <a:ln>
            <a:noFill/>
          </a:ln>
          <a:effectLst>
            <a:outerShdw blurRad="71438" dist="47625" dir="30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57"/>
          <p:cNvSpPr/>
          <p:nvPr/>
        </p:nvSpPr>
        <p:spPr>
          <a:xfrm>
            <a:off x="5813545" y="3125000"/>
            <a:ext cx="279000" cy="279000"/>
          </a:xfrm>
          <a:prstGeom prst="ellipse">
            <a:avLst/>
          </a:prstGeom>
          <a:solidFill>
            <a:schemeClr val="lt2"/>
          </a:solidFill>
          <a:ln>
            <a:noFill/>
          </a:ln>
          <a:effectLst>
            <a:outerShdw blurRad="71438" dist="47625" dir="30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57"/>
          <p:cNvSpPr txBox="1"/>
          <p:nvPr/>
        </p:nvSpPr>
        <p:spPr>
          <a:xfrm>
            <a:off x="6134099" y="1384700"/>
            <a:ext cx="1820400" cy="440700"/>
          </a:xfrm>
          <a:prstGeom prst="rect">
            <a:avLst/>
          </a:prstGeom>
          <a:noFill/>
          <a:ln>
            <a:noFill/>
          </a:ln>
          <a:effectLst>
            <a:outerShdw blurRad="71438" dist="47625"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r>
              <a:rPr lang="en" sz="2500">
                <a:solidFill>
                  <a:schemeClr val="accent1"/>
                </a:solidFill>
                <a:latin typeface="Righteous"/>
                <a:ea typeface="Righteous"/>
                <a:cs typeface="Righteous"/>
                <a:sym typeface="Righteous"/>
              </a:rPr>
              <a:t>30%</a:t>
            </a:r>
            <a:endParaRPr sz="2500">
              <a:solidFill>
                <a:schemeClr val="accent1"/>
              </a:solidFill>
              <a:latin typeface="Righteous"/>
              <a:ea typeface="Righteous"/>
              <a:cs typeface="Righteous"/>
              <a:sym typeface="Righteous"/>
            </a:endParaRPr>
          </a:p>
        </p:txBody>
      </p:sp>
      <p:sp>
        <p:nvSpPr>
          <p:cNvPr id="815" name="Google Shape;815;p57"/>
          <p:cNvSpPr txBox="1"/>
          <p:nvPr/>
        </p:nvSpPr>
        <p:spPr>
          <a:xfrm>
            <a:off x="6134099" y="3484850"/>
            <a:ext cx="1820400" cy="400200"/>
          </a:xfrm>
          <a:prstGeom prst="rect">
            <a:avLst/>
          </a:prstGeom>
          <a:noFill/>
          <a:ln>
            <a:noFill/>
          </a:ln>
          <a:effectLst>
            <a:outerShdw blurRad="71438" dist="47625" dir="294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r>
              <a:rPr lang="en" sz="2500">
                <a:solidFill>
                  <a:schemeClr val="lt2"/>
                </a:solidFill>
                <a:latin typeface="Righteous"/>
                <a:ea typeface="Righteous"/>
                <a:cs typeface="Righteous"/>
                <a:sym typeface="Righteous"/>
              </a:rPr>
              <a:t>Saturn</a:t>
            </a:r>
            <a:endParaRPr sz="2500">
              <a:solidFill>
                <a:schemeClr val="lt2"/>
              </a:solidFill>
              <a:latin typeface="Righteous"/>
              <a:ea typeface="Righteous"/>
              <a:cs typeface="Righteous"/>
              <a:sym typeface="Righteous"/>
            </a:endParaRPr>
          </a:p>
        </p:txBody>
      </p:sp>
      <p:sp>
        <p:nvSpPr>
          <p:cNvPr id="816" name="Google Shape;816;p57"/>
          <p:cNvSpPr txBox="1"/>
          <p:nvPr/>
        </p:nvSpPr>
        <p:spPr>
          <a:xfrm>
            <a:off x="6134099" y="3890075"/>
            <a:ext cx="1820400" cy="52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latin typeface="Comic Neue"/>
                <a:ea typeface="Comic Neue"/>
                <a:cs typeface="Comic Neue"/>
                <a:sym typeface="Comic Neue"/>
              </a:rPr>
              <a:t>Saturn is a gas giant with several rings</a:t>
            </a:r>
            <a:endParaRPr>
              <a:solidFill>
                <a:schemeClr val="dk1"/>
              </a:solidFill>
              <a:latin typeface="Comic Neue"/>
              <a:ea typeface="Comic Neue"/>
              <a:cs typeface="Comic Neue"/>
              <a:sym typeface="Comic Neue"/>
            </a:endParaRPr>
          </a:p>
        </p:txBody>
      </p:sp>
      <p:sp>
        <p:nvSpPr>
          <p:cNvPr id="817" name="Google Shape;817;p57"/>
          <p:cNvSpPr txBox="1"/>
          <p:nvPr/>
        </p:nvSpPr>
        <p:spPr>
          <a:xfrm>
            <a:off x="6134099" y="3044150"/>
            <a:ext cx="1820400" cy="440700"/>
          </a:xfrm>
          <a:prstGeom prst="rect">
            <a:avLst/>
          </a:prstGeom>
          <a:noFill/>
          <a:ln>
            <a:noFill/>
          </a:ln>
          <a:effectLst>
            <a:outerShdw blurRad="71438" dist="47625"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r>
              <a:rPr lang="en" sz="2500">
                <a:solidFill>
                  <a:schemeClr val="accent1"/>
                </a:solidFill>
                <a:latin typeface="Righteous"/>
                <a:ea typeface="Righteous"/>
                <a:cs typeface="Righteous"/>
                <a:sym typeface="Righteous"/>
              </a:rPr>
              <a:t>50%</a:t>
            </a:r>
            <a:endParaRPr sz="2500">
              <a:solidFill>
                <a:schemeClr val="accent1"/>
              </a:solidFill>
              <a:latin typeface="Righteous"/>
              <a:ea typeface="Righteous"/>
              <a:cs typeface="Righteous"/>
              <a:sym typeface="Righteou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21"/>
        <p:cNvGrpSpPr/>
        <p:nvPr/>
      </p:nvGrpSpPr>
      <p:grpSpPr>
        <a:xfrm>
          <a:off x="0" y="0"/>
          <a:ext cx="0" cy="0"/>
          <a:chOff x="0" y="0"/>
          <a:chExt cx="0" cy="0"/>
        </a:xfrm>
      </p:grpSpPr>
      <p:sp>
        <p:nvSpPr>
          <p:cNvPr id="822" name="Google Shape;822;p58"/>
          <p:cNvSpPr txBox="1">
            <a:spLocks noGrp="1"/>
          </p:cNvSpPr>
          <p:nvPr>
            <p:ph type="title"/>
          </p:nvPr>
        </p:nvSpPr>
        <p:spPr>
          <a:xfrm>
            <a:off x="720000" y="532925"/>
            <a:ext cx="7704000" cy="440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INTERNATIONAL WORKSHOP</a:t>
            </a:r>
            <a:endParaRPr/>
          </a:p>
        </p:txBody>
      </p:sp>
      <p:grpSp>
        <p:nvGrpSpPr>
          <p:cNvPr id="823" name="Google Shape;823;p58"/>
          <p:cNvGrpSpPr/>
          <p:nvPr/>
        </p:nvGrpSpPr>
        <p:grpSpPr>
          <a:xfrm>
            <a:off x="1024809" y="1714041"/>
            <a:ext cx="5017522" cy="2673017"/>
            <a:chOff x="233350" y="949250"/>
            <a:chExt cx="7137300" cy="3802300"/>
          </a:xfrm>
        </p:grpSpPr>
        <p:sp>
          <p:nvSpPr>
            <p:cNvPr id="824" name="Google Shape;824;p58"/>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58"/>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58"/>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58"/>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58"/>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58"/>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58"/>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58"/>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58"/>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58"/>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58"/>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58"/>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58"/>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58"/>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58"/>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58"/>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58"/>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58"/>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58"/>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58"/>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58"/>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58"/>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58"/>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58"/>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58"/>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58"/>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58"/>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58"/>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58"/>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58"/>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58"/>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58"/>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58"/>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58"/>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58"/>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58"/>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58"/>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58"/>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58"/>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58"/>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58"/>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58"/>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58"/>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58"/>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58"/>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58"/>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58"/>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58"/>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58"/>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58"/>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58"/>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chemeClr val="dk2"/>
            </a:solidFill>
            <a:ln>
              <a:noFill/>
            </a:ln>
            <a:effectLst>
              <a:outerShdw blurRad="71438" dist="47625" dir="30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5" name="Google Shape;875;p58"/>
          <p:cNvSpPr txBox="1"/>
          <p:nvPr/>
        </p:nvSpPr>
        <p:spPr>
          <a:xfrm>
            <a:off x="6305688" y="2034979"/>
            <a:ext cx="1935300" cy="400200"/>
          </a:xfrm>
          <a:prstGeom prst="rect">
            <a:avLst/>
          </a:prstGeom>
          <a:noFill/>
          <a:ln>
            <a:noFill/>
          </a:ln>
          <a:effectLst>
            <a:outerShdw blurRad="71438" dist="47625" dir="2940000" algn="bl" rotWithShape="0">
              <a:srgbClr val="000000">
                <a:alpha val="21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lt2"/>
                </a:solidFill>
                <a:latin typeface="Righteous"/>
                <a:ea typeface="Righteous"/>
                <a:cs typeface="Righteous"/>
                <a:sym typeface="Righteous"/>
              </a:rPr>
              <a:t>Mercury</a:t>
            </a:r>
            <a:endParaRPr sz="2500">
              <a:solidFill>
                <a:schemeClr val="lt2"/>
              </a:solidFill>
              <a:latin typeface="Righteous"/>
              <a:ea typeface="Righteous"/>
              <a:cs typeface="Righteous"/>
              <a:sym typeface="Righteous"/>
            </a:endParaRPr>
          </a:p>
        </p:txBody>
      </p:sp>
      <p:sp>
        <p:nvSpPr>
          <p:cNvPr id="876" name="Google Shape;876;p58"/>
          <p:cNvSpPr txBox="1"/>
          <p:nvPr/>
        </p:nvSpPr>
        <p:spPr>
          <a:xfrm>
            <a:off x="6305688" y="2472000"/>
            <a:ext cx="1935300" cy="40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Comic Neue"/>
                <a:ea typeface="Comic Neue"/>
                <a:cs typeface="Comic Neue"/>
                <a:sym typeface="Comic Neue"/>
              </a:rPr>
              <a:t>It’s the closest planet to the Sun</a:t>
            </a:r>
            <a:endParaRPr>
              <a:solidFill>
                <a:schemeClr val="lt2"/>
              </a:solidFill>
              <a:latin typeface="Comic Neue"/>
              <a:ea typeface="Comic Neue"/>
              <a:cs typeface="Comic Neue"/>
              <a:sym typeface="Comic Neue"/>
            </a:endParaRPr>
          </a:p>
        </p:txBody>
      </p:sp>
      <p:sp>
        <p:nvSpPr>
          <p:cNvPr id="877" name="Google Shape;877;p58"/>
          <p:cNvSpPr txBox="1"/>
          <p:nvPr/>
        </p:nvSpPr>
        <p:spPr>
          <a:xfrm>
            <a:off x="6305688" y="3637367"/>
            <a:ext cx="1935300" cy="400200"/>
          </a:xfrm>
          <a:prstGeom prst="rect">
            <a:avLst/>
          </a:prstGeom>
          <a:noFill/>
          <a:ln>
            <a:noFill/>
          </a:ln>
          <a:effectLst>
            <a:outerShdw blurRad="71438" dist="47625" dir="2940000" algn="bl" rotWithShape="0">
              <a:srgbClr val="000000">
                <a:alpha val="21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lt2"/>
                </a:solidFill>
                <a:latin typeface="Righteous"/>
                <a:ea typeface="Righteous"/>
                <a:cs typeface="Righteous"/>
                <a:sym typeface="Righteous"/>
              </a:rPr>
              <a:t>Venus</a:t>
            </a:r>
            <a:endParaRPr sz="2500">
              <a:solidFill>
                <a:schemeClr val="lt2"/>
              </a:solidFill>
              <a:latin typeface="Righteous"/>
              <a:ea typeface="Righteous"/>
              <a:cs typeface="Righteous"/>
              <a:sym typeface="Righteous"/>
            </a:endParaRPr>
          </a:p>
        </p:txBody>
      </p:sp>
      <p:sp>
        <p:nvSpPr>
          <p:cNvPr id="878" name="Google Shape;878;p58"/>
          <p:cNvSpPr txBox="1"/>
          <p:nvPr/>
        </p:nvSpPr>
        <p:spPr>
          <a:xfrm>
            <a:off x="6305688" y="4074388"/>
            <a:ext cx="1935300" cy="40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Comic Neue"/>
                <a:ea typeface="Comic Neue"/>
                <a:cs typeface="Comic Neue"/>
                <a:sym typeface="Comic Neue"/>
              </a:rPr>
              <a:t>Venus is the second planet from the Sun</a:t>
            </a:r>
            <a:endParaRPr>
              <a:solidFill>
                <a:schemeClr val="dk1"/>
              </a:solidFill>
              <a:latin typeface="Comic Neue"/>
              <a:ea typeface="Comic Neue"/>
              <a:cs typeface="Comic Neue"/>
              <a:sym typeface="Comic Neue"/>
            </a:endParaRPr>
          </a:p>
        </p:txBody>
      </p:sp>
      <p:sp>
        <p:nvSpPr>
          <p:cNvPr id="879" name="Google Shape;879;p58"/>
          <p:cNvSpPr/>
          <p:nvPr/>
        </p:nvSpPr>
        <p:spPr>
          <a:xfrm>
            <a:off x="7025238" y="1494375"/>
            <a:ext cx="496200" cy="496200"/>
          </a:xfrm>
          <a:prstGeom prst="ellipse">
            <a:avLst/>
          </a:prstGeom>
          <a:solidFill>
            <a:schemeClr val="accent1"/>
          </a:solidFill>
          <a:ln>
            <a:noFill/>
          </a:ln>
          <a:effectLst>
            <a:outerShdw blurRad="71438" dist="47625" dir="30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58"/>
          <p:cNvSpPr/>
          <p:nvPr/>
        </p:nvSpPr>
        <p:spPr>
          <a:xfrm>
            <a:off x="7025238" y="3096775"/>
            <a:ext cx="496200" cy="496200"/>
          </a:xfrm>
          <a:prstGeom prst="ellipse">
            <a:avLst/>
          </a:prstGeom>
          <a:solidFill>
            <a:schemeClr val="lt2"/>
          </a:solidFill>
          <a:ln>
            <a:noFill/>
          </a:ln>
          <a:effectLst>
            <a:outerShdw blurRad="71438" dist="47625" dir="30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58"/>
          <p:cNvSpPr/>
          <p:nvPr/>
        </p:nvSpPr>
        <p:spPr>
          <a:xfrm>
            <a:off x="4365616" y="2101575"/>
            <a:ext cx="136800" cy="136800"/>
          </a:xfrm>
          <a:prstGeom prst="ellipse">
            <a:avLst/>
          </a:prstGeom>
          <a:solidFill>
            <a:schemeClr val="lt2"/>
          </a:solidFill>
          <a:ln>
            <a:noFill/>
          </a:ln>
          <a:effectLst>
            <a:outerShdw blurRad="71438" dist="47625" dir="30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58"/>
          <p:cNvSpPr/>
          <p:nvPr/>
        </p:nvSpPr>
        <p:spPr>
          <a:xfrm>
            <a:off x="1689091" y="2101575"/>
            <a:ext cx="136800" cy="136800"/>
          </a:xfrm>
          <a:prstGeom prst="ellipse">
            <a:avLst/>
          </a:prstGeom>
          <a:solidFill>
            <a:schemeClr val="accent1"/>
          </a:solidFill>
          <a:ln>
            <a:noFill/>
          </a:ln>
          <a:effectLst>
            <a:outerShdw blurRad="71438" dist="47625" dir="30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58"/>
          <p:cNvSpPr/>
          <p:nvPr/>
        </p:nvSpPr>
        <p:spPr>
          <a:xfrm>
            <a:off x="3584566" y="3233575"/>
            <a:ext cx="136800" cy="136800"/>
          </a:xfrm>
          <a:prstGeom prst="ellipse">
            <a:avLst/>
          </a:prstGeom>
          <a:solidFill>
            <a:schemeClr val="accent1"/>
          </a:solidFill>
          <a:ln>
            <a:noFill/>
          </a:ln>
          <a:effectLst>
            <a:outerShdw blurRad="71438" dist="47625" dir="30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58"/>
          <p:cNvSpPr/>
          <p:nvPr/>
        </p:nvSpPr>
        <p:spPr>
          <a:xfrm>
            <a:off x="4822816" y="2503350"/>
            <a:ext cx="136800" cy="136800"/>
          </a:xfrm>
          <a:prstGeom prst="ellipse">
            <a:avLst/>
          </a:prstGeom>
          <a:solidFill>
            <a:schemeClr val="accent1"/>
          </a:solidFill>
          <a:ln>
            <a:noFill/>
          </a:ln>
          <a:effectLst>
            <a:outerShdw blurRad="71438" dist="47625" dir="30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58"/>
          <p:cNvSpPr/>
          <p:nvPr/>
        </p:nvSpPr>
        <p:spPr>
          <a:xfrm>
            <a:off x="3508366" y="2238375"/>
            <a:ext cx="136800" cy="136800"/>
          </a:xfrm>
          <a:prstGeom prst="ellipse">
            <a:avLst/>
          </a:prstGeom>
          <a:solidFill>
            <a:schemeClr val="accent1"/>
          </a:solidFill>
          <a:ln>
            <a:noFill/>
          </a:ln>
          <a:effectLst>
            <a:outerShdw blurRad="71438" dist="47625" dir="30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58"/>
          <p:cNvSpPr/>
          <p:nvPr/>
        </p:nvSpPr>
        <p:spPr>
          <a:xfrm>
            <a:off x="5394316" y="3711150"/>
            <a:ext cx="136800" cy="136800"/>
          </a:xfrm>
          <a:prstGeom prst="ellipse">
            <a:avLst/>
          </a:prstGeom>
          <a:solidFill>
            <a:schemeClr val="lt2"/>
          </a:solidFill>
          <a:ln>
            <a:noFill/>
          </a:ln>
          <a:effectLst>
            <a:outerShdw blurRad="71438" dist="47625" dir="30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58"/>
          <p:cNvSpPr/>
          <p:nvPr/>
        </p:nvSpPr>
        <p:spPr>
          <a:xfrm>
            <a:off x="2441566" y="3456175"/>
            <a:ext cx="136800" cy="136800"/>
          </a:xfrm>
          <a:prstGeom prst="ellipse">
            <a:avLst/>
          </a:prstGeom>
          <a:solidFill>
            <a:schemeClr val="accent1"/>
          </a:solidFill>
          <a:ln>
            <a:noFill/>
          </a:ln>
          <a:effectLst>
            <a:outerShdw blurRad="71438" dist="47625" dir="30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58"/>
          <p:cNvSpPr/>
          <p:nvPr/>
        </p:nvSpPr>
        <p:spPr>
          <a:xfrm>
            <a:off x="1508116" y="2503350"/>
            <a:ext cx="136800" cy="136800"/>
          </a:xfrm>
          <a:prstGeom prst="ellipse">
            <a:avLst/>
          </a:prstGeom>
          <a:solidFill>
            <a:schemeClr val="lt2"/>
          </a:solidFill>
          <a:ln>
            <a:noFill/>
          </a:ln>
          <a:effectLst>
            <a:outerShdw blurRad="71438" dist="47625" dir="30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p60"/>
          <p:cNvSpPr txBox="1">
            <a:spLocks noGrp="1"/>
          </p:cNvSpPr>
          <p:nvPr>
            <p:ph type="title"/>
          </p:nvPr>
        </p:nvSpPr>
        <p:spPr>
          <a:xfrm>
            <a:off x="720000" y="532925"/>
            <a:ext cx="7704000" cy="440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FILLED CINEMA ICON PACK</a:t>
            </a:r>
            <a:endParaRPr/>
          </a:p>
        </p:txBody>
      </p:sp>
      <p:sp>
        <p:nvSpPr>
          <p:cNvPr id="919" name="Google Shape;919;p60"/>
          <p:cNvSpPr/>
          <p:nvPr/>
        </p:nvSpPr>
        <p:spPr>
          <a:xfrm>
            <a:off x="720000" y="1668828"/>
            <a:ext cx="376682" cy="115124"/>
          </a:xfrm>
          <a:custGeom>
            <a:avLst/>
            <a:gdLst/>
            <a:ahLst/>
            <a:cxnLst/>
            <a:rect l="l" t="t" r="r" b="b"/>
            <a:pathLst>
              <a:path w="13968" h="4269" extrusionOk="0">
                <a:moveTo>
                  <a:pt x="5043" y="1941"/>
                </a:moveTo>
                <a:lnTo>
                  <a:pt x="5043" y="2717"/>
                </a:lnTo>
                <a:lnTo>
                  <a:pt x="1940" y="2717"/>
                </a:lnTo>
                <a:lnTo>
                  <a:pt x="1940" y="1941"/>
                </a:lnTo>
                <a:close/>
                <a:moveTo>
                  <a:pt x="12027" y="1941"/>
                </a:moveTo>
                <a:lnTo>
                  <a:pt x="12027" y="2717"/>
                </a:lnTo>
                <a:lnTo>
                  <a:pt x="8923" y="2717"/>
                </a:lnTo>
                <a:lnTo>
                  <a:pt x="8923" y="1941"/>
                </a:lnTo>
                <a:close/>
                <a:moveTo>
                  <a:pt x="0" y="0"/>
                </a:moveTo>
                <a:lnTo>
                  <a:pt x="0" y="777"/>
                </a:lnTo>
                <a:lnTo>
                  <a:pt x="776" y="777"/>
                </a:lnTo>
                <a:lnTo>
                  <a:pt x="776" y="4269"/>
                </a:lnTo>
                <a:lnTo>
                  <a:pt x="5886" y="4269"/>
                </a:lnTo>
                <a:lnTo>
                  <a:pt x="6232" y="3105"/>
                </a:lnTo>
                <a:lnTo>
                  <a:pt x="7348" y="3105"/>
                </a:lnTo>
                <a:lnTo>
                  <a:pt x="7692" y="4269"/>
                </a:lnTo>
                <a:lnTo>
                  <a:pt x="12804" y="4269"/>
                </a:lnTo>
                <a:lnTo>
                  <a:pt x="12804" y="777"/>
                </a:lnTo>
                <a:lnTo>
                  <a:pt x="13968" y="777"/>
                </a:lnTo>
                <a:lnTo>
                  <a:pt x="139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60"/>
          <p:cNvSpPr/>
          <p:nvPr/>
        </p:nvSpPr>
        <p:spPr>
          <a:xfrm>
            <a:off x="1536492" y="1574687"/>
            <a:ext cx="373041" cy="303438"/>
          </a:xfrm>
          <a:custGeom>
            <a:avLst/>
            <a:gdLst/>
            <a:ahLst/>
            <a:cxnLst/>
            <a:rect l="l" t="t" r="r" b="b"/>
            <a:pathLst>
              <a:path w="13833" h="11252" extrusionOk="0">
                <a:moveTo>
                  <a:pt x="10102" y="6208"/>
                </a:moveTo>
                <a:lnTo>
                  <a:pt x="10102" y="7372"/>
                </a:lnTo>
                <a:lnTo>
                  <a:pt x="3506" y="7372"/>
                </a:lnTo>
                <a:lnTo>
                  <a:pt x="3506" y="6208"/>
                </a:lnTo>
                <a:close/>
                <a:moveTo>
                  <a:pt x="3828" y="1"/>
                </a:moveTo>
                <a:cubicBezTo>
                  <a:pt x="2793" y="1"/>
                  <a:pt x="1954" y="839"/>
                  <a:pt x="1954" y="1873"/>
                </a:cubicBezTo>
                <a:lnTo>
                  <a:pt x="1954" y="3104"/>
                </a:lnTo>
                <a:lnTo>
                  <a:pt x="1800" y="3104"/>
                </a:lnTo>
                <a:cubicBezTo>
                  <a:pt x="835" y="3104"/>
                  <a:pt x="1" y="3870"/>
                  <a:pt x="15" y="4834"/>
                </a:cubicBezTo>
                <a:cubicBezTo>
                  <a:pt x="28" y="5763"/>
                  <a:pt x="718" y="6510"/>
                  <a:pt x="1567" y="6510"/>
                </a:cubicBezTo>
                <a:lnTo>
                  <a:pt x="1567" y="10087"/>
                </a:lnTo>
                <a:lnTo>
                  <a:pt x="2731" y="10087"/>
                </a:lnTo>
                <a:lnTo>
                  <a:pt x="2731" y="11251"/>
                </a:lnTo>
                <a:lnTo>
                  <a:pt x="3895" y="11251"/>
                </a:lnTo>
                <a:lnTo>
                  <a:pt x="3895" y="10087"/>
                </a:lnTo>
                <a:lnTo>
                  <a:pt x="10102" y="10087"/>
                </a:lnTo>
                <a:lnTo>
                  <a:pt x="10102" y="11251"/>
                </a:lnTo>
                <a:lnTo>
                  <a:pt x="10877" y="11251"/>
                </a:lnTo>
                <a:lnTo>
                  <a:pt x="10877" y="10087"/>
                </a:lnTo>
                <a:lnTo>
                  <a:pt x="12041" y="10087"/>
                </a:lnTo>
                <a:lnTo>
                  <a:pt x="12041" y="6510"/>
                </a:lnTo>
                <a:cubicBezTo>
                  <a:pt x="13030" y="6510"/>
                  <a:pt x="13832" y="5748"/>
                  <a:pt x="13832" y="4807"/>
                </a:cubicBezTo>
                <a:cubicBezTo>
                  <a:pt x="13832" y="3867"/>
                  <a:pt x="13030" y="3104"/>
                  <a:pt x="12042" y="3104"/>
                </a:cubicBezTo>
                <a:lnTo>
                  <a:pt x="11653" y="3104"/>
                </a:lnTo>
                <a:lnTo>
                  <a:pt x="11653" y="1873"/>
                </a:lnTo>
                <a:cubicBezTo>
                  <a:pt x="11653" y="839"/>
                  <a:pt x="10815" y="1"/>
                  <a:pt x="97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60"/>
          <p:cNvSpPr/>
          <p:nvPr/>
        </p:nvSpPr>
        <p:spPr>
          <a:xfrm>
            <a:off x="2404247" y="1538040"/>
            <a:ext cx="267437" cy="376709"/>
          </a:xfrm>
          <a:custGeom>
            <a:avLst/>
            <a:gdLst/>
            <a:ahLst/>
            <a:cxnLst/>
            <a:rect l="l" t="t" r="r" b="b"/>
            <a:pathLst>
              <a:path w="9917" h="13969" extrusionOk="0">
                <a:moveTo>
                  <a:pt x="4959" y="3274"/>
                </a:moveTo>
                <a:lnTo>
                  <a:pt x="5528" y="4429"/>
                </a:lnTo>
                <a:lnTo>
                  <a:pt x="6804" y="4615"/>
                </a:lnTo>
                <a:lnTo>
                  <a:pt x="5881" y="5514"/>
                </a:lnTo>
                <a:lnTo>
                  <a:pt x="6100" y="6785"/>
                </a:lnTo>
                <a:lnTo>
                  <a:pt x="4959" y="6185"/>
                </a:lnTo>
                <a:lnTo>
                  <a:pt x="3818" y="6785"/>
                </a:lnTo>
                <a:lnTo>
                  <a:pt x="4036" y="5514"/>
                </a:lnTo>
                <a:lnTo>
                  <a:pt x="3114" y="4615"/>
                </a:lnTo>
                <a:lnTo>
                  <a:pt x="4389" y="4429"/>
                </a:lnTo>
                <a:lnTo>
                  <a:pt x="4959" y="3274"/>
                </a:lnTo>
                <a:close/>
                <a:moveTo>
                  <a:pt x="5993" y="12028"/>
                </a:moveTo>
                <a:lnTo>
                  <a:pt x="5993" y="12804"/>
                </a:lnTo>
                <a:lnTo>
                  <a:pt x="4054" y="12804"/>
                </a:lnTo>
                <a:lnTo>
                  <a:pt x="4054" y="12028"/>
                </a:lnTo>
                <a:close/>
                <a:moveTo>
                  <a:pt x="4959" y="1"/>
                </a:moveTo>
                <a:lnTo>
                  <a:pt x="3427" y="3106"/>
                </a:lnTo>
                <a:lnTo>
                  <a:pt x="1" y="3604"/>
                </a:lnTo>
                <a:lnTo>
                  <a:pt x="2480" y="6020"/>
                </a:lnTo>
                <a:lnTo>
                  <a:pt x="1895" y="9432"/>
                </a:lnTo>
                <a:lnTo>
                  <a:pt x="4441" y="8075"/>
                </a:lnTo>
                <a:lnTo>
                  <a:pt x="4441" y="10089"/>
                </a:lnTo>
                <a:lnTo>
                  <a:pt x="2113" y="10089"/>
                </a:lnTo>
                <a:lnTo>
                  <a:pt x="2113" y="12804"/>
                </a:lnTo>
                <a:lnTo>
                  <a:pt x="1337" y="12804"/>
                </a:lnTo>
                <a:lnTo>
                  <a:pt x="1337" y="13968"/>
                </a:lnTo>
                <a:lnTo>
                  <a:pt x="8708" y="13968"/>
                </a:lnTo>
                <a:lnTo>
                  <a:pt x="8708" y="12804"/>
                </a:lnTo>
                <a:lnTo>
                  <a:pt x="7933" y="12804"/>
                </a:lnTo>
                <a:lnTo>
                  <a:pt x="7933" y="10089"/>
                </a:lnTo>
                <a:lnTo>
                  <a:pt x="5218" y="10089"/>
                </a:lnTo>
                <a:lnTo>
                  <a:pt x="5218" y="8075"/>
                </a:lnTo>
                <a:lnTo>
                  <a:pt x="8024" y="9432"/>
                </a:lnTo>
                <a:lnTo>
                  <a:pt x="7438" y="6020"/>
                </a:lnTo>
                <a:lnTo>
                  <a:pt x="9917" y="3604"/>
                </a:lnTo>
                <a:lnTo>
                  <a:pt x="6491" y="3106"/>
                </a:lnTo>
                <a:lnTo>
                  <a:pt x="495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60"/>
          <p:cNvSpPr/>
          <p:nvPr/>
        </p:nvSpPr>
        <p:spPr>
          <a:xfrm>
            <a:off x="3155561" y="1569456"/>
            <a:ext cx="376709" cy="313902"/>
          </a:xfrm>
          <a:custGeom>
            <a:avLst/>
            <a:gdLst/>
            <a:ahLst/>
            <a:cxnLst/>
            <a:rect l="l" t="t" r="r" b="b"/>
            <a:pathLst>
              <a:path w="13969" h="11640" extrusionOk="0">
                <a:moveTo>
                  <a:pt x="2134" y="0"/>
                </a:moveTo>
                <a:cubicBezTo>
                  <a:pt x="1252" y="0"/>
                  <a:pt x="535" y="784"/>
                  <a:pt x="535" y="1746"/>
                </a:cubicBezTo>
                <a:cubicBezTo>
                  <a:pt x="535" y="2294"/>
                  <a:pt x="767" y="2783"/>
                  <a:pt x="1130" y="3104"/>
                </a:cubicBezTo>
                <a:lnTo>
                  <a:pt x="1" y="3104"/>
                </a:lnTo>
                <a:lnTo>
                  <a:pt x="1" y="4268"/>
                </a:lnTo>
                <a:lnTo>
                  <a:pt x="1244" y="4268"/>
                </a:lnTo>
                <a:lnTo>
                  <a:pt x="468" y="11639"/>
                </a:lnTo>
                <a:lnTo>
                  <a:pt x="3744" y="11639"/>
                </a:lnTo>
                <a:lnTo>
                  <a:pt x="3345" y="7847"/>
                </a:lnTo>
                <a:lnTo>
                  <a:pt x="3345" y="7847"/>
                </a:lnTo>
                <a:cubicBezTo>
                  <a:pt x="4342" y="8736"/>
                  <a:pt x="5594" y="9181"/>
                  <a:pt x="6845" y="9181"/>
                </a:cubicBezTo>
                <a:cubicBezTo>
                  <a:pt x="8097" y="9181"/>
                  <a:pt x="9348" y="8736"/>
                  <a:pt x="10345" y="7847"/>
                </a:cubicBezTo>
                <a:lnTo>
                  <a:pt x="10345" y="7847"/>
                </a:lnTo>
                <a:lnTo>
                  <a:pt x="9946" y="11639"/>
                </a:lnTo>
                <a:lnTo>
                  <a:pt x="13221" y="11639"/>
                </a:lnTo>
                <a:lnTo>
                  <a:pt x="12446" y="4268"/>
                </a:lnTo>
                <a:lnTo>
                  <a:pt x="13968" y="4268"/>
                </a:lnTo>
                <a:lnTo>
                  <a:pt x="13968" y="3104"/>
                </a:lnTo>
                <a:lnTo>
                  <a:pt x="12839" y="3104"/>
                </a:lnTo>
                <a:cubicBezTo>
                  <a:pt x="13273" y="2722"/>
                  <a:pt x="13520" y="2099"/>
                  <a:pt x="13409" y="1422"/>
                </a:cubicBezTo>
                <a:cubicBezTo>
                  <a:pt x="13300" y="763"/>
                  <a:pt x="12831" y="189"/>
                  <a:pt x="12180" y="40"/>
                </a:cubicBezTo>
                <a:cubicBezTo>
                  <a:pt x="12063" y="13"/>
                  <a:pt x="11947" y="0"/>
                  <a:pt x="11834" y="0"/>
                </a:cubicBezTo>
                <a:cubicBezTo>
                  <a:pt x="10952" y="0"/>
                  <a:pt x="10235" y="784"/>
                  <a:pt x="10235" y="1746"/>
                </a:cubicBezTo>
                <a:cubicBezTo>
                  <a:pt x="10235" y="2294"/>
                  <a:pt x="10468" y="2784"/>
                  <a:pt x="10831" y="3104"/>
                </a:cubicBezTo>
                <a:lnTo>
                  <a:pt x="9702" y="3104"/>
                </a:lnTo>
                <a:lnTo>
                  <a:pt x="9702" y="4268"/>
                </a:lnTo>
                <a:lnTo>
                  <a:pt x="10866" y="4268"/>
                </a:lnTo>
                <a:lnTo>
                  <a:pt x="10686" y="6098"/>
                </a:lnTo>
                <a:cubicBezTo>
                  <a:pt x="9963" y="7549"/>
                  <a:pt x="8554" y="8535"/>
                  <a:pt x="6936" y="8535"/>
                </a:cubicBezTo>
                <a:cubicBezTo>
                  <a:pt x="5319" y="8535"/>
                  <a:pt x="3908" y="7549"/>
                  <a:pt x="3185" y="6098"/>
                </a:cubicBezTo>
                <a:lnTo>
                  <a:pt x="3008" y="4268"/>
                </a:lnTo>
                <a:lnTo>
                  <a:pt x="4268" y="4268"/>
                </a:lnTo>
                <a:lnTo>
                  <a:pt x="4268" y="3104"/>
                </a:lnTo>
                <a:lnTo>
                  <a:pt x="3139" y="3104"/>
                </a:lnTo>
                <a:cubicBezTo>
                  <a:pt x="3572" y="2721"/>
                  <a:pt x="3820" y="2099"/>
                  <a:pt x="3708" y="1422"/>
                </a:cubicBezTo>
                <a:cubicBezTo>
                  <a:pt x="3600" y="763"/>
                  <a:pt x="3131" y="189"/>
                  <a:pt x="2479" y="40"/>
                </a:cubicBezTo>
                <a:cubicBezTo>
                  <a:pt x="2362" y="13"/>
                  <a:pt x="2247" y="0"/>
                  <a:pt x="21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60"/>
          <p:cNvSpPr/>
          <p:nvPr/>
        </p:nvSpPr>
        <p:spPr>
          <a:xfrm>
            <a:off x="4005113" y="1538040"/>
            <a:ext cx="313929" cy="376709"/>
          </a:xfrm>
          <a:custGeom>
            <a:avLst/>
            <a:gdLst/>
            <a:ahLst/>
            <a:cxnLst/>
            <a:rect l="l" t="t" r="r" b="b"/>
            <a:pathLst>
              <a:path w="11641" h="13969" extrusionOk="0">
                <a:moveTo>
                  <a:pt x="9311" y="6984"/>
                </a:moveTo>
                <a:lnTo>
                  <a:pt x="9311" y="8148"/>
                </a:lnTo>
                <a:lnTo>
                  <a:pt x="2716" y="8148"/>
                </a:lnTo>
                <a:lnTo>
                  <a:pt x="2716" y="6984"/>
                </a:lnTo>
                <a:close/>
                <a:moveTo>
                  <a:pt x="1164" y="1"/>
                </a:moveTo>
                <a:lnTo>
                  <a:pt x="1164" y="5433"/>
                </a:lnTo>
                <a:lnTo>
                  <a:pt x="1" y="5433"/>
                </a:lnTo>
                <a:lnTo>
                  <a:pt x="1" y="6597"/>
                </a:lnTo>
                <a:lnTo>
                  <a:pt x="1164" y="6597"/>
                </a:lnTo>
                <a:lnTo>
                  <a:pt x="1164" y="9312"/>
                </a:lnTo>
                <a:lnTo>
                  <a:pt x="3805" y="9312"/>
                </a:lnTo>
                <a:lnTo>
                  <a:pt x="1464" y="13968"/>
                </a:lnTo>
                <a:lnTo>
                  <a:pt x="2767" y="13968"/>
                </a:lnTo>
                <a:lnTo>
                  <a:pt x="5044" y="9440"/>
                </a:lnTo>
                <a:lnTo>
                  <a:pt x="5044" y="13968"/>
                </a:lnTo>
                <a:lnTo>
                  <a:pt x="6595" y="13968"/>
                </a:lnTo>
                <a:lnTo>
                  <a:pt x="6595" y="9438"/>
                </a:lnTo>
                <a:lnTo>
                  <a:pt x="8873" y="13968"/>
                </a:lnTo>
                <a:lnTo>
                  <a:pt x="10175" y="13968"/>
                </a:lnTo>
                <a:lnTo>
                  <a:pt x="7836" y="9312"/>
                </a:lnTo>
                <a:lnTo>
                  <a:pt x="10476" y="9312"/>
                </a:lnTo>
                <a:lnTo>
                  <a:pt x="10476" y="6597"/>
                </a:lnTo>
                <a:lnTo>
                  <a:pt x="11640" y="6597"/>
                </a:lnTo>
                <a:lnTo>
                  <a:pt x="11640" y="5433"/>
                </a:lnTo>
                <a:lnTo>
                  <a:pt x="10475" y="5433"/>
                </a:lnTo>
                <a:lnTo>
                  <a:pt x="10475" y="1"/>
                </a:lnTo>
                <a:lnTo>
                  <a:pt x="9311" y="1"/>
                </a:lnTo>
                <a:lnTo>
                  <a:pt x="9311" y="1165"/>
                </a:lnTo>
                <a:lnTo>
                  <a:pt x="2328" y="1165"/>
                </a:lnTo>
                <a:lnTo>
                  <a:pt x="23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4" name="Google Shape;924;p60"/>
          <p:cNvGrpSpPr/>
          <p:nvPr/>
        </p:nvGrpSpPr>
        <p:grpSpPr>
          <a:xfrm>
            <a:off x="4786142" y="1553821"/>
            <a:ext cx="376655" cy="345265"/>
            <a:chOff x="4007600" y="1580475"/>
            <a:chExt cx="349175" cy="320075"/>
          </a:xfrm>
        </p:grpSpPr>
        <p:sp>
          <p:nvSpPr>
            <p:cNvPr id="925" name="Google Shape;925;p60"/>
            <p:cNvSpPr/>
            <p:nvPr/>
          </p:nvSpPr>
          <p:spPr>
            <a:xfrm>
              <a:off x="4191900" y="1580475"/>
              <a:ext cx="164875" cy="320075"/>
            </a:xfrm>
            <a:custGeom>
              <a:avLst/>
              <a:gdLst/>
              <a:ahLst/>
              <a:cxnLst/>
              <a:rect l="l" t="t" r="r" b="b"/>
              <a:pathLst>
                <a:path w="6595" h="12803" extrusionOk="0">
                  <a:moveTo>
                    <a:pt x="2815" y="1949"/>
                  </a:moveTo>
                  <a:cubicBezTo>
                    <a:pt x="3323" y="1949"/>
                    <a:pt x="3821" y="2147"/>
                    <a:pt x="4195" y="2521"/>
                  </a:cubicBezTo>
                  <a:cubicBezTo>
                    <a:pt x="4751" y="3077"/>
                    <a:pt x="4919" y="3916"/>
                    <a:pt x="4617" y="4643"/>
                  </a:cubicBezTo>
                  <a:cubicBezTo>
                    <a:pt x="4316" y="5372"/>
                    <a:pt x="3605" y="5846"/>
                    <a:pt x="2817" y="5846"/>
                  </a:cubicBezTo>
                  <a:cubicBezTo>
                    <a:pt x="1741" y="5846"/>
                    <a:pt x="869" y="4974"/>
                    <a:pt x="868" y="3899"/>
                  </a:cubicBezTo>
                  <a:cubicBezTo>
                    <a:pt x="868" y="3109"/>
                    <a:pt x="1342" y="2399"/>
                    <a:pt x="2071" y="2097"/>
                  </a:cubicBezTo>
                  <a:cubicBezTo>
                    <a:pt x="2312" y="1997"/>
                    <a:pt x="2565" y="1949"/>
                    <a:pt x="2815" y="1949"/>
                  </a:cubicBezTo>
                  <a:close/>
                  <a:moveTo>
                    <a:pt x="1939" y="6984"/>
                  </a:moveTo>
                  <a:lnTo>
                    <a:pt x="1939" y="8923"/>
                  </a:lnTo>
                  <a:lnTo>
                    <a:pt x="775" y="8923"/>
                  </a:lnTo>
                  <a:lnTo>
                    <a:pt x="775" y="6984"/>
                  </a:lnTo>
                  <a:close/>
                  <a:moveTo>
                    <a:pt x="0" y="0"/>
                  </a:moveTo>
                  <a:lnTo>
                    <a:pt x="0" y="12802"/>
                  </a:lnTo>
                  <a:lnTo>
                    <a:pt x="6595" y="12802"/>
                  </a:lnTo>
                  <a:lnTo>
                    <a:pt x="659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60"/>
            <p:cNvSpPr/>
            <p:nvPr/>
          </p:nvSpPr>
          <p:spPr>
            <a:xfrm>
              <a:off x="4007600" y="1580475"/>
              <a:ext cx="164900" cy="320075"/>
            </a:xfrm>
            <a:custGeom>
              <a:avLst/>
              <a:gdLst/>
              <a:ahLst/>
              <a:cxnLst/>
              <a:rect l="l" t="t" r="r" b="b"/>
              <a:pathLst>
                <a:path w="6596" h="12803" extrusionOk="0">
                  <a:moveTo>
                    <a:pt x="3694" y="1949"/>
                  </a:moveTo>
                  <a:cubicBezTo>
                    <a:pt x="3945" y="1949"/>
                    <a:pt x="4198" y="1997"/>
                    <a:pt x="4438" y="2097"/>
                  </a:cubicBezTo>
                  <a:cubicBezTo>
                    <a:pt x="5167" y="2399"/>
                    <a:pt x="5641" y="3109"/>
                    <a:pt x="5641" y="3899"/>
                  </a:cubicBezTo>
                  <a:cubicBezTo>
                    <a:pt x="5640" y="4974"/>
                    <a:pt x="4768" y="5846"/>
                    <a:pt x="3692" y="5846"/>
                  </a:cubicBezTo>
                  <a:cubicBezTo>
                    <a:pt x="2904" y="5846"/>
                    <a:pt x="2194" y="5372"/>
                    <a:pt x="1892" y="4643"/>
                  </a:cubicBezTo>
                  <a:cubicBezTo>
                    <a:pt x="1590" y="3916"/>
                    <a:pt x="1758" y="3077"/>
                    <a:pt x="2314" y="2521"/>
                  </a:cubicBezTo>
                  <a:cubicBezTo>
                    <a:pt x="2688" y="2147"/>
                    <a:pt x="3187" y="1949"/>
                    <a:pt x="3694" y="1949"/>
                  </a:cubicBezTo>
                  <a:close/>
                  <a:moveTo>
                    <a:pt x="5432" y="6984"/>
                  </a:moveTo>
                  <a:lnTo>
                    <a:pt x="5432" y="8923"/>
                  </a:lnTo>
                  <a:lnTo>
                    <a:pt x="4268" y="8923"/>
                  </a:lnTo>
                  <a:lnTo>
                    <a:pt x="4268" y="6984"/>
                  </a:lnTo>
                  <a:close/>
                  <a:moveTo>
                    <a:pt x="1" y="0"/>
                  </a:moveTo>
                  <a:lnTo>
                    <a:pt x="1" y="12802"/>
                  </a:lnTo>
                  <a:lnTo>
                    <a:pt x="6596" y="12802"/>
                  </a:lnTo>
                  <a:lnTo>
                    <a:pt x="65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7" name="Google Shape;927;p60"/>
          <p:cNvGrpSpPr/>
          <p:nvPr/>
        </p:nvGrpSpPr>
        <p:grpSpPr>
          <a:xfrm>
            <a:off x="5628984" y="1534997"/>
            <a:ext cx="324392" cy="382965"/>
            <a:chOff x="4788950" y="1563025"/>
            <a:chExt cx="300725" cy="355025"/>
          </a:xfrm>
        </p:grpSpPr>
        <p:sp>
          <p:nvSpPr>
            <p:cNvPr id="928" name="Google Shape;928;p60"/>
            <p:cNvSpPr/>
            <p:nvPr/>
          </p:nvSpPr>
          <p:spPr>
            <a:xfrm>
              <a:off x="4934475" y="1801625"/>
              <a:ext cx="38800" cy="38800"/>
            </a:xfrm>
            <a:custGeom>
              <a:avLst/>
              <a:gdLst/>
              <a:ahLst/>
              <a:cxnLst/>
              <a:rect l="l" t="t" r="r" b="b"/>
              <a:pathLst>
                <a:path w="1552" h="1552" extrusionOk="0">
                  <a:moveTo>
                    <a:pt x="0" y="0"/>
                  </a:moveTo>
                  <a:lnTo>
                    <a:pt x="0" y="1552"/>
                  </a:lnTo>
                  <a:lnTo>
                    <a:pt x="1552" y="1552"/>
                  </a:lnTo>
                  <a:lnTo>
                    <a:pt x="155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60"/>
            <p:cNvSpPr/>
            <p:nvPr/>
          </p:nvSpPr>
          <p:spPr>
            <a:xfrm>
              <a:off x="4788950" y="1563025"/>
              <a:ext cx="300725" cy="355025"/>
            </a:xfrm>
            <a:custGeom>
              <a:avLst/>
              <a:gdLst/>
              <a:ahLst/>
              <a:cxnLst/>
              <a:rect l="l" t="t" r="r" b="b"/>
              <a:pathLst>
                <a:path w="12029" h="14201" extrusionOk="0">
                  <a:moveTo>
                    <a:pt x="8100" y="2084"/>
                  </a:moveTo>
                  <a:lnTo>
                    <a:pt x="7398" y="3916"/>
                  </a:lnTo>
                  <a:lnTo>
                    <a:pt x="6053" y="4514"/>
                  </a:lnTo>
                  <a:lnTo>
                    <a:pt x="6756" y="2682"/>
                  </a:lnTo>
                  <a:lnTo>
                    <a:pt x="8100" y="2084"/>
                  </a:lnTo>
                  <a:close/>
                  <a:moveTo>
                    <a:pt x="4931" y="3493"/>
                  </a:moveTo>
                  <a:lnTo>
                    <a:pt x="4228" y="5325"/>
                  </a:lnTo>
                  <a:lnTo>
                    <a:pt x="2883" y="5924"/>
                  </a:lnTo>
                  <a:lnTo>
                    <a:pt x="3586" y="4092"/>
                  </a:lnTo>
                  <a:lnTo>
                    <a:pt x="4931" y="3493"/>
                  </a:lnTo>
                  <a:close/>
                  <a:moveTo>
                    <a:pt x="9702" y="8768"/>
                  </a:moveTo>
                  <a:lnTo>
                    <a:pt x="9702" y="9544"/>
                  </a:lnTo>
                  <a:lnTo>
                    <a:pt x="8151" y="9544"/>
                  </a:lnTo>
                  <a:lnTo>
                    <a:pt x="8151" y="11096"/>
                  </a:lnTo>
                  <a:lnTo>
                    <a:pt x="9702" y="11096"/>
                  </a:lnTo>
                  <a:lnTo>
                    <a:pt x="9702" y="12260"/>
                  </a:lnTo>
                  <a:lnTo>
                    <a:pt x="3106" y="12260"/>
                  </a:lnTo>
                  <a:lnTo>
                    <a:pt x="3106" y="11096"/>
                  </a:lnTo>
                  <a:lnTo>
                    <a:pt x="4659" y="11096"/>
                  </a:lnTo>
                  <a:lnTo>
                    <a:pt x="4659" y="9544"/>
                  </a:lnTo>
                  <a:lnTo>
                    <a:pt x="3106" y="9544"/>
                  </a:lnTo>
                  <a:lnTo>
                    <a:pt x="3106" y="8768"/>
                  </a:lnTo>
                  <a:close/>
                  <a:moveTo>
                    <a:pt x="9925" y="0"/>
                  </a:moveTo>
                  <a:lnTo>
                    <a:pt x="0" y="4446"/>
                  </a:lnTo>
                  <a:lnTo>
                    <a:pt x="1166" y="7083"/>
                  </a:lnTo>
                  <a:lnTo>
                    <a:pt x="1166" y="14200"/>
                  </a:lnTo>
                  <a:lnTo>
                    <a:pt x="12029" y="14200"/>
                  </a:lnTo>
                  <a:lnTo>
                    <a:pt x="12029" y="6440"/>
                  </a:lnTo>
                  <a:lnTo>
                    <a:pt x="4166" y="6440"/>
                  </a:lnTo>
                  <a:lnTo>
                    <a:pt x="11349" y="3223"/>
                  </a:lnTo>
                  <a:lnTo>
                    <a:pt x="99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0" name="Google Shape;930;p60"/>
          <p:cNvSpPr/>
          <p:nvPr/>
        </p:nvSpPr>
        <p:spPr>
          <a:xfrm>
            <a:off x="6402813" y="1537473"/>
            <a:ext cx="393132" cy="377815"/>
          </a:xfrm>
          <a:custGeom>
            <a:avLst/>
            <a:gdLst/>
            <a:ahLst/>
            <a:cxnLst/>
            <a:rect l="l" t="t" r="r" b="b"/>
            <a:pathLst>
              <a:path w="14578" h="14010" extrusionOk="0">
                <a:moveTo>
                  <a:pt x="7594" y="5260"/>
                </a:moveTo>
                <a:cubicBezTo>
                  <a:pt x="8300" y="5260"/>
                  <a:pt x="8936" y="5685"/>
                  <a:pt x="9206" y="6337"/>
                </a:cubicBezTo>
                <a:cubicBezTo>
                  <a:pt x="9477" y="6989"/>
                  <a:pt x="9328" y="7741"/>
                  <a:pt x="8827" y="8240"/>
                </a:cubicBezTo>
                <a:cubicBezTo>
                  <a:pt x="8493" y="8574"/>
                  <a:pt x="8047" y="8752"/>
                  <a:pt x="7593" y="8752"/>
                </a:cubicBezTo>
                <a:cubicBezTo>
                  <a:pt x="7368" y="8752"/>
                  <a:pt x="7142" y="8708"/>
                  <a:pt x="6926" y="8619"/>
                </a:cubicBezTo>
                <a:cubicBezTo>
                  <a:pt x="6272" y="8349"/>
                  <a:pt x="5847" y="7712"/>
                  <a:pt x="5847" y="7005"/>
                </a:cubicBezTo>
                <a:cubicBezTo>
                  <a:pt x="5849" y="6042"/>
                  <a:pt x="6630" y="5262"/>
                  <a:pt x="7594" y="5260"/>
                </a:cubicBezTo>
                <a:close/>
                <a:moveTo>
                  <a:pt x="12311" y="6849"/>
                </a:moveTo>
                <a:cubicBezTo>
                  <a:pt x="12311" y="9546"/>
                  <a:pt x="10117" y="11738"/>
                  <a:pt x="7422" y="11738"/>
                </a:cubicBezTo>
                <a:lnTo>
                  <a:pt x="7420" y="11739"/>
                </a:lnTo>
                <a:lnTo>
                  <a:pt x="7420" y="10691"/>
                </a:lnTo>
                <a:cubicBezTo>
                  <a:pt x="9542" y="10691"/>
                  <a:pt x="11262" y="8970"/>
                  <a:pt x="11262" y="6849"/>
                </a:cubicBezTo>
                <a:close/>
                <a:moveTo>
                  <a:pt x="7574" y="0"/>
                </a:moveTo>
                <a:cubicBezTo>
                  <a:pt x="6890" y="0"/>
                  <a:pt x="6196" y="101"/>
                  <a:pt x="5512" y="312"/>
                </a:cubicBezTo>
                <a:cubicBezTo>
                  <a:pt x="2073" y="1372"/>
                  <a:pt x="0" y="4864"/>
                  <a:pt x="713" y="8391"/>
                </a:cubicBezTo>
                <a:cubicBezTo>
                  <a:pt x="1379" y="11685"/>
                  <a:pt x="4274" y="14010"/>
                  <a:pt x="7570" y="14010"/>
                </a:cubicBezTo>
                <a:cubicBezTo>
                  <a:pt x="7802" y="14010"/>
                  <a:pt x="8035" y="13998"/>
                  <a:pt x="8271" y="13975"/>
                </a:cubicBezTo>
                <a:cubicBezTo>
                  <a:pt x="11849" y="13616"/>
                  <a:pt x="14576" y="10604"/>
                  <a:pt x="14576" y="7005"/>
                </a:cubicBezTo>
                <a:cubicBezTo>
                  <a:pt x="14578" y="6071"/>
                  <a:pt x="14391" y="5147"/>
                  <a:pt x="14028" y="4287"/>
                </a:cubicBezTo>
                <a:cubicBezTo>
                  <a:pt x="12910" y="1632"/>
                  <a:pt x="10325" y="0"/>
                  <a:pt x="75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60"/>
          <p:cNvSpPr/>
          <p:nvPr/>
        </p:nvSpPr>
        <p:spPr>
          <a:xfrm>
            <a:off x="7236051" y="1543298"/>
            <a:ext cx="366192" cy="366165"/>
          </a:xfrm>
          <a:custGeom>
            <a:avLst/>
            <a:gdLst/>
            <a:ahLst/>
            <a:cxnLst/>
            <a:rect l="l" t="t" r="r" b="b"/>
            <a:pathLst>
              <a:path w="13579" h="13578" extrusionOk="0">
                <a:moveTo>
                  <a:pt x="6595" y="1759"/>
                </a:moveTo>
                <a:lnTo>
                  <a:pt x="6595" y="2724"/>
                </a:lnTo>
                <a:cubicBezTo>
                  <a:pt x="4776" y="2942"/>
                  <a:pt x="3329" y="4389"/>
                  <a:pt x="3110" y="6208"/>
                </a:cubicBezTo>
                <a:lnTo>
                  <a:pt x="2147" y="6208"/>
                </a:lnTo>
                <a:cubicBezTo>
                  <a:pt x="2373" y="3860"/>
                  <a:pt x="4247" y="1986"/>
                  <a:pt x="6595" y="1759"/>
                </a:cubicBezTo>
                <a:close/>
                <a:moveTo>
                  <a:pt x="7001" y="4791"/>
                </a:moveTo>
                <a:cubicBezTo>
                  <a:pt x="7184" y="4791"/>
                  <a:pt x="7365" y="4814"/>
                  <a:pt x="7542" y="4863"/>
                </a:cubicBezTo>
                <a:cubicBezTo>
                  <a:pt x="7697" y="4904"/>
                  <a:pt x="7843" y="4975"/>
                  <a:pt x="7972" y="5070"/>
                </a:cubicBezTo>
                <a:cubicBezTo>
                  <a:pt x="8087" y="5156"/>
                  <a:pt x="8181" y="5265"/>
                  <a:pt x="8248" y="5391"/>
                </a:cubicBezTo>
                <a:cubicBezTo>
                  <a:pt x="8314" y="5520"/>
                  <a:pt x="8347" y="5663"/>
                  <a:pt x="8346" y="5808"/>
                </a:cubicBezTo>
                <a:cubicBezTo>
                  <a:pt x="8346" y="5919"/>
                  <a:pt x="8329" y="6029"/>
                  <a:pt x="8291" y="6134"/>
                </a:cubicBezTo>
                <a:cubicBezTo>
                  <a:pt x="8256" y="6236"/>
                  <a:pt x="8204" y="6331"/>
                  <a:pt x="8139" y="6416"/>
                </a:cubicBezTo>
                <a:cubicBezTo>
                  <a:pt x="8076" y="6499"/>
                  <a:pt x="7996" y="6570"/>
                  <a:pt x="7906" y="6626"/>
                </a:cubicBezTo>
                <a:cubicBezTo>
                  <a:pt x="7815" y="6681"/>
                  <a:pt x="7716" y="6720"/>
                  <a:pt x="7611" y="6737"/>
                </a:cubicBezTo>
                <a:cubicBezTo>
                  <a:pt x="7726" y="6759"/>
                  <a:pt x="7837" y="6801"/>
                  <a:pt x="7938" y="6860"/>
                </a:cubicBezTo>
                <a:lnTo>
                  <a:pt x="7938" y="6862"/>
                </a:lnTo>
                <a:cubicBezTo>
                  <a:pt x="8037" y="6920"/>
                  <a:pt x="8123" y="6996"/>
                  <a:pt x="8193" y="7086"/>
                </a:cubicBezTo>
                <a:cubicBezTo>
                  <a:pt x="8266" y="7178"/>
                  <a:pt x="8321" y="7284"/>
                  <a:pt x="8358" y="7395"/>
                </a:cubicBezTo>
                <a:cubicBezTo>
                  <a:pt x="8397" y="7517"/>
                  <a:pt x="8415" y="7644"/>
                  <a:pt x="8414" y="7771"/>
                </a:cubicBezTo>
                <a:cubicBezTo>
                  <a:pt x="8417" y="7940"/>
                  <a:pt x="8381" y="8107"/>
                  <a:pt x="8306" y="8257"/>
                </a:cubicBezTo>
                <a:cubicBezTo>
                  <a:pt x="8232" y="8402"/>
                  <a:pt x="8125" y="8529"/>
                  <a:pt x="7993" y="8624"/>
                </a:cubicBezTo>
                <a:cubicBezTo>
                  <a:pt x="7844" y="8731"/>
                  <a:pt x="7678" y="8811"/>
                  <a:pt x="7502" y="8860"/>
                </a:cubicBezTo>
                <a:cubicBezTo>
                  <a:pt x="7303" y="8915"/>
                  <a:pt x="7097" y="8943"/>
                  <a:pt x="6889" y="8943"/>
                </a:cubicBezTo>
                <a:cubicBezTo>
                  <a:pt x="6879" y="8943"/>
                  <a:pt x="6869" y="8942"/>
                  <a:pt x="6858" y="8942"/>
                </a:cubicBezTo>
                <a:cubicBezTo>
                  <a:pt x="6277" y="8942"/>
                  <a:pt x="5821" y="8772"/>
                  <a:pt x="5492" y="8432"/>
                </a:cubicBezTo>
                <a:lnTo>
                  <a:pt x="5986" y="7777"/>
                </a:lnTo>
                <a:cubicBezTo>
                  <a:pt x="6086" y="7881"/>
                  <a:pt x="6206" y="7965"/>
                  <a:pt x="6339" y="8021"/>
                </a:cubicBezTo>
                <a:cubicBezTo>
                  <a:pt x="6469" y="8075"/>
                  <a:pt x="6622" y="8104"/>
                  <a:pt x="6800" y="8104"/>
                </a:cubicBezTo>
                <a:cubicBezTo>
                  <a:pt x="6805" y="8104"/>
                  <a:pt x="6809" y="8104"/>
                  <a:pt x="6813" y="8104"/>
                </a:cubicBezTo>
                <a:cubicBezTo>
                  <a:pt x="7246" y="8104"/>
                  <a:pt x="7463" y="7945"/>
                  <a:pt x="7463" y="7628"/>
                </a:cubicBezTo>
                <a:cubicBezTo>
                  <a:pt x="7463" y="7456"/>
                  <a:pt x="7397" y="7326"/>
                  <a:pt x="7270" y="7238"/>
                </a:cubicBezTo>
                <a:cubicBezTo>
                  <a:pt x="7142" y="7149"/>
                  <a:pt x="6939" y="7105"/>
                  <a:pt x="6663" y="6983"/>
                </a:cubicBezTo>
                <a:lnTo>
                  <a:pt x="6596" y="6983"/>
                </a:lnTo>
                <a:lnTo>
                  <a:pt x="6596" y="6207"/>
                </a:lnTo>
                <a:lnTo>
                  <a:pt x="6680" y="6207"/>
                </a:lnTo>
                <a:cubicBezTo>
                  <a:pt x="6798" y="6337"/>
                  <a:pt x="6902" y="6383"/>
                  <a:pt x="6991" y="6383"/>
                </a:cubicBezTo>
                <a:cubicBezTo>
                  <a:pt x="7065" y="6383"/>
                  <a:pt x="7129" y="6352"/>
                  <a:pt x="7183" y="6312"/>
                </a:cubicBezTo>
                <a:cubicBezTo>
                  <a:pt x="7304" y="6224"/>
                  <a:pt x="7364" y="6108"/>
                  <a:pt x="7364" y="5962"/>
                </a:cubicBezTo>
                <a:cubicBezTo>
                  <a:pt x="7364" y="5837"/>
                  <a:pt x="7321" y="5740"/>
                  <a:pt x="7233" y="5675"/>
                </a:cubicBezTo>
                <a:cubicBezTo>
                  <a:pt x="7144" y="5610"/>
                  <a:pt x="7027" y="5578"/>
                  <a:pt x="6881" y="5578"/>
                </a:cubicBezTo>
                <a:cubicBezTo>
                  <a:pt x="6879" y="5578"/>
                  <a:pt x="6876" y="5578"/>
                  <a:pt x="6873" y="5578"/>
                </a:cubicBezTo>
                <a:cubicBezTo>
                  <a:pt x="6727" y="5578"/>
                  <a:pt x="6581" y="5615"/>
                  <a:pt x="6453" y="5689"/>
                </a:cubicBezTo>
                <a:cubicBezTo>
                  <a:pt x="6322" y="5767"/>
                  <a:pt x="6210" y="5877"/>
                  <a:pt x="6128" y="6009"/>
                </a:cubicBezTo>
                <a:lnTo>
                  <a:pt x="5548" y="5342"/>
                </a:lnTo>
                <a:cubicBezTo>
                  <a:pt x="5618" y="5255"/>
                  <a:pt x="5699" y="5180"/>
                  <a:pt x="5790" y="5118"/>
                </a:cubicBezTo>
                <a:cubicBezTo>
                  <a:pt x="5895" y="5046"/>
                  <a:pt x="6009" y="4988"/>
                  <a:pt x="6128" y="4943"/>
                </a:cubicBezTo>
                <a:cubicBezTo>
                  <a:pt x="6261" y="4894"/>
                  <a:pt x="6397" y="4856"/>
                  <a:pt x="6537" y="4830"/>
                </a:cubicBezTo>
                <a:cubicBezTo>
                  <a:pt x="6685" y="4804"/>
                  <a:pt x="6835" y="4791"/>
                  <a:pt x="6984" y="4791"/>
                </a:cubicBezTo>
                <a:cubicBezTo>
                  <a:pt x="6990" y="4791"/>
                  <a:pt x="6995" y="4791"/>
                  <a:pt x="7001" y="4791"/>
                </a:cubicBezTo>
                <a:close/>
                <a:moveTo>
                  <a:pt x="3110" y="7372"/>
                </a:moveTo>
                <a:cubicBezTo>
                  <a:pt x="3329" y="9191"/>
                  <a:pt x="4776" y="10637"/>
                  <a:pt x="6595" y="10857"/>
                </a:cubicBezTo>
                <a:lnTo>
                  <a:pt x="6595" y="11820"/>
                </a:lnTo>
                <a:cubicBezTo>
                  <a:pt x="4247" y="11593"/>
                  <a:pt x="2373" y="9720"/>
                  <a:pt x="2147" y="7372"/>
                </a:cubicBezTo>
                <a:close/>
                <a:moveTo>
                  <a:pt x="11819" y="7372"/>
                </a:moveTo>
                <a:cubicBezTo>
                  <a:pt x="11592" y="9720"/>
                  <a:pt x="9720" y="11593"/>
                  <a:pt x="7371" y="11820"/>
                </a:cubicBezTo>
                <a:lnTo>
                  <a:pt x="7371" y="10857"/>
                </a:lnTo>
                <a:cubicBezTo>
                  <a:pt x="9190" y="10637"/>
                  <a:pt x="10638" y="9191"/>
                  <a:pt x="10856" y="7372"/>
                </a:cubicBezTo>
                <a:close/>
                <a:moveTo>
                  <a:pt x="6208" y="1"/>
                </a:moveTo>
                <a:lnTo>
                  <a:pt x="6208" y="977"/>
                </a:lnTo>
                <a:cubicBezTo>
                  <a:pt x="6208" y="977"/>
                  <a:pt x="1296" y="3510"/>
                  <a:pt x="1063" y="6596"/>
                </a:cubicBezTo>
                <a:lnTo>
                  <a:pt x="0" y="6596"/>
                </a:lnTo>
                <a:lnTo>
                  <a:pt x="0" y="7371"/>
                </a:lnTo>
                <a:lnTo>
                  <a:pt x="1063" y="7371"/>
                </a:lnTo>
                <a:cubicBezTo>
                  <a:pt x="1063" y="7371"/>
                  <a:pt x="3596" y="12524"/>
                  <a:pt x="6594" y="12757"/>
                </a:cubicBezTo>
                <a:lnTo>
                  <a:pt x="6594" y="13578"/>
                </a:lnTo>
                <a:lnTo>
                  <a:pt x="7370" y="13578"/>
                </a:lnTo>
                <a:lnTo>
                  <a:pt x="7370" y="12757"/>
                </a:lnTo>
                <a:cubicBezTo>
                  <a:pt x="7370" y="12757"/>
                  <a:pt x="12610" y="10223"/>
                  <a:pt x="12841" y="7371"/>
                </a:cubicBezTo>
                <a:lnTo>
                  <a:pt x="13577" y="7371"/>
                </a:lnTo>
                <a:lnTo>
                  <a:pt x="13579" y="6596"/>
                </a:lnTo>
                <a:lnTo>
                  <a:pt x="10917" y="6596"/>
                </a:lnTo>
                <a:cubicBezTo>
                  <a:pt x="10917" y="6596"/>
                  <a:pt x="9251" y="3123"/>
                  <a:pt x="7371" y="2904"/>
                </a:cubicBezTo>
                <a:lnTo>
                  <a:pt x="7371" y="1940"/>
                </a:lnTo>
                <a:cubicBezTo>
                  <a:pt x="8573" y="2048"/>
                  <a:pt x="9631" y="2546"/>
                  <a:pt x="10453" y="3365"/>
                </a:cubicBezTo>
                <a:lnTo>
                  <a:pt x="11129" y="2687"/>
                </a:lnTo>
                <a:cubicBezTo>
                  <a:pt x="10127" y="1687"/>
                  <a:pt x="8829" y="1090"/>
                  <a:pt x="7371" y="978"/>
                </a:cubicBezTo>
                <a:lnTo>
                  <a:pt x="73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60"/>
          <p:cNvSpPr/>
          <p:nvPr/>
        </p:nvSpPr>
        <p:spPr>
          <a:xfrm>
            <a:off x="8047068" y="1574687"/>
            <a:ext cx="376655" cy="303438"/>
          </a:xfrm>
          <a:custGeom>
            <a:avLst/>
            <a:gdLst/>
            <a:ahLst/>
            <a:cxnLst/>
            <a:rect l="l" t="t" r="r" b="b"/>
            <a:pathLst>
              <a:path w="13967" h="11252" extrusionOk="0">
                <a:moveTo>
                  <a:pt x="0" y="1"/>
                </a:moveTo>
                <a:lnTo>
                  <a:pt x="0" y="11251"/>
                </a:lnTo>
                <a:lnTo>
                  <a:pt x="2995" y="11251"/>
                </a:lnTo>
                <a:lnTo>
                  <a:pt x="2588" y="7239"/>
                </a:lnTo>
                <a:cubicBezTo>
                  <a:pt x="3333" y="6814"/>
                  <a:pt x="3841" y="6069"/>
                  <a:pt x="3966" y="5222"/>
                </a:cubicBezTo>
                <a:cubicBezTo>
                  <a:pt x="5383" y="4472"/>
                  <a:pt x="6461" y="3212"/>
                  <a:pt x="6983" y="1697"/>
                </a:cubicBezTo>
                <a:cubicBezTo>
                  <a:pt x="7504" y="3212"/>
                  <a:pt x="8583" y="4472"/>
                  <a:pt x="9999" y="5222"/>
                </a:cubicBezTo>
                <a:cubicBezTo>
                  <a:pt x="10124" y="6069"/>
                  <a:pt x="10633" y="6814"/>
                  <a:pt x="11378" y="7239"/>
                </a:cubicBezTo>
                <a:lnTo>
                  <a:pt x="10972" y="11251"/>
                </a:lnTo>
                <a:lnTo>
                  <a:pt x="13966" y="11251"/>
                </a:lnTo>
                <a:lnTo>
                  <a:pt x="1396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3" name="Google Shape;933;p60"/>
          <p:cNvGrpSpPr/>
          <p:nvPr/>
        </p:nvGrpSpPr>
        <p:grpSpPr>
          <a:xfrm>
            <a:off x="720009" y="2175395"/>
            <a:ext cx="376682" cy="303465"/>
            <a:chOff x="238125" y="2156700"/>
            <a:chExt cx="349200" cy="281325"/>
          </a:xfrm>
        </p:grpSpPr>
        <p:sp>
          <p:nvSpPr>
            <p:cNvPr id="934" name="Google Shape;934;p60"/>
            <p:cNvSpPr/>
            <p:nvPr/>
          </p:nvSpPr>
          <p:spPr>
            <a:xfrm>
              <a:off x="267200" y="2156700"/>
              <a:ext cx="291025" cy="232825"/>
            </a:xfrm>
            <a:custGeom>
              <a:avLst/>
              <a:gdLst/>
              <a:ahLst/>
              <a:cxnLst/>
              <a:rect l="l" t="t" r="r" b="b"/>
              <a:pathLst>
                <a:path w="11641" h="9313" extrusionOk="0">
                  <a:moveTo>
                    <a:pt x="1619" y="851"/>
                  </a:moveTo>
                  <a:cubicBezTo>
                    <a:pt x="1830" y="851"/>
                    <a:pt x="2021" y="978"/>
                    <a:pt x="2102" y="1172"/>
                  </a:cubicBezTo>
                  <a:cubicBezTo>
                    <a:pt x="2183" y="1367"/>
                    <a:pt x="2138" y="1591"/>
                    <a:pt x="1988" y="1741"/>
                  </a:cubicBezTo>
                  <a:cubicBezTo>
                    <a:pt x="1888" y="1841"/>
                    <a:pt x="1755" y="1894"/>
                    <a:pt x="1619" y="1894"/>
                  </a:cubicBezTo>
                  <a:cubicBezTo>
                    <a:pt x="1552" y="1894"/>
                    <a:pt x="1484" y="1881"/>
                    <a:pt x="1419" y="1854"/>
                  </a:cubicBezTo>
                  <a:cubicBezTo>
                    <a:pt x="1224" y="1773"/>
                    <a:pt x="1097" y="1582"/>
                    <a:pt x="1097" y="1371"/>
                  </a:cubicBezTo>
                  <a:cubicBezTo>
                    <a:pt x="1097" y="1083"/>
                    <a:pt x="1331" y="851"/>
                    <a:pt x="1619" y="851"/>
                  </a:cubicBezTo>
                  <a:close/>
                  <a:moveTo>
                    <a:pt x="3705" y="851"/>
                  </a:moveTo>
                  <a:cubicBezTo>
                    <a:pt x="3916" y="851"/>
                    <a:pt x="4107" y="976"/>
                    <a:pt x="4188" y="1172"/>
                  </a:cubicBezTo>
                  <a:cubicBezTo>
                    <a:pt x="4269" y="1367"/>
                    <a:pt x="4224" y="1591"/>
                    <a:pt x="4076" y="1741"/>
                  </a:cubicBezTo>
                  <a:cubicBezTo>
                    <a:pt x="3976" y="1841"/>
                    <a:pt x="3842" y="1894"/>
                    <a:pt x="3706" y="1894"/>
                  </a:cubicBezTo>
                  <a:cubicBezTo>
                    <a:pt x="3639" y="1894"/>
                    <a:pt x="3571" y="1881"/>
                    <a:pt x="3506" y="1854"/>
                  </a:cubicBezTo>
                  <a:cubicBezTo>
                    <a:pt x="3312" y="1773"/>
                    <a:pt x="3185" y="1582"/>
                    <a:pt x="3185" y="1371"/>
                  </a:cubicBezTo>
                  <a:cubicBezTo>
                    <a:pt x="3185" y="1083"/>
                    <a:pt x="3418" y="851"/>
                    <a:pt x="3705" y="851"/>
                  </a:cubicBezTo>
                  <a:close/>
                  <a:moveTo>
                    <a:pt x="5793" y="851"/>
                  </a:moveTo>
                  <a:cubicBezTo>
                    <a:pt x="6004" y="851"/>
                    <a:pt x="6194" y="976"/>
                    <a:pt x="6275" y="1172"/>
                  </a:cubicBezTo>
                  <a:cubicBezTo>
                    <a:pt x="6356" y="1367"/>
                    <a:pt x="6311" y="1591"/>
                    <a:pt x="6162" y="1741"/>
                  </a:cubicBezTo>
                  <a:cubicBezTo>
                    <a:pt x="6062" y="1841"/>
                    <a:pt x="5929" y="1894"/>
                    <a:pt x="5793" y="1894"/>
                  </a:cubicBezTo>
                  <a:cubicBezTo>
                    <a:pt x="5726" y="1894"/>
                    <a:pt x="5658" y="1881"/>
                    <a:pt x="5594" y="1854"/>
                  </a:cubicBezTo>
                  <a:cubicBezTo>
                    <a:pt x="5399" y="1773"/>
                    <a:pt x="5271" y="1582"/>
                    <a:pt x="5271" y="1371"/>
                  </a:cubicBezTo>
                  <a:cubicBezTo>
                    <a:pt x="5271" y="1083"/>
                    <a:pt x="5506" y="851"/>
                    <a:pt x="5793" y="851"/>
                  </a:cubicBezTo>
                  <a:close/>
                  <a:moveTo>
                    <a:pt x="7880" y="851"/>
                  </a:moveTo>
                  <a:cubicBezTo>
                    <a:pt x="8091" y="851"/>
                    <a:pt x="8280" y="976"/>
                    <a:pt x="8361" y="1172"/>
                  </a:cubicBezTo>
                  <a:cubicBezTo>
                    <a:pt x="8442" y="1367"/>
                    <a:pt x="8397" y="1591"/>
                    <a:pt x="8248" y="1741"/>
                  </a:cubicBezTo>
                  <a:cubicBezTo>
                    <a:pt x="8149" y="1841"/>
                    <a:pt x="8016" y="1894"/>
                    <a:pt x="7880" y="1894"/>
                  </a:cubicBezTo>
                  <a:cubicBezTo>
                    <a:pt x="7813" y="1894"/>
                    <a:pt x="7745" y="1881"/>
                    <a:pt x="7680" y="1854"/>
                  </a:cubicBezTo>
                  <a:cubicBezTo>
                    <a:pt x="7485" y="1773"/>
                    <a:pt x="7358" y="1582"/>
                    <a:pt x="7358" y="1371"/>
                  </a:cubicBezTo>
                  <a:cubicBezTo>
                    <a:pt x="7358" y="1083"/>
                    <a:pt x="7591" y="851"/>
                    <a:pt x="7880" y="851"/>
                  </a:cubicBezTo>
                  <a:close/>
                  <a:moveTo>
                    <a:pt x="9966" y="851"/>
                  </a:moveTo>
                  <a:cubicBezTo>
                    <a:pt x="10177" y="851"/>
                    <a:pt x="10367" y="976"/>
                    <a:pt x="10448" y="1172"/>
                  </a:cubicBezTo>
                  <a:cubicBezTo>
                    <a:pt x="10529" y="1367"/>
                    <a:pt x="10484" y="1591"/>
                    <a:pt x="10335" y="1741"/>
                  </a:cubicBezTo>
                  <a:cubicBezTo>
                    <a:pt x="10235" y="1841"/>
                    <a:pt x="10102" y="1894"/>
                    <a:pt x="9966" y="1894"/>
                  </a:cubicBezTo>
                  <a:cubicBezTo>
                    <a:pt x="9899" y="1894"/>
                    <a:pt x="9831" y="1881"/>
                    <a:pt x="9767" y="1854"/>
                  </a:cubicBezTo>
                  <a:cubicBezTo>
                    <a:pt x="9571" y="1773"/>
                    <a:pt x="9444" y="1582"/>
                    <a:pt x="9444" y="1371"/>
                  </a:cubicBezTo>
                  <a:cubicBezTo>
                    <a:pt x="9444" y="1083"/>
                    <a:pt x="9678" y="851"/>
                    <a:pt x="9966" y="851"/>
                  </a:cubicBezTo>
                  <a:close/>
                  <a:moveTo>
                    <a:pt x="1619" y="2937"/>
                  </a:moveTo>
                  <a:cubicBezTo>
                    <a:pt x="1830" y="2937"/>
                    <a:pt x="2021" y="3064"/>
                    <a:pt x="2100" y="3260"/>
                  </a:cubicBezTo>
                  <a:cubicBezTo>
                    <a:pt x="2181" y="3455"/>
                    <a:pt x="2137" y="3679"/>
                    <a:pt x="1988" y="3828"/>
                  </a:cubicBezTo>
                  <a:cubicBezTo>
                    <a:pt x="1888" y="3927"/>
                    <a:pt x="1755" y="3980"/>
                    <a:pt x="1619" y="3980"/>
                  </a:cubicBezTo>
                  <a:cubicBezTo>
                    <a:pt x="1552" y="3980"/>
                    <a:pt x="1484" y="3967"/>
                    <a:pt x="1419" y="3941"/>
                  </a:cubicBezTo>
                  <a:cubicBezTo>
                    <a:pt x="1224" y="3860"/>
                    <a:pt x="1097" y="3669"/>
                    <a:pt x="1097" y="3458"/>
                  </a:cubicBezTo>
                  <a:cubicBezTo>
                    <a:pt x="1097" y="3170"/>
                    <a:pt x="1331" y="2937"/>
                    <a:pt x="1619" y="2937"/>
                  </a:cubicBezTo>
                  <a:close/>
                  <a:moveTo>
                    <a:pt x="9966" y="2937"/>
                  </a:moveTo>
                  <a:cubicBezTo>
                    <a:pt x="10177" y="2937"/>
                    <a:pt x="10367" y="3064"/>
                    <a:pt x="10448" y="3260"/>
                  </a:cubicBezTo>
                  <a:cubicBezTo>
                    <a:pt x="10529" y="3453"/>
                    <a:pt x="10484" y="3679"/>
                    <a:pt x="10335" y="3828"/>
                  </a:cubicBezTo>
                  <a:cubicBezTo>
                    <a:pt x="10235" y="3927"/>
                    <a:pt x="10101" y="3980"/>
                    <a:pt x="9966" y="3980"/>
                  </a:cubicBezTo>
                  <a:cubicBezTo>
                    <a:pt x="9899" y="3980"/>
                    <a:pt x="9831" y="3967"/>
                    <a:pt x="9767" y="3941"/>
                  </a:cubicBezTo>
                  <a:cubicBezTo>
                    <a:pt x="9571" y="3860"/>
                    <a:pt x="9444" y="3669"/>
                    <a:pt x="9444" y="3458"/>
                  </a:cubicBezTo>
                  <a:cubicBezTo>
                    <a:pt x="9444" y="3170"/>
                    <a:pt x="9678" y="2937"/>
                    <a:pt x="9966" y="2937"/>
                  </a:cubicBezTo>
                  <a:close/>
                  <a:moveTo>
                    <a:pt x="1619" y="5024"/>
                  </a:moveTo>
                  <a:cubicBezTo>
                    <a:pt x="1830" y="5024"/>
                    <a:pt x="2021" y="5151"/>
                    <a:pt x="2102" y="5346"/>
                  </a:cubicBezTo>
                  <a:cubicBezTo>
                    <a:pt x="2183" y="5541"/>
                    <a:pt x="2138" y="5765"/>
                    <a:pt x="1988" y="5914"/>
                  </a:cubicBezTo>
                  <a:cubicBezTo>
                    <a:pt x="1888" y="6014"/>
                    <a:pt x="1755" y="6067"/>
                    <a:pt x="1619" y="6067"/>
                  </a:cubicBezTo>
                  <a:cubicBezTo>
                    <a:pt x="1552" y="6067"/>
                    <a:pt x="1484" y="6054"/>
                    <a:pt x="1419" y="6027"/>
                  </a:cubicBezTo>
                  <a:cubicBezTo>
                    <a:pt x="1224" y="5946"/>
                    <a:pt x="1097" y="5757"/>
                    <a:pt x="1097" y="5546"/>
                  </a:cubicBezTo>
                  <a:cubicBezTo>
                    <a:pt x="1097" y="5256"/>
                    <a:pt x="1331" y="5024"/>
                    <a:pt x="1619" y="5024"/>
                  </a:cubicBezTo>
                  <a:close/>
                  <a:moveTo>
                    <a:pt x="9966" y="5024"/>
                  </a:moveTo>
                  <a:cubicBezTo>
                    <a:pt x="10177" y="5024"/>
                    <a:pt x="10367" y="5151"/>
                    <a:pt x="10448" y="5346"/>
                  </a:cubicBezTo>
                  <a:cubicBezTo>
                    <a:pt x="10529" y="5541"/>
                    <a:pt x="10484" y="5765"/>
                    <a:pt x="10335" y="5914"/>
                  </a:cubicBezTo>
                  <a:cubicBezTo>
                    <a:pt x="10235" y="6014"/>
                    <a:pt x="10102" y="6067"/>
                    <a:pt x="9966" y="6067"/>
                  </a:cubicBezTo>
                  <a:cubicBezTo>
                    <a:pt x="9899" y="6067"/>
                    <a:pt x="9831" y="6054"/>
                    <a:pt x="9767" y="6027"/>
                  </a:cubicBezTo>
                  <a:cubicBezTo>
                    <a:pt x="9571" y="5946"/>
                    <a:pt x="9444" y="5757"/>
                    <a:pt x="9444" y="5546"/>
                  </a:cubicBezTo>
                  <a:cubicBezTo>
                    <a:pt x="9444" y="5258"/>
                    <a:pt x="9678" y="5024"/>
                    <a:pt x="9966" y="5024"/>
                  </a:cubicBezTo>
                  <a:close/>
                  <a:moveTo>
                    <a:pt x="1619" y="7110"/>
                  </a:moveTo>
                  <a:cubicBezTo>
                    <a:pt x="1830" y="7110"/>
                    <a:pt x="2021" y="7237"/>
                    <a:pt x="2102" y="7432"/>
                  </a:cubicBezTo>
                  <a:cubicBezTo>
                    <a:pt x="2183" y="7628"/>
                    <a:pt x="2138" y="7852"/>
                    <a:pt x="1988" y="8001"/>
                  </a:cubicBezTo>
                  <a:cubicBezTo>
                    <a:pt x="1888" y="8100"/>
                    <a:pt x="1755" y="8153"/>
                    <a:pt x="1619" y="8153"/>
                  </a:cubicBezTo>
                  <a:cubicBezTo>
                    <a:pt x="1552" y="8153"/>
                    <a:pt x="1484" y="8140"/>
                    <a:pt x="1419" y="8113"/>
                  </a:cubicBezTo>
                  <a:cubicBezTo>
                    <a:pt x="1224" y="8034"/>
                    <a:pt x="1097" y="7843"/>
                    <a:pt x="1097" y="7632"/>
                  </a:cubicBezTo>
                  <a:cubicBezTo>
                    <a:pt x="1097" y="7344"/>
                    <a:pt x="1331" y="7110"/>
                    <a:pt x="1619" y="7110"/>
                  </a:cubicBezTo>
                  <a:close/>
                  <a:moveTo>
                    <a:pt x="9966" y="7110"/>
                  </a:moveTo>
                  <a:cubicBezTo>
                    <a:pt x="10177" y="7110"/>
                    <a:pt x="10367" y="7237"/>
                    <a:pt x="10448" y="7432"/>
                  </a:cubicBezTo>
                  <a:cubicBezTo>
                    <a:pt x="10529" y="7628"/>
                    <a:pt x="10484" y="7852"/>
                    <a:pt x="10335" y="8001"/>
                  </a:cubicBezTo>
                  <a:cubicBezTo>
                    <a:pt x="10235" y="8100"/>
                    <a:pt x="10102" y="8153"/>
                    <a:pt x="9966" y="8153"/>
                  </a:cubicBezTo>
                  <a:cubicBezTo>
                    <a:pt x="9899" y="8153"/>
                    <a:pt x="9831" y="8140"/>
                    <a:pt x="9767" y="8113"/>
                  </a:cubicBezTo>
                  <a:cubicBezTo>
                    <a:pt x="9571" y="8034"/>
                    <a:pt x="9444" y="7843"/>
                    <a:pt x="9444" y="7632"/>
                  </a:cubicBezTo>
                  <a:cubicBezTo>
                    <a:pt x="9444" y="7344"/>
                    <a:pt x="9678" y="7110"/>
                    <a:pt x="9966" y="7110"/>
                  </a:cubicBezTo>
                  <a:close/>
                  <a:moveTo>
                    <a:pt x="1" y="1"/>
                  </a:moveTo>
                  <a:lnTo>
                    <a:pt x="1" y="9312"/>
                  </a:lnTo>
                  <a:lnTo>
                    <a:pt x="3105" y="9312"/>
                  </a:lnTo>
                  <a:lnTo>
                    <a:pt x="3105" y="3105"/>
                  </a:lnTo>
                  <a:lnTo>
                    <a:pt x="8147" y="3105"/>
                  </a:lnTo>
                  <a:lnTo>
                    <a:pt x="8147" y="9312"/>
                  </a:lnTo>
                  <a:lnTo>
                    <a:pt x="11641" y="9312"/>
                  </a:lnTo>
                  <a:lnTo>
                    <a:pt x="1164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60"/>
            <p:cNvSpPr/>
            <p:nvPr/>
          </p:nvSpPr>
          <p:spPr>
            <a:xfrm>
              <a:off x="238125" y="2408900"/>
              <a:ext cx="349200" cy="29125"/>
            </a:xfrm>
            <a:custGeom>
              <a:avLst/>
              <a:gdLst/>
              <a:ahLst/>
              <a:cxnLst/>
              <a:rect l="l" t="t" r="r" b="b"/>
              <a:pathLst>
                <a:path w="13968" h="1165" extrusionOk="0">
                  <a:moveTo>
                    <a:pt x="0" y="1"/>
                  </a:moveTo>
                  <a:lnTo>
                    <a:pt x="0" y="1165"/>
                  </a:lnTo>
                  <a:lnTo>
                    <a:pt x="13968" y="1165"/>
                  </a:lnTo>
                  <a:lnTo>
                    <a:pt x="1396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6" name="Google Shape;936;p60"/>
          <p:cNvGrpSpPr/>
          <p:nvPr/>
        </p:nvGrpSpPr>
        <p:grpSpPr>
          <a:xfrm>
            <a:off x="1536451" y="2201553"/>
            <a:ext cx="373581" cy="251148"/>
            <a:chOff x="995000" y="2180950"/>
            <a:chExt cx="346325" cy="232825"/>
          </a:xfrm>
        </p:grpSpPr>
        <p:sp>
          <p:nvSpPr>
            <p:cNvPr id="937" name="Google Shape;937;p60"/>
            <p:cNvSpPr/>
            <p:nvPr/>
          </p:nvSpPr>
          <p:spPr>
            <a:xfrm>
              <a:off x="995000" y="2180950"/>
              <a:ext cx="346325" cy="232825"/>
            </a:xfrm>
            <a:custGeom>
              <a:avLst/>
              <a:gdLst/>
              <a:ahLst/>
              <a:cxnLst/>
              <a:rect l="l" t="t" r="r" b="b"/>
              <a:pathLst>
                <a:path w="13853" h="9313" extrusionOk="0">
                  <a:moveTo>
                    <a:pt x="6932" y="962"/>
                  </a:moveTo>
                  <a:cubicBezTo>
                    <a:pt x="8941" y="962"/>
                    <a:pt x="10579" y="2571"/>
                    <a:pt x="10615" y="4578"/>
                  </a:cubicBezTo>
                  <a:cubicBezTo>
                    <a:pt x="10652" y="6587"/>
                    <a:pt x="9071" y="8254"/>
                    <a:pt x="7064" y="8326"/>
                  </a:cubicBezTo>
                  <a:cubicBezTo>
                    <a:pt x="7018" y="8328"/>
                    <a:pt x="6970" y="8329"/>
                    <a:pt x="6924" y="8329"/>
                  </a:cubicBezTo>
                  <a:cubicBezTo>
                    <a:pt x="6922" y="8329"/>
                    <a:pt x="6920" y="8329"/>
                    <a:pt x="6918" y="8329"/>
                  </a:cubicBezTo>
                  <a:cubicBezTo>
                    <a:pt x="5969" y="8329"/>
                    <a:pt x="5056" y="7961"/>
                    <a:pt x="4373" y="7300"/>
                  </a:cubicBezTo>
                  <a:cubicBezTo>
                    <a:pt x="3308" y="6276"/>
                    <a:pt x="2959" y="4713"/>
                    <a:pt x="3486" y="3332"/>
                  </a:cubicBezTo>
                  <a:cubicBezTo>
                    <a:pt x="4012" y="1951"/>
                    <a:pt x="5313" y="1019"/>
                    <a:pt x="6791" y="964"/>
                  </a:cubicBezTo>
                  <a:cubicBezTo>
                    <a:pt x="6837" y="962"/>
                    <a:pt x="6884" y="962"/>
                    <a:pt x="6930" y="962"/>
                  </a:cubicBezTo>
                  <a:cubicBezTo>
                    <a:pt x="6931" y="962"/>
                    <a:pt x="6932" y="962"/>
                    <a:pt x="6932" y="962"/>
                  </a:cubicBezTo>
                  <a:close/>
                  <a:moveTo>
                    <a:pt x="6927" y="1"/>
                  </a:moveTo>
                  <a:cubicBezTo>
                    <a:pt x="4099" y="1"/>
                    <a:pt x="2380" y="1220"/>
                    <a:pt x="1435" y="2243"/>
                  </a:cubicBezTo>
                  <a:cubicBezTo>
                    <a:pt x="410" y="3354"/>
                    <a:pt x="59" y="4469"/>
                    <a:pt x="44" y="4515"/>
                  </a:cubicBezTo>
                  <a:lnTo>
                    <a:pt x="1" y="4657"/>
                  </a:lnTo>
                  <a:lnTo>
                    <a:pt x="44" y="4798"/>
                  </a:lnTo>
                  <a:cubicBezTo>
                    <a:pt x="59" y="4844"/>
                    <a:pt x="409" y="5959"/>
                    <a:pt x="1435" y="7070"/>
                  </a:cubicBezTo>
                  <a:cubicBezTo>
                    <a:pt x="2365" y="8078"/>
                    <a:pt x="4048" y="9275"/>
                    <a:pt x="6800" y="9309"/>
                  </a:cubicBezTo>
                  <a:cubicBezTo>
                    <a:pt x="6842" y="9311"/>
                    <a:pt x="6882" y="9312"/>
                    <a:pt x="6924" y="9312"/>
                  </a:cubicBezTo>
                  <a:lnTo>
                    <a:pt x="6927" y="9312"/>
                  </a:lnTo>
                  <a:cubicBezTo>
                    <a:pt x="9755" y="9312"/>
                    <a:pt x="11474" y="8093"/>
                    <a:pt x="12418" y="7071"/>
                  </a:cubicBezTo>
                  <a:cubicBezTo>
                    <a:pt x="13444" y="5959"/>
                    <a:pt x="13794" y="4846"/>
                    <a:pt x="13809" y="4798"/>
                  </a:cubicBezTo>
                  <a:lnTo>
                    <a:pt x="13853" y="4657"/>
                  </a:lnTo>
                  <a:lnTo>
                    <a:pt x="13808" y="4515"/>
                  </a:lnTo>
                  <a:cubicBezTo>
                    <a:pt x="13794" y="4469"/>
                    <a:pt x="13444" y="3354"/>
                    <a:pt x="12418" y="2243"/>
                  </a:cubicBezTo>
                  <a:cubicBezTo>
                    <a:pt x="11487" y="1236"/>
                    <a:pt x="9806" y="38"/>
                    <a:pt x="7053" y="2"/>
                  </a:cubicBezTo>
                  <a:cubicBezTo>
                    <a:pt x="7012" y="1"/>
                    <a:pt x="6970" y="1"/>
                    <a:pt x="69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60"/>
            <p:cNvSpPr/>
            <p:nvPr/>
          </p:nvSpPr>
          <p:spPr>
            <a:xfrm>
              <a:off x="1098075" y="2227475"/>
              <a:ext cx="140100" cy="139200"/>
            </a:xfrm>
            <a:custGeom>
              <a:avLst/>
              <a:gdLst/>
              <a:ahLst/>
              <a:cxnLst/>
              <a:rect l="l" t="t" r="r" b="b"/>
              <a:pathLst>
                <a:path w="5604" h="5568" extrusionOk="0">
                  <a:moveTo>
                    <a:pt x="3288" y="1822"/>
                  </a:moveTo>
                  <a:cubicBezTo>
                    <a:pt x="3406" y="1822"/>
                    <a:pt x="3526" y="1866"/>
                    <a:pt x="3624" y="1964"/>
                  </a:cubicBezTo>
                  <a:cubicBezTo>
                    <a:pt x="3761" y="2101"/>
                    <a:pt x="3803" y="2308"/>
                    <a:pt x="3728" y="2488"/>
                  </a:cubicBezTo>
                  <a:cubicBezTo>
                    <a:pt x="3654" y="2667"/>
                    <a:pt x="3478" y="2784"/>
                    <a:pt x="3284" y="2784"/>
                  </a:cubicBezTo>
                  <a:cubicBezTo>
                    <a:pt x="3019" y="2784"/>
                    <a:pt x="2804" y="2569"/>
                    <a:pt x="2804" y="2304"/>
                  </a:cubicBezTo>
                  <a:cubicBezTo>
                    <a:pt x="2804" y="2014"/>
                    <a:pt x="3041" y="1822"/>
                    <a:pt x="3288" y="1822"/>
                  </a:cubicBezTo>
                  <a:close/>
                  <a:moveTo>
                    <a:pt x="2805" y="1"/>
                  </a:moveTo>
                  <a:cubicBezTo>
                    <a:pt x="2771" y="1"/>
                    <a:pt x="2736" y="1"/>
                    <a:pt x="2701" y="3"/>
                  </a:cubicBezTo>
                  <a:cubicBezTo>
                    <a:pt x="1187" y="63"/>
                    <a:pt x="0" y="1321"/>
                    <a:pt x="28" y="2835"/>
                  </a:cubicBezTo>
                  <a:cubicBezTo>
                    <a:pt x="55" y="4348"/>
                    <a:pt x="1287" y="5563"/>
                    <a:pt x="2802" y="5567"/>
                  </a:cubicBezTo>
                  <a:cubicBezTo>
                    <a:pt x="2837" y="5567"/>
                    <a:pt x="2872" y="5567"/>
                    <a:pt x="2907" y="5566"/>
                  </a:cubicBezTo>
                  <a:cubicBezTo>
                    <a:pt x="4418" y="5504"/>
                    <a:pt x="5603" y="4246"/>
                    <a:pt x="5576" y="2733"/>
                  </a:cubicBezTo>
                  <a:cubicBezTo>
                    <a:pt x="5548" y="1221"/>
                    <a:pt x="4318" y="8"/>
                    <a:pt x="28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9" name="Google Shape;939;p60"/>
          <p:cNvSpPr/>
          <p:nvPr/>
        </p:nvSpPr>
        <p:spPr>
          <a:xfrm>
            <a:off x="2349613" y="2175313"/>
            <a:ext cx="376709" cy="303438"/>
          </a:xfrm>
          <a:custGeom>
            <a:avLst/>
            <a:gdLst/>
            <a:ahLst/>
            <a:cxnLst/>
            <a:rect l="l" t="t" r="r" b="b"/>
            <a:pathLst>
              <a:path w="13969" h="11252" extrusionOk="0">
                <a:moveTo>
                  <a:pt x="3105" y="1939"/>
                </a:moveTo>
                <a:lnTo>
                  <a:pt x="3105" y="3103"/>
                </a:lnTo>
                <a:lnTo>
                  <a:pt x="1941" y="3105"/>
                </a:lnTo>
                <a:lnTo>
                  <a:pt x="1941" y="1939"/>
                </a:lnTo>
                <a:close/>
                <a:moveTo>
                  <a:pt x="11641" y="1939"/>
                </a:moveTo>
                <a:lnTo>
                  <a:pt x="11641" y="3103"/>
                </a:lnTo>
                <a:lnTo>
                  <a:pt x="10477" y="3105"/>
                </a:lnTo>
                <a:lnTo>
                  <a:pt x="10477" y="1939"/>
                </a:lnTo>
                <a:close/>
                <a:moveTo>
                  <a:pt x="3105" y="4269"/>
                </a:moveTo>
                <a:lnTo>
                  <a:pt x="3105" y="5433"/>
                </a:lnTo>
                <a:lnTo>
                  <a:pt x="1943" y="5433"/>
                </a:lnTo>
                <a:lnTo>
                  <a:pt x="1943" y="4269"/>
                </a:lnTo>
                <a:close/>
                <a:moveTo>
                  <a:pt x="11641" y="4269"/>
                </a:moveTo>
                <a:lnTo>
                  <a:pt x="11641" y="5433"/>
                </a:lnTo>
                <a:lnTo>
                  <a:pt x="10477" y="5433"/>
                </a:lnTo>
                <a:lnTo>
                  <a:pt x="10477" y="4269"/>
                </a:lnTo>
                <a:close/>
                <a:moveTo>
                  <a:pt x="3105" y="6208"/>
                </a:moveTo>
                <a:lnTo>
                  <a:pt x="3105" y="7372"/>
                </a:lnTo>
                <a:lnTo>
                  <a:pt x="1943" y="7372"/>
                </a:lnTo>
                <a:lnTo>
                  <a:pt x="1943" y="6208"/>
                </a:lnTo>
                <a:close/>
                <a:moveTo>
                  <a:pt x="11641" y="6208"/>
                </a:moveTo>
                <a:lnTo>
                  <a:pt x="11641" y="7372"/>
                </a:lnTo>
                <a:lnTo>
                  <a:pt x="10477" y="7372"/>
                </a:lnTo>
                <a:lnTo>
                  <a:pt x="10477" y="6208"/>
                </a:lnTo>
                <a:close/>
                <a:moveTo>
                  <a:pt x="6210" y="3414"/>
                </a:moveTo>
                <a:lnTo>
                  <a:pt x="9765" y="5631"/>
                </a:lnTo>
                <a:lnTo>
                  <a:pt x="6210" y="7847"/>
                </a:lnTo>
                <a:lnTo>
                  <a:pt x="6210" y="6786"/>
                </a:lnTo>
                <a:lnTo>
                  <a:pt x="4269" y="7894"/>
                </a:lnTo>
                <a:lnTo>
                  <a:pt x="4269" y="3461"/>
                </a:lnTo>
                <a:lnTo>
                  <a:pt x="6210" y="4568"/>
                </a:lnTo>
                <a:lnTo>
                  <a:pt x="6210" y="3414"/>
                </a:lnTo>
                <a:close/>
                <a:moveTo>
                  <a:pt x="3105" y="8148"/>
                </a:moveTo>
                <a:lnTo>
                  <a:pt x="3105" y="9312"/>
                </a:lnTo>
                <a:lnTo>
                  <a:pt x="1943" y="9312"/>
                </a:lnTo>
                <a:lnTo>
                  <a:pt x="1943" y="8148"/>
                </a:lnTo>
                <a:close/>
                <a:moveTo>
                  <a:pt x="11641" y="8148"/>
                </a:moveTo>
                <a:lnTo>
                  <a:pt x="11641" y="9312"/>
                </a:lnTo>
                <a:lnTo>
                  <a:pt x="10477" y="9312"/>
                </a:lnTo>
                <a:lnTo>
                  <a:pt x="10477" y="8148"/>
                </a:lnTo>
                <a:close/>
                <a:moveTo>
                  <a:pt x="1" y="1"/>
                </a:moveTo>
                <a:lnTo>
                  <a:pt x="1" y="11251"/>
                </a:lnTo>
                <a:lnTo>
                  <a:pt x="13968" y="11251"/>
                </a:lnTo>
                <a:lnTo>
                  <a:pt x="1396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60"/>
          <p:cNvSpPr/>
          <p:nvPr/>
        </p:nvSpPr>
        <p:spPr>
          <a:xfrm>
            <a:off x="3169529" y="2175313"/>
            <a:ext cx="352249" cy="303465"/>
          </a:xfrm>
          <a:custGeom>
            <a:avLst/>
            <a:gdLst/>
            <a:ahLst/>
            <a:cxnLst/>
            <a:rect l="l" t="t" r="r" b="b"/>
            <a:pathLst>
              <a:path w="13062" h="11253" extrusionOk="0">
                <a:moveTo>
                  <a:pt x="5626" y="1522"/>
                </a:moveTo>
                <a:cubicBezTo>
                  <a:pt x="5802" y="1522"/>
                  <a:pt x="5980" y="1556"/>
                  <a:pt x="6149" y="1626"/>
                </a:cubicBezTo>
                <a:cubicBezTo>
                  <a:pt x="6660" y="1838"/>
                  <a:pt x="6994" y="2337"/>
                  <a:pt x="6994" y="2889"/>
                </a:cubicBezTo>
                <a:cubicBezTo>
                  <a:pt x="6993" y="3646"/>
                  <a:pt x="6381" y="4257"/>
                  <a:pt x="5625" y="4259"/>
                </a:cubicBezTo>
                <a:cubicBezTo>
                  <a:pt x="5071" y="4259"/>
                  <a:pt x="4573" y="3925"/>
                  <a:pt x="4361" y="3414"/>
                </a:cubicBezTo>
                <a:cubicBezTo>
                  <a:pt x="4149" y="2902"/>
                  <a:pt x="4266" y="2314"/>
                  <a:pt x="4658" y="1922"/>
                </a:cubicBezTo>
                <a:cubicBezTo>
                  <a:pt x="4920" y="1661"/>
                  <a:pt x="5270" y="1522"/>
                  <a:pt x="5626" y="1522"/>
                </a:cubicBezTo>
                <a:close/>
                <a:moveTo>
                  <a:pt x="8362" y="4259"/>
                </a:moveTo>
                <a:cubicBezTo>
                  <a:pt x="8916" y="4259"/>
                  <a:pt x="9415" y="4591"/>
                  <a:pt x="9626" y="5103"/>
                </a:cubicBezTo>
                <a:cubicBezTo>
                  <a:pt x="9839" y="5615"/>
                  <a:pt x="9721" y="6203"/>
                  <a:pt x="9330" y="6594"/>
                </a:cubicBezTo>
                <a:cubicBezTo>
                  <a:pt x="9067" y="6856"/>
                  <a:pt x="8717" y="6995"/>
                  <a:pt x="8361" y="6995"/>
                </a:cubicBezTo>
                <a:cubicBezTo>
                  <a:pt x="8185" y="6995"/>
                  <a:pt x="8008" y="6961"/>
                  <a:pt x="7839" y="6892"/>
                </a:cubicBezTo>
                <a:cubicBezTo>
                  <a:pt x="7327" y="6679"/>
                  <a:pt x="6994" y="6180"/>
                  <a:pt x="6994" y="5627"/>
                </a:cubicBezTo>
                <a:cubicBezTo>
                  <a:pt x="6994" y="4872"/>
                  <a:pt x="7608" y="4259"/>
                  <a:pt x="8362" y="4259"/>
                </a:cubicBezTo>
                <a:close/>
                <a:moveTo>
                  <a:pt x="2890" y="4259"/>
                </a:moveTo>
                <a:cubicBezTo>
                  <a:pt x="3644" y="4260"/>
                  <a:pt x="4256" y="4872"/>
                  <a:pt x="4257" y="5627"/>
                </a:cubicBezTo>
                <a:cubicBezTo>
                  <a:pt x="4257" y="6180"/>
                  <a:pt x="3923" y="6679"/>
                  <a:pt x="3413" y="6892"/>
                </a:cubicBezTo>
                <a:cubicBezTo>
                  <a:pt x="3244" y="6962"/>
                  <a:pt x="3066" y="6995"/>
                  <a:pt x="2890" y="6995"/>
                </a:cubicBezTo>
                <a:cubicBezTo>
                  <a:pt x="2533" y="6995"/>
                  <a:pt x="2183" y="6857"/>
                  <a:pt x="1921" y="6595"/>
                </a:cubicBezTo>
                <a:cubicBezTo>
                  <a:pt x="1530" y="6203"/>
                  <a:pt x="1413" y="5615"/>
                  <a:pt x="1624" y="5103"/>
                </a:cubicBezTo>
                <a:cubicBezTo>
                  <a:pt x="1837" y="4593"/>
                  <a:pt x="2336" y="4259"/>
                  <a:pt x="2890" y="4259"/>
                </a:cubicBezTo>
                <a:close/>
                <a:moveTo>
                  <a:pt x="5625" y="6996"/>
                </a:moveTo>
                <a:cubicBezTo>
                  <a:pt x="6179" y="6996"/>
                  <a:pt x="6678" y="7328"/>
                  <a:pt x="6890" y="7840"/>
                </a:cubicBezTo>
                <a:cubicBezTo>
                  <a:pt x="7101" y="8352"/>
                  <a:pt x="6984" y="8941"/>
                  <a:pt x="6593" y="9331"/>
                </a:cubicBezTo>
                <a:cubicBezTo>
                  <a:pt x="6332" y="9593"/>
                  <a:pt x="5982" y="9732"/>
                  <a:pt x="5626" y="9732"/>
                </a:cubicBezTo>
                <a:cubicBezTo>
                  <a:pt x="5450" y="9732"/>
                  <a:pt x="5271" y="9698"/>
                  <a:pt x="5102" y="9627"/>
                </a:cubicBezTo>
                <a:cubicBezTo>
                  <a:pt x="4590" y="9416"/>
                  <a:pt x="4257" y="8917"/>
                  <a:pt x="4257" y="8364"/>
                </a:cubicBezTo>
                <a:cubicBezTo>
                  <a:pt x="4257" y="7609"/>
                  <a:pt x="4870" y="6996"/>
                  <a:pt x="5625" y="6996"/>
                </a:cubicBezTo>
                <a:close/>
                <a:moveTo>
                  <a:pt x="5625" y="1"/>
                </a:moveTo>
                <a:cubicBezTo>
                  <a:pt x="2524" y="1"/>
                  <a:pt x="1" y="2525"/>
                  <a:pt x="1" y="5627"/>
                </a:cubicBezTo>
                <a:cubicBezTo>
                  <a:pt x="1" y="8729"/>
                  <a:pt x="2524" y="11253"/>
                  <a:pt x="5625" y="11253"/>
                </a:cubicBezTo>
                <a:lnTo>
                  <a:pt x="13062" y="11253"/>
                </a:lnTo>
                <a:lnTo>
                  <a:pt x="13062" y="10476"/>
                </a:lnTo>
                <a:lnTo>
                  <a:pt x="8693" y="10476"/>
                </a:lnTo>
                <a:cubicBezTo>
                  <a:pt x="10232" y="9335"/>
                  <a:pt x="11251" y="7597"/>
                  <a:pt x="11251" y="5627"/>
                </a:cubicBezTo>
                <a:cubicBezTo>
                  <a:pt x="11251" y="2525"/>
                  <a:pt x="8728" y="1"/>
                  <a:pt x="56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60"/>
          <p:cNvSpPr/>
          <p:nvPr/>
        </p:nvSpPr>
        <p:spPr>
          <a:xfrm>
            <a:off x="3999855" y="2138693"/>
            <a:ext cx="324365" cy="376709"/>
          </a:xfrm>
          <a:custGeom>
            <a:avLst/>
            <a:gdLst/>
            <a:ahLst/>
            <a:cxnLst/>
            <a:rect l="l" t="t" r="r" b="b"/>
            <a:pathLst>
              <a:path w="12028" h="13969" extrusionOk="0">
                <a:moveTo>
                  <a:pt x="2716" y="1165"/>
                </a:moveTo>
                <a:lnTo>
                  <a:pt x="2716" y="2329"/>
                </a:lnTo>
                <a:lnTo>
                  <a:pt x="1164" y="2329"/>
                </a:lnTo>
                <a:lnTo>
                  <a:pt x="1164" y="1165"/>
                </a:lnTo>
                <a:close/>
                <a:moveTo>
                  <a:pt x="11252" y="1165"/>
                </a:moveTo>
                <a:lnTo>
                  <a:pt x="11252" y="2329"/>
                </a:lnTo>
                <a:lnTo>
                  <a:pt x="9701" y="2329"/>
                </a:lnTo>
                <a:lnTo>
                  <a:pt x="9701" y="1165"/>
                </a:lnTo>
                <a:close/>
                <a:moveTo>
                  <a:pt x="2716" y="3105"/>
                </a:moveTo>
                <a:lnTo>
                  <a:pt x="2716" y="4269"/>
                </a:lnTo>
                <a:lnTo>
                  <a:pt x="1164" y="4269"/>
                </a:lnTo>
                <a:lnTo>
                  <a:pt x="1164" y="3105"/>
                </a:lnTo>
                <a:close/>
                <a:moveTo>
                  <a:pt x="11252" y="3105"/>
                </a:moveTo>
                <a:lnTo>
                  <a:pt x="11252" y="4269"/>
                </a:lnTo>
                <a:lnTo>
                  <a:pt x="9700" y="4269"/>
                </a:lnTo>
                <a:lnTo>
                  <a:pt x="9700" y="3105"/>
                </a:lnTo>
                <a:close/>
                <a:moveTo>
                  <a:pt x="2716" y="5433"/>
                </a:moveTo>
                <a:lnTo>
                  <a:pt x="2716" y="6597"/>
                </a:lnTo>
                <a:lnTo>
                  <a:pt x="1164" y="6597"/>
                </a:lnTo>
                <a:lnTo>
                  <a:pt x="1164" y="5433"/>
                </a:lnTo>
                <a:close/>
                <a:moveTo>
                  <a:pt x="8536" y="1165"/>
                </a:moveTo>
                <a:lnTo>
                  <a:pt x="8536" y="6597"/>
                </a:lnTo>
                <a:lnTo>
                  <a:pt x="3492" y="6597"/>
                </a:lnTo>
                <a:lnTo>
                  <a:pt x="3492" y="1165"/>
                </a:lnTo>
                <a:close/>
                <a:moveTo>
                  <a:pt x="11252" y="5433"/>
                </a:moveTo>
                <a:lnTo>
                  <a:pt x="11252" y="6597"/>
                </a:lnTo>
                <a:lnTo>
                  <a:pt x="9700" y="6597"/>
                </a:lnTo>
                <a:lnTo>
                  <a:pt x="9700" y="5433"/>
                </a:lnTo>
                <a:close/>
                <a:moveTo>
                  <a:pt x="2716" y="7372"/>
                </a:moveTo>
                <a:lnTo>
                  <a:pt x="2716" y="8536"/>
                </a:lnTo>
                <a:lnTo>
                  <a:pt x="1164" y="8536"/>
                </a:lnTo>
                <a:lnTo>
                  <a:pt x="1164" y="7372"/>
                </a:lnTo>
                <a:close/>
                <a:moveTo>
                  <a:pt x="11252" y="7372"/>
                </a:moveTo>
                <a:lnTo>
                  <a:pt x="11252" y="8536"/>
                </a:lnTo>
                <a:lnTo>
                  <a:pt x="9700" y="8536"/>
                </a:lnTo>
                <a:lnTo>
                  <a:pt x="9700" y="7372"/>
                </a:lnTo>
                <a:close/>
                <a:moveTo>
                  <a:pt x="2716" y="9312"/>
                </a:moveTo>
                <a:lnTo>
                  <a:pt x="2716" y="10476"/>
                </a:lnTo>
                <a:lnTo>
                  <a:pt x="1164" y="10476"/>
                </a:lnTo>
                <a:lnTo>
                  <a:pt x="1164" y="9312"/>
                </a:lnTo>
                <a:close/>
                <a:moveTo>
                  <a:pt x="11252" y="9312"/>
                </a:moveTo>
                <a:lnTo>
                  <a:pt x="11252" y="10476"/>
                </a:lnTo>
                <a:lnTo>
                  <a:pt x="9700" y="10476"/>
                </a:lnTo>
                <a:lnTo>
                  <a:pt x="9700" y="9312"/>
                </a:lnTo>
                <a:close/>
                <a:moveTo>
                  <a:pt x="2716" y="11640"/>
                </a:moveTo>
                <a:lnTo>
                  <a:pt x="2716" y="12804"/>
                </a:lnTo>
                <a:lnTo>
                  <a:pt x="1164" y="12804"/>
                </a:lnTo>
                <a:lnTo>
                  <a:pt x="1164" y="11640"/>
                </a:lnTo>
                <a:close/>
                <a:moveTo>
                  <a:pt x="8536" y="7372"/>
                </a:moveTo>
                <a:lnTo>
                  <a:pt x="8536" y="12804"/>
                </a:lnTo>
                <a:lnTo>
                  <a:pt x="3492" y="12804"/>
                </a:lnTo>
                <a:lnTo>
                  <a:pt x="3492" y="7372"/>
                </a:lnTo>
                <a:close/>
                <a:moveTo>
                  <a:pt x="11252" y="11640"/>
                </a:moveTo>
                <a:lnTo>
                  <a:pt x="11252" y="12804"/>
                </a:lnTo>
                <a:lnTo>
                  <a:pt x="9700" y="12804"/>
                </a:lnTo>
                <a:lnTo>
                  <a:pt x="9700" y="11640"/>
                </a:lnTo>
                <a:close/>
                <a:moveTo>
                  <a:pt x="0" y="1"/>
                </a:moveTo>
                <a:lnTo>
                  <a:pt x="0" y="13968"/>
                </a:lnTo>
                <a:lnTo>
                  <a:pt x="12027" y="13968"/>
                </a:lnTo>
                <a:lnTo>
                  <a:pt x="1202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2" name="Google Shape;942;p60"/>
          <p:cNvGrpSpPr/>
          <p:nvPr/>
        </p:nvGrpSpPr>
        <p:grpSpPr>
          <a:xfrm>
            <a:off x="4784039" y="2223774"/>
            <a:ext cx="380862" cy="206706"/>
            <a:chOff x="4005650" y="2201550"/>
            <a:chExt cx="353075" cy="191625"/>
          </a:xfrm>
        </p:grpSpPr>
        <p:sp>
          <p:nvSpPr>
            <p:cNvPr id="943" name="Google Shape;943;p60"/>
            <p:cNvSpPr/>
            <p:nvPr/>
          </p:nvSpPr>
          <p:spPr>
            <a:xfrm>
              <a:off x="4005650" y="2201550"/>
              <a:ext cx="242500" cy="191625"/>
            </a:xfrm>
            <a:custGeom>
              <a:avLst/>
              <a:gdLst/>
              <a:ahLst/>
              <a:cxnLst/>
              <a:rect l="l" t="t" r="r" b="b"/>
              <a:pathLst>
                <a:path w="9700" h="7665" extrusionOk="0">
                  <a:moveTo>
                    <a:pt x="5433" y="3056"/>
                  </a:moveTo>
                  <a:lnTo>
                    <a:pt x="5433" y="3833"/>
                  </a:lnTo>
                  <a:lnTo>
                    <a:pt x="4657" y="3833"/>
                  </a:lnTo>
                  <a:lnTo>
                    <a:pt x="4657" y="3056"/>
                  </a:lnTo>
                  <a:close/>
                  <a:moveTo>
                    <a:pt x="9700" y="1"/>
                  </a:moveTo>
                  <a:lnTo>
                    <a:pt x="6938" y="1894"/>
                  </a:lnTo>
                  <a:lnTo>
                    <a:pt x="1" y="1892"/>
                  </a:lnTo>
                  <a:lnTo>
                    <a:pt x="1" y="5771"/>
                  </a:lnTo>
                  <a:lnTo>
                    <a:pt x="6938" y="5771"/>
                  </a:lnTo>
                  <a:lnTo>
                    <a:pt x="9700" y="7664"/>
                  </a:lnTo>
                  <a:lnTo>
                    <a:pt x="97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60"/>
            <p:cNvSpPr/>
            <p:nvPr/>
          </p:nvSpPr>
          <p:spPr>
            <a:xfrm>
              <a:off x="4277225" y="2218525"/>
              <a:ext cx="81500" cy="162975"/>
            </a:xfrm>
            <a:custGeom>
              <a:avLst/>
              <a:gdLst/>
              <a:ahLst/>
              <a:cxnLst/>
              <a:rect l="l" t="t" r="r" b="b"/>
              <a:pathLst>
                <a:path w="3260" h="6519" extrusionOk="0">
                  <a:moveTo>
                    <a:pt x="1" y="0"/>
                  </a:moveTo>
                  <a:lnTo>
                    <a:pt x="1" y="931"/>
                  </a:lnTo>
                  <a:cubicBezTo>
                    <a:pt x="8" y="931"/>
                    <a:pt x="15" y="931"/>
                    <a:pt x="22" y="931"/>
                  </a:cubicBezTo>
                  <a:cubicBezTo>
                    <a:pt x="1306" y="931"/>
                    <a:pt x="2349" y="1972"/>
                    <a:pt x="2349" y="3259"/>
                  </a:cubicBezTo>
                  <a:cubicBezTo>
                    <a:pt x="2349" y="4546"/>
                    <a:pt x="1306" y="5587"/>
                    <a:pt x="22" y="5587"/>
                  </a:cubicBezTo>
                  <a:cubicBezTo>
                    <a:pt x="15" y="5587"/>
                    <a:pt x="8" y="5587"/>
                    <a:pt x="1" y="5587"/>
                  </a:cubicBezTo>
                  <a:lnTo>
                    <a:pt x="1" y="6518"/>
                  </a:lnTo>
                  <a:cubicBezTo>
                    <a:pt x="1798" y="6518"/>
                    <a:pt x="3260" y="5055"/>
                    <a:pt x="3260" y="3259"/>
                  </a:cubicBezTo>
                  <a:cubicBezTo>
                    <a:pt x="3260" y="1462"/>
                    <a:pt x="1798" y="0"/>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60"/>
            <p:cNvSpPr/>
            <p:nvPr/>
          </p:nvSpPr>
          <p:spPr>
            <a:xfrm>
              <a:off x="4277225" y="2265075"/>
              <a:ext cx="34950" cy="69825"/>
            </a:xfrm>
            <a:custGeom>
              <a:avLst/>
              <a:gdLst/>
              <a:ahLst/>
              <a:cxnLst/>
              <a:rect l="l" t="t" r="r" b="b"/>
              <a:pathLst>
                <a:path w="1398" h="2793" extrusionOk="0">
                  <a:moveTo>
                    <a:pt x="1" y="0"/>
                  </a:moveTo>
                  <a:lnTo>
                    <a:pt x="1" y="930"/>
                  </a:lnTo>
                  <a:cubicBezTo>
                    <a:pt x="258" y="930"/>
                    <a:pt x="466" y="1140"/>
                    <a:pt x="466" y="1396"/>
                  </a:cubicBezTo>
                  <a:cubicBezTo>
                    <a:pt x="466" y="1653"/>
                    <a:pt x="258" y="1861"/>
                    <a:pt x="1" y="1861"/>
                  </a:cubicBezTo>
                  <a:lnTo>
                    <a:pt x="1" y="2792"/>
                  </a:lnTo>
                  <a:cubicBezTo>
                    <a:pt x="771" y="2792"/>
                    <a:pt x="1397" y="2168"/>
                    <a:pt x="1398" y="1396"/>
                  </a:cubicBezTo>
                  <a:lnTo>
                    <a:pt x="1398" y="1396"/>
                  </a:lnTo>
                  <a:cubicBezTo>
                    <a:pt x="1398" y="1397"/>
                    <a:pt x="1398" y="1397"/>
                    <a:pt x="1398" y="1397"/>
                  </a:cubicBezTo>
                  <a:lnTo>
                    <a:pt x="1398" y="1396"/>
                  </a:lnTo>
                  <a:cubicBezTo>
                    <a:pt x="1398" y="1396"/>
                    <a:pt x="1398" y="1396"/>
                    <a:pt x="1398" y="1396"/>
                  </a:cubicBezTo>
                  <a:cubicBezTo>
                    <a:pt x="1397" y="625"/>
                    <a:pt x="771" y="0"/>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6" name="Google Shape;946;p60"/>
          <p:cNvSpPr/>
          <p:nvPr/>
        </p:nvSpPr>
        <p:spPr>
          <a:xfrm>
            <a:off x="5602663" y="2211934"/>
            <a:ext cx="376682" cy="230195"/>
          </a:xfrm>
          <a:custGeom>
            <a:avLst/>
            <a:gdLst/>
            <a:ahLst/>
            <a:cxnLst/>
            <a:rect l="l" t="t" r="r" b="b"/>
            <a:pathLst>
              <a:path w="13968" h="8536" extrusionOk="0">
                <a:moveTo>
                  <a:pt x="5431" y="2088"/>
                </a:moveTo>
                <a:lnTo>
                  <a:pt x="9290" y="4293"/>
                </a:lnTo>
                <a:lnTo>
                  <a:pt x="5431" y="6497"/>
                </a:lnTo>
                <a:lnTo>
                  <a:pt x="5431" y="2088"/>
                </a:lnTo>
                <a:close/>
                <a:moveTo>
                  <a:pt x="1163" y="0"/>
                </a:moveTo>
                <a:lnTo>
                  <a:pt x="1163" y="7373"/>
                </a:lnTo>
                <a:lnTo>
                  <a:pt x="0" y="7373"/>
                </a:lnTo>
                <a:lnTo>
                  <a:pt x="0" y="8535"/>
                </a:lnTo>
                <a:lnTo>
                  <a:pt x="13968" y="8535"/>
                </a:lnTo>
                <a:lnTo>
                  <a:pt x="13968" y="7373"/>
                </a:lnTo>
                <a:lnTo>
                  <a:pt x="12803" y="7371"/>
                </a:lnTo>
                <a:lnTo>
                  <a:pt x="128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7" name="Google Shape;947;p60"/>
          <p:cNvGrpSpPr/>
          <p:nvPr/>
        </p:nvGrpSpPr>
        <p:grpSpPr>
          <a:xfrm>
            <a:off x="6410907" y="2174936"/>
            <a:ext cx="387172" cy="304382"/>
            <a:chOff x="5513825" y="2156275"/>
            <a:chExt cx="358925" cy="282175"/>
          </a:xfrm>
        </p:grpSpPr>
        <p:sp>
          <p:nvSpPr>
            <p:cNvPr id="948" name="Google Shape;948;p60"/>
            <p:cNvSpPr/>
            <p:nvPr/>
          </p:nvSpPr>
          <p:spPr>
            <a:xfrm>
              <a:off x="5513825" y="2156275"/>
              <a:ext cx="244550" cy="282175"/>
            </a:xfrm>
            <a:custGeom>
              <a:avLst/>
              <a:gdLst/>
              <a:ahLst/>
              <a:cxnLst/>
              <a:rect l="l" t="t" r="r" b="b"/>
              <a:pathLst>
                <a:path w="9782" h="11287" extrusionOk="0">
                  <a:moveTo>
                    <a:pt x="2799" y="7019"/>
                  </a:moveTo>
                  <a:lnTo>
                    <a:pt x="3021" y="7020"/>
                  </a:lnTo>
                  <a:lnTo>
                    <a:pt x="3963" y="7020"/>
                  </a:lnTo>
                  <a:lnTo>
                    <a:pt x="3963" y="8959"/>
                  </a:lnTo>
                  <a:lnTo>
                    <a:pt x="2799" y="8959"/>
                  </a:lnTo>
                  <a:lnTo>
                    <a:pt x="2799" y="7019"/>
                  </a:lnTo>
                  <a:close/>
                  <a:moveTo>
                    <a:pt x="9782" y="0"/>
                  </a:moveTo>
                  <a:lnTo>
                    <a:pt x="5914" y="2752"/>
                  </a:lnTo>
                  <a:lnTo>
                    <a:pt x="2436" y="2752"/>
                  </a:lnTo>
                  <a:cubicBezTo>
                    <a:pt x="1452" y="2752"/>
                    <a:pt x="541" y="3391"/>
                    <a:pt x="311" y="4348"/>
                  </a:cubicBezTo>
                  <a:cubicBezTo>
                    <a:pt x="0" y="5644"/>
                    <a:pt x="852" y="6810"/>
                    <a:pt x="2023" y="6994"/>
                  </a:cubicBezTo>
                  <a:lnTo>
                    <a:pt x="2023" y="11287"/>
                  </a:lnTo>
                  <a:lnTo>
                    <a:pt x="5127" y="11287"/>
                  </a:lnTo>
                  <a:lnTo>
                    <a:pt x="5127" y="7019"/>
                  </a:lnTo>
                  <a:lnTo>
                    <a:pt x="5914" y="7019"/>
                  </a:lnTo>
                  <a:lnTo>
                    <a:pt x="9782" y="9770"/>
                  </a:lnTo>
                  <a:lnTo>
                    <a:pt x="978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60"/>
            <p:cNvSpPr/>
            <p:nvPr/>
          </p:nvSpPr>
          <p:spPr>
            <a:xfrm>
              <a:off x="5787500" y="2197550"/>
              <a:ext cx="85250" cy="170500"/>
            </a:xfrm>
            <a:custGeom>
              <a:avLst/>
              <a:gdLst/>
              <a:ahLst/>
              <a:cxnLst/>
              <a:rect l="l" t="t" r="r" b="b"/>
              <a:pathLst>
                <a:path w="3410" h="6820" extrusionOk="0">
                  <a:moveTo>
                    <a:pt x="0" y="0"/>
                  </a:moveTo>
                  <a:lnTo>
                    <a:pt x="0" y="975"/>
                  </a:lnTo>
                  <a:cubicBezTo>
                    <a:pt x="1343" y="975"/>
                    <a:pt x="2435" y="2067"/>
                    <a:pt x="2435" y="3410"/>
                  </a:cubicBezTo>
                  <a:cubicBezTo>
                    <a:pt x="2435" y="4753"/>
                    <a:pt x="1343" y="5845"/>
                    <a:pt x="0" y="5845"/>
                  </a:cubicBezTo>
                  <a:lnTo>
                    <a:pt x="0" y="6819"/>
                  </a:lnTo>
                  <a:cubicBezTo>
                    <a:pt x="1880" y="6819"/>
                    <a:pt x="3410" y="5289"/>
                    <a:pt x="3410" y="3410"/>
                  </a:cubicBezTo>
                  <a:cubicBezTo>
                    <a:pt x="3410" y="1530"/>
                    <a:pt x="1880" y="0"/>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60"/>
            <p:cNvSpPr/>
            <p:nvPr/>
          </p:nvSpPr>
          <p:spPr>
            <a:xfrm>
              <a:off x="5787500" y="2246275"/>
              <a:ext cx="36525" cy="73075"/>
            </a:xfrm>
            <a:custGeom>
              <a:avLst/>
              <a:gdLst/>
              <a:ahLst/>
              <a:cxnLst/>
              <a:rect l="l" t="t" r="r" b="b"/>
              <a:pathLst>
                <a:path w="1461" h="2923" extrusionOk="0">
                  <a:moveTo>
                    <a:pt x="0" y="0"/>
                  </a:moveTo>
                  <a:lnTo>
                    <a:pt x="0" y="975"/>
                  </a:lnTo>
                  <a:cubicBezTo>
                    <a:pt x="10" y="974"/>
                    <a:pt x="21" y="974"/>
                    <a:pt x="31" y="974"/>
                  </a:cubicBezTo>
                  <a:cubicBezTo>
                    <a:pt x="298" y="974"/>
                    <a:pt x="518" y="1191"/>
                    <a:pt x="518" y="1461"/>
                  </a:cubicBezTo>
                  <a:cubicBezTo>
                    <a:pt x="518" y="1732"/>
                    <a:pt x="298" y="1949"/>
                    <a:pt x="31" y="1949"/>
                  </a:cubicBezTo>
                  <a:cubicBezTo>
                    <a:pt x="21" y="1949"/>
                    <a:pt x="10" y="1949"/>
                    <a:pt x="0" y="1948"/>
                  </a:cubicBezTo>
                  <a:lnTo>
                    <a:pt x="0" y="2923"/>
                  </a:lnTo>
                  <a:cubicBezTo>
                    <a:pt x="807" y="2921"/>
                    <a:pt x="1460" y="2268"/>
                    <a:pt x="1460" y="1461"/>
                  </a:cubicBezTo>
                  <a:cubicBezTo>
                    <a:pt x="1460" y="655"/>
                    <a:pt x="807" y="0"/>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1" name="Google Shape;951;p60"/>
          <p:cNvGrpSpPr/>
          <p:nvPr/>
        </p:nvGrpSpPr>
        <p:grpSpPr>
          <a:xfrm>
            <a:off x="7288591" y="2146755"/>
            <a:ext cx="261585" cy="360717"/>
            <a:chOff x="6327475" y="2130150"/>
            <a:chExt cx="242500" cy="334400"/>
          </a:xfrm>
        </p:grpSpPr>
        <p:sp>
          <p:nvSpPr>
            <p:cNvPr id="952" name="Google Shape;952;p60"/>
            <p:cNvSpPr/>
            <p:nvPr/>
          </p:nvSpPr>
          <p:spPr>
            <a:xfrm>
              <a:off x="6327475" y="2289975"/>
              <a:ext cx="242500" cy="174575"/>
            </a:xfrm>
            <a:custGeom>
              <a:avLst/>
              <a:gdLst/>
              <a:ahLst/>
              <a:cxnLst/>
              <a:rect l="l" t="t" r="r" b="b"/>
              <a:pathLst>
                <a:path w="9700" h="6983" extrusionOk="0">
                  <a:moveTo>
                    <a:pt x="1844" y="776"/>
                  </a:moveTo>
                  <a:cubicBezTo>
                    <a:pt x="2046" y="2022"/>
                    <a:pt x="3022" y="2999"/>
                    <a:pt x="4269" y="3200"/>
                  </a:cubicBezTo>
                  <a:lnTo>
                    <a:pt x="4269" y="4131"/>
                  </a:lnTo>
                  <a:cubicBezTo>
                    <a:pt x="2516" y="3922"/>
                    <a:pt x="1124" y="2528"/>
                    <a:pt x="913" y="776"/>
                  </a:cubicBezTo>
                  <a:close/>
                  <a:moveTo>
                    <a:pt x="8788" y="776"/>
                  </a:moveTo>
                  <a:cubicBezTo>
                    <a:pt x="8577" y="2528"/>
                    <a:pt x="7185" y="3920"/>
                    <a:pt x="5432" y="4131"/>
                  </a:cubicBezTo>
                  <a:lnTo>
                    <a:pt x="5432" y="3200"/>
                  </a:lnTo>
                  <a:cubicBezTo>
                    <a:pt x="6677" y="2999"/>
                    <a:pt x="7655" y="2022"/>
                    <a:pt x="7856" y="776"/>
                  </a:cubicBezTo>
                  <a:close/>
                  <a:moveTo>
                    <a:pt x="0" y="1"/>
                  </a:moveTo>
                  <a:lnTo>
                    <a:pt x="0" y="466"/>
                  </a:lnTo>
                  <a:cubicBezTo>
                    <a:pt x="0" y="2962"/>
                    <a:pt x="1877" y="5019"/>
                    <a:pt x="4269" y="5254"/>
                  </a:cubicBezTo>
                  <a:lnTo>
                    <a:pt x="4269" y="6208"/>
                  </a:lnTo>
                  <a:lnTo>
                    <a:pt x="1941" y="6208"/>
                  </a:lnTo>
                  <a:lnTo>
                    <a:pt x="1941" y="6983"/>
                  </a:lnTo>
                  <a:lnTo>
                    <a:pt x="7760" y="6983"/>
                  </a:lnTo>
                  <a:lnTo>
                    <a:pt x="7760" y="6208"/>
                  </a:lnTo>
                  <a:lnTo>
                    <a:pt x="5432" y="6208"/>
                  </a:lnTo>
                  <a:lnTo>
                    <a:pt x="5432" y="5254"/>
                  </a:lnTo>
                  <a:cubicBezTo>
                    <a:pt x="7824" y="5019"/>
                    <a:pt x="9699" y="2962"/>
                    <a:pt x="9699" y="465"/>
                  </a:cubicBezTo>
                  <a:lnTo>
                    <a:pt x="96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60"/>
            <p:cNvSpPr/>
            <p:nvPr/>
          </p:nvSpPr>
          <p:spPr>
            <a:xfrm>
              <a:off x="6375975" y="2130150"/>
              <a:ext cx="145525" cy="130750"/>
            </a:xfrm>
            <a:custGeom>
              <a:avLst/>
              <a:gdLst/>
              <a:ahLst/>
              <a:cxnLst/>
              <a:rect l="l" t="t" r="r" b="b"/>
              <a:pathLst>
                <a:path w="5821" h="5230" extrusionOk="0">
                  <a:moveTo>
                    <a:pt x="2910" y="0"/>
                  </a:moveTo>
                  <a:cubicBezTo>
                    <a:pt x="1305" y="0"/>
                    <a:pt x="1" y="1310"/>
                    <a:pt x="1" y="2922"/>
                  </a:cubicBezTo>
                  <a:lnTo>
                    <a:pt x="1" y="5230"/>
                  </a:lnTo>
                  <a:lnTo>
                    <a:pt x="5820" y="5230"/>
                  </a:lnTo>
                  <a:lnTo>
                    <a:pt x="5820" y="3010"/>
                  </a:lnTo>
                  <a:cubicBezTo>
                    <a:pt x="5820" y="1629"/>
                    <a:pt x="4905" y="363"/>
                    <a:pt x="3556" y="71"/>
                  </a:cubicBezTo>
                  <a:cubicBezTo>
                    <a:pt x="3337" y="23"/>
                    <a:pt x="3121" y="0"/>
                    <a:pt x="29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4" name="Google Shape;954;p60"/>
          <p:cNvSpPr/>
          <p:nvPr/>
        </p:nvSpPr>
        <p:spPr>
          <a:xfrm>
            <a:off x="720000" y="2776209"/>
            <a:ext cx="376682" cy="303411"/>
          </a:xfrm>
          <a:custGeom>
            <a:avLst/>
            <a:gdLst/>
            <a:ahLst/>
            <a:cxnLst/>
            <a:rect l="l" t="t" r="r" b="b"/>
            <a:pathLst>
              <a:path w="13968" h="11251" extrusionOk="0">
                <a:moveTo>
                  <a:pt x="3104" y="1939"/>
                </a:moveTo>
                <a:lnTo>
                  <a:pt x="3104" y="3103"/>
                </a:lnTo>
                <a:lnTo>
                  <a:pt x="1940" y="3103"/>
                </a:lnTo>
                <a:lnTo>
                  <a:pt x="1940" y="1939"/>
                </a:lnTo>
                <a:close/>
                <a:moveTo>
                  <a:pt x="12026" y="1939"/>
                </a:moveTo>
                <a:lnTo>
                  <a:pt x="12026" y="3103"/>
                </a:lnTo>
                <a:lnTo>
                  <a:pt x="10863" y="3103"/>
                </a:lnTo>
                <a:lnTo>
                  <a:pt x="10863" y="1939"/>
                </a:lnTo>
                <a:close/>
                <a:moveTo>
                  <a:pt x="3104" y="4267"/>
                </a:moveTo>
                <a:lnTo>
                  <a:pt x="3104" y="5431"/>
                </a:lnTo>
                <a:lnTo>
                  <a:pt x="1940" y="5431"/>
                </a:lnTo>
                <a:lnTo>
                  <a:pt x="1940" y="4267"/>
                </a:lnTo>
                <a:close/>
                <a:moveTo>
                  <a:pt x="12027" y="4269"/>
                </a:moveTo>
                <a:lnTo>
                  <a:pt x="12027" y="5433"/>
                </a:lnTo>
                <a:lnTo>
                  <a:pt x="10863" y="5433"/>
                </a:lnTo>
                <a:lnTo>
                  <a:pt x="10863" y="4269"/>
                </a:lnTo>
                <a:close/>
                <a:moveTo>
                  <a:pt x="3104" y="6208"/>
                </a:moveTo>
                <a:lnTo>
                  <a:pt x="3104" y="7372"/>
                </a:lnTo>
                <a:lnTo>
                  <a:pt x="1940" y="7372"/>
                </a:lnTo>
                <a:lnTo>
                  <a:pt x="1940" y="6208"/>
                </a:lnTo>
                <a:close/>
                <a:moveTo>
                  <a:pt x="12027" y="6208"/>
                </a:moveTo>
                <a:lnTo>
                  <a:pt x="12027" y="7372"/>
                </a:lnTo>
                <a:lnTo>
                  <a:pt x="10863" y="7372"/>
                </a:lnTo>
                <a:lnTo>
                  <a:pt x="10863" y="6208"/>
                </a:lnTo>
                <a:close/>
                <a:moveTo>
                  <a:pt x="6984" y="2946"/>
                </a:moveTo>
                <a:lnTo>
                  <a:pt x="7828" y="4658"/>
                </a:lnTo>
                <a:lnTo>
                  <a:pt x="9718" y="4932"/>
                </a:lnTo>
                <a:lnTo>
                  <a:pt x="8350" y="6264"/>
                </a:lnTo>
                <a:lnTo>
                  <a:pt x="8674" y="8147"/>
                </a:lnTo>
                <a:lnTo>
                  <a:pt x="6984" y="7259"/>
                </a:lnTo>
                <a:lnTo>
                  <a:pt x="5293" y="8147"/>
                </a:lnTo>
                <a:lnTo>
                  <a:pt x="5616" y="6265"/>
                </a:lnTo>
                <a:lnTo>
                  <a:pt x="4250" y="4932"/>
                </a:lnTo>
                <a:lnTo>
                  <a:pt x="6138" y="4658"/>
                </a:lnTo>
                <a:lnTo>
                  <a:pt x="6984" y="2946"/>
                </a:lnTo>
                <a:close/>
                <a:moveTo>
                  <a:pt x="3104" y="8147"/>
                </a:moveTo>
                <a:lnTo>
                  <a:pt x="3104" y="9310"/>
                </a:lnTo>
                <a:lnTo>
                  <a:pt x="1940" y="9310"/>
                </a:lnTo>
                <a:lnTo>
                  <a:pt x="1940" y="8147"/>
                </a:lnTo>
                <a:close/>
                <a:moveTo>
                  <a:pt x="12027" y="8147"/>
                </a:moveTo>
                <a:lnTo>
                  <a:pt x="12027" y="9310"/>
                </a:lnTo>
                <a:lnTo>
                  <a:pt x="10863" y="9310"/>
                </a:lnTo>
                <a:lnTo>
                  <a:pt x="10863" y="8147"/>
                </a:lnTo>
                <a:close/>
                <a:moveTo>
                  <a:pt x="0" y="0"/>
                </a:moveTo>
                <a:lnTo>
                  <a:pt x="0" y="11251"/>
                </a:lnTo>
                <a:lnTo>
                  <a:pt x="13968" y="11251"/>
                </a:lnTo>
                <a:lnTo>
                  <a:pt x="139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60"/>
          <p:cNvSpPr/>
          <p:nvPr/>
        </p:nvSpPr>
        <p:spPr>
          <a:xfrm>
            <a:off x="1555800" y="2739157"/>
            <a:ext cx="334828" cy="375603"/>
          </a:xfrm>
          <a:custGeom>
            <a:avLst/>
            <a:gdLst/>
            <a:ahLst/>
            <a:cxnLst/>
            <a:rect l="l" t="t" r="r" b="b"/>
            <a:pathLst>
              <a:path w="12416" h="13928" extrusionOk="0">
                <a:moveTo>
                  <a:pt x="12415" y="1"/>
                </a:moveTo>
                <a:lnTo>
                  <a:pt x="3880" y="1707"/>
                </a:lnTo>
                <a:lnTo>
                  <a:pt x="3880" y="8798"/>
                </a:lnTo>
                <a:cubicBezTo>
                  <a:pt x="3880" y="8798"/>
                  <a:pt x="3250" y="8429"/>
                  <a:pt x="2749" y="8429"/>
                </a:cubicBezTo>
                <a:cubicBezTo>
                  <a:pt x="1234" y="8429"/>
                  <a:pt x="1" y="9662"/>
                  <a:pt x="1" y="11178"/>
                </a:cubicBezTo>
                <a:cubicBezTo>
                  <a:pt x="1" y="12693"/>
                  <a:pt x="1234" y="13928"/>
                  <a:pt x="2749" y="13928"/>
                </a:cubicBezTo>
                <a:cubicBezTo>
                  <a:pt x="4266" y="13928"/>
                  <a:pt x="5431" y="11178"/>
                  <a:pt x="5431" y="11178"/>
                </a:cubicBezTo>
                <a:lnTo>
                  <a:pt x="5431" y="2800"/>
                </a:lnTo>
                <a:lnTo>
                  <a:pt x="10864" y="1713"/>
                </a:lnTo>
                <a:lnTo>
                  <a:pt x="10864" y="7424"/>
                </a:lnTo>
                <a:cubicBezTo>
                  <a:pt x="10864" y="7424"/>
                  <a:pt x="10123" y="7055"/>
                  <a:pt x="9623" y="7055"/>
                </a:cubicBezTo>
                <a:cubicBezTo>
                  <a:pt x="8106" y="7055"/>
                  <a:pt x="6873" y="8289"/>
                  <a:pt x="6873" y="9804"/>
                </a:cubicBezTo>
                <a:cubicBezTo>
                  <a:pt x="6873" y="11319"/>
                  <a:pt x="8106" y="12554"/>
                  <a:pt x="9623" y="12554"/>
                </a:cubicBezTo>
                <a:cubicBezTo>
                  <a:pt x="11140" y="12554"/>
                  <a:pt x="12415" y="9804"/>
                  <a:pt x="12415" y="9804"/>
                </a:cubicBezTo>
                <a:lnTo>
                  <a:pt x="124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60"/>
          <p:cNvSpPr/>
          <p:nvPr/>
        </p:nvSpPr>
        <p:spPr>
          <a:xfrm>
            <a:off x="2443834" y="2741180"/>
            <a:ext cx="188314" cy="373500"/>
          </a:xfrm>
          <a:custGeom>
            <a:avLst/>
            <a:gdLst/>
            <a:ahLst/>
            <a:cxnLst/>
            <a:rect l="l" t="t" r="r" b="b"/>
            <a:pathLst>
              <a:path w="6983" h="13850" extrusionOk="0">
                <a:moveTo>
                  <a:pt x="4655" y="11909"/>
                </a:moveTo>
                <a:lnTo>
                  <a:pt x="4655" y="12686"/>
                </a:lnTo>
                <a:lnTo>
                  <a:pt x="2716" y="12686"/>
                </a:lnTo>
                <a:lnTo>
                  <a:pt x="2716" y="11909"/>
                </a:lnTo>
                <a:close/>
                <a:moveTo>
                  <a:pt x="3686" y="0"/>
                </a:moveTo>
                <a:cubicBezTo>
                  <a:pt x="2930" y="0"/>
                  <a:pt x="2315" y="633"/>
                  <a:pt x="2315" y="1412"/>
                </a:cubicBezTo>
                <a:cubicBezTo>
                  <a:pt x="2312" y="1876"/>
                  <a:pt x="2538" y="2311"/>
                  <a:pt x="2917" y="2580"/>
                </a:cubicBezTo>
                <a:lnTo>
                  <a:pt x="1553" y="2981"/>
                </a:lnTo>
                <a:lnTo>
                  <a:pt x="1553" y="5688"/>
                </a:lnTo>
                <a:lnTo>
                  <a:pt x="2040" y="6630"/>
                </a:lnTo>
                <a:lnTo>
                  <a:pt x="2266" y="10356"/>
                </a:lnTo>
                <a:lnTo>
                  <a:pt x="1164" y="10356"/>
                </a:lnTo>
                <a:lnTo>
                  <a:pt x="1164" y="13073"/>
                </a:lnTo>
                <a:lnTo>
                  <a:pt x="0" y="13073"/>
                </a:lnTo>
                <a:lnTo>
                  <a:pt x="0" y="13850"/>
                </a:lnTo>
                <a:lnTo>
                  <a:pt x="6983" y="13850"/>
                </a:lnTo>
                <a:lnTo>
                  <a:pt x="6983" y="13073"/>
                </a:lnTo>
                <a:lnTo>
                  <a:pt x="6206" y="13073"/>
                </a:lnTo>
                <a:lnTo>
                  <a:pt x="6206" y="10356"/>
                </a:lnTo>
                <a:lnTo>
                  <a:pt x="4992" y="10356"/>
                </a:lnTo>
                <a:lnTo>
                  <a:pt x="5210" y="6747"/>
                </a:lnTo>
                <a:lnTo>
                  <a:pt x="5820" y="5806"/>
                </a:lnTo>
                <a:lnTo>
                  <a:pt x="5820" y="2981"/>
                </a:lnTo>
                <a:lnTo>
                  <a:pt x="4457" y="2580"/>
                </a:lnTo>
                <a:cubicBezTo>
                  <a:pt x="4899" y="2270"/>
                  <a:pt x="5156" y="1700"/>
                  <a:pt x="5022" y="1085"/>
                </a:cubicBezTo>
                <a:cubicBezTo>
                  <a:pt x="4911" y="579"/>
                  <a:pt x="4513" y="157"/>
                  <a:pt x="4010" y="38"/>
                </a:cubicBezTo>
                <a:cubicBezTo>
                  <a:pt x="3900" y="12"/>
                  <a:pt x="3791" y="0"/>
                  <a:pt x="36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60"/>
          <p:cNvSpPr/>
          <p:nvPr/>
        </p:nvSpPr>
        <p:spPr>
          <a:xfrm>
            <a:off x="3157340" y="2776209"/>
            <a:ext cx="376655" cy="303411"/>
          </a:xfrm>
          <a:custGeom>
            <a:avLst/>
            <a:gdLst/>
            <a:ahLst/>
            <a:cxnLst/>
            <a:rect l="l" t="t" r="r" b="b"/>
            <a:pathLst>
              <a:path w="13967" h="11251" extrusionOk="0">
                <a:moveTo>
                  <a:pt x="3492" y="1939"/>
                </a:moveTo>
                <a:lnTo>
                  <a:pt x="3492" y="3103"/>
                </a:lnTo>
                <a:lnTo>
                  <a:pt x="2328" y="3103"/>
                </a:lnTo>
                <a:lnTo>
                  <a:pt x="2328" y="1939"/>
                </a:lnTo>
                <a:close/>
                <a:moveTo>
                  <a:pt x="12027" y="1939"/>
                </a:moveTo>
                <a:lnTo>
                  <a:pt x="12027" y="3103"/>
                </a:lnTo>
                <a:lnTo>
                  <a:pt x="10863" y="3103"/>
                </a:lnTo>
                <a:lnTo>
                  <a:pt x="10863" y="1939"/>
                </a:lnTo>
                <a:close/>
                <a:moveTo>
                  <a:pt x="3492" y="3880"/>
                </a:moveTo>
                <a:lnTo>
                  <a:pt x="3492" y="5044"/>
                </a:lnTo>
                <a:lnTo>
                  <a:pt x="2328" y="5044"/>
                </a:lnTo>
                <a:lnTo>
                  <a:pt x="2328" y="3880"/>
                </a:lnTo>
                <a:close/>
                <a:moveTo>
                  <a:pt x="12027" y="3880"/>
                </a:moveTo>
                <a:lnTo>
                  <a:pt x="12027" y="5044"/>
                </a:lnTo>
                <a:lnTo>
                  <a:pt x="10863" y="5044"/>
                </a:lnTo>
                <a:lnTo>
                  <a:pt x="10863" y="3880"/>
                </a:lnTo>
                <a:close/>
                <a:moveTo>
                  <a:pt x="3492" y="6208"/>
                </a:moveTo>
                <a:lnTo>
                  <a:pt x="3492" y="7372"/>
                </a:lnTo>
                <a:lnTo>
                  <a:pt x="2328" y="7372"/>
                </a:lnTo>
                <a:lnTo>
                  <a:pt x="2328" y="6208"/>
                </a:lnTo>
                <a:close/>
                <a:moveTo>
                  <a:pt x="12027" y="6208"/>
                </a:moveTo>
                <a:lnTo>
                  <a:pt x="12027" y="7372"/>
                </a:lnTo>
                <a:lnTo>
                  <a:pt x="10863" y="7372"/>
                </a:lnTo>
                <a:lnTo>
                  <a:pt x="10863" y="6208"/>
                </a:lnTo>
                <a:close/>
                <a:moveTo>
                  <a:pt x="6595" y="3105"/>
                </a:moveTo>
                <a:lnTo>
                  <a:pt x="6596" y="8147"/>
                </a:lnTo>
                <a:lnTo>
                  <a:pt x="4267" y="8147"/>
                </a:lnTo>
                <a:lnTo>
                  <a:pt x="4267" y="3105"/>
                </a:lnTo>
                <a:close/>
                <a:moveTo>
                  <a:pt x="9699" y="3105"/>
                </a:moveTo>
                <a:lnTo>
                  <a:pt x="9699" y="8147"/>
                </a:lnTo>
                <a:lnTo>
                  <a:pt x="7371" y="8147"/>
                </a:lnTo>
                <a:lnTo>
                  <a:pt x="7371" y="3105"/>
                </a:lnTo>
                <a:close/>
                <a:moveTo>
                  <a:pt x="3492" y="8147"/>
                </a:moveTo>
                <a:lnTo>
                  <a:pt x="3492" y="9310"/>
                </a:lnTo>
                <a:lnTo>
                  <a:pt x="2328" y="9310"/>
                </a:lnTo>
                <a:lnTo>
                  <a:pt x="2328" y="8147"/>
                </a:lnTo>
                <a:close/>
                <a:moveTo>
                  <a:pt x="12027" y="8147"/>
                </a:moveTo>
                <a:lnTo>
                  <a:pt x="12027" y="9310"/>
                </a:lnTo>
                <a:lnTo>
                  <a:pt x="10863" y="9310"/>
                </a:lnTo>
                <a:lnTo>
                  <a:pt x="10863" y="8147"/>
                </a:lnTo>
                <a:close/>
                <a:moveTo>
                  <a:pt x="0" y="0"/>
                </a:moveTo>
                <a:lnTo>
                  <a:pt x="0" y="11251"/>
                </a:lnTo>
                <a:lnTo>
                  <a:pt x="13966" y="11251"/>
                </a:lnTo>
                <a:lnTo>
                  <a:pt x="1396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60"/>
          <p:cNvSpPr/>
          <p:nvPr/>
        </p:nvSpPr>
        <p:spPr>
          <a:xfrm>
            <a:off x="4052170" y="2739562"/>
            <a:ext cx="219758" cy="376682"/>
          </a:xfrm>
          <a:custGeom>
            <a:avLst/>
            <a:gdLst/>
            <a:ahLst/>
            <a:cxnLst/>
            <a:rect l="l" t="t" r="r" b="b"/>
            <a:pathLst>
              <a:path w="8149" h="13968" extrusionOk="0">
                <a:moveTo>
                  <a:pt x="5821" y="1166"/>
                </a:moveTo>
                <a:lnTo>
                  <a:pt x="5821" y="1941"/>
                </a:lnTo>
                <a:lnTo>
                  <a:pt x="2716" y="1941"/>
                </a:lnTo>
                <a:lnTo>
                  <a:pt x="2716" y="1166"/>
                </a:lnTo>
                <a:close/>
                <a:moveTo>
                  <a:pt x="4198" y="6004"/>
                </a:moveTo>
                <a:cubicBezTo>
                  <a:pt x="4468" y="6004"/>
                  <a:pt x="4734" y="6110"/>
                  <a:pt x="4933" y="6309"/>
                </a:cubicBezTo>
                <a:cubicBezTo>
                  <a:pt x="5231" y="6606"/>
                  <a:pt x="5319" y="7053"/>
                  <a:pt x="5158" y="7441"/>
                </a:cubicBezTo>
                <a:cubicBezTo>
                  <a:pt x="4998" y="7828"/>
                  <a:pt x="4619" y="8081"/>
                  <a:pt x="4198" y="8081"/>
                </a:cubicBezTo>
                <a:cubicBezTo>
                  <a:pt x="3626" y="8081"/>
                  <a:pt x="3160" y="7617"/>
                  <a:pt x="3160" y="7043"/>
                </a:cubicBezTo>
                <a:cubicBezTo>
                  <a:pt x="3160" y="6622"/>
                  <a:pt x="3413" y="6244"/>
                  <a:pt x="3802" y="6083"/>
                </a:cubicBezTo>
                <a:cubicBezTo>
                  <a:pt x="3930" y="6030"/>
                  <a:pt x="4064" y="6004"/>
                  <a:pt x="4198" y="6004"/>
                </a:cubicBezTo>
                <a:close/>
                <a:moveTo>
                  <a:pt x="1552" y="0"/>
                </a:moveTo>
                <a:lnTo>
                  <a:pt x="1552" y="3105"/>
                </a:lnTo>
                <a:lnTo>
                  <a:pt x="2716" y="3105"/>
                </a:lnTo>
                <a:lnTo>
                  <a:pt x="2716" y="4268"/>
                </a:lnTo>
                <a:lnTo>
                  <a:pt x="1" y="4268"/>
                </a:lnTo>
                <a:lnTo>
                  <a:pt x="1" y="9699"/>
                </a:lnTo>
                <a:lnTo>
                  <a:pt x="2430" y="9699"/>
                </a:lnTo>
                <a:lnTo>
                  <a:pt x="424" y="13968"/>
                </a:lnTo>
                <a:lnTo>
                  <a:pt x="1541" y="13968"/>
                </a:lnTo>
                <a:lnTo>
                  <a:pt x="3493" y="9815"/>
                </a:lnTo>
                <a:lnTo>
                  <a:pt x="3493" y="13968"/>
                </a:lnTo>
                <a:lnTo>
                  <a:pt x="4657" y="13968"/>
                </a:lnTo>
                <a:lnTo>
                  <a:pt x="4657" y="9815"/>
                </a:lnTo>
                <a:lnTo>
                  <a:pt x="6609" y="13968"/>
                </a:lnTo>
                <a:lnTo>
                  <a:pt x="7725" y="13968"/>
                </a:lnTo>
                <a:lnTo>
                  <a:pt x="5719" y="9701"/>
                </a:lnTo>
                <a:lnTo>
                  <a:pt x="8148" y="9701"/>
                </a:lnTo>
                <a:lnTo>
                  <a:pt x="8148" y="4268"/>
                </a:lnTo>
                <a:lnTo>
                  <a:pt x="5821" y="4268"/>
                </a:lnTo>
                <a:lnTo>
                  <a:pt x="5821" y="3105"/>
                </a:lnTo>
                <a:lnTo>
                  <a:pt x="6596" y="3105"/>
                </a:lnTo>
                <a:lnTo>
                  <a:pt x="65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60"/>
          <p:cNvSpPr/>
          <p:nvPr/>
        </p:nvSpPr>
        <p:spPr>
          <a:xfrm>
            <a:off x="4785982" y="2776209"/>
            <a:ext cx="376655" cy="303411"/>
          </a:xfrm>
          <a:custGeom>
            <a:avLst/>
            <a:gdLst/>
            <a:ahLst/>
            <a:cxnLst/>
            <a:rect l="l" t="t" r="r" b="b"/>
            <a:pathLst>
              <a:path w="13967" h="11251" extrusionOk="0">
                <a:moveTo>
                  <a:pt x="3104" y="1939"/>
                </a:moveTo>
                <a:lnTo>
                  <a:pt x="3104" y="3103"/>
                </a:lnTo>
                <a:lnTo>
                  <a:pt x="1940" y="3103"/>
                </a:lnTo>
                <a:lnTo>
                  <a:pt x="1940" y="1939"/>
                </a:lnTo>
                <a:close/>
                <a:moveTo>
                  <a:pt x="12028" y="1939"/>
                </a:moveTo>
                <a:lnTo>
                  <a:pt x="12028" y="3103"/>
                </a:lnTo>
                <a:lnTo>
                  <a:pt x="10864" y="3103"/>
                </a:lnTo>
                <a:lnTo>
                  <a:pt x="10864" y="1939"/>
                </a:lnTo>
                <a:close/>
                <a:moveTo>
                  <a:pt x="3104" y="4267"/>
                </a:moveTo>
                <a:lnTo>
                  <a:pt x="3104" y="5431"/>
                </a:lnTo>
                <a:lnTo>
                  <a:pt x="1940" y="5431"/>
                </a:lnTo>
                <a:lnTo>
                  <a:pt x="1940" y="4267"/>
                </a:lnTo>
                <a:close/>
                <a:moveTo>
                  <a:pt x="12028" y="4267"/>
                </a:moveTo>
                <a:lnTo>
                  <a:pt x="12028" y="5431"/>
                </a:lnTo>
                <a:lnTo>
                  <a:pt x="10864" y="5431"/>
                </a:lnTo>
                <a:lnTo>
                  <a:pt x="10864" y="4267"/>
                </a:lnTo>
                <a:close/>
                <a:moveTo>
                  <a:pt x="3104" y="6208"/>
                </a:moveTo>
                <a:lnTo>
                  <a:pt x="3104" y="7372"/>
                </a:lnTo>
                <a:lnTo>
                  <a:pt x="1940" y="7372"/>
                </a:lnTo>
                <a:lnTo>
                  <a:pt x="1940" y="6208"/>
                </a:lnTo>
                <a:close/>
                <a:moveTo>
                  <a:pt x="12028" y="6208"/>
                </a:moveTo>
                <a:lnTo>
                  <a:pt x="12028" y="7372"/>
                </a:lnTo>
                <a:lnTo>
                  <a:pt x="10864" y="7372"/>
                </a:lnTo>
                <a:lnTo>
                  <a:pt x="10864" y="6208"/>
                </a:lnTo>
                <a:close/>
                <a:moveTo>
                  <a:pt x="4657" y="2902"/>
                </a:moveTo>
                <a:lnTo>
                  <a:pt x="9500" y="5671"/>
                </a:lnTo>
                <a:lnTo>
                  <a:pt x="4657" y="8439"/>
                </a:lnTo>
                <a:lnTo>
                  <a:pt x="4657" y="2902"/>
                </a:lnTo>
                <a:close/>
                <a:moveTo>
                  <a:pt x="3104" y="8147"/>
                </a:moveTo>
                <a:lnTo>
                  <a:pt x="3104" y="9310"/>
                </a:lnTo>
                <a:lnTo>
                  <a:pt x="1940" y="9310"/>
                </a:lnTo>
                <a:lnTo>
                  <a:pt x="1940" y="8147"/>
                </a:lnTo>
                <a:close/>
                <a:moveTo>
                  <a:pt x="12028" y="8147"/>
                </a:moveTo>
                <a:lnTo>
                  <a:pt x="12028" y="9310"/>
                </a:lnTo>
                <a:lnTo>
                  <a:pt x="10864" y="9310"/>
                </a:lnTo>
                <a:lnTo>
                  <a:pt x="10864" y="8147"/>
                </a:lnTo>
                <a:close/>
                <a:moveTo>
                  <a:pt x="1" y="0"/>
                </a:moveTo>
                <a:lnTo>
                  <a:pt x="1" y="11251"/>
                </a:lnTo>
                <a:lnTo>
                  <a:pt x="13967" y="11251"/>
                </a:lnTo>
                <a:lnTo>
                  <a:pt x="1396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0" name="Google Shape;960;p60"/>
          <p:cNvGrpSpPr/>
          <p:nvPr/>
        </p:nvGrpSpPr>
        <p:grpSpPr>
          <a:xfrm>
            <a:off x="5647430" y="2739555"/>
            <a:ext cx="290710" cy="376790"/>
            <a:chOff x="4806050" y="2679700"/>
            <a:chExt cx="269500" cy="349300"/>
          </a:xfrm>
        </p:grpSpPr>
        <p:sp>
          <p:nvSpPr>
            <p:cNvPr id="961" name="Google Shape;961;p60"/>
            <p:cNvSpPr/>
            <p:nvPr/>
          </p:nvSpPr>
          <p:spPr>
            <a:xfrm>
              <a:off x="4806050" y="2679700"/>
              <a:ext cx="269500" cy="145600"/>
            </a:xfrm>
            <a:custGeom>
              <a:avLst/>
              <a:gdLst/>
              <a:ahLst/>
              <a:cxnLst/>
              <a:rect l="l" t="t" r="r" b="b"/>
              <a:pathLst>
                <a:path w="10780" h="5824" extrusionOk="0">
                  <a:moveTo>
                    <a:pt x="6661" y="2541"/>
                  </a:moveTo>
                  <a:cubicBezTo>
                    <a:pt x="6903" y="2541"/>
                    <a:pt x="7136" y="2730"/>
                    <a:pt x="7136" y="3015"/>
                  </a:cubicBezTo>
                  <a:cubicBezTo>
                    <a:pt x="7136" y="3275"/>
                    <a:pt x="6925" y="3487"/>
                    <a:pt x="6664" y="3487"/>
                  </a:cubicBezTo>
                  <a:cubicBezTo>
                    <a:pt x="6244" y="3487"/>
                    <a:pt x="6032" y="2978"/>
                    <a:pt x="6330" y="2681"/>
                  </a:cubicBezTo>
                  <a:cubicBezTo>
                    <a:pt x="6427" y="2584"/>
                    <a:pt x="6545" y="2541"/>
                    <a:pt x="6661" y="2541"/>
                  </a:cubicBezTo>
                  <a:close/>
                  <a:moveTo>
                    <a:pt x="2883" y="3171"/>
                  </a:moveTo>
                  <a:cubicBezTo>
                    <a:pt x="3126" y="3171"/>
                    <a:pt x="3359" y="3359"/>
                    <a:pt x="3359" y="3644"/>
                  </a:cubicBezTo>
                  <a:cubicBezTo>
                    <a:pt x="3359" y="3905"/>
                    <a:pt x="3148" y="4116"/>
                    <a:pt x="2886" y="4116"/>
                  </a:cubicBezTo>
                  <a:cubicBezTo>
                    <a:pt x="2465" y="4116"/>
                    <a:pt x="2256" y="3607"/>
                    <a:pt x="2552" y="3310"/>
                  </a:cubicBezTo>
                  <a:cubicBezTo>
                    <a:pt x="2648" y="3214"/>
                    <a:pt x="2767" y="3171"/>
                    <a:pt x="2883" y="3171"/>
                  </a:cubicBezTo>
                  <a:close/>
                  <a:moveTo>
                    <a:pt x="5087" y="4116"/>
                  </a:moveTo>
                  <a:cubicBezTo>
                    <a:pt x="5330" y="4116"/>
                    <a:pt x="5563" y="4304"/>
                    <a:pt x="5563" y="4589"/>
                  </a:cubicBezTo>
                  <a:cubicBezTo>
                    <a:pt x="5563" y="4849"/>
                    <a:pt x="5351" y="5060"/>
                    <a:pt x="5090" y="5060"/>
                  </a:cubicBezTo>
                  <a:cubicBezTo>
                    <a:pt x="4669" y="5060"/>
                    <a:pt x="4459" y="4552"/>
                    <a:pt x="4756" y="4255"/>
                  </a:cubicBezTo>
                  <a:cubicBezTo>
                    <a:pt x="4852" y="4159"/>
                    <a:pt x="4970" y="4116"/>
                    <a:pt x="5087" y="4116"/>
                  </a:cubicBezTo>
                  <a:close/>
                  <a:moveTo>
                    <a:pt x="4410" y="0"/>
                  </a:moveTo>
                  <a:cubicBezTo>
                    <a:pt x="3532" y="0"/>
                    <a:pt x="2675" y="491"/>
                    <a:pt x="2272" y="1369"/>
                  </a:cubicBezTo>
                  <a:cubicBezTo>
                    <a:pt x="928" y="1559"/>
                    <a:pt x="74" y="2903"/>
                    <a:pt x="472" y="4200"/>
                  </a:cubicBezTo>
                  <a:cubicBezTo>
                    <a:pt x="111" y="4660"/>
                    <a:pt x="0" y="5267"/>
                    <a:pt x="174" y="5824"/>
                  </a:cubicBezTo>
                  <a:lnTo>
                    <a:pt x="10114" y="5824"/>
                  </a:lnTo>
                  <a:cubicBezTo>
                    <a:pt x="10779" y="4654"/>
                    <a:pt x="10252" y="3166"/>
                    <a:pt x="8997" y="2678"/>
                  </a:cubicBezTo>
                  <a:cubicBezTo>
                    <a:pt x="8948" y="1456"/>
                    <a:pt x="7935" y="561"/>
                    <a:pt x="6796" y="561"/>
                  </a:cubicBezTo>
                  <a:cubicBezTo>
                    <a:pt x="6554" y="561"/>
                    <a:pt x="6307" y="601"/>
                    <a:pt x="6063" y="687"/>
                  </a:cubicBezTo>
                  <a:cubicBezTo>
                    <a:pt x="6004" y="626"/>
                    <a:pt x="5940" y="570"/>
                    <a:pt x="5873" y="516"/>
                  </a:cubicBezTo>
                  <a:cubicBezTo>
                    <a:pt x="5435" y="166"/>
                    <a:pt x="4919" y="0"/>
                    <a:pt x="44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60"/>
            <p:cNvSpPr/>
            <p:nvPr/>
          </p:nvSpPr>
          <p:spPr>
            <a:xfrm>
              <a:off x="4825375" y="2854375"/>
              <a:ext cx="72300" cy="174625"/>
            </a:xfrm>
            <a:custGeom>
              <a:avLst/>
              <a:gdLst/>
              <a:ahLst/>
              <a:cxnLst/>
              <a:rect l="l" t="t" r="r" b="b"/>
              <a:pathLst>
                <a:path w="2892" h="6985" extrusionOk="0">
                  <a:moveTo>
                    <a:pt x="1" y="1"/>
                  </a:moveTo>
                  <a:lnTo>
                    <a:pt x="925" y="6985"/>
                  </a:lnTo>
                  <a:lnTo>
                    <a:pt x="2891" y="6985"/>
                  </a:lnTo>
                  <a:lnTo>
                    <a:pt x="23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60"/>
            <p:cNvSpPr/>
            <p:nvPr/>
          </p:nvSpPr>
          <p:spPr>
            <a:xfrm>
              <a:off x="4976575" y="2854375"/>
              <a:ext cx="72500" cy="174625"/>
            </a:xfrm>
            <a:custGeom>
              <a:avLst/>
              <a:gdLst/>
              <a:ahLst/>
              <a:cxnLst/>
              <a:rect l="l" t="t" r="r" b="b"/>
              <a:pathLst>
                <a:path w="2900" h="6985" extrusionOk="0">
                  <a:moveTo>
                    <a:pt x="561" y="1"/>
                  </a:moveTo>
                  <a:lnTo>
                    <a:pt x="1" y="6985"/>
                  </a:lnTo>
                  <a:lnTo>
                    <a:pt x="1978" y="6985"/>
                  </a:lnTo>
                  <a:lnTo>
                    <a:pt x="29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60"/>
            <p:cNvSpPr/>
            <p:nvPr/>
          </p:nvSpPr>
          <p:spPr>
            <a:xfrm>
              <a:off x="4908450" y="2854375"/>
              <a:ext cx="57325" cy="174625"/>
            </a:xfrm>
            <a:custGeom>
              <a:avLst/>
              <a:gdLst/>
              <a:ahLst/>
              <a:cxnLst/>
              <a:rect l="l" t="t" r="r" b="b"/>
              <a:pathLst>
                <a:path w="2293" h="6985" extrusionOk="0">
                  <a:moveTo>
                    <a:pt x="0" y="1"/>
                  </a:moveTo>
                  <a:lnTo>
                    <a:pt x="561" y="6985"/>
                  </a:lnTo>
                  <a:lnTo>
                    <a:pt x="1731" y="6985"/>
                  </a:lnTo>
                  <a:lnTo>
                    <a:pt x="22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5" name="Google Shape;965;p60"/>
          <p:cNvGrpSpPr/>
          <p:nvPr/>
        </p:nvGrpSpPr>
        <p:grpSpPr>
          <a:xfrm>
            <a:off x="6419483" y="2826525"/>
            <a:ext cx="376655" cy="202984"/>
            <a:chOff x="5521775" y="2760325"/>
            <a:chExt cx="349175" cy="188175"/>
          </a:xfrm>
        </p:grpSpPr>
        <p:sp>
          <p:nvSpPr>
            <p:cNvPr id="966" name="Google Shape;966;p60"/>
            <p:cNvSpPr/>
            <p:nvPr/>
          </p:nvSpPr>
          <p:spPr>
            <a:xfrm>
              <a:off x="5521775" y="2760325"/>
              <a:ext cx="349175" cy="188175"/>
            </a:xfrm>
            <a:custGeom>
              <a:avLst/>
              <a:gdLst/>
              <a:ahLst/>
              <a:cxnLst/>
              <a:rect l="l" t="t" r="r" b="b"/>
              <a:pathLst>
                <a:path w="13967" h="7527" extrusionOk="0">
                  <a:moveTo>
                    <a:pt x="4656" y="2871"/>
                  </a:moveTo>
                  <a:lnTo>
                    <a:pt x="4656" y="3647"/>
                  </a:lnTo>
                  <a:lnTo>
                    <a:pt x="2327" y="3647"/>
                  </a:lnTo>
                  <a:lnTo>
                    <a:pt x="2327" y="2871"/>
                  </a:lnTo>
                  <a:close/>
                  <a:moveTo>
                    <a:pt x="9024" y="1097"/>
                  </a:moveTo>
                  <a:cubicBezTo>
                    <a:pt x="9636" y="1097"/>
                    <a:pt x="10237" y="1335"/>
                    <a:pt x="10687" y="1785"/>
                  </a:cubicBezTo>
                  <a:cubicBezTo>
                    <a:pt x="11359" y="2459"/>
                    <a:pt x="11560" y="3469"/>
                    <a:pt x="11196" y="4348"/>
                  </a:cubicBezTo>
                  <a:cubicBezTo>
                    <a:pt x="10833" y="5226"/>
                    <a:pt x="9976" y="5800"/>
                    <a:pt x="9024" y="5800"/>
                  </a:cubicBezTo>
                  <a:cubicBezTo>
                    <a:pt x="7726" y="5799"/>
                    <a:pt x="6673" y="4746"/>
                    <a:pt x="6672" y="3448"/>
                  </a:cubicBezTo>
                  <a:cubicBezTo>
                    <a:pt x="6672" y="2498"/>
                    <a:pt x="7246" y="1640"/>
                    <a:pt x="8123" y="1276"/>
                  </a:cubicBezTo>
                  <a:cubicBezTo>
                    <a:pt x="8415" y="1155"/>
                    <a:pt x="8721" y="1097"/>
                    <a:pt x="9024" y="1097"/>
                  </a:cubicBezTo>
                  <a:close/>
                  <a:moveTo>
                    <a:pt x="9156" y="0"/>
                  </a:moveTo>
                  <a:cubicBezTo>
                    <a:pt x="8334" y="0"/>
                    <a:pt x="7511" y="311"/>
                    <a:pt x="6878" y="932"/>
                  </a:cubicBezTo>
                  <a:lnTo>
                    <a:pt x="0" y="932"/>
                  </a:lnTo>
                  <a:lnTo>
                    <a:pt x="0" y="5586"/>
                  </a:lnTo>
                  <a:lnTo>
                    <a:pt x="775" y="5586"/>
                  </a:lnTo>
                  <a:lnTo>
                    <a:pt x="775" y="7527"/>
                  </a:lnTo>
                  <a:lnTo>
                    <a:pt x="3103" y="7527"/>
                  </a:lnTo>
                  <a:lnTo>
                    <a:pt x="3103" y="5586"/>
                  </a:lnTo>
                  <a:lnTo>
                    <a:pt x="6722" y="5586"/>
                  </a:lnTo>
                  <a:cubicBezTo>
                    <a:pt x="6722" y="5586"/>
                    <a:pt x="8129" y="6740"/>
                    <a:pt x="9024" y="6740"/>
                  </a:cubicBezTo>
                  <a:cubicBezTo>
                    <a:pt x="9529" y="6740"/>
                    <a:pt x="10007" y="6626"/>
                    <a:pt x="10474" y="6422"/>
                  </a:cubicBezTo>
                  <a:lnTo>
                    <a:pt x="10474" y="7527"/>
                  </a:lnTo>
                  <a:lnTo>
                    <a:pt x="12802" y="7527"/>
                  </a:lnTo>
                  <a:lnTo>
                    <a:pt x="12802" y="5586"/>
                  </a:lnTo>
                  <a:lnTo>
                    <a:pt x="13966" y="5586"/>
                  </a:lnTo>
                  <a:lnTo>
                    <a:pt x="13966" y="932"/>
                  </a:lnTo>
                  <a:lnTo>
                    <a:pt x="11434" y="932"/>
                  </a:lnTo>
                  <a:cubicBezTo>
                    <a:pt x="10802" y="311"/>
                    <a:pt x="9979" y="0"/>
                    <a:pt x="91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60"/>
            <p:cNvSpPr/>
            <p:nvPr/>
          </p:nvSpPr>
          <p:spPr>
            <a:xfrm>
              <a:off x="5709300" y="2811225"/>
              <a:ext cx="73375" cy="70575"/>
            </a:xfrm>
            <a:custGeom>
              <a:avLst/>
              <a:gdLst/>
              <a:ahLst/>
              <a:cxnLst/>
              <a:rect l="l" t="t" r="r" b="b"/>
              <a:pathLst>
                <a:path w="2935" h="2823" extrusionOk="0">
                  <a:moveTo>
                    <a:pt x="1524" y="0"/>
                  </a:moveTo>
                  <a:cubicBezTo>
                    <a:pt x="1157" y="0"/>
                    <a:pt x="796" y="144"/>
                    <a:pt x="525" y="414"/>
                  </a:cubicBezTo>
                  <a:cubicBezTo>
                    <a:pt x="122" y="817"/>
                    <a:pt x="1" y="1425"/>
                    <a:pt x="219" y="1951"/>
                  </a:cubicBezTo>
                  <a:cubicBezTo>
                    <a:pt x="439" y="2479"/>
                    <a:pt x="952" y="2823"/>
                    <a:pt x="1523" y="2823"/>
                  </a:cubicBezTo>
                  <a:cubicBezTo>
                    <a:pt x="2303" y="2821"/>
                    <a:pt x="2933" y="2191"/>
                    <a:pt x="2934" y="1412"/>
                  </a:cubicBezTo>
                  <a:cubicBezTo>
                    <a:pt x="2934" y="841"/>
                    <a:pt x="2590" y="326"/>
                    <a:pt x="2062" y="107"/>
                  </a:cubicBezTo>
                  <a:cubicBezTo>
                    <a:pt x="1888" y="35"/>
                    <a:pt x="1706" y="0"/>
                    <a:pt x="15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8" name="Google Shape;968;p60"/>
          <p:cNvSpPr/>
          <p:nvPr/>
        </p:nvSpPr>
        <p:spPr>
          <a:xfrm>
            <a:off x="7319755" y="2739562"/>
            <a:ext cx="198804" cy="376682"/>
          </a:xfrm>
          <a:custGeom>
            <a:avLst/>
            <a:gdLst/>
            <a:ahLst/>
            <a:cxnLst/>
            <a:rect l="l" t="t" r="r" b="b"/>
            <a:pathLst>
              <a:path w="7372" h="13968" extrusionOk="0">
                <a:moveTo>
                  <a:pt x="3104" y="2717"/>
                </a:moveTo>
                <a:lnTo>
                  <a:pt x="3104" y="3881"/>
                </a:lnTo>
                <a:lnTo>
                  <a:pt x="1940" y="3881"/>
                </a:lnTo>
                <a:lnTo>
                  <a:pt x="1940" y="2717"/>
                </a:lnTo>
                <a:close/>
                <a:moveTo>
                  <a:pt x="5431" y="2717"/>
                </a:moveTo>
                <a:lnTo>
                  <a:pt x="5431" y="3881"/>
                </a:lnTo>
                <a:lnTo>
                  <a:pt x="4267" y="3881"/>
                </a:lnTo>
                <a:lnTo>
                  <a:pt x="4267" y="2717"/>
                </a:lnTo>
                <a:close/>
                <a:moveTo>
                  <a:pt x="3104" y="5432"/>
                </a:moveTo>
                <a:lnTo>
                  <a:pt x="3104" y="6596"/>
                </a:lnTo>
                <a:lnTo>
                  <a:pt x="1940" y="6596"/>
                </a:lnTo>
                <a:lnTo>
                  <a:pt x="1940" y="5432"/>
                </a:lnTo>
                <a:close/>
                <a:moveTo>
                  <a:pt x="5431" y="5432"/>
                </a:moveTo>
                <a:lnTo>
                  <a:pt x="5431" y="6596"/>
                </a:lnTo>
                <a:lnTo>
                  <a:pt x="4267" y="6596"/>
                </a:lnTo>
                <a:lnTo>
                  <a:pt x="4267" y="5432"/>
                </a:lnTo>
                <a:close/>
                <a:moveTo>
                  <a:pt x="3697" y="7646"/>
                </a:moveTo>
                <a:cubicBezTo>
                  <a:pt x="3697" y="7646"/>
                  <a:pt x="3698" y="7646"/>
                  <a:pt x="3699" y="7646"/>
                </a:cubicBezTo>
                <a:cubicBezTo>
                  <a:pt x="4429" y="7646"/>
                  <a:pt x="5089" y="8086"/>
                  <a:pt x="5368" y="8761"/>
                </a:cubicBezTo>
                <a:cubicBezTo>
                  <a:pt x="5647" y="9436"/>
                  <a:pt x="5492" y="10213"/>
                  <a:pt x="4976" y="10729"/>
                </a:cubicBezTo>
                <a:cubicBezTo>
                  <a:pt x="4631" y="11075"/>
                  <a:pt x="4169" y="11259"/>
                  <a:pt x="3699" y="11259"/>
                </a:cubicBezTo>
                <a:cubicBezTo>
                  <a:pt x="3466" y="11259"/>
                  <a:pt x="3231" y="11214"/>
                  <a:pt x="3008" y="11121"/>
                </a:cubicBezTo>
                <a:cubicBezTo>
                  <a:pt x="2333" y="10842"/>
                  <a:pt x="1892" y="10182"/>
                  <a:pt x="1892" y="9452"/>
                </a:cubicBezTo>
                <a:cubicBezTo>
                  <a:pt x="1892" y="8455"/>
                  <a:pt x="2700" y="7646"/>
                  <a:pt x="3697" y="7646"/>
                </a:cubicBezTo>
                <a:close/>
                <a:moveTo>
                  <a:pt x="1" y="0"/>
                </a:moveTo>
                <a:lnTo>
                  <a:pt x="1" y="13968"/>
                </a:lnTo>
                <a:lnTo>
                  <a:pt x="7372" y="13968"/>
                </a:lnTo>
                <a:lnTo>
                  <a:pt x="73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60"/>
          <p:cNvSpPr/>
          <p:nvPr/>
        </p:nvSpPr>
        <p:spPr>
          <a:xfrm>
            <a:off x="720000" y="3374301"/>
            <a:ext cx="376682" cy="303411"/>
          </a:xfrm>
          <a:custGeom>
            <a:avLst/>
            <a:gdLst/>
            <a:ahLst/>
            <a:cxnLst/>
            <a:rect l="l" t="t" r="r" b="b"/>
            <a:pathLst>
              <a:path w="13968" h="11251" extrusionOk="0">
                <a:moveTo>
                  <a:pt x="3104" y="1939"/>
                </a:moveTo>
                <a:lnTo>
                  <a:pt x="3104" y="3103"/>
                </a:lnTo>
                <a:lnTo>
                  <a:pt x="1940" y="3103"/>
                </a:lnTo>
                <a:lnTo>
                  <a:pt x="1940" y="1939"/>
                </a:lnTo>
                <a:close/>
                <a:moveTo>
                  <a:pt x="12026" y="1939"/>
                </a:moveTo>
                <a:lnTo>
                  <a:pt x="12026" y="3103"/>
                </a:lnTo>
                <a:lnTo>
                  <a:pt x="10863" y="3103"/>
                </a:lnTo>
                <a:lnTo>
                  <a:pt x="10863" y="1939"/>
                </a:lnTo>
                <a:close/>
                <a:moveTo>
                  <a:pt x="3104" y="3879"/>
                </a:moveTo>
                <a:lnTo>
                  <a:pt x="3104" y="5043"/>
                </a:lnTo>
                <a:lnTo>
                  <a:pt x="1940" y="5043"/>
                </a:lnTo>
                <a:lnTo>
                  <a:pt x="1940" y="3879"/>
                </a:lnTo>
                <a:close/>
                <a:moveTo>
                  <a:pt x="12027" y="3879"/>
                </a:moveTo>
                <a:lnTo>
                  <a:pt x="12027" y="5043"/>
                </a:lnTo>
                <a:lnTo>
                  <a:pt x="10863" y="5043"/>
                </a:lnTo>
                <a:lnTo>
                  <a:pt x="10863" y="3879"/>
                </a:lnTo>
                <a:close/>
                <a:moveTo>
                  <a:pt x="3104" y="5818"/>
                </a:moveTo>
                <a:lnTo>
                  <a:pt x="3104" y="6982"/>
                </a:lnTo>
                <a:lnTo>
                  <a:pt x="1940" y="6982"/>
                </a:lnTo>
                <a:lnTo>
                  <a:pt x="1940" y="5818"/>
                </a:lnTo>
                <a:close/>
                <a:moveTo>
                  <a:pt x="12026" y="5818"/>
                </a:moveTo>
                <a:lnTo>
                  <a:pt x="12026" y="6982"/>
                </a:lnTo>
                <a:lnTo>
                  <a:pt x="10863" y="6982"/>
                </a:lnTo>
                <a:lnTo>
                  <a:pt x="10863" y="5818"/>
                </a:lnTo>
                <a:close/>
                <a:moveTo>
                  <a:pt x="9699" y="3219"/>
                </a:moveTo>
                <a:lnTo>
                  <a:pt x="9699" y="7653"/>
                </a:lnTo>
                <a:lnTo>
                  <a:pt x="7759" y="6544"/>
                </a:lnTo>
                <a:lnTo>
                  <a:pt x="7759" y="7699"/>
                </a:lnTo>
                <a:lnTo>
                  <a:pt x="4203" y="5481"/>
                </a:lnTo>
                <a:lnTo>
                  <a:pt x="7759" y="3265"/>
                </a:lnTo>
                <a:lnTo>
                  <a:pt x="7759" y="4328"/>
                </a:lnTo>
                <a:lnTo>
                  <a:pt x="9699" y="3219"/>
                </a:lnTo>
                <a:close/>
                <a:moveTo>
                  <a:pt x="3104" y="7759"/>
                </a:moveTo>
                <a:lnTo>
                  <a:pt x="3104" y="8923"/>
                </a:lnTo>
                <a:lnTo>
                  <a:pt x="1940" y="8923"/>
                </a:lnTo>
                <a:lnTo>
                  <a:pt x="1940" y="7759"/>
                </a:lnTo>
                <a:close/>
                <a:moveTo>
                  <a:pt x="12026" y="7759"/>
                </a:moveTo>
                <a:lnTo>
                  <a:pt x="12026" y="8923"/>
                </a:lnTo>
                <a:lnTo>
                  <a:pt x="10863" y="8923"/>
                </a:lnTo>
                <a:lnTo>
                  <a:pt x="10863" y="7759"/>
                </a:lnTo>
                <a:close/>
                <a:moveTo>
                  <a:pt x="0" y="0"/>
                </a:moveTo>
                <a:lnTo>
                  <a:pt x="0" y="11251"/>
                </a:lnTo>
                <a:lnTo>
                  <a:pt x="13968" y="11251"/>
                </a:lnTo>
                <a:lnTo>
                  <a:pt x="139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60"/>
          <p:cNvSpPr/>
          <p:nvPr/>
        </p:nvSpPr>
        <p:spPr>
          <a:xfrm>
            <a:off x="1540132" y="3374301"/>
            <a:ext cx="366192" cy="303411"/>
          </a:xfrm>
          <a:custGeom>
            <a:avLst/>
            <a:gdLst/>
            <a:ahLst/>
            <a:cxnLst/>
            <a:rect l="l" t="t" r="r" b="b"/>
            <a:pathLst>
              <a:path w="13579" h="11251" extrusionOk="0">
                <a:moveTo>
                  <a:pt x="5431" y="2254"/>
                </a:moveTo>
                <a:lnTo>
                  <a:pt x="9445" y="4547"/>
                </a:lnTo>
                <a:lnTo>
                  <a:pt x="5431" y="6841"/>
                </a:lnTo>
                <a:lnTo>
                  <a:pt x="5431" y="2254"/>
                </a:lnTo>
                <a:close/>
                <a:moveTo>
                  <a:pt x="0" y="0"/>
                </a:moveTo>
                <a:lnTo>
                  <a:pt x="0" y="9310"/>
                </a:lnTo>
                <a:lnTo>
                  <a:pt x="5431" y="9310"/>
                </a:lnTo>
                <a:lnTo>
                  <a:pt x="5431" y="10474"/>
                </a:lnTo>
                <a:lnTo>
                  <a:pt x="3103" y="10474"/>
                </a:lnTo>
                <a:lnTo>
                  <a:pt x="3103" y="11251"/>
                </a:lnTo>
                <a:lnTo>
                  <a:pt x="10475" y="11251"/>
                </a:lnTo>
                <a:lnTo>
                  <a:pt x="10475" y="10474"/>
                </a:lnTo>
                <a:lnTo>
                  <a:pt x="8147" y="10474"/>
                </a:lnTo>
                <a:lnTo>
                  <a:pt x="8147" y="9310"/>
                </a:lnTo>
                <a:lnTo>
                  <a:pt x="13579" y="9310"/>
                </a:lnTo>
                <a:lnTo>
                  <a:pt x="1357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1" name="Google Shape;971;p60"/>
          <p:cNvGrpSpPr/>
          <p:nvPr/>
        </p:nvGrpSpPr>
        <p:grpSpPr>
          <a:xfrm>
            <a:off x="2349682" y="3374424"/>
            <a:ext cx="376709" cy="303411"/>
            <a:chOff x="1748900" y="3268250"/>
            <a:chExt cx="349225" cy="281275"/>
          </a:xfrm>
        </p:grpSpPr>
        <p:sp>
          <p:nvSpPr>
            <p:cNvPr id="972" name="Google Shape;972;p60"/>
            <p:cNvSpPr/>
            <p:nvPr/>
          </p:nvSpPr>
          <p:spPr>
            <a:xfrm>
              <a:off x="1748900" y="3268250"/>
              <a:ext cx="349225" cy="281275"/>
            </a:xfrm>
            <a:custGeom>
              <a:avLst/>
              <a:gdLst/>
              <a:ahLst/>
              <a:cxnLst/>
              <a:rect l="l" t="t" r="r" b="b"/>
              <a:pathLst>
                <a:path w="13969" h="11251" extrusionOk="0">
                  <a:moveTo>
                    <a:pt x="13192" y="1164"/>
                  </a:moveTo>
                  <a:lnTo>
                    <a:pt x="13192" y="7759"/>
                  </a:lnTo>
                  <a:lnTo>
                    <a:pt x="1165" y="7759"/>
                  </a:lnTo>
                  <a:lnTo>
                    <a:pt x="1165" y="1164"/>
                  </a:lnTo>
                  <a:close/>
                  <a:moveTo>
                    <a:pt x="1" y="0"/>
                  </a:moveTo>
                  <a:lnTo>
                    <a:pt x="1" y="9310"/>
                  </a:lnTo>
                  <a:lnTo>
                    <a:pt x="5433" y="9310"/>
                  </a:lnTo>
                  <a:lnTo>
                    <a:pt x="5433" y="10474"/>
                  </a:lnTo>
                  <a:lnTo>
                    <a:pt x="3493" y="10474"/>
                  </a:lnTo>
                  <a:lnTo>
                    <a:pt x="3493" y="11251"/>
                  </a:lnTo>
                  <a:lnTo>
                    <a:pt x="10477" y="11251"/>
                  </a:lnTo>
                  <a:lnTo>
                    <a:pt x="10477" y="10474"/>
                  </a:lnTo>
                  <a:lnTo>
                    <a:pt x="8538" y="10474"/>
                  </a:lnTo>
                  <a:lnTo>
                    <a:pt x="8538" y="9310"/>
                  </a:lnTo>
                  <a:lnTo>
                    <a:pt x="13968" y="9310"/>
                  </a:lnTo>
                  <a:lnTo>
                    <a:pt x="139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60"/>
            <p:cNvSpPr/>
            <p:nvPr/>
          </p:nvSpPr>
          <p:spPr>
            <a:xfrm>
              <a:off x="1816550" y="3316675"/>
              <a:ext cx="85975" cy="121950"/>
            </a:xfrm>
            <a:custGeom>
              <a:avLst/>
              <a:gdLst/>
              <a:ahLst/>
              <a:cxnLst/>
              <a:rect l="l" t="t" r="r" b="b"/>
              <a:pathLst>
                <a:path w="3439" h="4878" extrusionOk="0">
                  <a:moveTo>
                    <a:pt x="1786" y="0"/>
                  </a:moveTo>
                  <a:cubicBezTo>
                    <a:pt x="1776" y="0"/>
                    <a:pt x="1766" y="0"/>
                    <a:pt x="1756" y="1"/>
                  </a:cubicBezTo>
                  <a:cubicBezTo>
                    <a:pt x="1748" y="0"/>
                    <a:pt x="1741" y="0"/>
                    <a:pt x="1733" y="0"/>
                  </a:cubicBezTo>
                  <a:cubicBezTo>
                    <a:pt x="1564" y="0"/>
                    <a:pt x="1396" y="16"/>
                    <a:pt x="1229" y="47"/>
                  </a:cubicBezTo>
                  <a:cubicBezTo>
                    <a:pt x="1066" y="76"/>
                    <a:pt x="905" y="121"/>
                    <a:pt x="751" y="178"/>
                  </a:cubicBezTo>
                  <a:cubicBezTo>
                    <a:pt x="609" y="230"/>
                    <a:pt x="476" y="300"/>
                    <a:pt x="353" y="384"/>
                  </a:cubicBezTo>
                  <a:cubicBezTo>
                    <a:pt x="245" y="456"/>
                    <a:pt x="149" y="546"/>
                    <a:pt x="70" y="647"/>
                  </a:cubicBezTo>
                  <a:lnTo>
                    <a:pt x="751" y="1431"/>
                  </a:lnTo>
                  <a:cubicBezTo>
                    <a:pt x="846" y="1276"/>
                    <a:pt x="976" y="1147"/>
                    <a:pt x="1131" y="1056"/>
                  </a:cubicBezTo>
                  <a:cubicBezTo>
                    <a:pt x="1280" y="970"/>
                    <a:pt x="1448" y="924"/>
                    <a:pt x="1619" y="924"/>
                  </a:cubicBezTo>
                  <a:cubicBezTo>
                    <a:pt x="1624" y="924"/>
                    <a:pt x="1629" y="924"/>
                    <a:pt x="1634" y="924"/>
                  </a:cubicBezTo>
                  <a:cubicBezTo>
                    <a:pt x="1805" y="924"/>
                    <a:pt x="1942" y="962"/>
                    <a:pt x="2046" y="1039"/>
                  </a:cubicBezTo>
                  <a:cubicBezTo>
                    <a:pt x="2149" y="1115"/>
                    <a:pt x="2201" y="1228"/>
                    <a:pt x="2201" y="1376"/>
                  </a:cubicBezTo>
                  <a:cubicBezTo>
                    <a:pt x="2201" y="1548"/>
                    <a:pt x="2130" y="1685"/>
                    <a:pt x="1988" y="1788"/>
                  </a:cubicBezTo>
                  <a:cubicBezTo>
                    <a:pt x="1845" y="1892"/>
                    <a:pt x="1649" y="1942"/>
                    <a:pt x="1397" y="1942"/>
                  </a:cubicBezTo>
                  <a:lnTo>
                    <a:pt x="1174" y="1942"/>
                  </a:lnTo>
                  <a:lnTo>
                    <a:pt x="1174" y="2719"/>
                  </a:lnTo>
                  <a:lnTo>
                    <a:pt x="1377" y="2719"/>
                  </a:lnTo>
                  <a:cubicBezTo>
                    <a:pt x="1701" y="2719"/>
                    <a:pt x="1938" y="2771"/>
                    <a:pt x="2088" y="2874"/>
                  </a:cubicBezTo>
                  <a:cubicBezTo>
                    <a:pt x="2240" y="2978"/>
                    <a:pt x="2315" y="3131"/>
                    <a:pt x="2315" y="3333"/>
                  </a:cubicBezTo>
                  <a:cubicBezTo>
                    <a:pt x="2315" y="3706"/>
                    <a:pt x="2061" y="3893"/>
                    <a:pt x="1553" y="3893"/>
                  </a:cubicBezTo>
                  <a:cubicBezTo>
                    <a:pt x="1336" y="3893"/>
                    <a:pt x="1151" y="3861"/>
                    <a:pt x="996" y="3796"/>
                  </a:cubicBezTo>
                  <a:cubicBezTo>
                    <a:pt x="839" y="3730"/>
                    <a:pt x="697" y="3631"/>
                    <a:pt x="580" y="3508"/>
                  </a:cubicBezTo>
                  <a:lnTo>
                    <a:pt x="0" y="4278"/>
                  </a:lnTo>
                  <a:cubicBezTo>
                    <a:pt x="386" y="4678"/>
                    <a:pt x="923" y="4878"/>
                    <a:pt x="1605" y="4878"/>
                  </a:cubicBezTo>
                  <a:cubicBezTo>
                    <a:pt x="1884" y="4878"/>
                    <a:pt x="2137" y="4846"/>
                    <a:pt x="2361" y="4781"/>
                  </a:cubicBezTo>
                  <a:cubicBezTo>
                    <a:pt x="2587" y="4714"/>
                    <a:pt x="2779" y="4623"/>
                    <a:pt x="2938" y="4503"/>
                  </a:cubicBezTo>
                  <a:cubicBezTo>
                    <a:pt x="3093" y="4390"/>
                    <a:pt x="3219" y="4243"/>
                    <a:pt x="3306" y="4072"/>
                  </a:cubicBezTo>
                  <a:lnTo>
                    <a:pt x="3307" y="4071"/>
                  </a:lnTo>
                  <a:cubicBezTo>
                    <a:pt x="3395" y="3894"/>
                    <a:pt x="3439" y="3698"/>
                    <a:pt x="3436" y="3501"/>
                  </a:cubicBezTo>
                  <a:cubicBezTo>
                    <a:pt x="3437" y="3351"/>
                    <a:pt x="3414" y="3202"/>
                    <a:pt x="3368" y="3059"/>
                  </a:cubicBezTo>
                  <a:cubicBezTo>
                    <a:pt x="3326" y="2927"/>
                    <a:pt x="3261" y="2804"/>
                    <a:pt x="3175" y="2694"/>
                  </a:cubicBezTo>
                  <a:cubicBezTo>
                    <a:pt x="3093" y="2589"/>
                    <a:pt x="2990" y="2500"/>
                    <a:pt x="2875" y="2431"/>
                  </a:cubicBezTo>
                  <a:cubicBezTo>
                    <a:pt x="2756" y="2362"/>
                    <a:pt x="2626" y="2313"/>
                    <a:pt x="2492" y="2287"/>
                  </a:cubicBezTo>
                  <a:cubicBezTo>
                    <a:pt x="2614" y="2265"/>
                    <a:pt x="2732" y="2221"/>
                    <a:pt x="2839" y="2155"/>
                  </a:cubicBezTo>
                  <a:cubicBezTo>
                    <a:pt x="2944" y="2090"/>
                    <a:pt x="3037" y="2007"/>
                    <a:pt x="3112" y="1909"/>
                  </a:cubicBezTo>
                  <a:cubicBezTo>
                    <a:pt x="3188" y="1809"/>
                    <a:pt x="3249" y="1698"/>
                    <a:pt x="3291" y="1578"/>
                  </a:cubicBezTo>
                  <a:cubicBezTo>
                    <a:pt x="3333" y="1455"/>
                    <a:pt x="3355" y="1325"/>
                    <a:pt x="3355" y="1193"/>
                  </a:cubicBezTo>
                  <a:cubicBezTo>
                    <a:pt x="3356" y="1024"/>
                    <a:pt x="3317" y="857"/>
                    <a:pt x="3239" y="705"/>
                  </a:cubicBezTo>
                  <a:cubicBezTo>
                    <a:pt x="3161" y="556"/>
                    <a:pt x="3051" y="427"/>
                    <a:pt x="2915" y="327"/>
                  </a:cubicBezTo>
                  <a:cubicBezTo>
                    <a:pt x="2763" y="215"/>
                    <a:pt x="2593" y="132"/>
                    <a:pt x="2409" y="84"/>
                  </a:cubicBezTo>
                  <a:cubicBezTo>
                    <a:pt x="2206" y="29"/>
                    <a:pt x="1997" y="0"/>
                    <a:pt x="17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60"/>
            <p:cNvSpPr/>
            <p:nvPr/>
          </p:nvSpPr>
          <p:spPr>
            <a:xfrm>
              <a:off x="1923500" y="3326425"/>
              <a:ext cx="101575" cy="116425"/>
            </a:xfrm>
            <a:custGeom>
              <a:avLst/>
              <a:gdLst/>
              <a:ahLst/>
              <a:cxnLst/>
              <a:rect l="l" t="t" r="r" b="b"/>
              <a:pathLst>
                <a:path w="4063" h="4657" extrusionOk="0">
                  <a:moveTo>
                    <a:pt x="1838" y="776"/>
                  </a:moveTo>
                  <a:cubicBezTo>
                    <a:pt x="2004" y="776"/>
                    <a:pt x="2170" y="809"/>
                    <a:pt x="2324" y="873"/>
                  </a:cubicBezTo>
                  <a:cubicBezTo>
                    <a:pt x="2472" y="935"/>
                    <a:pt x="2600" y="1029"/>
                    <a:pt x="2705" y="1149"/>
                  </a:cubicBezTo>
                  <a:cubicBezTo>
                    <a:pt x="2810" y="1275"/>
                    <a:pt x="2890" y="1421"/>
                    <a:pt x="2939" y="1577"/>
                  </a:cubicBezTo>
                  <a:cubicBezTo>
                    <a:pt x="2995" y="1756"/>
                    <a:pt x="3021" y="1941"/>
                    <a:pt x="3020" y="2128"/>
                  </a:cubicBezTo>
                  <a:cubicBezTo>
                    <a:pt x="3021" y="2311"/>
                    <a:pt x="2995" y="2495"/>
                    <a:pt x="2939" y="2672"/>
                  </a:cubicBezTo>
                  <a:cubicBezTo>
                    <a:pt x="2890" y="2829"/>
                    <a:pt x="2812" y="2975"/>
                    <a:pt x="2707" y="3102"/>
                  </a:cubicBezTo>
                  <a:cubicBezTo>
                    <a:pt x="2606" y="3225"/>
                    <a:pt x="2478" y="3324"/>
                    <a:pt x="2332" y="3389"/>
                  </a:cubicBezTo>
                  <a:cubicBezTo>
                    <a:pt x="2181" y="3458"/>
                    <a:pt x="2009" y="3493"/>
                    <a:pt x="1817" y="3493"/>
                  </a:cubicBezTo>
                  <a:lnTo>
                    <a:pt x="1166" y="3493"/>
                  </a:lnTo>
                  <a:lnTo>
                    <a:pt x="1166" y="776"/>
                  </a:lnTo>
                  <a:lnTo>
                    <a:pt x="1817" y="776"/>
                  </a:lnTo>
                  <a:cubicBezTo>
                    <a:pt x="1824" y="776"/>
                    <a:pt x="1831" y="776"/>
                    <a:pt x="1838" y="776"/>
                  </a:cubicBezTo>
                  <a:close/>
                  <a:moveTo>
                    <a:pt x="1" y="1"/>
                  </a:moveTo>
                  <a:lnTo>
                    <a:pt x="1" y="4657"/>
                  </a:lnTo>
                  <a:lnTo>
                    <a:pt x="1739" y="4657"/>
                  </a:lnTo>
                  <a:cubicBezTo>
                    <a:pt x="2089" y="4657"/>
                    <a:pt x="2407" y="4600"/>
                    <a:pt x="2693" y="4489"/>
                  </a:cubicBezTo>
                  <a:lnTo>
                    <a:pt x="2694" y="4489"/>
                  </a:lnTo>
                  <a:cubicBezTo>
                    <a:pt x="2969" y="4385"/>
                    <a:pt x="3219" y="4224"/>
                    <a:pt x="3428" y="4016"/>
                  </a:cubicBezTo>
                  <a:cubicBezTo>
                    <a:pt x="3634" y="3808"/>
                    <a:pt x="3795" y="3558"/>
                    <a:pt x="3897" y="3282"/>
                  </a:cubicBezTo>
                  <a:cubicBezTo>
                    <a:pt x="4006" y="2995"/>
                    <a:pt x="4061" y="2676"/>
                    <a:pt x="4061" y="2322"/>
                  </a:cubicBezTo>
                  <a:cubicBezTo>
                    <a:pt x="4062" y="2015"/>
                    <a:pt x="4013" y="1710"/>
                    <a:pt x="3913" y="1421"/>
                  </a:cubicBezTo>
                  <a:cubicBezTo>
                    <a:pt x="3819" y="1146"/>
                    <a:pt x="3670" y="894"/>
                    <a:pt x="3474" y="682"/>
                  </a:cubicBezTo>
                  <a:cubicBezTo>
                    <a:pt x="3280" y="472"/>
                    <a:pt x="3039" y="306"/>
                    <a:pt x="2749" y="185"/>
                  </a:cubicBezTo>
                  <a:cubicBezTo>
                    <a:pt x="2460" y="62"/>
                    <a:pt x="2125" y="1"/>
                    <a:pt x="17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5" name="Google Shape;975;p60"/>
          <p:cNvGrpSpPr/>
          <p:nvPr/>
        </p:nvGrpSpPr>
        <p:grpSpPr>
          <a:xfrm>
            <a:off x="3157440" y="3374424"/>
            <a:ext cx="376655" cy="303411"/>
            <a:chOff x="2497725" y="3268250"/>
            <a:chExt cx="349175" cy="281275"/>
          </a:xfrm>
        </p:grpSpPr>
        <p:sp>
          <p:nvSpPr>
            <p:cNvPr id="976" name="Google Shape;976;p60"/>
            <p:cNvSpPr/>
            <p:nvPr/>
          </p:nvSpPr>
          <p:spPr>
            <a:xfrm>
              <a:off x="2497725" y="3268250"/>
              <a:ext cx="349175" cy="281275"/>
            </a:xfrm>
            <a:custGeom>
              <a:avLst/>
              <a:gdLst/>
              <a:ahLst/>
              <a:cxnLst/>
              <a:rect l="l" t="t" r="r" b="b"/>
              <a:pathLst>
                <a:path w="13967" h="11251" extrusionOk="0">
                  <a:moveTo>
                    <a:pt x="13191" y="1164"/>
                  </a:moveTo>
                  <a:lnTo>
                    <a:pt x="13191" y="7759"/>
                  </a:lnTo>
                  <a:lnTo>
                    <a:pt x="1164" y="7759"/>
                  </a:lnTo>
                  <a:lnTo>
                    <a:pt x="1164" y="1164"/>
                  </a:lnTo>
                  <a:close/>
                  <a:moveTo>
                    <a:pt x="0" y="0"/>
                  </a:moveTo>
                  <a:lnTo>
                    <a:pt x="0" y="9310"/>
                  </a:lnTo>
                  <a:lnTo>
                    <a:pt x="5431" y="9310"/>
                  </a:lnTo>
                  <a:lnTo>
                    <a:pt x="5431" y="10474"/>
                  </a:lnTo>
                  <a:lnTo>
                    <a:pt x="3492" y="10474"/>
                  </a:lnTo>
                  <a:lnTo>
                    <a:pt x="3492" y="11251"/>
                  </a:lnTo>
                  <a:lnTo>
                    <a:pt x="10476" y="11251"/>
                  </a:lnTo>
                  <a:lnTo>
                    <a:pt x="10476" y="10474"/>
                  </a:lnTo>
                  <a:lnTo>
                    <a:pt x="8535" y="10474"/>
                  </a:lnTo>
                  <a:lnTo>
                    <a:pt x="8535" y="9310"/>
                  </a:lnTo>
                  <a:lnTo>
                    <a:pt x="13966" y="9310"/>
                  </a:lnTo>
                  <a:lnTo>
                    <a:pt x="1396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60"/>
            <p:cNvSpPr/>
            <p:nvPr/>
          </p:nvSpPr>
          <p:spPr>
            <a:xfrm>
              <a:off x="2691675" y="3326425"/>
              <a:ext cx="101525" cy="116425"/>
            </a:xfrm>
            <a:custGeom>
              <a:avLst/>
              <a:gdLst/>
              <a:ahLst/>
              <a:cxnLst/>
              <a:rect l="l" t="t" r="r" b="b"/>
              <a:pathLst>
                <a:path w="4061" h="4657" extrusionOk="0">
                  <a:moveTo>
                    <a:pt x="1449" y="776"/>
                  </a:moveTo>
                  <a:cubicBezTo>
                    <a:pt x="1615" y="776"/>
                    <a:pt x="1781" y="809"/>
                    <a:pt x="1935" y="873"/>
                  </a:cubicBezTo>
                  <a:cubicBezTo>
                    <a:pt x="2081" y="935"/>
                    <a:pt x="2212" y="1029"/>
                    <a:pt x="2316" y="1149"/>
                  </a:cubicBezTo>
                  <a:cubicBezTo>
                    <a:pt x="2421" y="1275"/>
                    <a:pt x="2501" y="1421"/>
                    <a:pt x="2550" y="1577"/>
                  </a:cubicBezTo>
                  <a:cubicBezTo>
                    <a:pt x="2605" y="1756"/>
                    <a:pt x="2632" y="1941"/>
                    <a:pt x="2631" y="2128"/>
                  </a:cubicBezTo>
                  <a:cubicBezTo>
                    <a:pt x="2632" y="2311"/>
                    <a:pt x="2605" y="2495"/>
                    <a:pt x="2550" y="2672"/>
                  </a:cubicBezTo>
                  <a:cubicBezTo>
                    <a:pt x="2501" y="2829"/>
                    <a:pt x="2423" y="2975"/>
                    <a:pt x="2319" y="3102"/>
                  </a:cubicBezTo>
                  <a:cubicBezTo>
                    <a:pt x="2216" y="3225"/>
                    <a:pt x="2087" y="3324"/>
                    <a:pt x="1941" y="3389"/>
                  </a:cubicBezTo>
                  <a:cubicBezTo>
                    <a:pt x="1791" y="3458"/>
                    <a:pt x="1620" y="3493"/>
                    <a:pt x="1426" y="3493"/>
                  </a:cubicBezTo>
                  <a:lnTo>
                    <a:pt x="776" y="3493"/>
                  </a:lnTo>
                  <a:lnTo>
                    <a:pt x="777" y="776"/>
                  </a:lnTo>
                  <a:lnTo>
                    <a:pt x="1428" y="776"/>
                  </a:lnTo>
                  <a:cubicBezTo>
                    <a:pt x="1435" y="776"/>
                    <a:pt x="1442" y="776"/>
                    <a:pt x="1449" y="776"/>
                  </a:cubicBezTo>
                  <a:close/>
                  <a:moveTo>
                    <a:pt x="1" y="1"/>
                  </a:moveTo>
                  <a:lnTo>
                    <a:pt x="1" y="4657"/>
                  </a:lnTo>
                  <a:lnTo>
                    <a:pt x="1739" y="4657"/>
                  </a:lnTo>
                  <a:cubicBezTo>
                    <a:pt x="2087" y="4657"/>
                    <a:pt x="2405" y="4600"/>
                    <a:pt x="2693" y="4489"/>
                  </a:cubicBezTo>
                  <a:cubicBezTo>
                    <a:pt x="2968" y="4385"/>
                    <a:pt x="3218" y="4224"/>
                    <a:pt x="3426" y="4016"/>
                  </a:cubicBezTo>
                  <a:cubicBezTo>
                    <a:pt x="3633" y="3808"/>
                    <a:pt x="3793" y="3558"/>
                    <a:pt x="3896" y="3282"/>
                  </a:cubicBezTo>
                  <a:cubicBezTo>
                    <a:pt x="4005" y="2995"/>
                    <a:pt x="4059" y="2676"/>
                    <a:pt x="4059" y="2322"/>
                  </a:cubicBezTo>
                  <a:cubicBezTo>
                    <a:pt x="4061" y="2015"/>
                    <a:pt x="4012" y="1710"/>
                    <a:pt x="3912" y="1421"/>
                  </a:cubicBezTo>
                  <a:cubicBezTo>
                    <a:pt x="3818" y="1146"/>
                    <a:pt x="3669" y="894"/>
                    <a:pt x="3472" y="682"/>
                  </a:cubicBezTo>
                  <a:cubicBezTo>
                    <a:pt x="3279" y="472"/>
                    <a:pt x="3037" y="306"/>
                    <a:pt x="2748" y="185"/>
                  </a:cubicBezTo>
                  <a:cubicBezTo>
                    <a:pt x="2459" y="62"/>
                    <a:pt x="2123" y="1"/>
                    <a:pt x="17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60"/>
            <p:cNvSpPr/>
            <p:nvPr/>
          </p:nvSpPr>
          <p:spPr>
            <a:xfrm>
              <a:off x="2565600" y="3326425"/>
              <a:ext cx="97000" cy="116400"/>
            </a:xfrm>
            <a:custGeom>
              <a:avLst/>
              <a:gdLst/>
              <a:ahLst/>
              <a:cxnLst/>
              <a:rect l="l" t="t" r="r" b="b"/>
              <a:pathLst>
                <a:path w="3880" h="4656" extrusionOk="0">
                  <a:moveTo>
                    <a:pt x="0" y="1"/>
                  </a:moveTo>
                  <a:lnTo>
                    <a:pt x="0" y="4655"/>
                  </a:lnTo>
                  <a:lnTo>
                    <a:pt x="1163" y="4655"/>
                  </a:lnTo>
                  <a:lnTo>
                    <a:pt x="1164" y="2716"/>
                  </a:lnTo>
                  <a:lnTo>
                    <a:pt x="2716" y="2716"/>
                  </a:lnTo>
                  <a:lnTo>
                    <a:pt x="2716" y="4655"/>
                  </a:lnTo>
                  <a:lnTo>
                    <a:pt x="3880" y="4655"/>
                  </a:lnTo>
                  <a:lnTo>
                    <a:pt x="3880" y="1"/>
                  </a:lnTo>
                  <a:lnTo>
                    <a:pt x="2716" y="1"/>
                  </a:lnTo>
                  <a:lnTo>
                    <a:pt x="2716" y="1940"/>
                  </a:lnTo>
                  <a:lnTo>
                    <a:pt x="1164" y="1940"/>
                  </a:lnTo>
                  <a:lnTo>
                    <a:pt x="116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9" name="Google Shape;979;p60"/>
          <p:cNvSpPr/>
          <p:nvPr/>
        </p:nvSpPr>
        <p:spPr>
          <a:xfrm>
            <a:off x="3999855" y="3369069"/>
            <a:ext cx="324365" cy="313875"/>
          </a:xfrm>
          <a:custGeom>
            <a:avLst/>
            <a:gdLst/>
            <a:ahLst/>
            <a:cxnLst/>
            <a:rect l="l" t="t" r="r" b="b"/>
            <a:pathLst>
              <a:path w="12028" h="11639" extrusionOk="0">
                <a:moveTo>
                  <a:pt x="4656" y="2363"/>
                </a:moveTo>
                <a:lnTo>
                  <a:pt x="8213" y="4394"/>
                </a:lnTo>
                <a:lnTo>
                  <a:pt x="4656" y="6427"/>
                </a:lnTo>
                <a:lnTo>
                  <a:pt x="4656" y="2363"/>
                </a:lnTo>
                <a:close/>
                <a:moveTo>
                  <a:pt x="0" y="0"/>
                </a:moveTo>
                <a:lnTo>
                  <a:pt x="0" y="8535"/>
                </a:lnTo>
                <a:lnTo>
                  <a:pt x="4734" y="8535"/>
                </a:lnTo>
                <a:lnTo>
                  <a:pt x="3204" y="11638"/>
                </a:lnTo>
                <a:lnTo>
                  <a:pt x="4178" y="11638"/>
                </a:lnTo>
                <a:lnTo>
                  <a:pt x="5820" y="8706"/>
                </a:lnTo>
                <a:lnTo>
                  <a:pt x="5820" y="11638"/>
                </a:lnTo>
                <a:lnTo>
                  <a:pt x="6597" y="11638"/>
                </a:lnTo>
                <a:lnTo>
                  <a:pt x="6597" y="8706"/>
                </a:lnTo>
                <a:lnTo>
                  <a:pt x="7993" y="11638"/>
                </a:lnTo>
                <a:lnTo>
                  <a:pt x="8966" y="11638"/>
                </a:lnTo>
                <a:lnTo>
                  <a:pt x="7438" y="8535"/>
                </a:lnTo>
                <a:lnTo>
                  <a:pt x="12027" y="8535"/>
                </a:lnTo>
                <a:lnTo>
                  <a:pt x="1202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60"/>
          <p:cNvSpPr/>
          <p:nvPr/>
        </p:nvSpPr>
        <p:spPr>
          <a:xfrm>
            <a:off x="4817371" y="3332422"/>
            <a:ext cx="313875" cy="387145"/>
          </a:xfrm>
          <a:custGeom>
            <a:avLst/>
            <a:gdLst/>
            <a:ahLst/>
            <a:cxnLst/>
            <a:rect l="l" t="t" r="r" b="b"/>
            <a:pathLst>
              <a:path w="11639" h="14356" extrusionOk="0">
                <a:moveTo>
                  <a:pt x="6356" y="2140"/>
                </a:moveTo>
                <a:lnTo>
                  <a:pt x="6804" y="3050"/>
                </a:lnTo>
                <a:lnTo>
                  <a:pt x="7807" y="3196"/>
                </a:lnTo>
                <a:lnTo>
                  <a:pt x="7081" y="3903"/>
                </a:lnTo>
                <a:lnTo>
                  <a:pt x="7252" y="4902"/>
                </a:lnTo>
                <a:lnTo>
                  <a:pt x="6354" y="4430"/>
                </a:lnTo>
                <a:lnTo>
                  <a:pt x="5458" y="4902"/>
                </a:lnTo>
                <a:lnTo>
                  <a:pt x="5628" y="3903"/>
                </a:lnTo>
                <a:lnTo>
                  <a:pt x="4902" y="3196"/>
                </a:lnTo>
                <a:lnTo>
                  <a:pt x="5906" y="3050"/>
                </a:lnTo>
                <a:lnTo>
                  <a:pt x="6356" y="2140"/>
                </a:lnTo>
                <a:close/>
                <a:moveTo>
                  <a:pt x="9700" y="5820"/>
                </a:moveTo>
                <a:lnTo>
                  <a:pt x="9700" y="6984"/>
                </a:lnTo>
                <a:lnTo>
                  <a:pt x="3104" y="6984"/>
                </a:lnTo>
                <a:lnTo>
                  <a:pt x="3104" y="5820"/>
                </a:lnTo>
                <a:close/>
                <a:moveTo>
                  <a:pt x="9700" y="8148"/>
                </a:moveTo>
                <a:lnTo>
                  <a:pt x="9700" y="9312"/>
                </a:lnTo>
                <a:lnTo>
                  <a:pt x="3104" y="9312"/>
                </a:lnTo>
                <a:lnTo>
                  <a:pt x="3104" y="8148"/>
                </a:lnTo>
                <a:close/>
                <a:moveTo>
                  <a:pt x="9700" y="10476"/>
                </a:moveTo>
                <a:lnTo>
                  <a:pt x="9700" y="11640"/>
                </a:lnTo>
                <a:lnTo>
                  <a:pt x="3104" y="11640"/>
                </a:lnTo>
                <a:lnTo>
                  <a:pt x="3104" y="10476"/>
                </a:lnTo>
                <a:close/>
                <a:moveTo>
                  <a:pt x="776" y="0"/>
                </a:moveTo>
                <a:lnTo>
                  <a:pt x="776" y="1164"/>
                </a:lnTo>
                <a:lnTo>
                  <a:pt x="1" y="1164"/>
                </a:lnTo>
                <a:lnTo>
                  <a:pt x="1" y="2328"/>
                </a:lnTo>
                <a:lnTo>
                  <a:pt x="776" y="2328"/>
                </a:lnTo>
                <a:lnTo>
                  <a:pt x="776" y="4656"/>
                </a:lnTo>
                <a:lnTo>
                  <a:pt x="1" y="4656"/>
                </a:lnTo>
                <a:lnTo>
                  <a:pt x="1" y="5820"/>
                </a:lnTo>
                <a:lnTo>
                  <a:pt x="776" y="5820"/>
                </a:lnTo>
                <a:lnTo>
                  <a:pt x="776" y="8148"/>
                </a:lnTo>
                <a:lnTo>
                  <a:pt x="1" y="8148"/>
                </a:lnTo>
                <a:lnTo>
                  <a:pt x="1" y="9312"/>
                </a:lnTo>
                <a:lnTo>
                  <a:pt x="776" y="9312"/>
                </a:lnTo>
                <a:lnTo>
                  <a:pt x="776" y="12029"/>
                </a:lnTo>
                <a:lnTo>
                  <a:pt x="1" y="12029"/>
                </a:lnTo>
                <a:lnTo>
                  <a:pt x="1" y="13193"/>
                </a:lnTo>
                <a:lnTo>
                  <a:pt x="776" y="13193"/>
                </a:lnTo>
                <a:lnTo>
                  <a:pt x="776" y="14355"/>
                </a:lnTo>
                <a:lnTo>
                  <a:pt x="11639" y="14355"/>
                </a:lnTo>
                <a:lnTo>
                  <a:pt x="1163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60"/>
          <p:cNvSpPr/>
          <p:nvPr/>
        </p:nvSpPr>
        <p:spPr>
          <a:xfrm>
            <a:off x="5602663" y="3391074"/>
            <a:ext cx="376655" cy="269864"/>
          </a:xfrm>
          <a:custGeom>
            <a:avLst/>
            <a:gdLst/>
            <a:ahLst/>
            <a:cxnLst/>
            <a:rect l="l" t="t" r="r" b="b"/>
            <a:pathLst>
              <a:path w="13967" h="10007" extrusionOk="0">
                <a:moveTo>
                  <a:pt x="3733" y="1900"/>
                </a:moveTo>
                <a:cubicBezTo>
                  <a:pt x="3733" y="1900"/>
                  <a:pt x="3734" y="1900"/>
                  <a:pt x="3735" y="1900"/>
                </a:cubicBezTo>
                <a:cubicBezTo>
                  <a:pt x="3933" y="1900"/>
                  <a:pt x="4111" y="2018"/>
                  <a:pt x="4186" y="2200"/>
                </a:cubicBezTo>
                <a:cubicBezTo>
                  <a:pt x="4262" y="2384"/>
                  <a:pt x="4220" y="2594"/>
                  <a:pt x="4081" y="2733"/>
                </a:cubicBezTo>
                <a:cubicBezTo>
                  <a:pt x="3987" y="2826"/>
                  <a:pt x="3863" y="2875"/>
                  <a:pt x="3736" y="2875"/>
                </a:cubicBezTo>
                <a:cubicBezTo>
                  <a:pt x="3673" y="2875"/>
                  <a:pt x="3609" y="2863"/>
                  <a:pt x="3549" y="2838"/>
                </a:cubicBezTo>
                <a:cubicBezTo>
                  <a:pt x="3367" y="2763"/>
                  <a:pt x="3247" y="2584"/>
                  <a:pt x="3248" y="2387"/>
                </a:cubicBezTo>
                <a:cubicBezTo>
                  <a:pt x="3248" y="2117"/>
                  <a:pt x="3465" y="1900"/>
                  <a:pt x="3733" y="1900"/>
                </a:cubicBezTo>
                <a:close/>
                <a:moveTo>
                  <a:pt x="10232" y="1900"/>
                </a:moveTo>
                <a:cubicBezTo>
                  <a:pt x="10430" y="1900"/>
                  <a:pt x="10608" y="2018"/>
                  <a:pt x="10683" y="2200"/>
                </a:cubicBezTo>
                <a:cubicBezTo>
                  <a:pt x="10758" y="2384"/>
                  <a:pt x="10716" y="2594"/>
                  <a:pt x="10576" y="2733"/>
                </a:cubicBezTo>
                <a:cubicBezTo>
                  <a:pt x="10483" y="2826"/>
                  <a:pt x="10359" y="2875"/>
                  <a:pt x="10232" y="2875"/>
                </a:cubicBezTo>
                <a:cubicBezTo>
                  <a:pt x="10169" y="2875"/>
                  <a:pt x="10105" y="2863"/>
                  <a:pt x="10044" y="2838"/>
                </a:cubicBezTo>
                <a:cubicBezTo>
                  <a:pt x="9862" y="2763"/>
                  <a:pt x="9743" y="2584"/>
                  <a:pt x="9744" y="2387"/>
                </a:cubicBezTo>
                <a:cubicBezTo>
                  <a:pt x="9744" y="2118"/>
                  <a:pt x="9963" y="1900"/>
                  <a:pt x="10232" y="1900"/>
                </a:cubicBezTo>
                <a:close/>
                <a:moveTo>
                  <a:pt x="6595" y="5351"/>
                </a:moveTo>
                <a:lnTo>
                  <a:pt x="6595" y="6515"/>
                </a:lnTo>
                <a:lnTo>
                  <a:pt x="1164" y="6515"/>
                </a:lnTo>
                <a:lnTo>
                  <a:pt x="1164" y="5351"/>
                </a:lnTo>
                <a:close/>
                <a:moveTo>
                  <a:pt x="12803" y="5351"/>
                </a:moveTo>
                <a:lnTo>
                  <a:pt x="12803" y="6515"/>
                </a:lnTo>
                <a:lnTo>
                  <a:pt x="7372" y="6515"/>
                </a:lnTo>
                <a:lnTo>
                  <a:pt x="7372" y="5351"/>
                </a:lnTo>
                <a:close/>
                <a:moveTo>
                  <a:pt x="3880" y="1"/>
                </a:moveTo>
                <a:cubicBezTo>
                  <a:pt x="2382" y="1"/>
                  <a:pt x="1164" y="1239"/>
                  <a:pt x="1164" y="2761"/>
                </a:cubicBezTo>
                <a:lnTo>
                  <a:pt x="1164" y="3411"/>
                </a:lnTo>
                <a:lnTo>
                  <a:pt x="0" y="3411"/>
                </a:lnTo>
                <a:lnTo>
                  <a:pt x="0" y="7290"/>
                </a:lnTo>
                <a:lnTo>
                  <a:pt x="3103" y="7290"/>
                </a:lnTo>
                <a:lnTo>
                  <a:pt x="3103" y="8843"/>
                </a:lnTo>
                <a:lnTo>
                  <a:pt x="2328" y="8843"/>
                </a:lnTo>
                <a:lnTo>
                  <a:pt x="2328" y="10007"/>
                </a:lnTo>
                <a:lnTo>
                  <a:pt x="5431" y="10007"/>
                </a:lnTo>
                <a:lnTo>
                  <a:pt x="5431" y="8843"/>
                </a:lnTo>
                <a:lnTo>
                  <a:pt x="4267" y="8843"/>
                </a:lnTo>
                <a:lnTo>
                  <a:pt x="4267" y="7290"/>
                </a:lnTo>
                <a:lnTo>
                  <a:pt x="9700" y="7290"/>
                </a:lnTo>
                <a:lnTo>
                  <a:pt x="9700" y="8843"/>
                </a:lnTo>
                <a:lnTo>
                  <a:pt x="8536" y="8843"/>
                </a:lnTo>
                <a:lnTo>
                  <a:pt x="8536" y="10007"/>
                </a:lnTo>
                <a:lnTo>
                  <a:pt x="11640" y="10007"/>
                </a:lnTo>
                <a:lnTo>
                  <a:pt x="11640" y="8843"/>
                </a:lnTo>
                <a:lnTo>
                  <a:pt x="10864" y="8843"/>
                </a:lnTo>
                <a:lnTo>
                  <a:pt x="10864" y="7290"/>
                </a:lnTo>
                <a:lnTo>
                  <a:pt x="13967" y="7290"/>
                </a:lnTo>
                <a:lnTo>
                  <a:pt x="13967" y="3411"/>
                </a:lnTo>
                <a:lnTo>
                  <a:pt x="12803" y="3411"/>
                </a:lnTo>
                <a:lnTo>
                  <a:pt x="12803" y="2841"/>
                </a:lnTo>
                <a:cubicBezTo>
                  <a:pt x="12803" y="1446"/>
                  <a:pt x="11808" y="191"/>
                  <a:pt x="10424" y="21"/>
                </a:cubicBezTo>
                <a:cubicBezTo>
                  <a:pt x="10311" y="8"/>
                  <a:pt x="10198" y="1"/>
                  <a:pt x="10087" y="1"/>
                </a:cubicBezTo>
                <a:cubicBezTo>
                  <a:pt x="8590" y="1"/>
                  <a:pt x="7372" y="1239"/>
                  <a:pt x="7372" y="2761"/>
                </a:cubicBezTo>
                <a:lnTo>
                  <a:pt x="7372" y="3411"/>
                </a:lnTo>
                <a:lnTo>
                  <a:pt x="6595" y="3411"/>
                </a:lnTo>
                <a:lnTo>
                  <a:pt x="6595" y="2841"/>
                </a:lnTo>
                <a:cubicBezTo>
                  <a:pt x="6595" y="1446"/>
                  <a:pt x="5599" y="191"/>
                  <a:pt x="4217" y="21"/>
                </a:cubicBezTo>
                <a:cubicBezTo>
                  <a:pt x="4103" y="8"/>
                  <a:pt x="3991" y="1"/>
                  <a:pt x="38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2" name="Google Shape;982;p60"/>
          <p:cNvGrpSpPr/>
          <p:nvPr/>
        </p:nvGrpSpPr>
        <p:grpSpPr>
          <a:xfrm>
            <a:off x="6412390" y="3337775"/>
            <a:ext cx="386795" cy="376682"/>
            <a:chOff x="5515200" y="3234275"/>
            <a:chExt cx="358575" cy="349200"/>
          </a:xfrm>
        </p:grpSpPr>
        <p:sp>
          <p:nvSpPr>
            <p:cNvPr id="983" name="Google Shape;983;p60"/>
            <p:cNvSpPr/>
            <p:nvPr/>
          </p:nvSpPr>
          <p:spPr>
            <a:xfrm>
              <a:off x="5515200" y="3234300"/>
              <a:ext cx="98975" cy="95250"/>
            </a:xfrm>
            <a:custGeom>
              <a:avLst/>
              <a:gdLst/>
              <a:ahLst/>
              <a:cxnLst/>
              <a:rect l="l" t="t" r="r" b="b"/>
              <a:pathLst>
                <a:path w="3959" h="3810" extrusionOk="0">
                  <a:moveTo>
                    <a:pt x="2055" y="0"/>
                  </a:moveTo>
                  <a:cubicBezTo>
                    <a:pt x="1284" y="0"/>
                    <a:pt x="590" y="463"/>
                    <a:pt x="295" y="1176"/>
                  </a:cubicBezTo>
                  <a:cubicBezTo>
                    <a:pt x="0" y="1887"/>
                    <a:pt x="163" y="2706"/>
                    <a:pt x="709" y="3251"/>
                  </a:cubicBezTo>
                  <a:cubicBezTo>
                    <a:pt x="1072" y="3615"/>
                    <a:pt x="1560" y="3809"/>
                    <a:pt x="2056" y="3809"/>
                  </a:cubicBezTo>
                  <a:cubicBezTo>
                    <a:pt x="2301" y="3809"/>
                    <a:pt x="2548" y="3762"/>
                    <a:pt x="2783" y="3664"/>
                  </a:cubicBezTo>
                  <a:cubicBezTo>
                    <a:pt x="3495" y="3369"/>
                    <a:pt x="3959" y="2675"/>
                    <a:pt x="3959" y="1905"/>
                  </a:cubicBezTo>
                  <a:cubicBezTo>
                    <a:pt x="3958" y="853"/>
                    <a:pt x="3106" y="2"/>
                    <a:pt x="20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60"/>
            <p:cNvSpPr/>
            <p:nvPr/>
          </p:nvSpPr>
          <p:spPr>
            <a:xfrm>
              <a:off x="5772875" y="3234275"/>
              <a:ext cx="99000" cy="95250"/>
            </a:xfrm>
            <a:custGeom>
              <a:avLst/>
              <a:gdLst/>
              <a:ahLst/>
              <a:cxnLst/>
              <a:rect l="l" t="t" r="r" b="b"/>
              <a:pathLst>
                <a:path w="3960" h="3810" extrusionOk="0">
                  <a:moveTo>
                    <a:pt x="1905" y="1"/>
                  </a:moveTo>
                  <a:cubicBezTo>
                    <a:pt x="1659" y="1"/>
                    <a:pt x="1412" y="48"/>
                    <a:pt x="1177" y="146"/>
                  </a:cubicBezTo>
                  <a:cubicBezTo>
                    <a:pt x="465" y="441"/>
                    <a:pt x="1" y="1135"/>
                    <a:pt x="1" y="1906"/>
                  </a:cubicBezTo>
                  <a:cubicBezTo>
                    <a:pt x="2" y="2957"/>
                    <a:pt x="854" y="3808"/>
                    <a:pt x="1905" y="3810"/>
                  </a:cubicBezTo>
                  <a:cubicBezTo>
                    <a:pt x="2676" y="3810"/>
                    <a:pt x="3370" y="3346"/>
                    <a:pt x="3665" y="2634"/>
                  </a:cubicBezTo>
                  <a:cubicBezTo>
                    <a:pt x="3960" y="1923"/>
                    <a:pt x="3796" y="1103"/>
                    <a:pt x="3253" y="558"/>
                  </a:cubicBezTo>
                  <a:cubicBezTo>
                    <a:pt x="2888" y="194"/>
                    <a:pt x="2401" y="1"/>
                    <a:pt x="19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60"/>
            <p:cNvSpPr/>
            <p:nvPr/>
          </p:nvSpPr>
          <p:spPr>
            <a:xfrm>
              <a:off x="5642175" y="3234300"/>
              <a:ext cx="99025" cy="95250"/>
            </a:xfrm>
            <a:custGeom>
              <a:avLst/>
              <a:gdLst/>
              <a:ahLst/>
              <a:cxnLst/>
              <a:rect l="l" t="t" r="r" b="b"/>
              <a:pathLst>
                <a:path w="3961" h="3810" extrusionOk="0">
                  <a:moveTo>
                    <a:pt x="2055" y="0"/>
                  </a:moveTo>
                  <a:cubicBezTo>
                    <a:pt x="1285" y="0"/>
                    <a:pt x="590" y="464"/>
                    <a:pt x="296" y="1176"/>
                  </a:cubicBezTo>
                  <a:cubicBezTo>
                    <a:pt x="1" y="1887"/>
                    <a:pt x="164" y="2707"/>
                    <a:pt x="709" y="3251"/>
                  </a:cubicBezTo>
                  <a:cubicBezTo>
                    <a:pt x="1074" y="3615"/>
                    <a:pt x="1561" y="3809"/>
                    <a:pt x="2056" y="3809"/>
                  </a:cubicBezTo>
                  <a:cubicBezTo>
                    <a:pt x="2301" y="3809"/>
                    <a:pt x="2549" y="3762"/>
                    <a:pt x="2784" y="3664"/>
                  </a:cubicBezTo>
                  <a:cubicBezTo>
                    <a:pt x="3497" y="3369"/>
                    <a:pt x="3959" y="2675"/>
                    <a:pt x="3961" y="1905"/>
                  </a:cubicBezTo>
                  <a:cubicBezTo>
                    <a:pt x="3959" y="853"/>
                    <a:pt x="3106" y="0"/>
                    <a:pt x="20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60"/>
            <p:cNvSpPr/>
            <p:nvPr/>
          </p:nvSpPr>
          <p:spPr>
            <a:xfrm>
              <a:off x="5515200" y="3361250"/>
              <a:ext cx="98975" cy="95250"/>
            </a:xfrm>
            <a:custGeom>
              <a:avLst/>
              <a:gdLst/>
              <a:ahLst/>
              <a:cxnLst/>
              <a:rect l="l" t="t" r="r" b="b"/>
              <a:pathLst>
                <a:path w="3959" h="3810" extrusionOk="0">
                  <a:moveTo>
                    <a:pt x="2055" y="0"/>
                  </a:moveTo>
                  <a:cubicBezTo>
                    <a:pt x="1284" y="0"/>
                    <a:pt x="590" y="464"/>
                    <a:pt x="295" y="1176"/>
                  </a:cubicBezTo>
                  <a:cubicBezTo>
                    <a:pt x="0" y="1887"/>
                    <a:pt x="163" y="2707"/>
                    <a:pt x="709" y="3252"/>
                  </a:cubicBezTo>
                  <a:cubicBezTo>
                    <a:pt x="1072" y="3616"/>
                    <a:pt x="1559" y="3809"/>
                    <a:pt x="2055" y="3809"/>
                  </a:cubicBezTo>
                  <a:cubicBezTo>
                    <a:pt x="2300" y="3809"/>
                    <a:pt x="2548" y="3762"/>
                    <a:pt x="2783" y="3664"/>
                  </a:cubicBezTo>
                  <a:cubicBezTo>
                    <a:pt x="3495" y="3369"/>
                    <a:pt x="3959" y="2675"/>
                    <a:pt x="3959" y="1905"/>
                  </a:cubicBezTo>
                  <a:cubicBezTo>
                    <a:pt x="3958" y="853"/>
                    <a:pt x="3106" y="2"/>
                    <a:pt x="20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60"/>
            <p:cNvSpPr/>
            <p:nvPr/>
          </p:nvSpPr>
          <p:spPr>
            <a:xfrm>
              <a:off x="5515200" y="3488225"/>
              <a:ext cx="98975" cy="95250"/>
            </a:xfrm>
            <a:custGeom>
              <a:avLst/>
              <a:gdLst/>
              <a:ahLst/>
              <a:cxnLst/>
              <a:rect l="l" t="t" r="r" b="b"/>
              <a:pathLst>
                <a:path w="3959" h="3810" extrusionOk="0">
                  <a:moveTo>
                    <a:pt x="2055" y="1"/>
                  </a:moveTo>
                  <a:cubicBezTo>
                    <a:pt x="1284" y="1"/>
                    <a:pt x="590" y="465"/>
                    <a:pt x="295" y="1176"/>
                  </a:cubicBezTo>
                  <a:cubicBezTo>
                    <a:pt x="0" y="1888"/>
                    <a:pt x="163" y="2708"/>
                    <a:pt x="709" y="3251"/>
                  </a:cubicBezTo>
                  <a:cubicBezTo>
                    <a:pt x="1072" y="3616"/>
                    <a:pt x="1560" y="3810"/>
                    <a:pt x="2056" y="3810"/>
                  </a:cubicBezTo>
                  <a:cubicBezTo>
                    <a:pt x="2301" y="3810"/>
                    <a:pt x="2548" y="3762"/>
                    <a:pt x="2783" y="3665"/>
                  </a:cubicBezTo>
                  <a:cubicBezTo>
                    <a:pt x="3495" y="3370"/>
                    <a:pt x="3959" y="2676"/>
                    <a:pt x="3959" y="1905"/>
                  </a:cubicBezTo>
                  <a:cubicBezTo>
                    <a:pt x="3958" y="854"/>
                    <a:pt x="3106" y="2"/>
                    <a:pt x="20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60"/>
            <p:cNvSpPr/>
            <p:nvPr/>
          </p:nvSpPr>
          <p:spPr>
            <a:xfrm>
              <a:off x="5642175" y="3488225"/>
              <a:ext cx="99025" cy="95250"/>
            </a:xfrm>
            <a:custGeom>
              <a:avLst/>
              <a:gdLst/>
              <a:ahLst/>
              <a:cxnLst/>
              <a:rect l="l" t="t" r="r" b="b"/>
              <a:pathLst>
                <a:path w="3961" h="3810" extrusionOk="0">
                  <a:moveTo>
                    <a:pt x="2055" y="1"/>
                  </a:moveTo>
                  <a:cubicBezTo>
                    <a:pt x="1285" y="1"/>
                    <a:pt x="590" y="465"/>
                    <a:pt x="296" y="1176"/>
                  </a:cubicBezTo>
                  <a:cubicBezTo>
                    <a:pt x="1" y="1889"/>
                    <a:pt x="164" y="2708"/>
                    <a:pt x="709" y="3253"/>
                  </a:cubicBezTo>
                  <a:cubicBezTo>
                    <a:pt x="1074" y="3616"/>
                    <a:pt x="1561" y="3810"/>
                    <a:pt x="2056" y="3810"/>
                  </a:cubicBezTo>
                  <a:cubicBezTo>
                    <a:pt x="2302" y="3810"/>
                    <a:pt x="2549" y="3762"/>
                    <a:pt x="2785" y="3665"/>
                  </a:cubicBezTo>
                  <a:cubicBezTo>
                    <a:pt x="3497" y="3370"/>
                    <a:pt x="3961" y="2676"/>
                    <a:pt x="3961" y="1905"/>
                  </a:cubicBezTo>
                  <a:cubicBezTo>
                    <a:pt x="3959" y="854"/>
                    <a:pt x="3106" y="2"/>
                    <a:pt x="20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60"/>
            <p:cNvSpPr/>
            <p:nvPr/>
          </p:nvSpPr>
          <p:spPr>
            <a:xfrm>
              <a:off x="5769175" y="3488225"/>
              <a:ext cx="98975" cy="95250"/>
            </a:xfrm>
            <a:custGeom>
              <a:avLst/>
              <a:gdLst/>
              <a:ahLst/>
              <a:cxnLst/>
              <a:rect l="l" t="t" r="r" b="b"/>
              <a:pathLst>
                <a:path w="3959" h="3810" extrusionOk="0">
                  <a:moveTo>
                    <a:pt x="2053" y="1"/>
                  </a:moveTo>
                  <a:cubicBezTo>
                    <a:pt x="1283" y="1"/>
                    <a:pt x="589" y="465"/>
                    <a:pt x="295" y="1176"/>
                  </a:cubicBezTo>
                  <a:cubicBezTo>
                    <a:pt x="0" y="1889"/>
                    <a:pt x="163" y="2708"/>
                    <a:pt x="709" y="3253"/>
                  </a:cubicBezTo>
                  <a:cubicBezTo>
                    <a:pt x="1072" y="3616"/>
                    <a:pt x="1559" y="3810"/>
                    <a:pt x="2055" y="3810"/>
                  </a:cubicBezTo>
                  <a:cubicBezTo>
                    <a:pt x="2300" y="3810"/>
                    <a:pt x="2548" y="3762"/>
                    <a:pt x="2783" y="3665"/>
                  </a:cubicBezTo>
                  <a:cubicBezTo>
                    <a:pt x="3495" y="3370"/>
                    <a:pt x="3959" y="2676"/>
                    <a:pt x="3959" y="1905"/>
                  </a:cubicBezTo>
                  <a:cubicBezTo>
                    <a:pt x="3958" y="854"/>
                    <a:pt x="3106" y="1"/>
                    <a:pt x="20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60"/>
            <p:cNvSpPr/>
            <p:nvPr/>
          </p:nvSpPr>
          <p:spPr>
            <a:xfrm>
              <a:off x="5640975" y="3355525"/>
              <a:ext cx="97025" cy="97025"/>
            </a:xfrm>
            <a:custGeom>
              <a:avLst/>
              <a:gdLst/>
              <a:ahLst/>
              <a:cxnLst/>
              <a:rect l="l" t="t" r="r" b="b"/>
              <a:pathLst>
                <a:path w="3881" h="3881" extrusionOk="0">
                  <a:moveTo>
                    <a:pt x="1" y="1"/>
                  </a:moveTo>
                  <a:lnTo>
                    <a:pt x="1" y="3880"/>
                  </a:lnTo>
                  <a:lnTo>
                    <a:pt x="3880" y="3880"/>
                  </a:lnTo>
                  <a:lnTo>
                    <a:pt x="38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60"/>
            <p:cNvSpPr/>
            <p:nvPr/>
          </p:nvSpPr>
          <p:spPr>
            <a:xfrm>
              <a:off x="5776750" y="3355525"/>
              <a:ext cx="97025" cy="97025"/>
            </a:xfrm>
            <a:custGeom>
              <a:avLst/>
              <a:gdLst/>
              <a:ahLst/>
              <a:cxnLst/>
              <a:rect l="l" t="t" r="r" b="b"/>
              <a:pathLst>
                <a:path w="3881" h="3881" extrusionOk="0">
                  <a:moveTo>
                    <a:pt x="1" y="1"/>
                  </a:moveTo>
                  <a:lnTo>
                    <a:pt x="1" y="3880"/>
                  </a:lnTo>
                  <a:lnTo>
                    <a:pt x="3880" y="3880"/>
                  </a:lnTo>
                  <a:lnTo>
                    <a:pt x="38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2" name="Google Shape;992;p60"/>
          <p:cNvGrpSpPr/>
          <p:nvPr/>
        </p:nvGrpSpPr>
        <p:grpSpPr>
          <a:xfrm>
            <a:off x="7222332" y="3336615"/>
            <a:ext cx="394130" cy="379028"/>
            <a:chOff x="6266050" y="3233200"/>
            <a:chExt cx="365375" cy="351375"/>
          </a:xfrm>
        </p:grpSpPr>
        <p:sp>
          <p:nvSpPr>
            <p:cNvPr id="993" name="Google Shape;993;p60"/>
            <p:cNvSpPr/>
            <p:nvPr/>
          </p:nvSpPr>
          <p:spPr>
            <a:xfrm>
              <a:off x="6266050" y="3299475"/>
              <a:ext cx="132875" cy="147150"/>
            </a:xfrm>
            <a:custGeom>
              <a:avLst/>
              <a:gdLst/>
              <a:ahLst/>
              <a:cxnLst/>
              <a:rect l="l" t="t" r="r" b="b"/>
              <a:pathLst>
                <a:path w="5315" h="5886" extrusionOk="0">
                  <a:moveTo>
                    <a:pt x="1918" y="0"/>
                  </a:moveTo>
                  <a:cubicBezTo>
                    <a:pt x="551" y="1633"/>
                    <a:pt x="1" y="3797"/>
                    <a:pt x="418" y="5885"/>
                  </a:cubicBezTo>
                  <a:lnTo>
                    <a:pt x="5314" y="5885"/>
                  </a:lnTo>
                  <a:lnTo>
                    <a:pt x="19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60"/>
            <p:cNvSpPr/>
            <p:nvPr/>
          </p:nvSpPr>
          <p:spPr>
            <a:xfrm>
              <a:off x="6332775" y="3233200"/>
              <a:ext cx="146175" cy="149750"/>
            </a:xfrm>
            <a:custGeom>
              <a:avLst/>
              <a:gdLst/>
              <a:ahLst/>
              <a:cxnLst/>
              <a:rect l="l" t="t" r="r" b="b"/>
              <a:pathLst>
                <a:path w="5847" h="5990" extrusionOk="0">
                  <a:moveTo>
                    <a:pt x="4640" y="1"/>
                  </a:moveTo>
                  <a:cubicBezTo>
                    <a:pt x="2946" y="1"/>
                    <a:pt x="1293" y="615"/>
                    <a:pt x="1" y="1753"/>
                  </a:cubicBezTo>
                  <a:lnTo>
                    <a:pt x="2447" y="5990"/>
                  </a:lnTo>
                  <a:lnTo>
                    <a:pt x="5847" y="105"/>
                  </a:lnTo>
                  <a:cubicBezTo>
                    <a:pt x="5445" y="35"/>
                    <a:pt x="5041" y="1"/>
                    <a:pt x="46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60"/>
            <p:cNvSpPr/>
            <p:nvPr/>
          </p:nvSpPr>
          <p:spPr>
            <a:xfrm>
              <a:off x="6443800" y="3243575"/>
              <a:ext cx="169900" cy="106050"/>
            </a:xfrm>
            <a:custGeom>
              <a:avLst/>
              <a:gdLst/>
              <a:ahLst/>
              <a:cxnLst/>
              <a:rect l="l" t="t" r="r" b="b"/>
              <a:pathLst>
                <a:path w="6796" h="4242" extrusionOk="0">
                  <a:moveTo>
                    <a:pt x="2449" y="1"/>
                  </a:moveTo>
                  <a:lnTo>
                    <a:pt x="0" y="4242"/>
                  </a:lnTo>
                  <a:lnTo>
                    <a:pt x="6796" y="4242"/>
                  </a:lnTo>
                  <a:cubicBezTo>
                    <a:pt x="6060" y="2245"/>
                    <a:pt x="4462" y="688"/>
                    <a:pt x="24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60"/>
            <p:cNvSpPr/>
            <p:nvPr/>
          </p:nvSpPr>
          <p:spPr>
            <a:xfrm>
              <a:off x="6418525" y="3434800"/>
              <a:ext cx="146175" cy="149775"/>
            </a:xfrm>
            <a:custGeom>
              <a:avLst/>
              <a:gdLst/>
              <a:ahLst/>
              <a:cxnLst/>
              <a:rect l="l" t="t" r="r" b="b"/>
              <a:pathLst>
                <a:path w="5847" h="5991" extrusionOk="0">
                  <a:moveTo>
                    <a:pt x="3400" y="1"/>
                  </a:moveTo>
                  <a:lnTo>
                    <a:pt x="0" y="5886"/>
                  </a:lnTo>
                  <a:cubicBezTo>
                    <a:pt x="402" y="5956"/>
                    <a:pt x="805" y="5990"/>
                    <a:pt x="1206" y="5990"/>
                  </a:cubicBezTo>
                  <a:cubicBezTo>
                    <a:pt x="2900" y="5990"/>
                    <a:pt x="4554" y="5376"/>
                    <a:pt x="5846" y="4237"/>
                  </a:cubicBezTo>
                  <a:lnTo>
                    <a:pt x="34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60"/>
            <p:cNvSpPr/>
            <p:nvPr/>
          </p:nvSpPr>
          <p:spPr>
            <a:xfrm>
              <a:off x="6283775" y="3465975"/>
              <a:ext cx="169900" cy="106025"/>
            </a:xfrm>
            <a:custGeom>
              <a:avLst/>
              <a:gdLst/>
              <a:ahLst/>
              <a:cxnLst/>
              <a:rect l="l" t="t" r="r" b="b"/>
              <a:pathLst>
                <a:path w="6796" h="4241" extrusionOk="0">
                  <a:moveTo>
                    <a:pt x="0" y="0"/>
                  </a:moveTo>
                  <a:cubicBezTo>
                    <a:pt x="736" y="1997"/>
                    <a:pt x="2332" y="3554"/>
                    <a:pt x="4346" y="4241"/>
                  </a:cubicBezTo>
                  <a:lnTo>
                    <a:pt x="67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60"/>
            <p:cNvSpPr/>
            <p:nvPr/>
          </p:nvSpPr>
          <p:spPr>
            <a:xfrm>
              <a:off x="6498550" y="3378700"/>
              <a:ext cx="132875" cy="147125"/>
            </a:xfrm>
            <a:custGeom>
              <a:avLst/>
              <a:gdLst/>
              <a:ahLst/>
              <a:cxnLst/>
              <a:rect l="l" t="t" r="r" b="b"/>
              <a:pathLst>
                <a:path w="5315" h="5885" extrusionOk="0">
                  <a:moveTo>
                    <a:pt x="1" y="1"/>
                  </a:moveTo>
                  <a:lnTo>
                    <a:pt x="3396" y="5884"/>
                  </a:lnTo>
                  <a:cubicBezTo>
                    <a:pt x="4764" y="4253"/>
                    <a:pt x="5314" y="2087"/>
                    <a:pt x="48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9" name="Google Shape;999;p60"/>
          <p:cNvGrpSpPr/>
          <p:nvPr/>
        </p:nvGrpSpPr>
        <p:grpSpPr>
          <a:xfrm>
            <a:off x="782763" y="3944867"/>
            <a:ext cx="251148" cy="376682"/>
            <a:chOff x="296300" y="3797075"/>
            <a:chExt cx="232825" cy="349200"/>
          </a:xfrm>
        </p:grpSpPr>
        <p:sp>
          <p:nvSpPr>
            <p:cNvPr id="1000" name="Google Shape;1000;p60"/>
            <p:cNvSpPr/>
            <p:nvPr/>
          </p:nvSpPr>
          <p:spPr>
            <a:xfrm>
              <a:off x="449975" y="3961950"/>
              <a:ext cx="55075" cy="184325"/>
            </a:xfrm>
            <a:custGeom>
              <a:avLst/>
              <a:gdLst/>
              <a:ahLst/>
              <a:cxnLst/>
              <a:rect l="l" t="t" r="r" b="b"/>
              <a:pathLst>
                <a:path w="2203" h="7373" extrusionOk="0">
                  <a:moveTo>
                    <a:pt x="142" y="0"/>
                  </a:moveTo>
                  <a:lnTo>
                    <a:pt x="0" y="7373"/>
                  </a:lnTo>
                  <a:lnTo>
                    <a:pt x="1636" y="7373"/>
                  </a:lnTo>
                  <a:lnTo>
                    <a:pt x="22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60"/>
            <p:cNvSpPr/>
            <p:nvPr/>
          </p:nvSpPr>
          <p:spPr>
            <a:xfrm>
              <a:off x="396500" y="3961950"/>
              <a:ext cx="32425" cy="184325"/>
            </a:xfrm>
            <a:custGeom>
              <a:avLst/>
              <a:gdLst/>
              <a:ahLst/>
              <a:cxnLst/>
              <a:rect l="l" t="t" r="r" b="b"/>
              <a:pathLst>
                <a:path w="1297" h="7373" extrusionOk="0">
                  <a:moveTo>
                    <a:pt x="1" y="0"/>
                  </a:moveTo>
                  <a:lnTo>
                    <a:pt x="143" y="7373"/>
                  </a:lnTo>
                  <a:lnTo>
                    <a:pt x="1155" y="7373"/>
                  </a:lnTo>
                  <a:lnTo>
                    <a:pt x="129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60"/>
            <p:cNvSpPr/>
            <p:nvPr/>
          </p:nvSpPr>
          <p:spPr>
            <a:xfrm>
              <a:off x="320350" y="3961950"/>
              <a:ext cx="55075" cy="184325"/>
            </a:xfrm>
            <a:custGeom>
              <a:avLst/>
              <a:gdLst/>
              <a:ahLst/>
              <a:cxnLst/>
              <a:rect l="l" t="t" r="r" b="b"/>
              <a:pathLst>
                <a:path w="2203" h="7373" extrusionOk="0">
                  <a:moveTo>
                    <a:pt x="0" y="0"/>
                  </a:moveTo>
                  <a:lnTo>
                    <a:pt x="567" y="7373"/>
                  </a:lnTo>
                  <a:lnTo>
                    <a:pt x="2203" y="7373"/>
                  </a:lnTo>
                  <a:lnTo>
                    <a:pt x="206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60"/>
            <p:cNvSpPr/>
            <p:nvPr/>
          </p:nvSpPr>
          <p:spPr>
            <a:xfrm>
              <a:off x="296300" y="3797075"/>
              <a:ext cx="232825" cy="145525"/>
            </a:xfrm>
            <a:custGeom>
              <a:avLst/>
              <a:gdLst/>
              <a:ahLst/>
              <a:cxnLst/>
              <a:rect l="l" t="t" r="r" b="b"/>
              <a:pathLst>
                <a:path w="9313" h="5821" extrusionOk="0">
                  <a:moveTo>
                    <a:pt x="5987" y="1"/>
                  </a:moveTo>
                  <a:cubicBezTo>
                    <a:pt x="4979" y="1"/>
                    <a:pt x="3880" y="1830"/>
                    <a:pt x="3880" y="1830"/>
                  </a:cubicBezTo>
                  <a:lnTo>
                    <a:pt x="3880" y="2716"/>
                  </a:lnTo>
                  <a:lnTo>
                    <a:pt x="923" y="2716"/>
                  </a:lnTo>
                  <a:lnTo>
                    <a:pt x="730" y="4656"/>
                  </a:lnTo>
                  <a:lnTo>
                    <a:pt x="1" y="4656"/>
                  </a:lnTo>
                  <a:lnTo>
                    <a:pt x="1" y="5820"/>
                  </a:lnTo>
                  <a:lnTo>
                    <a:pt x="9313" y="5820"/>
                  </a:lnTo>
                  <a:lnTo>
                    <a:pt x="9313" y="4656"/>
                  </a:lnTo>
                  <a:lnTo>
                    <a:pt x="8422" y="4656"/>
                  </a:lnTo>
                  <a:lnTo>
                    <a:pt x="8228" y="2716"/>
                  </a:lnTo>
                  <a:lnTo>
                    <a:pt x="5044" y="2716"/>
                  </a:lnTo>
                  <a:lnTo>
                    <a:pt x="5044" y="1996"/>
                  </a:lnTo>
                  <a:cubicBezTo>
                    <a:pt x="5044" y="1536"/>
                    <a:pt x="5417" y="1165"/>
                    <a:pt x="5876" y="1165"/>
                  </a:cubicBezTo>
                  <a:lnTo>
                    <a:pt x="8536" y="1165"/>
                  </a:lnTo>
                  <a:lnTo>
                    <a:pt x="85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4" name="Google Shape;1004;p60"/>
          <p:cNvGrpSpPr/>
          <p:nvPr/>
        </p:nvGrpSpPr>
        <p:grpSpPr>
          <a:xfrm>
            <a:off x="1541952" y="3977471"/>
            <a:ext cx="362578" cy="311448"/>
            <a:chOff x="1000100" y="3827300"/>
            <a:chExt cx="336125" cy="288725"/>
          </a:xfrm>
        </p:grpSpPr>
        <p:sp>
          <p:nvSpPr>
            <p:cNvPr id="1005" name="Google Shape;1005;p60"/>
            <p:cNvSpPr/>
            <p:nvPr/>
          </p:nvSpPr>
          <p:spPr>
            <a:xfrm>
              <a:off x="1000100" y="3827300"/>
              <a:ext cx="203725" cy="288725"/>
            </a:xfrm>
            <a:custGeom>
              <a:avLst/>
              <a:gdLst/>
              <a:ahLst/>
              <a:cxnLst/>
              <a:rect l="l" t="t" r="r" b="b"/>
              <a:pathLst>
                <a:path w="8149" h="11549" extrusionOk="0">
                  <a:moveTo>
                    <a:pt x="8149" y="0"/>
                  </a:moveTo>
                  <a:lnTo>
                    <a:pt x="3503" y="3252"/>
                  </a:lnTo>
                  <a:lnTo>
                    <a:pt x="1" y="3252"/>
                  </a:lnTo>
                  <a:lnTo>
                    <a:pt x="1" y="8297"/>
                  </a:lnTo>
                  <a:lnTo>
                    <a:pt x="3503" y="8297"/>
                  </a:lnTo>
                  <a:lnTo>
                    <a:pt x="8149" y="11549"/>
                  </a:lnTo>
                  <a:lnTo>
                    <a:pt x="814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60"/>
            <p:cNvSpPr/>
            <p:nvPr/>
          </p:nvSpPr>
          <p:spPr>
            <a:xfrm>
              <a:off x="1232900" y="3864425"/>
              <a:ext cx="103325" cy="206650"/>
            </a:xfrm>
            <a:custGeom>
              <a:avLst/>
              <a:gdLst/>
              <a:ahLst/>
              <a:cxnLst/>
              <a:rect l="l" t="t" r="r" b="b"/>
              <a:pathLst>
                <a:path w="4133" h="8266" extrusionOk="0">
                  <a:moveTo>
                    <a:pt x="1" y="0"/>
                  </a:moveTo>
                  <a:lnTo>
                    <a:pt x="1" y="1182"/>
                  </a:lnTo>
                  <a:cubicBezTo>
                    <a:pt x="1627" y="1182"/>
                    <a:pt x="2952" y="2506"/>
                    <a:pt x="2952" y="4133"/>
                  </a:cubicBezTo>
                  <a:cubicBezTo>
                    <a:pt x="2952" y="5761"/>
                    <a:pt x="1627" y="7085"/>
                    <a:pt x="1" y="7085"/>
                  </a:cubicBezTo>
                  <a:lnTo>
                    <a:pt x="1" y="8265"/>
                  </a:lnTo>
                  <a:cubicBezTo>
                    <a:pt x="2279" y="8265"/>
                    <a:pt x="4133" y="6411"/>
                    <a:pt x="4133" y="4133"/>
                  </a:cubicBezTo>
                  <a:cubicBezTo>
                    <a:pt x="4133" y="1854"/>
                    <a:pt x="2279" y="0"/>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60"/>
            <p:cNvSpPr/>
            <p:nvPr/>
          </p:nvSpPr>
          <p:spPr>
            <a:xfrm>
              <a:off x="1232875" y="3923450"/>
              <a:ext cx="44300" cy="88575"/>
            </a:xfrm>
            <a:custGeom>
              <a:avLst/>
              <a:gdLst/>
              <a:ahLst/>
              <a:cxnLst/>
              <a:rect l="l" t="t" r="r" b="b"/>
              <a:pathLst>
                <a:path w="1772" h="3543" extrusionOk="0">
                  <a:moveTo>
                    <a:pt x="0" y="0"/>
                  </a:moveTo>
                  <a:lnTo>
                    <a:pt x="0" y="1182"/>
                  </a:lnTo>
                  <a:cubicBezTo>
                    <a:pt x="323" y="1188"/>
                    <a:pt x="581" y="1449"/>
                    <a:pt x="581" y="1772"/>
                  </a:cubicBezTo>
                  <a:cubicBezTo>
                    <a:pt x="581" y="2094"/>
                    <a:pt x="323" y="2357"/>
                    <a:pt x="0" y="2363"/>
                  </a:cubicBezTo>
                  <a:lnTo>
                    <a:pt x="0" y="3543"/>
                  </a:lnTo>
                  <a:cubicBezTo>
                    <a:pt x="979" y="3543"/>
                    <a:pt x="1771" y="2749"/>
                    <a:pt x="1771" y="1772"/>
                  </a:cubicBezTo>
                  <a:cubicBezTo>
                    <a:pt x="1771" y="794"/>
                    <a:pt x="979" y="2"/>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8" name="Google Shape;1008;p60"/>
          <p:cNvGrpSpPr/>
          <p:nvPr/>
        </p:nvGrpSpPr>
        <p:grpSpPr>
          <a:xfrm>
            <a:off x="2407258" y="3944867"/>
            <a:ext cx="261585" cy="376655"/>
            <a:chOff x="1802275" y="3797075"/>
            <a:chExt cx="242500" cy="349175"/>
          </a:xfrm>
        </p:grpSpPr>
        <p:sp>
          <p:nvSpPr>
            <p:cNvPr id="1009" name="Google Shape;1009;p60"/>
            <p:cNvSpPr/>
            <p:nvPr/>
          </p:nvSpPr>
          <p:spPr>
            <a:xfrm>
              <a:off x="1802275" y="3797075"/>
              <a:ext cx="242500" cy="349175"/>
            </a:xfrm>
            <a:custGeom>
              <a:avLst/>
              <a:gdLst/>
              <a:ahLst/>
              <a:cxnLst/>
              <a:rect l="l" t="t" r="r" b="b"/>
              <a:pathLst>
                <a:path w="9700" h="13967" extrusionOk="0">
                  <a:moveTo>
                    <a:pt x="4779" y="2205"/>
                  </a:moveTo>
                  <a:cubicBezTo>
                    <a:pt x="5209" y="2205"/>
                    <a:pt x="5632" y="2373"/>
                    <a:pt x="5949" y="2690"/>
                  </a:cubicBezTo>
                  <a:cubicBezTo>
                    <a:pt x="6421" y="3163"/>
                    <a:pt x="6563" y="3874"/>
                    <a:pt x="6307" y="4492"/>
                  </a:cubicBezTo>
                  <a:cubicBezTo>
                    <a:pt x="6051" y="5110"/>
                    <a:pt x="5447" y="5512"/>
                    <a:pt x="4779" y="5512"/>
                  </a:cubicBezTo>
                  <a:cubicBezTo>
                    <a:pt x="3865" y="5512"/>
                    <a:pt x="3125" y="4772"/>
                    <a:pt x="3125" y="3858"/>
                  </a:cubicBezTo>
                  <a:cubicBezTo>
                    <a:pt x="3125" y="3190"/>
                    <a:pt x="3528" y="2587"/>
                    <a:pt x="4146" y="2331"/>
                  </a:cubicBezTo>
                  <a:cubicBezTo>
                    <a:pt x="4350" y="2247"/>
                    <a:pt x="4565" y="2205"/>
                    <a:pt x="4779" y="2205"/>
                  </a:cubicBezTo>
                  <a:close/>
                  <a:moveTo>
                    <a:pt x="4779" y="6616"/>
                  </a:moveTo>
                  <a:cubicBezTo>
                    <a:pt x="5818" y="6616"/>
                    <a:pt x="6757" y="7242"/>
                    <a:pt x="7156" y="8203"/>
                  </a:cubicBezTo>
                  <a:cubicBezTo>
                    <a:pt x="7554" y="9165"/>
                    <a:pt x="7334" y="10271"/>
                    <a:pt x="6598" y="11007"/>
                  </a:cubicBezTo>
                  <a:cubicBezTo>
                    <a:pt x="6105" y="11499"/>
                    <a:pt x="5447" y="11761"/>
                    <a:pt x="4778" y="11761"/>
                  </a:cubicBezTo>
                  <a:cubicBezTo>
                    <a:pt x="4447" y="11761"/>
                    <a:pt x="4112" y="11697"/>
                    <a:pt x="3794" y="11565"/>
                  </a:cubicBezTo>
                  <a:cubicBezTo>
                    <a:pt x="2833" y="11167"/>
                    <a:pt x="2205" y="10229"/>
                    <a:pt x="2205" y="9188"/>
                  </a:cubicBezTo>
                  <a:cubicBezTo>
                    <a:pt x="2205" y="7768"/>
                    <a:pt x="3358" y="6616"/>
                    <a:pt x="4779" y="6616"/>
                  </a:cubicBezTo>
                  <a:close/>
                  <a:moveTo>
                    <a:pt x="0" y="1"/>
                  </a:moveTo>
                  <a:lnTo>
                    <a:pt x="0" y="13967"/>
                  </a:lnTo>
                  <a:lnTo>
                    <a:pt x="9699" y="13967"/>
                  </a:lnTo>
                  <a:lnTo>
                    <a:pt x="96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60"/>
            <p:cNvSpPr/>
            <p:nvPr/>
          </p:nvSpPr>
          <p:spPr>
            <a:xfrm>
              <a:off x="1882075" y="3990025"/>
              <a:ext cx="76450" cy="73525"/>
            </a:xfrm>
            <a:custGeom>
              <a:avLst/>
              <a:gdLst/>
              <a:ahLst/>
              <a:cxnLst/>
              <a:rect l="l" t="t" r="r" b="b"/>
              <a:pathLst>
                <a:path w="3058" h="2941" extrusionOk="0">
                  <a:moveTo>
                    <a:pt x="1587" y="1"/>
                  </a:moveTo>
                  <a:cubicBezTo>
                    <a:pt x="993" y="1"/>
                    <a:pt x="456" y="359"/>
                    <a:pt x="228" y="909"/>
                  </a:cubicBezTo>
                  <a:cubicBezTo>
                    <a:pt x="1" y="1458"/>
                    <a:pt x="126" y="2090"/>
                    <a:pt x="547" y="2511"/>
                  </a:cubicBezTo>
                  <a:cubicBezTo>
                    <a:pt x="829" y="2791"/>
                    <a:pt x="1205" y="2941"/>
                    <a:pt x="1587" y="2941"/>
                  </a:cubicBezTo>
                  <a:cubicBezTo>
                    <a:pt x="1777" y="2941"/>
                    <a:pt x="1967" y="2904"/>
                    <a:pt x="2149" y="2829"/>
                  </a:cubicBezTo>
                  <a:cubicBezTo>
                    <a:pt x="2699" y="2602"/>
                    <a:pt x="3057" y="2066"/>
                    <a:pt x="3057" y="1471"/>
                  </a:cubicBezTo>
                  <a:cubicBezTo>
                    <a:pt x="3057" y="659"/>
                    <a:pt x="2398" y="1"/>
                    <a:pt x="15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60"/>
            <p:cNvSpPr/>
            <p:nvPr/>
          </p:nvSpPr>
          <p:spPr>
            <a:xfrm>
              <a:off x="1906875" y="3879775"/>
              <a:ext cx="28650" cy="27575"/>
            </a:xfrm>
            <a:custGeom>
              <a:avLst/>
              <a:gdLst/>
              <a:ahLst/>
              <a:cxnLst/>
              <a:rect l="l" t="t" r="r" b="b"/>
              <a:pathLst>
                <a:path w="1146" h="1103" extrusionOk="0">
                  <a:moveTo>
                    <a:pt x="595" y="1"/>
                  </a:moveTo>
                  <a:cubicBezTo>
                    <a:pt x="372" y="1"/>
                    <a:pt x="171" y="135"/>
                    <a:pt x="86" y="341"/>
                  </a:cubicBezTo>
                  <a:cubicBezTo>
                    <a:pt x="1" y="546"/>
                    <a:pt x="47" y="783"/>
                    <a:pt x="204" y="941"/>
                  </a:cubicBezTo>
                  <a:cubicBezTo>
                    <a:pt x="310" y="1046"/>
                    <a:pt x="451" y="1102"/>
                    <a:pt x="595" y="1102"/>
                  </a:cubicBezTo>
                  <a:cubicBezTo>
                    <a:pt x="666" y="1102"/>
                    <a:pt x="738" y="1089"/>
                    <a:pt x="806" y="1061"/>
                  </a:cubicBezTo>
                  <a:cubicBezTo>
                    <a:pt x="1011" y="975"/>
                    <a:pt x="1146" y="774"/>
                    <a:pt x="1146" y="552"/>
                  </a:cubicBezTo>
                  <a:cubicBezTo>
                    <a:pt x="1146" y="247"/>
                    <a:pt x="898" y="1"/>
                    <a:pt x="5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2" name="Google Shape;1012;p60"/>
          <p:cNvGrpSpPr/>
          <p:nvPr/>
        </p:nvGrpSpPr>
        <p:grpSpPr>
          <a:xfrm>
            <a:off x="3223483" y="3944867"/>
            <a:ext cx="244541" cy="376655"/>
            <a:chOff x="2558950" y="3797075"/>
            <a:chExt cx="226700" cy="349175"/>
          </a:xfrm>
        </p:grpSpPr>
        <p:sp>
          <p:nvSpPr>
            <p:cNvPr id="1013" name="Google Shape;1013;p60"/>
            <p:cNvSpPr/>
            <p:nvPr/>
          </p:nvSpPr>
          <p:spPr>
            <a:xfrm>
              <a:off x="2558950" y="3797075"/>
              <a:ext cx="226700" cy="252200"/>
            </a:xfrm>
            <a:custGeom>
              <a:avLst/>
              <a:gdLst/>
              <a:ahLst/>
              <a:cxnLst/>
              <a:rect l="l" t="t" r="r" b="b"/>
              <a:pathLst>
                <a:path w="9068" h="10088" extrusionOk="0">
                  <a:moveTo>
                    <a:pt x="4727" y="3880"/>
                  </a:moveTo>
                  <a:lnTo>
                    <a:pt x="4727" y="5820"/>
                  </a:lnTo>
                  <a:lnTo>
                    <a:pt x="3954" y="5820"/>
                  </a:lnTo>
                  <a:lnTo>
                    <a:pt x="3954" y="3880"/>
                  </a:lnTo>
                  <a:close/>
                  <a:moveTo>
                    <a:pt x="3176" y="1"/>
                  </a:moveTo>
                  <a:lnTo>
                    <a:pt x="3176" y="1940"/>
                  </a:lnTo>
                  <a:lnTo>
                    <a:pt x="1624" y="1940"/>
                  </a:lnTo>
                  <a:lnTo>
                    <a:pt x="1624" y="7642"/>
                  </a:lnTo>
                  <a:lnTo>
                    <a:pt x="0" y="10087"/>
                  </a:lnTo>
                  <a:lnTo>
                    <a:pt x="9068" y="10087"/>
                  </a:lnTo>
                  <a:lnTo>
                    <a:pt x="7444" y="7642"/>
                  </a:lnTo>
                  <a:lnTo>
                    <a:pt x="7444" y="1940"/>
                  </a:lnTo>
                  <a:lnTo>
                    <a:pt x="5891" y="1940"/>
                  </a:lnTo>
                  <a:lnTo>
                    <a:pt x="5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60"/>
            <p:cNvSpPr/>
            <p:nvPr/>
          </p:nvSpPr>
          <p:spPr>
            <a:xfrm>
              <a:off x="2657750" y="4097750"/>
              <a:ext cx="19425" cy="48500"/>
            </a:xfrm>
            <a:custGeom>
              <a:avLst/>
              <a:gdLst/>
              <a:ahLst/>
              <a:cxnLst/>
              <a:rect l="l" t="t" r="r" b="b"/>
              <a:pathLst>
                <a:path w="777" h="1940" extrusionOk="0">
                  <a:moveTo>
                    <a:pt x="0" y="1"/>
                  </a:moveTo>
                  <a:lnTo>
                    <a:pt x="0" y="1940"/>
                  </a:lnTo>
                  <a:lnTo>
                    <a:pt x="777" y="1940"/>
                  </a:lnTo>
                  <a:lnTo>
                    <a:pt x="7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60"/>
            <p:cNvSpPr/>
            <p:nvPr/>
          </p:nvSpPr>
          <p:spPr>
            <a:xfrm>
              <a:off x="2706500" y="4072450"/>
              <a:ext cx="49950" cy="49950"/>
            </a:xfrm>
            <a:custGeom>
              <a:avLst/>
              <a:gdLst/>
              <a:ahLst/>
              <a:cxnLst/>
              <a:rect l="l" t="t" r="r" b="b"/>
              <a:pathLst>
                <a:path w="1998" h="1998" extrusionOk="0">
                  <a:moveTo>
                    <a:pt x="666" y="0"/>
                  </a:moveTo>
                  <a:lnTo>
                    <a:pt x="1" y="667"/>
                  </a:lnTo>
                  <a:lnTo>
                    <a:pt x="1332" y="1997"/>
                  </a:lnTo>
                  <a:lnTo>
                    <a:pt x="1997" y="1332"/>
                  </a:lnTo>
                  <a:lnTo>
                    <a:pt x="66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60"/>
            <p:cNvSpPr/>
            <p:nvPr/>
          </p:nvSpPr>
          <p:spPr>
            <a:xfrm>
              <a:off x="2584425" y="4072450"/>
              <a:ext cx="50000" cy="49975"/>
            </a:xfrm>
            <a:custGeom>
              <a:avLst/>
              <a:gdLst/>
              <a:ahLst/>
              <a:cxnLst/>
              <a:rect l="l" t="t" r="r" b="b"/>
              <a:pathLst>
                <a:path w="2000" h="1999" extrusionOk="0">
                  <a:moveTo>
                    <a:pt x="1332" y="0"/>
                  </a:moveTo>
                  <a:lnTo>
                    <a:pt x="1" y="1332"/>
                  </a:lnTo>
                  <a:lnTo>
                    <a:pt x="667" y="1999"/>
                  </a:lnTo>
                  <a:lnTo>
                    <a:pt x="1999" y="667"/>
                  </a:lnTo>
                  <a:lnTo>
                    <a:pt x="133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7" name="Google Shape;1017;p60"/>
          <p:cNvGrpSpPr/>
          <p:nvPr/>
        </p:nvGrpSpPr>
        <p:grpSpPr>
          <a:xfrm>
            <a:off x="4031376" y="3950099"/>
            <a:ext cx="261612" cy="366246"/>
            <a:chOff x="3307900" y="3801925"/>
            <a:chExt cx="242525" cy="339525"/>
          </a:xfrm>
        </p:grpSpPr>
        <p:sp>
          <p:nvSpPr>
            <p:cNvPr id="1018" name="Google Shape;1018;p60"/>
            <p:cNvSpPr/>
            <p:nvPr/>
          </p:nvSpPr>
          <p:spPr>
            <a:xfrm>
              <a:off x="3307900" y="3801925"/>
              <a:ext cx="242525" cy="339525"/>
            </a:xfrm>
            <a:custGeom>
              <a:avLst/>
              <a:gdLst/>
              <a:ahLst/>
              <a:cxnLst/>
              <a:rect l="l" t="t" r="r" b="b"/>
              <a:pathLst>
                <a:path w="9701" h="13581" extrusionOk="0">
                  <a:moveTo>
                    <a:pt x="6597" y="3103"/>
                  </a:moveTo>
                  <a:lnTo>
                    <a:pt x="6597" y="6595"/>
                  </a:lnTo>
                  <a:lnTo>
                    <a:pt x="3105" y="6595"/>
                  </a:lnTo>
                  <a:lnTo>
                    <a:pt x="3105" y="3103"/>
                  </a:lnTo>
                  <a:close/>
                  <a:moveTo>
                    <a:pt x="1140" y="0"/>
                  </a:moveTo>
                  <a:lnTo>
                    <a:pt x="2279" y="2278"/>
                  </a:lnTo>
                  <a:lnTo>
                    <a:pt x="2279" y="2278"/>
                  </a:lnTo>
                  <a:lnTo>
                    <a:pt x="0" y="1140"/>
                  </a:lnTo>
                  <a:lnTo>
                    <a:pt x="0" y="8560"/>
                  </a:lnTo>
                  <a:lnTo>
                    <a:pt x="2279" y="7422"/>
                  </a:lnTo>
                  <a:lnTo>
                    <a:pt x="1140" y="9699"/>
                  </a:lnTo>
                  <a:lnTo>
                    <a:pt x="3309" y="9699"/>
                  </a:lnTo>
                  <a:lnTo>
                    <a:pt x="1300" y="13580"/>
                  </a:lnTo>
                  <a:lnTo>
                    <a:pt x="2419" y="13580"/>
                  </a:lnTo>
                  <a:lnTo>
                    <a:pt x="4269" y="9765"/>
                  </a:lnTo>
                  <a:lnTo>
                    <a:pt x="4269" y="13579"/>
                  </a:lnTo>
                  <a:lnTo>
                    <a:pt x="5433" y="13579"/>
                  </a:lnTo>
                  <a:lnTo>
                    <a:pt x="5433" y="9765"/>
                  </a:lnTo>
                  <a:lnTo>
                    <a:pt x="7325" y="13579"/>
                  </a:lnTo>
                  <a:lnTo>
                    <a:pt x="8444" y="13579"/>
                  </a:lnTo>
                  <a:lnTo>
                    <a:pt x="6436" y="9699"/>
                  </a:lnTo>
                  <a:lnTo>
                    <a:pt x="8562" y="9699"/>
                  </a:lnTo>
                  <a:lnTo>
                    <a:pt x="7422" y="7421"/>
                  </a:lnTo>
                  <a:lnTo>
                    <a:pt x="9701" y="8560"/>
                  </a:lnTo>
                  <a:lnTo>
                    <a:pt x="9699" y="1140"/>
                  </a:lnTo>
                  <a:lnTo>
                    <a:pt x="7422" y="2278"/>
                  </a:lnTo>
                  <a:lnTo>
                    <a:pt x="7422" y="2278"/>
                  </a:lnTo>
                  <a:lnTo>
                    <a:pt x="856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60"/>
            <p:cNvSpPr/>
            <p:nvPr/>
          </p:nvSpPr>
          <p:spPr>
            <a:xfrm>
              <a:off x="3412975" y="3910150"/>
              <a:ext cx="29225" cy="24975"/>
            </a:xfrm>
            <a:custGeom>
              <a:avLst/>
              <a:gdLst/>
              <a:ahLst/>
              <a:cxnLst/>
              <a:rect l="l" t="t" r="r" b="b"/>
              <a:pathLst>
                <a:path w="1169" h="999" extrusionOk="0">
                  <a:moveTo>
                    <a:pt x="669" y="0"/>
                  </a:moveTo>
                  <a:cubicBezTo>
                    <a:pt x="223" y="0"/>
                    <a:pt x="1" y="538"/>
                    <a:pt x="316" y="852"/>
                  </a:cubicBezTo>
                  <a:cubicBezTo>
                    <a:pt x="411" y="948"/>
                    <a:pt x="538" y="999"/>
                    <a:pt x="668" y="999"/>
                  </a:cubicBezTo>
                  <a:cubicBezTo>
                    <a:pt x="733" y="999"/>
                    <a:pt x="798" y="986"/>
                    <a:pt x="859" y="960"/>
                  </a:cubicBezTo>
                  <a:cubicBezTo>
                    <a:pt x="1046" y="884"/>
                    <a:pt x="1167" y="702"/>
                    <a:pt x="1169" y="499"/>
                  </a:cubicBezTo>
                  <a:cubicBezTo>
                    <a:pt x="1169" y="223"/>
                    <a:pt x="945" y="0"/>
                    <a:pt x="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0" name="Google Shape;1020;p60"/>
          <p:cNvGrpSpPr/>
          <p:nvPr/>
        </p:nvGrpSpPr>
        <p:grpSpPr>
          <a:xfrm>
            <a:off x="4786142" y="3939231"/>
            <a:ext cx="376655" cy="387954"/>
            <a:chOff x="4007600" y="3791850"/>
            <a:chExt cx="349175" cy="359650"/>
          </a:xfrm>
        </p:grpSpPr>
        <p:sp>
          <p:nvSpPr>
            <p:cNvPr id="1021" name="Google Shape;1021;p60"/>
            <p:cNvSpPr/>
            <p:nvPr/>
          </p:nvSpPr>
          <p:spPr>
            <a:xfrm>
              <a:off x="4007600" y="3791850"/>
              <a:ext cx="349175" cy="359650"/>
            </a:xfrm>
            <a:custGeom>
              <a:avLst/>
              <a:gdLst/>
              <a:ahLst/>
              <a:cxnLst/>
              <a:rect l="l" t="t" r="r" b="b"/>
              <a:pathLst>
                <a:path w="13967" h="14386" extrusionOk="0">
                  <a:moveTo>
                    <a:pt x="11203" y="6482"/>
                  </a:moveTo>
                  <a:cubicBezTo>
                    <a:pt x="11347" y="6482"/>
                    <a:pt x="11488" y="6538"/>
                    <a:pt x="11594" y="6644"/>
                  </a:cubicBezTo>
                  <a:cubicBezTo>
                    <a:pt x="11752" y="6801"/>
                    <a:pt x="11799" y="7040"/>
                    <a:pt x="11714" y="7247"/>
                  </a:cubicBezTo>
                  <a:cubicBezTo>
                    <a:pt x="11627" y="7454"/>
                    <a:pt x="11426" y="7588"/>
                    <a:pt x="11202" y="7588"/>
                  </a:cubicBezTo>
                  <a:cubicBezTo>
                    <a:pt x="10897" y="7588"/>
                    <a:pt x="10650" y="7339"/>
                    <a:pt x="10650" y="7034"/>
                  </a:cubicBezTo>
                  <a:cubicBezTo>
                    <a:pt x="10650" y="6812"/>
                    <a:pt x="10784" y="6609"/>
                    <a:pt x="10991" y="6524"/>
                  </a:cubicBezTo>
                  <a:cubicBezTo>
                    <a:pt x="11060" y="6496"/>
                    <a:pt x="11132" y="6482"/>
                    <a:pt x="11203" y="6482"/>
                  </a:cubicBezTo>
                  <a:close/>
                  <a:moveTo>
                    <a:pt x="11202" y="8694"/>
                  </a:moveTo>
                  <a:cubicBezTo>
                    <a:pt x="11426" y="8694"/>
                    <a:pt x="11627" y="8829"/>
                    <a:pt x="11714" y="9035"/>
                  </a:cubicBezTo>
                  <a:cubicBezTo>
                    <a:pt x="11799" y="9242"/>
                    <a:pt x="11752" y="9479"/>
                    <a:pt x="11594" y="9638"/>
                  </a:cubicBezTo>
                  <a:cubicBezTo>
                    <a:pt x="11488" y="9744"/>
                    <a:pt x="11346" y="9800"/>
                    <a:pt x="11202" y="9800"/>
                  </a:cubicBezTo>
                  <a:cubicBezTo>
                    <a:pt x="11131" y="9800"/>
                    <a:pt x="11059" y="9786"/>
                    <a:pt x="10991" y="9758"/>
                  </a:cubicBezTo>
                  <a:cubicBezTo>
                    <a:pt x="10784" y="9672"/>
                    <a:pt x="10650" y="9471"/>
                    <a:pt x="10650" y="9246"/>
                  </a:cubicBezTo>
                  <a:cubicBezTo>
                    <a:pt x="10650" y="8941"/>
                    <a:pt x="10897" y="8694"/>
                    <a:pt x="11202" y="8694"/>
                  </a:cubicBezTo>
                  <a:close/>
                  <a:moveTo>
                    <a:pt x="11202" y="10906"/>
                  </a:moveTo>
                  <a:cubicBezTo>
                    <a:pt x="11426" y="10906"/>
                    <a:pt x="11627" y="11041"/>
                    <a:pt x="11714" y="11248"/>
                  </a:cubicBezTo>
                  <a:cubicBezTo>
                    <a:pt x="11799" y="11454"/>
                    <a:pt x="11752" y="11691"/>
                    <a:pt x="11594" y="11851"/>
                  </a:cubicBezTo>
                  <a:cubicBezTo>
                    <a:pt x="11488" y="11956"/>
                    <a:pt x="11347" y="12012"/>
                    <a:pt x="11204" y="12012"/>
                  </a:cubicBezTo>
                  <a:cubicBezTo>
                    <a:pt x="11132" y="12012"/>
                    <a:pt x="11060" y="11998"/>
                    <a:pt x="10991" y="11969"/>
                  </a:cubicBezTo>
                  <a:cubicBezTo>
                    <a:pt x="10784" y="11884"/>
                    <a:pt x="10650" y="11683"/>
                    <a:pt x="10650" y="11459"/>
                  </a:cubicBezTo>
                  <a:cubicBezTo>
                    <a:pt x="10650" y="11154"/>
                    <a:pt x="10897" y="10906"/>
                    <a:pt x="11202" y="10906"/>
                  </a:cubicBezTo>
                  <a:close/>
                  <a:moveTo>
                    <a:pt x="9700" y="6625"/>
                  </a:moveTo>
                  <a:lnTo>
                    <a:pt x="9700" y="12057"/>
                  </a:lnTo>
                  <a:lnTo>
                    <a:pt x="2329" y="12057"/>
                  </a:lnTo>
                  <a:lnTo>
                    <a:pt x="2329" y="6625"/>
                  </a:lnTo>
                  <a:close/>
                  <a:moveTo>
                    <a:pt x="9924" y="1"/>
                  </a:moveTo>
                  <a:cubicBezTo>
                    <a:pt x="9315" y="1"/>
                    <a:pt x="8822" y="502"/>
                    <a:pt x="8822" y="1122"/>
                  </a:cubicBezTo>
                  <a:cubicBezTo>
                    <a:pt x="8821" y="1339"/>
                    <a:pt x="8885" y="1553"/>
                    <a:pt x="9003" y="1735"/>
                  </a:cubicBezTo>
                  <a:cubicBezTo>
                    <a:pt x="9003" y="1735"/>
                    <a:pt x="9003" y="1735"/>
                    <a:pt x="9003" y="1735"/>
                  </a:cubicBezTo>
                  <a:lnTo>
                    <a:pt x="9003" y="1735"/>
                  </a:lnTo>
                  <a:cubicBezTo>
                    <a:pt x="9003" y="1735"/>
                    <a:pt x="7741" y="4297"/>
                    <a:pt x="7741" y="4297"/>
                  </a:cubicBezTo>
                  <a:lnTo>
                    <a:pt x="5485" y="4297"/>
                  </a:lnTo>
                  <a:cubicBezTo>
                    <a:pt x="5485" y="4297"/>
                    <a:pt x="4239" y="1736"/>
                    <a:pt x="4230" y="1736"/>
                  </a:cubicBezTo>
                  <a:cubicBezTo>
                    <a:pt x="4230" y="1736"/>
                    <a:pt x="4230" y="1736"/>
                    <a:pt x="4230" y="1736"/>
                  </a:cubicBezTo>
                  <a:cubicBezTo>
                    <a:pt x="4404" y="1468"/>
                    <a:pt x="4467" y="1120"/>
                    <a:pt x="4354" y="759"/>
                  </a:cubicBezTo>
                  <a:cubicBezTo>
                    <a:pt x="4250" y="425"/>
                    <a:pt x="3990" y="163"/>
                    <a:pt x="3659" y="56"/>
                  </a:cubicBezTo>
                  <a:cubicBezTo>
                    <a:pt x="3540" y="19"/>
                    <a:pt x="3422" y="1"/>
                    <a:pt x="3308" y="1"/>
                  </a:cubicBezTo>
                  <a:cubicBezTo>
                    <a:pt x="2700" y="1"/>
                    <a:pt x="2206" y="503"/>
                    <a:pt x="2206" y="1122"/>
                  </a:cubicBezTo>
                  <a:cubicBezTo>
                    <a:pt x="2206" y="1721"/>
                    <a:pt x="2666" y="2208"/>
                    <a:pt x="3247" y="2241"/>
                  </a:cubicBezTo>
                  <a:cubicBezTo>
                    <a:pt x="3572" y="2902"/>
                    <a:pt x="3915" y="3603"/>
                    <a:pt x="4255" y="4297"/>
                  </a:cubicBezTo>
                  <a:lnTo>
                    <a:pt x="1" y="4297"/>
                  </a:lnTo>
                  <a:lnTo>
                    <a:pt x="1" y="14385"/>
                  </a:lnTo>
                  <a:lnTo>
                    <a:pt x="13967" y="14385"/>
                  </a:lnTo>
                  <a:lnTo>
                    <a:pt x="13967" y="4297"/>
                  </a:lnTo>
                  <a:lnTo>
                    <a:pt x="8971" y="4297"/>
                  </a:lnTo>
                  <a:cubicBezTo>
                    <a:pt x="9326" y="3579"/>
                    <a:pt x="9680" y="2858"/>
                    <a:pt x="9986" y="2241"/>
                  </a:cubicBezTo>
                  <a:cubicBezTo>
                    <a:pt x="10683" y="2202"/>
                    <a:pt x="11208" y="1505"/>
                    <a:pt x="10968" y="750"/>
                  </a:cubicBezTo>
                  <a:cubicBezTo>
                    <a:pt x="10863" y="422"/>
                    <a:pt x="10605" y="163"/>
                    <a:pt x="10277" y="56"/>
                  </a:cubicBezTo>
                  <a:cubicBezTo>
                    <a:pt x="10157" y="18"/>
                    <a:pt x="10038" y="1"/>
                    <a:pt x="99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60"/>
            <p:cNvSpPr/>
            <p:nvPr/>
          </p:nvSpPr>
          <p:spPr>
            <a:xfrm>
              <a:off x="4124000" y="3977850"/>
              <a:ext cx="75300" cy="90325"/>
            </a:xfrm>
            <a:custGeom>
              <a:avLst/>
              <a:gdLst/>
              <a:ahLst/>
              <a:cxnLst/>
              <a:rect l="l" t="t" r="r" b="b"/>
              <a:pathLst>
                <a:path w="3012" h="3613" extrusionOk="0">
                  <a:moveTo>
                    <a:pt x="1" y="1"/>
                  </a:moveTo>
                  <a:lnTo>
                    <a:pt x="1" y="3612"/>
                  </a:lnTo>
                  <a:lnTo>
                    <a:pt x="3011" y="1806"/>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3" name="Google Shape;1023;p60"/>
          <p:cNvGrpSpPr/>
          <p:nvPr/>
        </p:nvGrpSpPr>
        <p:grpSpPr>
          <a:xfrm>
            <a:off x="5608085" y="3971376"/>
            <a:ext cx="366246" cy="321965"/>
            <a:chOff x="4769575" y="3821650"/>
            <a:chExt cx="339525" cy="298475"/>
          </a:xfrm>
        </p:grpSpPr>
        <p:sp>
          <p:nvSpPr>
            <p:cNvPr id="1024" name="Google Shape;1024;p60"/>
            <p:cNvSpPr/>
            <p:nvPr/>
          </p:nvSpPr>
          <p:spPr>
            <a:xfrm>
              <a:off x="4905375" y="3821650"/>
              <a:ext cx="203725" cy="221225"/>
            </a:xfrm>
            <a:custGeom>
              <a:avLst/>
              <a:gdLst/>
              <a:ahLst/>
              <a:cxnLst/>
              <a:rect l="l" t="t" r="r" b="b"/>
              <a:pathLst>
                <a:path w="8149" h="8849" extrusionOk="0">
                  <a:moveTo>
                    <a:pt x="5738" y="2929"/>
                  </a:moveTo>
                  <a:cubicBezTo>
                    <a:pt x="5991" y="2929"/>
                    <a:pt x="6234" y="3126"/>
                    <a:pt x="6234" y="3423"/>
                  </a:cubicBezTo>
                  <a:cubicBezTo>
                    <a:pt x="6234" y="3695"/>
                    <a:pt x="6013" y="3916"/>
                    <a:pt x="5741" y="3916"/>
                  </a:cubicBezTo>
                  <a:cubicBezTo>
                    <a:pt x="5301" y="3916"/>
                    <a:pt x="5081" y="3384"/>
                    <a:pt x="5392" y="3075"/>
                  </a:cubicBezTo>
                  <a:cubicBezTo>
                    <a:pt x="5493" y="2974"/>
                    <a:pt x="5617" y="2929"/>
                    <a:pt x="5738" y="2929"/>
                  </a:cubicBezTo>
                  <a:close/>
                  <a:moveTo>
                    <a:pt x="1" y="1"/>
                  </a:moveTo>
                  <a:lnTo>
                    <a:pt x="1" y="2878"/>
                  </a:lnTo>
                  <a:cubicBezTo>
                    <a:pt x="1295" y="2806"/>
                    <a:pt x="2044" y="2631"/>
                    <a:pt x="2078" y="2622"/>
                  </a:cubicBezTo>
                  <a:lnTo>
                    <a:pt x="2677" y="2472"/>
                  </a:lnTo>
                  <a:lnTo>
                    <a:pt x="3880" y="2171"/>
                  </a:lnTo>
                  <a:lnTo>
                    <a:pt x="3881" y="4726"/>
                  </a:lnTo>
                  <a:cubicBezTo>
                    <a:pt x="3935" y="4719"/>
                    <a:pt x="3990" y="4716"/>
                    <a:pt x="4043" y="4716"/>
                  </a:cubicBezTo>
                  <a:cubicBezTo>
                    <a:pt x="4846" y="4716"/>
                    <a:pt x="5499" y="5380"/>
                    <a:pt x="5499" y="6195"/>
                  </a:cubicBezTo>
                  <a:lnTo>
                    <a:pt x="3880" y="6195"/>
                  </a:lnTo>
                  <a:lnTo>
                    <a:pt x="3880" y="8848"/>
                  </a:lnTo>
                  <a:cubicBezTo>
                    <a:pt x="4143" y="8848"/>
                    <a:pt x="5134" y="8628"/>
                    <a:pt x="6101" y="8056"/>
                  </a:cubicBezTo>
                  <a:cubicBezTo>
                    <a:pt x="7440" y="7265"/>
                    <a:pt x="8148" y="6110"/>
                    <a:pt x="8148" y="4716"/>
                  </a:cubicBezTo>
                  <a:lnTo>
                    <a:pt x="8148" y="627"/>
                  </a:lnTo>
                  <a:lnTo>
                    <a:pt x="8147" y="4"/>
                  </a:lnTo>
                  <a:lnTo>
                    <a:pt x="7541" y="153"/>
                  </a:lnTo>
                  <a:cubicBezTo>
                    <a:pt x="7528" y="156"/>
                    <a:pt x="6256" y="465"/>
                    <a:pt x="4074" y="465"/>
                  </a:cubicBezTo>
                  <a:cubicBezTo>
                    <a:pt x="1892" y="465"/>
                    <a:pt x="619" y="156"/>
                    <a:pt x="608" y="153"/>
                  </a:cubicBez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60"/>
            <p:cNvSpPr/>
            <p:nvPr/>
          </p:nvSpPr>
          <p:spPr>
            <a:xfrm>
              <a:off x="4769575" y="3904650"/>
              <a:ext cx="203700" cy="215475"/>
            </a:xfrm>
            <a:custGeom>
              <a:avLst/>
              <a:gdLst/>
              <a:ahLst/>
              <a:cxnLst/>
              <a:rect l="l" t="t" r="r" b="b"/>
              <a:pathLst>
                <a:path w="8148" h="8619" extrusionOk="0">
                  <a:moveTo>
                    <a:pt x="2304" y="2895"/>
                  </a:moveTo>
                  <a:cubicBezTo>
                    <a:pt x="2425" y="2895"/>
                    <a:pt x="2549" y="2940"/>
                    <a:pt x="2649" y="3040"/>
                  </a:cubicBezTo>
                  <a:cubicBezTo>
                    <a:pt x="2789" y="3182"/>
                    <a:pt x="2833" y="3394"/>
                    <a:pt x="2756" y="3578"/>
                  </a:cubicBezTo>
                  <a:cubicBezTo>
                    <a:pt x="2679" y="3761"/>
                    <a:pt x="2500" y="3881"/>
                    <a:pt x="2301" y="3881"/>
                  </a:cubicBezTo>
                  <a:cubicBezTo>
                    <a:pt x="2029" y="3881"/>
                    <a:pt x="1808" y="3662"/>
                    <a:pt x="1808" y="3388"/>
                  </a:cubicBezTo>
                  <a:cubicBezTo>
                    <a:pt x="1808" y="3092"/>
                    <a:pt x="2051" y="2895"/>
                    <a:pt x="2304" y="2895"/>
                  </a:cubicBezTo>
                  <a:close/>
                  <a:moveTo>
                    <a:pt x="5912" y="2895"/>
                  </a:moveTo>
                  <a:cubicBezTo>
                    <a:pt x="6165" y="2895"/>
                    <a:pt x="6409" y="3092"/>
                    <a:pt x="6409" y="3388"/>
                  </a:cubicBezTo>
                  <a:cubicBezTo>
                    <a:pt x="6409" y="3662"/>
                    <a:pt x="6187" y="3881"/>
                    <a:pt x="5915" y="3881"/>
                  </a:cubicBezTo>
                  <a:cubicBezTo>
                    <a:pt x="5476" y="3881"/>
                    <a:pt x="5256" y="3351"/>
                    <a:pt x="5567" y="3040"/>
                  </a:cubicBezTo>
                  <a:cubicBezTo>
                    <a:pt x="5667" y="2940"/>
                    <a:pt x="5791" y="2895"/>
                    <a:pt x="5912" y="2895"/>
                  </a:cubicBezTo>
                  <a:close/>
                  <a:moveTo>
                    <a:pt x="5587" y="5203"/>
                  </a:moveTo>
                  <a:cubicBezTo>
                    <a:pt x="5586" y="6018"/>
                    <a:pt x="4925" y="6681"/>
                    <a:pt x="4108" y="6681"/>
                  </a:cubicBezTo>
                  <a:cubicBezTo>
                    <a:pt x="3291" y="6681"/>
                    <a:pt x="2630" y="6018"/>
                    <a:pt x="2629" y="5203"/>
                  </a:cubicBezTo>
                  <a:close/>
                  <a:moveTo>
                    <a:pt x="0" y="1"/>
                  </a:moveTo>
                  <a:lnTo>
                    <a:pt x="0" y="4536"/>
                  </a:lnTo>
                  <a:cubicBezTo>
                    <a:pt x="0" y="5919"/>
                    <a:pt x="704" y="7064"/>
                    <a:pt x="2033" y="7850"/>
                  </a:cubicBezTo>
                  <a:cubicBezTo>
                    <a:pt x="2993" y="8417"/>
                    <a:pt x="3948" y="8595"/>
                    <a:pt x="3987" y="8602"/>
                  </a:cubicBezTo>
                  <a:lnTo>
                    <a:pt x="4075" y="8618"/>
                  </a:lnTo>
                  <a:lnTo>
                    <a:pt x="4162" y="8602"/>
                  </a:lnTo>
                  <a:cubicBezTo>
                    <a:pt x="4202" y="8595"/>
                    <a:pt x="5156" y="8417"/>
                    <a:pt x="6115" y="7850"/>
                  </a:cubicBezTo>
                  <a:cubicBezTo>
                    <a:pt x="7445" y="7064"/>
                    <a:pt x="8148" y="5919"/>
                    <a:pt x="8148" y="4536"/>
                  </a:cubicBezTo>
                  <a:lnTo>
                    <a:pt x="8148" y="627"/>
                  </a:lnTo>
                  <a:lnTo>
                    <a:pt x="8148" y="2"/>
                  </a:lnTo>
                  <a:lnTo>
                    <a:pt x="7542" y="152"/>
                  </a:lnTo>
                  <a:cubicBezTo>
                    <a:pt x="7529" y="155"/>
                    <a:pt x="6257" y="463"/>
                    <a:pt x="4075" y="463"/>
                  </a:cubicBezTo>
                  <a:cubicBezTo>
                    <a:pt x="1893" y="463"/>
                    <a:pt x="621" y="155"/>
                    <a:pt x="609" y="152"/>
                  </a:cubicBez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26" name="Google Shape;1026;p60"/>
          <p:cNvSpPr/>
          <p:nvPr/>
        </p:nvSpPr>
        <p:spPr>
          <a:xfrm>
            <a:off x="6419262" y="4012734"/>
            <a:ext cx="376655" cy="240685"/>
          </a:xfrm>
          <a:custGeom>
            <a:avLst/>
            <a:gdLst/>
            <a:ahLst/>
            <a:cxnLst/>
            <a:rect l="l" t="t" r="r" b="b"/>
            <a:pathLst>
              <a:path w="13967" h="8925" extrusionOk="0">
                <a:moveTo>
                  <a:pt x="7146" y="1423"/>
                </a:moveTo>
                <a:lnTo>
                  <a:pt x="8045" y="3245"/>
                </a:lnTo>
                <a:lnTo>
                  <a:pt x="10057" y="3537"/>
                </a:lnTo>
                <a:lnTo>
                  <a:pt x="8602" y="4957"/>
                </a:lnTo>
                <a:lnTo>
                  <a:pt x="8945" y="6959"/>
                </a:lnTo>
                <a:lnTo>
                  <a:pt x="7146" y="6014"/>
                </a:lnTo>
                <a:lnTo>
                  <a:pt x="5347" y="6959"/>
                </a:lnTo>
                <a:lnTo>
                  <a:pt x="5347" y="6959"/>
                </a:lnTo>
                <a:lnTo>
                  <a:pt x="5690" y="4957"/>
                </a:lnTo>
                <a:lnTo>
                  <a:pt x="4235" y="3537"/>
                </a:lnTo>
                <a:lnTo>
                  <a:pt x="6247" y="3245"/>
                </a:lnTo>
                <a:lnTo>
                  <a:pt x="7146" y="1423"/>
                </a:lnTo>
                <a:close/>
                <a:moveTo>
                  <a:pt x="1553" y="0"/>
                </a:moveTo>
                <a:lnTo>
                  <a:pt x="1553" y="505"/>
                </a:lnTo>
                <a:cubicBezTo>
                  <a:pt x="1552" y="1083"/>
                  <a:pt x="1083" y="1552"/>
                  <a:pt x="505" y="1552"/>
                </a:cubicBezTo>
                <a:lnTo>
                  <a:pt x="0" y="1552"/>
                </a:lnTo>
                <a:lnTo>
                  <a:pt x="0" y="7371"/>
                </a:lnTo>
                <a:lnTo>
                  <a:pt x="505" y="7371"/>
                </a:lnTo>
                <a:cubicBezTo>
                  <a:pt x="1083" y="7371"/>
                  <a:pt x="1553" y="7841"/>
                  <a:pt x="1553" y="8420"/>
                </a:cubicBezTo>
                <a:lnTo>
                  <a:pt x="1553" y="8924"/>
                </a:lnTo>
                <a:lnTo>
                  <a:pt x="12415" y="8924"/>
                </a:lnTo>
                <a:lnTo>
                  <a:pt x="12415" y="8148"/>
                </a:lnTo>
                <a:cubicBezTo>
                  <a:pt x="12415" y="7720"/>
                  <a:pt x="12762" y="7373"/>
                  <a:pt x="13191" y="7373"/>
                </a:cubicBezTo>
                <a:lnTo>
                  <a:pt x="13966" y="7373"/>
                </a:lnTo>
                <a:lnTo>
                  <a:pt x="13966" y="1553"/>
                </a:lnTo>
                <a:lnTo>
                  <a:pt x="13191" y="1552"/>
                </a:lnTo>
                <a:cubicBezTo>
                  <a:pt x="12762" y="1552"/>
                  <a:pt x="12415" y="1205"/>
                  <a:pt x="12415" y="775"/>
                </a:cubicBezTo>
                <a:lnTo>
                  <a:pt x="124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60"/>
          <p:cNvSpPr/>
          <p:nvPr/>
        </p:nvSpPr>
        <p:spPr>
          <a:xfrm>
            <a:off x="7230819" y="4023170"/>
            <a:ext cx="376655" cy="219758"/>
          </a:xfrm>
          <a:custGeom>
            <a:avLst/>
            <a:gdLst/>
            <a:ahLst/>
            <a:cxnLst/>
            <a:rect l="l" t="t" r="r" b="b"/>
            <a:pathLst>
              <a:path w="13967" h="8149" extrusionOk="0">
                <a:moveTo>
                  <a:pt x="13190" y="777"/>
                </a:moveTo>
                <a:lnTo>
                  <a:pt x="13190" y="1554"/>
                </a:lnTo>
                <a:lnTo>
                  <a:pt x="1164" y="1554"/>
                </a:lnTo>
                <a:lnTo>
                  <a:pt x="1164" y="777"/>
                </a:lnTo>
                <a:close/>
                <a:moveTo>
                  <a:pt x="10087" y="3345"/>
                </a:moveTo>
                <a:cubicBezTo>
                  <a:pt x="10434" y="3351"/>
                  <a:pt x="10712" y="3633"/>
                  <a:pt x="10712" y="3980"/>
                </a:cubicBezTo>
                <a:cubicBezTo>
                  <a:pt x="10712" y="4327"/>
                  <a:pt x="10434" y="4609"/>
                  <a:pt x="10087" y="4615"/>
                </a:cubicBezTo>
                <a:lnTo>
                  <a:pt x="10087" y="3345"/>
                </a:lnTo>
                <a:close/>
                <a:moveTo>
                  <a:pt x="3869" y="3345"/>
                </a:moveTo>
                <a:cubicBezTo>
                  <a:pt x="3873" y="3345"/>
                  <a:pt x="3876" y="3345"/>
                  <a:pt x="3880" y="3345"/>
                </a:cubicBezTo>
                <a:lnTo>
                  <a:pt x="3880" y="4615"/>
                </a:lnTo>
                <a:cubicBezTo>
                  <a:pt x="3876" y="4615"/>
                  <a:pt x="3873" y="4615"/>
                  <a:pt x="3869" y="4615"/>
                </a:cubicBezTo>
                <a:cubicBezTo>
                  <a:pt x="3518" y="4615"/>
                  <a:pt x="3234" y="4331"/>
                  <a:pt x="3234" y="3980"/>
                </a:cubicBezTo>
                <a:cubicBezTo>
                  <a:pt x="3234" y="3629"/>
                  <a:pt x="3518" y="3345"/>
                  <a:pt x="3869" y="3345"/>
                </a:cubicBezTo>
                <a:close/>
                <a:moveTo>
                  <a:pt x="2999" y="2718"/>
                </a:moveTo>
                <a:cubicBezTo>
                  <a:pt x="2093" y="3396"/>
                  <a:pt x="2093" y="4755"/>
                  <a:pt x="2999" y="5433"/>
                </a:cubicBezTo>
                <a:lnTo>
                  <a:pt x="1666" y="5433"/>
                </a:lnTo>
                <a:cubicBezTo>
                  <a:pt x="1426" y="5021"/>
                  <a:pt x="1300" y="4551"/>
                  <a:pt x="1300" y="4075"/>
                </a:cubicBezTo>
                <a:cubicBezTo>
                  <a:pt x="1300" y="3598"/>
                  <a:pt x="1426" y="3130"/>
                  <a:pt x="1666" y="2718"/>
                </a:cubicBezTo>
                <a:close/>
                <a:moveTo>
                  <a:pt x="9311" y="2718"/>
                </a:moveTo>
                <a:lnTo>
                  <a:pt x="9311" y="5433"/>
                </a:lnTo>
                <a:lnTo>
                  <a:pt x="5044" y="5433"/>
                </a:lnTo>
                <a:lnTo>
                  <a:pt x="5044" y="2718"/>
                </a:lnTo>
                <a:close/>
                <a:moveTo>
                  <a:pt x="12473" y="2718"/>
                </a:moveTo>
                <a:cubicBezTo>
                  <a:pt x="12960" y="3556"/>
                  <a:pt x="12960" y="4593"/>
                  <a:pt x="12473" y="5433"/>
                </a:cubicBezTo>
                <a:lnTo>
                  <a:pt x="11140" y="5433"/>
                </a:lnTo>
                <a:cubicBezTo>
                  <a:pt x="12046" y="4755"/>
                  <a:pt x="12046" y="3396"/>
                  <a:pt x="11140" y="2718"/>
                </a:cubicBezTo>
                <a:close/>
                <a:moveTo>
                  <a:pt x="0" y="1"/>
                </a:moveTo>
                <a:lnTo>
                  <a:pt x="0" y="8148"/>
                </a:lnTo>
                <a:lnTo>
                  <a:pt x="13967" y="8148"/>
                </a:lnTo>
                <a:lnTo>
                  <a:pt x="139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60"/>
          <p:cNvSpPr/>
          <p:nvPr/>
        </p:nvSpPr>
        <p:spPr>
          <a:xfrm>
            <a:off x="8047015" y="2191035"/>
            <a:ext cx="376709" cy="272021"/>
          </a:xfrm>
          <a:custGeom>
            <a:avLst/>
            <a:gdLst/>
            <a:ahLst/>
            <a:cxnLst/>
            <a:rect l="l" t="t" r="r" b="b"/>
            <a:pathLst>
              <a:path w="13969" h="10087" extrusionOk="0">
                <a:moveTo>
                  <a:pt x="6985" y="4655"/>
                </a:moveTo>
                <a:lnTo>
                  <a:pt x="6985" y="5819"/>
                </a:lnTo>
                <a:lnTo>
                  <a:pt x="3493" y="5819"/>
                </a:lnTo>
                <a:lnTo>
                  <a:pt x="3493" y="4655"/>
                </a:lnTo>
                <a:close/>
                <a:moveTo>
                  <a:pt x="1166" y="0"/>
                </a:moveTo>
                <a:lnTo>
                  <a:pt x="1166" y="1164"/>
                </a:lnTo>
                <a:lnTo>
                  <a:pt x="7078" y="1164"/>
                </a:lnTo>
                <a:lnTo>
                  <a:pt x="7932" y="2328"/>
                </a:lnTo>
                <a:lnTo>
                  <a:pt x="1165" y="2328"/>
                </a:lnTo>
                <a:lnTo>
                  <a:pt x="1165" y="4267"/>
                </a:lnTo>
                <a:lnTo>
                  <a:pt x="1" y="4267"/>
                </a:lnTo>
                <a:lnTo>
                  <a:pt x="1" y="6595"/>
                </a:lnTo>
                <a:lnTo>
                  <a:pt x="1165" y="6595"/>
                </a:lnTo>
                <a:lnTo>
                  <a:pt x="1165" y="10087"/>
                </a:lnTo>
                <a:lnTo>
                  <a:pt x="10864" y="10087"/>
                </a:lnTo>
                <a:lnTo>
                  <a:pt x="10864" y="8146"/>
                </a:lnTo>
                <a:lnTo>
                  <a:pt x="11503" y="8146"/>
                </a:lnTo>
                <a:lnTo>
                  <a:pt x="13968" y="9380"/>
                </a:lnTo>
                <a:lnTo>
                  <a:pt x="13968" y="3035"/>
                </a:lnTo>
                <a:lnTo>
                  <a:pt x="11503" y="4267"/>
                </a:lnTo>
                <a:lnTo>
                  <a:pt x="10865" y="4267"/>
                </a:lnTo>
                <a:lnTo>
                  <a:pt x="10865" y="2328"/>
                </a:lnTo>
                <a:lnTo>
                  <a:pt x="9375" y="2328"/>
                </a:lnTo>
                <a:lnTo>
                  <a:pt x="76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60"/>
          <p:cNvSpPr/>
          <p:nvPr/>
        </p:nvSpPr>
        <p:spPr>
          <a:xfrm>
            <a:off x="8082610" y="2740560"/>
            <a:ext cx="302360" cy="374713"/>
          </a:xfrm>
          <a:custGeom>
            <a:avLst/>
            <a:gdLst/>
            <a:ahLst/>
            <a:cxnLst/>
            <a:rect l="l" t="t" r="r" b="b"/>
            <a:pathLst>
              <a:path w="11212" h="13895" extrusionOk="0">
                <a:moveTo>
                  <a:pt x="6168" y="6523"/>
                </a:moveTo>
                <a:lnTo>
                  <a:pt x="6168" y="7687"/>
                </a:lnTo>
                <a:lnTo>
                  <a:pt x="3063" y="7687"/>
                </a:lnTo>
                <a:lnTo>
                  <a:pt x="3063" y="6523"/>
                </a:lnTo>
                <a:close/>
                <a:moveTo>
                  <a:pt x="2631" y="1"/>
                </a:moveTo>
                <a:cubicBezTo>
                  <a:pt x="2499" y="1"/>
                  <a:pt x="2364" y="11"/>
                  <a:pt x="2228" y="33"/>
                </a:cubicBezTo>
                <a:cubicBezTo>
                  <a:pt x="1159" y="203"/>
                  <a:pt x="307" y="1084"/>
                  <a:pt x="148" y="2154"/>
                </a:cubicBezTo>
                <a:cubicBezTo>
                  <a:pt x="1" y="3143"/>
                  <a:pt x="419" y="4046"/>
                  <a:pt x="1126" y="4584"/>
                </a:cubicBezTo>
                <a:lnTo>
                  <a:pt x="1124" y="4584"/>
                </a:lnTo>
                <a:lnTo>
                  <a:pt x="1124" y="10015"/>
                </a:lnTo>
                <a:lnTo>
                  <a:pt x="3092" y="10015"/>
                </a:lnTo>
                <a:lnTo>
                  <a:pt x="1064" y="13894"/>
                </a:lnTo>
                <a:lnTo>
                  <a:pt x="2193" y="13894"/>
                </a:lnTo>
                <a:lnTo>
                  <a:pt x="4229" y="9964"/>
                </a:lnTo>
                <a:lnTo>
                  <a:pt x="4229" y="13894"/>
                </a:lnTo>
                <a:lnTo>
                  <a:pt x="5393" y="13894"/>
                </a:lnTo>
                <a:lnTo>
                  <a:pt x="5393" y="9964"/>
                </a:lnTo>
                <a:lnTo>
                  <a:pt x="7152" y="13894"/>
                </a:lnTo>
                <a:lnTo>
                  <a:pt x="8403" y="13894"/>
                </a:lnTo>
                <a:lnTo>
                  <a:pt x="6356" y="10015"/>
                </a:lnTo>
                <a:lnTo>
                  <a:pt x="8496" y="10015"/>
                </a:lnTo>
                <a:lnTo>
                  <a:pt x="8496" y="8962"/>
                </a:lnTo>
                <a:lnTo>
                  <a:pt x="11211" y="10028"/>
                </a:lnTo>
                <a:lnTo>
                  <a:pt x="11211" y="4829"/>
                </a:lnTo>
                <a:lnTo>
                  <a:pt x="8496" y="5894"/>
                </a:lnTo>
                <a:lnTo>
                  <a:pt x="8496" y="4583"/>
                </a:lnTo>
                <a:lnTo>
                  <a:pt x="8494" y="4583"/>
                </a:lnTo>
                <a:cubicBezTo>
                  <a:pt x="9198" y="4046"/>
                  <a:pt x="9618" y="3141"/>
                  <a:pt x="9472" y="2152"/>
                </a:cubicBezTo>
                <a:cubicBezTo>
                  <a:pt x="9313" y="1082"/>
                  <a:pt x="8459" y="200"/>
                  <a:pt x="7391" y="33"/>
                </a:cubicBezTo>
                <a:cubicBezTo>
                  <a:pt x="7255" y="11"/>
                  <a:pt x="7120" y="1"/>
                  <a:pt x="6988" y="1"/>
                </a:cubicBezTo>
                <a:cubicBezTo>
                  <a:pt x="6057" y="1"/>
                  <a:pt x="5244" y="516"/>
                  <a:pt x="4810" y="1279"/>
                </a:cubicBezTo>
                <a:cubicBezTo>
                  <a:pt x="4376" y="516"/>
                  <a:pt x="3563" y="1"/>
                  <a:pt x="26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0" name="Google Shape;1030;p60"/>
          <p:cNvGrpSpPr/>
          <p:nvPr/>
        </p:nvGrpSpPr>
        <p:grpSpPr>
          <a:xfrm>
            <a:off x="8057785" y="3363933"/>
            <a:ext cx="355755" cy="324365"/>
            <a:chOff x="7040550" y="3258525"/>
            <a:chExt cx="329800" cy="300700"/>
          </a:xfrm>
        </p:grpSpPr>
        <p:sp>
          <p:nvSpPr>
            <p:cNvPr id="1031" name="Google Shape;1031;p60"/>
            <p:cNvSpPr/>
            <p:nvPr/>
          </p:nvSpPr>
          <p:spPr>
            <a:xfrm>
              <a:off x="7166650" y="3374900"/>
              <a:ext cx="87300" cy="184325"/>
            </a:xfrm>
            <a:custGeom>
              <a:avLst/>
              <a:gdLst/>
              <a:ahLst/>
              <a:cxnLst/>
              <a:rect l="l" t="t" r="r" b="b"/>
              <a:pathLst>
                <a:path w="3492" h="7373" extrusionOk="0">
                  <a:moveTo>
                    <a:pt x="0" y="1"/>
                  </a:moveTo>
                  <a:lnTo>
                    <a:pt x="0" y="7372"/>
                  </a:lnTo>
                  <a:lnTo>
                    <a:pt x="3492" y="7372"/>
                  </a:lnTo>
                  <a:lnTo>
                    <a:pt x="34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60"/>
            <p:cNvSpPr/>
            <p:nvPr/>
          </p:nvSpPr>
          <p:spPr>
            <a:xfrm>
              <a:off x="7283025" y="3258525"/>
              <a:ext cx="87325" cy="300700"/>
            </a:xfrm>
            <a:custGeom>
              <a:avLst/>
              <a:gdLst/>
              <a:ahLst/>
              <a:cxnLst/>
              <a:rect l="l" t="t" r="r" b="b"/>
              <a:pathLst>
                <a:path w="3493" h="12028" extrusionOk="0">
                  <a:moveTo>
                    <a:pt x="1" y="0"/>
                  </a:moveTo>
                  <a:lnTo>
                    <a:pt x="1" y="12027"/>
                  </a:lnTo>
                  <a:lnTo>
                    <a:pt x="3493" y="12027"/>
                  </a:lnTo>
                  <a:lnTo>
                    <a:pt x="34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60"/>
            <p:cNvSpPr/>
            <p:nvPr/>
          </p:nvSpPr>
          <p:spPr>
            <a:xfrm>
              <a:off x="7040550" y="3433100"/>
              <a:ext cx="87325" cy="116425"/>
            </a:xfrm>
            <a:custGeom>
              <a:avLst/>
              <a:gdLst/>
              <a:ahLst/>
              <a:cxnLst/>
              <a:rect l="l" t="t" r="r" b="b"/>
              <a:pathLst>
                <a:path w="3493" h="4657" extrusionOk="0">
                  <a:moveTo>
                    <a:pt x="1" y="1"/>
                  </a:moveTo>
                  <a:lnTo>
                    <a:pt x="1" y="4657"/>
                  </a:lnTo>
                  <a:lnTo>
                    <a:pt x="3493" y="4657"/>
                  </a:lnTo>
                  <a:lnTo>
                    <a:pt x="34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4" name="Google Shape;1034;p60"/>
          <p:cNvGrpSpPr/>
          <p:nvPr/>
        </p:nvGrpSpPr>
        <p:grpSpPr>
          <a:xfrm>
            <a:off x="8047349" y="3944867"/>
            <a:ext cx="376655" cy="376655"/>
            <a:chOff x="7030875" y="3797075"/>
            <a:chExt cx="349175" cy="349175"/>
          </a:xfrm>
        </p:grpSpPr>
        <p:sp>
          <p:nvSpPr>
            <p:cNvPr id="1035" name="Google Shape;1035;p60"/>
            <p:cNvSpPr/>
            <p:nvPr/>
          </p:nvSpPr>
          <p:spPr>
            <a:xfrm>
              <a:off x="7030875" y="3797075"/>
              <a:ext cx="349175" cy="349175"/>
            </a:xfrm>
            <a:custGeom>
              <a:avLst/>
              <a:gdLst/>
              <a:ahLst/>
              <a:cxnLst/>
              <a:rect l="l" t="t" r="r" b="b"/>
              <a:pathLst>
                <a:path w="13967" h="13967" extrusionOk="0">
                  <a:moveTo>
                    <a:pt x="7062" y="1604"/>
                  </a:moveTo>
                  <a:lnTo>
                    <a:pt x="8748" y="5018"/>
                  </a:lnTo>
                  <a:lnTo>
                    <a:pt x="12516" y="5566"/>
                  </a:lnTo>
                  <a:lnTo>
                    <a:pt x="9789" y="8222"/>
                  </a:lnTo>
                  <a:lnTo>
                    <a:pt x="10432" y="11977"/>
                  </a:lnTo>
                  <a:lnTo>
                    <a:pt x="7062" y="10206"/>
                  </a:lnTo>
                  <a:lnTo>
                    <a:pt x="3692" y="11977"/>
                  </a:lnTo>
                  <a:lnTo>
                    <a:pt x="4335" y="8223"/>
                  </a:lnTo>
                  <a:lnTo>
                    <a:pt x="1610" y="5566"/>
                  </a:lnTo>
                  <a:lnTo>
                    <a:pt x="5378" y="5018"/>
                  </a:lnTo>
                  <a:lnTo>
                    <a:pt x="7062" y="1604"/>
                  </a:lnTo>
                  <a:close/>
                  <a:moveTo>
                    <a:pt x="0" y="1"/>
                  </a:moveTo>
                  <a:lnTo>
                    <a:pt x="0" y="13967"/>
                  </a:lnTo>
                  <a:lnTo>
                    <a:pt x="13966" y="13967"/>
                  </a:lnTo>
                  <a:lnTo>
                    <a:pt x="1396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60"/>
            <p:cNvSpPr/>
            <p:nvPr/>
          </p:nvSpPr>
          <p:spPr>
            <a:xfrm>
              <a:off x="7183525" y="3956375"/>
              <a:ext cx="46075" cy="44300"/>
            </a:xfrm>
            <a:custGeom>
              <a:avLst/>
              <a:gdLst/>
              <a:ahLst/>
              <a:cxnLst/>
              <a:rect l="l" t="t" r="r" b="b"/>
              <a:pathLst>
                <a:path w="1843" h="1772" extrusionOk="0">
                  <a:moveTo>
                    <a:pt x="956" y="1"/>
                  </a:moveTo>
                  <a:cubicBezTo>
                    <a:pt x="597" y="1"/>
                    <a:pt x="275" y="216"/>
                    <a:pt x="138" y="547"/>
                  </a:cubicBezTo>
                  <a:cubicBezTo>
                    <a:pt x="0" y="878"/>
                    <a:pt x="77" y="1259"/>
                    <a:pt x="330" y="1513"/>
                  </a:cubicBezTo>
                  <a:cubicBezTo>
                    <a:pt x="499" y="1682"/>
                    <a:pt x="725" y="1772"/>
                    <a:pt x="955" y="1772"/>
                  </a:cubicBezTo>
                  <a:cubicBezTo>
                    <a:pt x="1070" y="1772"/>
                    <a:pt x="1185" y="1750"/>
                    <a:pt x="1294" y="1704"/>
                  </a:cubicBezTo>
                  <a:cubicBezTo>
                    <a:pt x="1625" y="1568"/>
                    <a:pt x="1842" y="1244"/>
                    <a:pt x="1842" y="886"/>
                  </a:cubicBezTo>
                  <a:cubicBezTo>
                    <a:pt x="1842" y="397"/>
                    <a:pt x="1445" y="1"/>
                    <a:pt x="9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040"/>
        <p:cNvGrpSpPr/>
        <p:nvPr/>
      </p:nvGrpSpPr>
      <p:grpSpPr>
        <a:xfrm>
          <a:off x="0" y="0"/>
          <a:ext cx="0" cy="0"/>
          <a:chOff x="0" y="0"/>
          <a:chExt cx="0" cy="0"/>
        </a:xfrm>
      </p:grpSpPr>
      <p:sp>
        <p:nvSpPr>
          <p:cNvPr id="1041" name="Google Shape;1041;p61"/>
          <p:cNvSpPr txBox="1">
            <a:spLocks noGrp="1"/>
          </p:cNvSpPr>
          <p:nvPr>
            <p:ph type="title"/>
          </p:nvPr>
        </p:nvSpPr>
        <p:spPr>
          <a:xfrm>
            <a:off x="720000" y="532925"/>
            <a:ext cx="7704000" cy="440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ALTERNATIVE RESOURCES</a:t>
            </a:r>
            <a:endParaRPr/>
          </a:p>
        </p:txBody>
      </p:sp>
      <p:pic>
        <p:nvPicPr>
          <p:cNvPr id="1042" name="Google Shape;1042;p61"/>
          <p:cNvPicPr preferRelativeResize="0"/>
          <p:nvPr/>
        </p:nvPicPr>
        <p:blipFill>
          <a:blip r:embed="rId3">
            <a:alphaModFix/>
          </a:blip>
          <a:stretch>
            <a:fillRect/>
          </a:stretch>
        </p:blipFill>
        <p:spPr>
          <a:xfrm>
            <a:off x="766950" y="1268863"/>
            <a:ext cx="1673550" cy="1862676"/>
          </a:xfrm>
          <a:prstGeom prst="rect">
            <a:avLst/>
          </a:prstGeom>
          <a:noFill/>
          <a:ln>
            <a:noFill/>
          </a:ln>
        </p:spPr>
      </p:pic>
      <p:pic>
        <p:nvPicPr>
          <p:cNvPr id="1043" name="Google Shape;1043;p61"/>
          <p:cNvPicPr preferRelativeResize="0"/>
          <p:nvPr/>
        </p:nvPicPr>
        <p:blipFill>
          <a:blip r:embed="rId4">
            <a:alphaModFix/>
          </a:blip>
          <a:stretch>
            <a:fillRect/>
          </a:stretch>
        </p:blipFill>
        <p:spPr>
          <a:xfrm>
            <a:off x="4306217" y="3309763"/>
            <a:ext cx="3681031" cy="1026575"/>
          </a:xfrm>
          <a:prstGeom prst="rect">
            <a:avLst/>
          </a:prstGeom>
          <a:noFill/>
          <a:ln>
            <a:noFill/>
          </a:ln>
        </p:spPr>
      </p:pic>
      <p:pic>
        <p:nvPicPr>
          <p:cNvPr id="1044" name="Google Shape;1044;p61"/>
          <p:cNvPicPr preferRelativeResize="0"/>
          <p:nvPr/>
        </p:nvPicPr>
        <p:blipFill>
          <a:blip r:embed="rId5">
            <a:alphaModFix/>
          </a:blip>
          <a:stretch>
            <a:fillRect/>
          </a:stretch>
        </p:blipFill>
        <p:spPr>
          <a:xfrm>
            <a:off x="2795738" y="1911892"/>
            <a:ext cx="1293851" cy="1601245"/>
          </a:xfrm>
          <a:prstGeom prst="rect">
            <a:avLst/>
          </a:prstGeom>
          <a:noFill/>
          <a:ln>
            <a:noFill/>
          </a:ln>
        </p:spPr>
      </p:pic>
      <p:pic>
        <p:nvPicPr>
          <p:cNvPr id="1045" name="Google Shape;1045;p61"/>
          <p:cNvPicPr preferRelativeResize="0"/>
          <p:nvPr/>
        </p:nvPicPr>
        <p:blipFill>
          <a:blip r:embed="rId6">
            <a:alphaModFix/>
          </a:blip>
          <a:stretch>
            <a:fillRect/>
          </a:stretch>
        </p:blipFill>
        <p:spPr>
          <a:xfrm rot="-633883">
            <a:off x="5683389" y="1614477"/>
            <a:ext cx="2418164" cy="1470199"/>
          </a:xfrm>
          <a:prstGeom prst="rect">
            <a:avLst/>
          </a:prstGeom>
          <a:noFill/>
          <a:ln>
            <a:noFill/>
          </a:ln>
        </p:spPr>
      </p:pic>
      <p:pic>
        <p:nvPicPr>
          <p:cNvPr id="1046" name="Google Shape;1046;p61"/>
          <p:cNvPicPr preferRelativeResize="0"/>
          <p:nvPr/>
        </p:nvPicPr>
        <p:blipFill>
          <a:blip r:embed="rId7">
            <a:alphaModFix/>
          </a:blip>
          <a:stretch>
            <a:fillRect/>
          </a:stretch>
        </p:blipFill>
        <p:spPr>
          <a:xfrm>
            <a:off x="1096200" y="3230751"/>
            <a:ext cx="2752674" cy="1184600"/>
          </a:xfrm>
          <a:prstGeom prst="rect">
            <a:avLst/>
          </a:prstGeom>
          <a:noFill/>
          <a:ln>
            <a:noFill/>
          </a:ln>
        </p:spPr>
      </p:pic>
      <p:pic>
        <p:nvPicPr>
          <p:cNvPr id="1047" name="Google Shape;1047;p61"/>
          <p:cNvPicPr preferRelativeResize="0"/>
          <p:nvPr/>
        </p:nvPicPr>
        <p:blipFill>
          <a:blip r:embed="rId8">
            <a:alphaModFix/>
          </a:blip>
          <a:stretch>
            <a:fillRect/>
          </a:stretch>
        </p:blipFill>
        <p:spPr>
          <a:xfrm>
            <a:off x="4444825" y="1197573"/>
            <a:ext cx="1427300" cy="13060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051"/>
        <p:cNvGrpSpPr/>
        <p:nvPr/>
      </p:nvGrpSpPr>
      <p:grpSpPr>
        <a:xfrm>
          <a:off x="0" y="0"/>
          <a:ext cx="0" cy="0"/>
          <a:chOff x="0" y="0"/>
          <a:chExt cx="0" cy="0"/>
        </a:xfrm>
      </p:grpSpPr>
      <p:sp>
        <p:nvSpPr>
          <p:cNvPr id="1052" name="Google Shape;1052;p62"/>
          <p:cNvSpPr txBox="1">
            <a:spLocks noGrp="1"/>
          </p:cNvSpPr>
          <p:nvPr>
            <p:ph type="title"/>
          </p:nvPr>
        </p:nvSpPr>
        <p:spPr>
          <a:xfrm>
            <a:off x="720000" y="532925"/>
            <a:ext cx="7704000" cy="440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ALTERNATIVE RESOURCES</a:t>
            </a:r>
            <a:endParaRPr/>
          </a:p>
        </p:txBody>
      </p:sp>
      <p:sp>
        <p:nvSpPr>
          <p:cNvPr id="1053" name="Google Shape;1053;p62"/>
          <p:cNvSpPr txBox="1">
            <a:spLocks noGrp="1"/>
          </p:cNvSpPr>
          <p:nvPr>
            <p:ph type="body" idx="1"/>
          </p:nvPr>
        </p:nvSpPr>
        <p:spPr>
          <a:xfrm>
            <a:off x="720000" y="1321700"/>
            <a:ext cx="7704000" cy="3286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accent6"/>
              </a:buClr>
              <a:buSzPts val="1100"/>
              <a:buFont typeface="Arial"/>
              <a:buNone/>
            </a:pPr>
            <a:r>
              <a:rPr lang="en" sz="1400" b="1">
                <a:solidFill>
                  <a:schemeClr val="dk1"/>
                </a:solidFill>
                <a:latin typeface="Righteous"/>
                <a:ea typeface="Righteous"/>
                <a:cs typeface="Righteous"/>
                <a:sym typeface="Righteous"/>
              </a:rPr>
              <a:t>VECTORS</a:t>
            </a:r>
            <a:r>
              <a:rPr lang="en" sz="1400">
                <a:solidFill>
                  <a:schemeClr val="dk1"/>
                </a:solidFill>
              </a:rPr>
              <a:t>:</a:t>
            </a:r>
            <a:endParaRPr sz="1400">
              <a:solidFill>
                <a:schemeClr val="dk1"/>
              </a:solidFill>
            </a:endParaRPr>
          </a:p>
          <a:p>
            <a:pPr marL="457200" marR="50800" lvl="0" indent="-317500" algn="l" rtl="0">
              <a:spcBef>
                <a:spcPts val="0"/>
              </a:spcBef>
              <a:spcAft>
                <a:spcPts val="0"/>
              </a:spcAft>
              <a:buSzPts val="1400"/>
              <a:buChar char="●"/>
            </a:pPr>
            <a:r>
              <a:rPr lang="en">
                <a:solidFill>
                  <a:schemeClr val="hlink"/>
                </a:solidFill>
                <a:uFill>
                  <a:noFill/>
                </a:uFill>
                <a:hlinkClick r:id="rId3"/>
              </a:rPr>
              <a:t>Cartoon movie producing horizontal banners</a:t>
            </a:r>
            <a:endParaRPr>
              <a:solidFill>
                <a:srgbClr val="374957"/>
              </a:solidFill>
            </a:endParaRPr>
          </a:p>
          <a:p>
            <a:pPr marL="457200" marR="50800" lvl="0" indent="-317500" algn="l" rtl="0">
              <a:spcBef>
                <a:spcPts val="0"/>
              </a:spcBef>
              <a:spcAft>
                <a:spcPts val="0"/>
              </a:spcAft>
              <a:buSzPts val="1400"/>
              <a:buChar char="●"/>
            </a:pPr>
            <a:r>
              <a:rPr lang="en">
                <a:solidFill>
                  <a:schemeClr val="dk1"/>
                </a:solidFill>
                <a:uFill>
                  <a:noFill/>
                </a:uFill>
                <a:hlinkClick r:id="rId4">
                  <a:extLst>
                    <a:ext uri="{A12FA001-AC4F-418D-AE19-62706E023703}">
                      <ahyp:hlinkClr xmlns:ahyp="http://schemas.microsoft.com/office/drawing/2018/hyperlinkcolor" xmlns="" val="tx"/>
                    </a:ext>
                  </a:extLst>
                </a:hlinkClick>
              </a:rPr>
              <a:t>Cartoon working day scene illustration</a:t>
            </a:r>
            <a:endParaRPr>
              <a:solidFill>
                <a:srgbClr val="374957"/>
              </a:solidFill>
            </a:endParaRPr>
          </a:p>
          <a:p>
            <a:pPr marL="457200" marR="50800" lvl="0" indent="-317500" algn="l" rtl="0">
              <a:spcBef>
                <a:spcPts val="0"/>
              </a:spcBef>
              <a:spcAft>
                <a:spcPts val="0"/>
              </a:spcAft>
              <a:buSzPts val="1400"/>
              <a:buChar char="●"/>
            </a:pPr>
            <a:r>
              <a:rPr lang="en">
                <a:solidFill>
                  <a:schemeClr val="hlink"/>
                </a:solidFill>
                <a:uFill>
                  <a:noFill/>
                </a:uFill>
                <a:hlinkClick r:id="rId5"/>
              </a:rPr>
              <a:t>Movie banners with cinema material</a:t>
            </a:r>
            <a:endParaRPr>
              <a:solidFill>
                <a:srgbClr val="374957"/>
              </a:solidFill>
            </a:endParaRPr>
          </a:p>
          <a:p>
            <a:pPr marL="457200" marR="50800" lvl="0" indent="-317500" algn="l" rtl="0">
              <a:spcBef>
                <a:spcPts val="0"/>
              </a:spcBef>
              <a:spcAft>
                <a:spcPts val="0"/>
              </a:spcAft>
              <a:buSzPts val="1400"/>
              <a:buChar char="●"/>
            </a:pPr>
            <a:r>
              <a:rPr lang="en">
                <a:solidFill>
                  <a:schemeClr val="hlink"/>
                </a:solidFill>
                <a:uFill>
                  <a:noFill/>
                </a:uFill>
                <a:hlinkClick r:id="rId6"/>
              </a:rPr>
              <a:t>Remote working scenes and elements </a:t>
            </a:r>
            <a:endParaRPr>
              <a:solidFill>
                <a:schemeClr val="dk1"/>
              </a:solidFill>
            </a:endParaRPr>
          </a:p>
          <a:p>
            <a:pPr marL="457200" marR="50800" lvl="0" indent="0" algn="l" rtl="0">
              <a:spcBef>
                <a:spcPts val="0"/>
              </a:spcBef>
              <a:spcAft>
                <a:spcPts val="0"/>
              </a:spcAft>
              <a:buNone/>
            </a:pPr>
            <a:endParaRPr sz="1400">
              <a:solidFill>
                <a:schemeClr val="dk1"/>
              </a:solidFill>
            </a:endParaRPr>
          </a:p>
          <a:p>
            <a:pPr marL="0" lvl="0" indent="0" algn="l" rtl="0">
              <a:spcBef>
                <a:spcPts val="0"/>
              </a:spcBef>
              <a:spcAft>
                <a:spcPts val="0"/>
              </a:spcAft>
              <a:buClr>
                <a:schemeClr val="accent6"/>
              </a:buClr>
              <a:buSzPts val="1100"/>
              <a:buFont typeface="Arial"/>
              <a:buNone/>
            </a:pPr>
            <a:r>
              <a:rPr lang="en" sz="1400" b="1">
                <a:solidFill>
                  <a:schemeClr val="dk1"/>
                </a:solidFill>
                <a:latin typeface="Righteous"/>
                <a:ea typeface="Righteous"/>
                <a:cs typeface="Righteous"/>
                <a:sym typeface="Righteous"/>
              </a:rPr>
              <a:t>PHOTOS</a:t>
            </a:r>
            <a:r>
              <a:rPr lang="en" sz="1400">
                <a:solidFill>
                  <a:schemeClr val="dk1"/>
                </a:solidFill>
              </a:rPr>
              <a:t>:</a:t>
            </a:r>
            <a:endParaRPr sz="1400">
              <a:solidFill>
                <a:schemeClr val="dk1"/>
              </a:solidFill>
            </a:endParaRPr>
          </a:p>
          <a:p>
            <a:pPr marL="457200" marR="50800" lvl="0" indent="-317500" algn="l" rtl="0">
              <a:spcBef>
                <a:spcPts val="0"/>
              </a:spcBef>
              <a:spcAft>
                <a:spcPts val="0"/>
              </a:spcAft>
              <a:buSzPts val="1400"/>
              <a:buChar char="●"/>
            </a:pPr>
            <a:r>
              <a:rPr lang="en" sz="1400">
                <a:solidFill>
                  <a:schemeClr val="hlink"/>
                </a:solidFill>
                <a:uFill>
                  <a:noFill/>
                </a:uFill>
                <a:hlinkClick r:id="rId7"/>
              </a:rPr>
              <a:t>Happy family sitting in cinema</a:t>
            </a:r>
            <a:endParaRPr sz="1400"/>
          </a:p>
          <a:p>
            <a:pPr marL="457200" marR="50800" lvl="0" indent="-317500" algn="l" rtl="0">
              <a:spcBef>
                <a:spcPts val="0"/>
              </a:spcBef>
              <a:spcAft>
                <a:spcPts val="0"/>
              </a:spcAft>
              <a:buSzPts val="1400"/>
              <a:buChar char="●"/>
            </a:pPr>
            <a:r>
              <a:rPr lang="en" sz="1400">
                <a:solidFill>
                  <a:schemeClr val="hlink"/>
                </a:solidFill>
                <a:uFill>
                  <a:noFill/>
                </a:uFill>
                <a:hlinkClick r:id="rId8"/>
              </a:rPr>
              <a:t>Young couple watching movie in cinema</a:t>
            </a:r>
            <a:endParaRPr sz="1400"/>
          </a:p>
        </p:txBody>
      </p:sp>
      <p:pic>
        <p:nvPicPr>
          <p:cNvPr id="1054" name="Google Shape;1054;p62"/>
          <p:cNvPicPr preferRelativeResize="0"/>
          <p:nvPr/>
        </p:nvPicPr>
        <p:blipFill>
          <a:blip r:embed="rId9">
            <a:alphaModFix/>
          </a:blip>
          <a:stretch>
            <a:fillRect/>
          </a:stretch>
        </p:blipFill>
        <p:spPr>
          <a:xfrm rot="-813221" flipH="1">
            <a:off x="5711038" y="2745622"/>
            <a:ext cx="2359973" cy="1672306"/>
          </a:xfrm>
          <a:prstGeom prst="rect">
            <a:avLst/>
          </a:prstGeom>
          <a:noFill/>
          <a:ln>
            <a:noFill/>
          </a:ln>
        </p:spPr>
      </p:pic>
      <p:pic>
        <p:nvPicPr>
          <p:cNvPr id="1055" name="Google Shape;1055;p62"/>
          <p:cNvPicPr preferRelativeResize="0"/>
          <p:nvPr/>
        </p:nvPicPr>
        <p:blipFill>
          <a:blip r:embed="rId10">
            <a:alphaModFix/>
          </a:blip>
          <a:stretch>
            <a:fillRect/>
          </a:stretch>
        </p:blipFill>
        <p:spPr>
          <a:xfrm>
            <a:off x="5227400" y="1550288"/>
            <a:ext cx="1469714" cy="12519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sp>
        <p:nvSpPr>
          <p:cNvPr id="1060" name="Google Shape;1060;p63"/>
          <p:cNvSpPr txBox="1">
            <a:spLocks noGrp="1"/>
          </p:cNvSpPr>
          <p:nvPr>
            <p:ph type="body" idx="1"/>
          </p:nvPr>
        </p:nvSpPr>
        <p:spPr>
          <a:xfrm>
            <a:off x="720000" y="1321700"/>
            <a:ext cx="7704000" cy="3286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dk1"/>
                </a:solidFill>
                <a:latin typeface="Righteous"/>
                <a:ea typeface="Righteous"/>
                <a:cs typeface="Righteous"/>
                <a:sym typeface="Righteous"/>
              </a:rPr>
              <a:t>VECTORS</a:t>
            </a:r>
            <a:r>
              <a:rPr lang="en">
                <a:solidFill>
                  <a:schemeClr val="dk1"/>
                </a:solidFill>
              </a:rPr>
              <a:t>:</a:t>
            </a:r>
            <a:endParaRPr>
              <a:solidFill>
                <a:schemeClr val="dk1"/>
              </a:solidFill>
            </a:endParaRPr>
          </a:p>
          <a:p>
            <a:pPr marL="457200" marR="50800" lvl="0" indent="-317500" algn="l" rtl="0">
              <a:spcBef>
                <a:spcPts val="0"/>
              </a:spcBef>
              <a:spcAft>
                <a:spcPts val="0"/>
              </a:spcAft>
              <a:buSzPts val="1400"/>
              <a:buChar char="●"/>
            </a:pPr>
            <a:r>
              <a:rPr lang="en">
                <a:solidFill>
                  <a:schemeClr val="dk1"/>
                </a:solidFill>
                <a:uFill>
                  <a:noFill/>
                </a:uFill>
                <a:hlinkClick r:id="rId3">
                  <a:extLst>
                    <a:ext uri="{A12FA001-AC4F-418D-AE19-62706E023703}">
                      <ahyp:hlinkClr xmlns:ahyp="http://schemas.microsoft.com/office/drawing/2018/hyperlinkcolor" xmlns="" val="tx"/>
                    </a:ext>
                  </a:extLst>
                </a:hlinkClick>
              </a:rPr>
              <a:t>Cartoon film director collection</a:t>
            </a:r>
            <a:endParaRPr>
              <a:solidFill>
                <a:schemeClr val="dk1"/>
              </a:solidFill>
            </a:endParaRPr>
          </a:p>
          <a:p>
            <a:pPr marL="457200" marR="50800" lvl="0" indent="-317500" algn="l" rtl="0">
              <a:spcBef>
                <a:spcPts val="0"/>
              </a:spcBef>
              <a:spcAft>
                <a:spcPts val="0"/>
              </a:spcAft>
              <a:buSzPts val="1400"/>
              <a:buChar char="●"/>
            </a:pPr>
            <a:r>
              <a:rPr lang="en">
                <a:solidFill>
                  <a:schemeClr val="dk1"/>
                </a:solidFill>
                <a:uFill>
                  <a:noFill/>
                </a:uFill>
                <a:hlinkClick r:id="rId4">
                  <a:extLst>
                    <a:ext uri="{A12FA001-AC4F-418D-AE19-62706E023703}">
                      <ahyp:hlinkClr xmlns:ahyp="http://schemas.microsoft.com/office/drawing/2018/hyperlinkcolor" xmlns="" val="tx"/>
                    </a:ext>
                  </a:extLst>
                </a:hlinkClick>
              </a:rPr>
              <a:t>Cartoon movie producing background</a:t>
            </a:r>
            <a:endParaRPr>
              <a:solidFill>
                <a:schemeClr val="dk1"/>
              </a:solidFill>
            </a:endParaRPr>
          </a:p>
          <a:p>
            <a:pPr marL="457200" marR="50800" lvl="0" indent="-317500" algn="l" rtl="0">
              <a:spcBef>
                <a:spcPts val="0"/>
              </a:spcBef>
              <a:spcAft>
                <a:spcPts val="0"/>
              </a:spcAft>
              <a:buSzPts val="1400"/>
              <a:buChar char="●"/>
            </a:pPr>
            <a:r>
              <a:rPr lang="en">
                <a:solidFill>
                  <a:schemeClr val="dk1"/>
                </a:solidFill>
                <a:uFill>
                  <a:noFill/>
                </a:uFill>
                <a:hlinkClick r:id="rId5">
                  <a:extLst>
                    <a:ext uri="{A12FA001-AC4F-418D-AE19-62706E023703}">
                      <ahyp:hlinkClr xmlns:ahyp="http://schemas.microsoft.com/office/drawing/2018/hyperlinkcolor" xmlns="" val="tx"/>
                    </a:ext>
                  </a:extLst>
                </a:hlinkClick>
              </a:rPr>
              <a:t>Cartoon movie producing collection</a:t>
            </a:r>
            <a:endParaRPr>
              <a:solidFill>
                <a:schemeClr val="dk1"/>
              </a:solidFill>
            </a:endParaRPr>
          </a:p>
          <a:p>
            <a:pPr marL="457200" marR="50800" lvl="0" indent="-317500" algn="l" rtl="0">
              <a:lnSpc>
                <a:spcPct val="166000"/>
              </a:lnSpc>
              <a:spcBef>
                <a:spcPts val="0"/>
              </a:spcBef>
              <a:spcAft>
                <a:spcPts val="0"/>
              </a:spcAft>
              <a:buSzPts val="1400"/>
              <a:buChar char="●"/>
            </a:pPr>
            <a:r>
              <a:rPr lang="en">
                <a:solidFill>
                  <a:schemeClr val="hlink"/>
                </a:solidFill>
                <a:uFill>
                  <a:noFill/>
                </a:uFill>
                <a:hlinkClick r:id="rId6"/>
              </a:rPr>
              <a:t>Flat world graphics day illustration</a:t>
            </a:r>
            <a:endParaRPr>
              <a:solidFill>
                <a:schemeClr val="dk1"/>
              </a:solidFill>
            </a:endParaRPr>
          </a:p>
          <a:p>
            <a:pPr marL="457200" marR="5080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b="1">
                <a:solidFill>
                  <a:schemeClr val="dk1"/>
                </a:solidFill>
                <a:latin typeface="Righteous"/>
                <a:ea typeface="Righteous"/>
                <a:cs typeface="Righteous"/>
                <a:sym typeface="Righteous"/>
              </a:rPr>
              <a:t>PHOTOS</a:t>
            </a:r>
            <a:r>
              <a:rPr lang="en">
                <a:solidFill>
                  <a:schemeClr val="dk1"/>
                </a:solidFill>
              </a:rPr>
              <a:t>:</a:t>
            </a:r>
            <a:endParaRPr>
              <a:solidFill>
                <a:schemeClr val="dk1"/>
              </a:solidFill>
            </a:endParaRPr>
          </a:p>
          <a:p>
            <a:pPr marL="457200" marR="50800" lvl="0" indent="-317500" algn="l" rtl="0">
              <a:spcBef>
                <a:spcPts val="0"/>
              </a:spcBef>
              <a:spcAft>
                <a:spcPts val="0"/>
              </a:spcAft>
              <a:buSzPts val="1400"/>
              <a:buChar char="●"/>
            </a:pPr>
            <a:r>
              <a:rPr lang="en">
                <a:solidFill>
                  <a:schemeClr val="dk1"/>
                </a:solidFill>
                <a:uFill>
                  <a:noFill/>
                </a:uFill>
                <a:hlinkClick r:id="rId7">
                  <a:extLst>
                    <a:ext uri="{A12FA001-AC4F-418D-AE19-62706E023703}">
                      <ahyp:hlinkClr xmlns:ahyp="http://schemas.microsoft.com/office/drawing/2018/hyperlinkcolor" xmlns="" val="tx"/>
                    </a:ext>
                  </a:extLst>
                </a:hlinkClick>
              </a:rPr>
              <a:t>Boy watching movie in cinema</a:t>
            </a:r>
            <a:endParaRPr>
              <a:solidFill>
                <a:schemeClr val="dk1"/>
              </a:solidFill>
            </a:endParaRPr>
          </a:p>
          <a:p>
            <a:pPr marL="457200" marR="50800" lvl="0" indent="-317500" algn="l" rtl="0">
              <a:spcBef>
                <a:spcPts val="0"/>
              </a:spcBef>
              <a:spcAft>
                <a:spcPts val="0"/>
              </a:spcAft>
              <a:buSzPts val="1400"/>
              <a:buChar char="●"/>
            </a:pPr>
            <a:r>
              <a:rPr lang="en">
                <a:solidFill>
                  <a:schemeClr val="dk1"/>
                </a:solidFill>
                <a:uFill>
                  <a:noFill/>
                </a:uFill>
                <a:hlinkClick r:id="rId8">
                  <a:extLst>
                    <a:ext uri="{A12FA001-AC4F-418D-AE19-62706E023703}">
                      <ahyp:hlinkClr xmlns:ahyp="http://schemas.microsoft.com/office/drawing/2018/hyperlinkcolor" xmlns="" val="tx"/>
                    </a:ext>
                  </a:extLst>
                </a:hlinkClick>
              </a:rPr>
              <a:t>Happy family sitting in cinema</a:t>
            </a:r>
            <a:endParaRPr b="1"/>
          </a:p>
        </p:txBody>
      </p:sp>
      <p:sp>
        <p:nvSpPr>
          <p:cNvPr id="1061" name="Google Shape;1061;p63"/>
          <p:cNvSpPr txBox="1">
            <a:spLocks noGrp="1"/>
          </p:cNvSpPr>
          <p:nvPr>
            <p:ph type="title"/>
          </p:nvPr>
        </p:nvSpPr>
        <p:spPr>
          <a:xfrm>
            <a:off x="720000" y="532925"/>
            <a:ext cx="7704000" cy="440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RESOURCES</a:t>
            </a:r>
            <a:endParaRPr/>
          </a:p>
        </p:txBody>
      </p:sp>
      <p:pic>
        <p:nvPicPr>
          <p:cNvPr id="1062" name="Google Shape;1062;p63"/>
          <p:cNvPicPr preferRelativeResize="0"/>
          <p:nvPr/>
        </p:nvPicPr>
        <p:blipFill>
          <a:blip r:embed="rId9">
            <a:alphaModFix/>
          </a:blip>
          <a:stretch>
            <a:fillRect/>
          </a:stretch>
        </p:blipFill>
        <p:spPr>
          <a:xfrm rot="-1769524">
            <a:off x="4921825" y="2604042"/>
            <a:ext cx="2336799" cy="1735166"/>
          </a:xfrm>
          <a:prstGeom prst="rect">
            <a:avLst/>
          </a:prstGeom>
          <a:noFill/>
          <a:ln>
            <a:noFill/>
          </a:ln>
        </p:spPr>
      </p:pic>
      <p:pic>
        <p:nvPicPr>
          <p:cNvPr id="1063" name="Google Shape;1063;p63"/>
          <p:cNvPicPr preferRelativeResize="0"/>
          <p:nvPr/>
        </p:nvPicPr>
        <p:blipFill>
          <a:blip r:embed="rId10">
            <a:alphaModFix/>
          </a:blip>
          <a:stretch>
            <a:fillRect/>
          </a:stretch>
        </p:blipFill>
        <p:spPr>
          <a:xfrm rot="-2330611">
            <a:off x="6262528" y="1007550"/>
            <a:ext cx="1315617" cy="282199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838"/>
        <p:cNvGrpSpPr/>
        <p:nvPr/>
      </p:nvGrpSpPr>
      <p:grpSpPr>
        <a:xfrm>
          <a:off x="0" y="0"/>
          <a:ext cx="0" cy="0"/>
          <a:chOff x="0" y="0"/>
          <a:chExt cx="0" cy="0"/>
        </a:xfrm>
      </p:grpSpPr>
      <p:grpSp>
        <p:nvGrpSpPr>
          <p:cNvPr id="4839" name="Google Shape;4839;p72"/>
          <p:cNvGrpSpPr/>
          <p:nvPr/>
        </p:nvGrpSpPr>
        <p:grpSpPr>
          <a:xfrm>
            <a:off x="716991" y="971306"/>
            <a:ext cx="845921" cy="690752"/>
            <a:chOff x="732428" y="1198513"/>
            <a:chExt cx="845921" cy="690752"/>
          </a:xfrm>
        </p:grpSpPr>
        <p:grpSp>
          <p:nvGrpSpPr>
            <p:cNvPr id="4840" name="Google Shape;4840;p72"/>
            <p:cNvGrpSpPr/>
            <p:nvPr/>
          </p:nvGrpSpPr>
          <p:grpSpPr>
            <a:xfrm>
              <a:off x="823030" y="1198513"/>
              <a:ext cx="755319" cy="690752"/>
              <a:chOff x="823030" y="1198513"/>
              <a:chExt cx="755319" cy="690752"/>
            </a:xfrm>
          </p:grpSpPr>
          <p:sp>
            <p:nvSpPr>
              <p:cNvPr id="4841" name="Google Shape;4841;p72"/>
              <p:cNvSpPr/>
              <p:nvPr/>
            </p:nvSpPr>
            <p:spPr>
              <a:xfrm>
                <a:off x="823030" y="1198513"/>
                <a:ext cx="755319" cy="690752"/>
              </a:xfrm>
              <a:custGeom>
                <a:avLst/>
                <a:gdLst/>
                <a:ahLst/>
                <a:cxnLst/>
                <a:rect l="l" t="t" r="r" b="b"/>
                <a:pathLst>
                  <a:path w="46769" h="42771" extrusionOk="0">
                    <a:moveTo>
                      <a:pt x="21384" y="0"/>
                    </a:moveTo>
                    <a:cubicBezTo>
                      <a:pt x="9575" y="0"/>
                      <a:pt x="0" y="9575"/>
                      <a:pt x="0" y="21386"/>
                    </a:cubicBezTo>
                    <a:cubicBezTo>
                      <a:pt x="0" y="33196"/>
                      <a:pt x="9575" y="42770"/>
                      <a:pt x="21384" y="42770"/>
                    </a:cubicBezTo>
                    <a:cubicBezTo>
                      <a:pt x="33196" y="42770"/>
                      <a:pt x="42770" y="33196"/>
                      <a:pt x="42770" y="21386"/>
                    </a:cubicBezTo>
                    <a:cubicBezTo>
                      <a:pt x="42770" y="16313"/>
                      <a:pt x="41002" y="11653"/>
                      <a:pt x="38053" y="7988"/>
                    </a:cubicBezTo>
                    <a:lnTo>
                      <a:pt x="42775" y="7988"/>
                    </a:lnTo>
                    <a:cubicBezTo>
                      <a:pt x="44970" y="7988"/>
                      <a:pt x="46769" y="6191"/>
                      <a:pt x="46769" y="3994"/>
                    </a:cubicBezTo>
                    <a:cubicBezTo>
                      <a:pt x="46769" y="1797"/>
                      <a:pt x="44972" y="0"/>
                      <a:pt x="42775" y="0"/>
                    </a:cubicBezTo>
                    <a:lnTo>
                      <a:pt x="22286" y="0"/>
                    </a:lnTo>
                    <a:cubicBezTo>
                      <a:pt x="22196" y="0"/>
                      <a:pt x="22105" y="5"/>
                      <a:pt x="22018" y="10"/>
                    </a:cubicBezTo>
                    <a:cubicBezTo>
                      <a:pt x="21807" y="3"/>
                      <a:pt x="21597" y="0"/>
                      <a:pt x="21384" y="0"/>
                    </a:cubicBezTo>
                    <a:close/>
                  </a:path>
                </a:pathLst>
              </a:custGeom>
              <a:solidFill>
                <a:srgbClr val="325D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2" name="Google Shape;4842;p72"/>
              <p:cNvSpPr/>
              <p:nvPr/>
            </p:nvSpPr>
            <p:spPr>
              <a:xfrm>
                <a:off x="1470047" y="1217877"/>
                <a:ext cx="88760" cy="88744"/>
              </a:xfrm>
              <a:custGeom>
                <a:avLst/>
                <a:gdLst/>
                <a:ahLst/>
                <a:cxnLst/>
                <a:rect l="l" t="t" r="r" b="b"/>
                <a:pathLst>
                  <a:path w="5496" h="5495" extrusionOk="0">
                    <a:moveTo>
                      <a:pt x="2747" y="1"/>
                    </a:moveTo>
                    <a:cubicBezTo>
                      <a:pt x="1231" y="1"/>
                      <a:pt x="1" y="1230"/>
                      <a:pt x="1" y="2749"/>
                    </a:cubicBezTo>
                    <a:cubicBezTo>
                      <a:pt x="1" y="4265"/>
                      <a:pt x="1231" y="5495"/>
                      <a:pt x="2747" y="5495"/>
                    </a:cubicBezTo>
                    <a:cubicBezTo>
                      <a:pt x="4265" y="5495"/>
                      <a:pt x="5495" y="4265"/>
                      <a:pt x="5495" y="2749"/>
                    </a:cubicBezTo>
                    <a:cubicBezTo>
                      <a:pt x="5495" y="1230"/>
                      <a:pt x="4265" y="1"/>
                      <a:pt x="2747"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43" name="Google Shape;4843;p72"/>
            <p:cNvGrpSpPr/>
            <p:nvPr/>
          </p:nvGrpSpPr>
          <p:grpSpPr>
            <a:xfrm>
              <a:off x="732428" y="1239937"/>
              <a:ext cx="739912" cy="607886"/>
              <a:chOff x="732428" y="1239937"/>
              <a:chExt cx="739912" cy="607886"/>
            </a:xfrm>
          </p:grpSpPr>
          <p:sp>
            <p:nvSpPr>
              <p:cNvPr id="4844" name="Google Shape;4844;p72"/>
              <p:cNvSpPr/>
              <p:nvPr/>
            </p:nvSpPr>
            <p:spPr>
              <a:xfrm>
                <a:off x="732428" y="1239937"/>
                <a:ext cx="739912" cy="607886"/>
              </a:xfrm>
              <a:custGeom>
                <a:avLst/>
                <a:gdLst/>
                <a:ahLst/>
                <a:cxnLst/>
                <a:rect l="l" t="t" r="r" b="b"/>
                <a:pathLst>
                  <a:path w="45815" h="37640" extrusionOk="0">
                    <a:moveTo>
                      <a:pt x="26994" y="1"/>
                    </a:moveTo>
                    <a:cubicBezTo>
                      <a:pt x="16602" y="1"/>
                      <a:pt x="8175" y="8427"/>
                      <a:pt x="8175" y="18821"/>
                    </a:cubicBezTo>
                    <a:cubicBezTo>
                      <a:pt x="8169" y="22642"/>
                      <a:pt x="9333" y="26373"/>
                      <a:pt x="11509" y="29515"/>
                    </a:cubicBezTo>
                    <a:lnTo>
                      <a:pt x="3994" y="29515"/>
                    </a:lnTo>
                    <a:cubicBezTo>
                      <a:pt x="1797" y="29515"/>
                      <a:pt x="1" y="31311"/>
                      <a:pt x="1" y="33508"/>
                    </a:cubicBezTo>
                    <a:cubicBezTo>
                      <a:pt x="1" y="35704"/>
                      <a:pt x="1797" y="37502"/>
                      <a:pt x="3994" y="37502"/>
                    </a:cubicBezTo>
                    <a:lnTo>
                      <a:pt x="24483" y="37502"/>
                    </a:lnTo>
                    <a:cubicBezTo>
                      <a:pt x="24546" y="37502"/>
                      <a:pt x="24608" y="37500"/>
                      <a:pt x="24671" y="37497"/>
                    </a:cubicBezTo>
                    <a:cubicBezTo>
                      <a:pt x="25441" y="37592"/>
                      <a:pt x="26218" y="37640"/>
                      <a:pt x="26994" y="37640"/>
                    </a:cubicBezTo>
                    <a:cubicBezTo>
                      <a:pt x="37389" y="37640"/>
                      <a:pt x="45815" y="29214"/>
                      <a:pt x="45815" y="18821"/>
                    </a:cubicBezTo>
                    <a:cubicBezTo>
                      <a:pt x="45815" y="8427"/>
                      <a:pt x="37389" y="1"/>
                      <a:pt x="26994"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5" name="Google Shape;4845;p72"/>
              <p:cNvSpPr/>
              <p:nvPr/>
            </p:nvSpPr>
            <p:spPr>
              <a:xfrm>
                <a:off x="751614" y="1735807"/>
                <a:ext cx="88760" cy="88744"/>
              </a:xfrm>
              <a:custGeom>
                <a:avLst/>
                <a:gdLst/>
                <a:ahLst/>
                <a:cxnLst/>
                <a:rect l="l" t="t" r="r" b="b"/>
                <a:pathLst>
                  <a:path w="5496" h="5495" extrusionOk="0">
                    <a:moveTo>
                      <a:pt x="2747" y="0"/>
                    </a:moveTo>
                    <a:cubicBezTo>
                      <a:pt x="1231" y="0"/>
                      <a:pt x="1" y="1230"/>
                      <a:pt x="1" y="2747"/>
                    </a:cubicBezTo>
                    <a:cubicBezTo>
                      <a:pt x="1" y="4265"/>
                      <a:pt x="1231" y="5495"/>
                      <a:pt x="2747" y="5495"/>
                    </a:cubicBezTo>
                    <a:cubicBezTo>
                      <a:pt x="4265" y="5495"/>
                      <a:pt x="5495" y="4265"/>
                      <a:pt x="5495" y="2747"/>
                    </a:cubicBezTo>
                    <a:cubicBezTo>
                      <a:pt x="5495" y="1230"/>
                      <a:pt x="4265" y="0"/>
                      <a:pt x="2747"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46" name="Google Shape;4846;p72"/>
            <p:cNvGrpSpPr/>
            <p:nvPr/>
          </p:nvGrpSpPr>
          <p:grpSpPr>
            <a:xfrm>
              <a:off x="732428" y="1277018"/>
              <a:ext cx="702832" cy="533758"/>
              <a:chOff x="732428" y="1277018"/>
              <a:chExt cx="702832" cy="533758"/>
            </a:xfrm>
          </p:grpSpPr>
          <p:sp>
            <p:nvSpPr>
              <p:cNvPr id="4847" name="Google Shape;4847;p72"/>
              <p:cNvSpPr/>
              <p:nvPr/>
            </p:nvSpPr>
            <p:spPr>
              <a:xfrm>
                <a:off x="732428" y="1277018"/>
                <a:ext cx="702832" cy="533758"/>
              </a:xfrm>
              <a:custGeom>
                <a:avLst/>
                <a:gdLst/>
                <a:ahLst/>
                <a:cxnLst/>
                <a:rect l="l" t="t" r="r" b="b"/>
                <a:pathLst>
                  <a:path w="43519" h="33050" extrusionOk="0">
                    <a:moveTo>
                      <a:pt x="26994" y="1"/>
                    </a:moveTo>
                    <a:cubicBezTo>
                      <a:pt x="22006" y="1"/>
                      <a:pt x="17535" y="2211"/>
                      <a:pt x="14504" y="5705"/>
                    </a:cubicBezTo>
                    <a:lnTo>
                      <a:pt x="3994" y="5705"/>
                    </a:lnTo>
                    <a:cubicBezTo>
                      <a:pt x="1797" y="5705"/>
                      <a:pt x="1" y="7501"/>
                      <a:pt x="1" y="9698"/>
                    </a:cubicBezTo>
                    <a:cubicBezTo>
                      <a:pt x="1" y="11894"/>
                      <a:pt x="1797" y="13692"/>
                      <a:pt x="3994" y="13692"/>
                    </a:cubicBezTo>
                    <a:lnTo>
                      <a:pt x="10714" y="13692"/>
                    </a:lnTo>
                    <a:cubicBezTo>
                      <a:pt x="10552" y="14627"/>
                      <a:pt x="10470" y="15575"/>
                      <a:pt x="10472" y="16525"/>
                    </a:cubicBezTo>
                    <a:cubicBezTo>
                      <a:pt x="10472" y="25651"/>
                      <a:pt x="17870" y="33049"/>
                      <a:pt x="26996" y="33049"/>
                    </a:cubicBezTo>
                    <a:cubicBezTo>
                      <a:pt x="36122" y="33049"/>
                      <a:pt x="43519" y="25651"/>
                      <a:pt x="43519" y="16525"/>
                    </a:cubicBezTo>
                    <a:cubicBezTo>
                      <a:pt x="43519" y="7399"/>
                      <a:pt x="36122" y="1"/>
                      <a:pt x="26994"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8" name="Google Shape;4848;p72"/>
              <p:cNvSpPr/>
              <p:nvPr/>
            </p:nvSpPr>
            <p:spPr>
              <a:xfrm>
                <a:off x="751695" y="1390407"/>
                <a:ext cx="88728" cy="88744"/>
              </a:xfrm>
              <a:custGeom>
                <a:avLst/>
                <a:gdLst/>
                <a:ahLst/>
                <a:cxnLst/>
                <a:rect l="l" t="t" r="r" b="b"/>
                <a:pathLst>
                  <a:path w="5494" h="5495" extrusionOk="0">
                    <a:moveTo>
                      <a:pt x="2747" y="0"/>
                    </a:moveTo>
                    <a:cubicBezTo>
                      <a:pt x="1230" y="0"/>
                      <a:pt x="1" y="1230"/>
                      <a:pt x="1" y="2748"/>
                    </a:cubicBezTo>
                    <a:cubicBezTo>
                      <a:pt x="1" y="4264"/>
                      <a:pt x="1230" y="5494"/>
                      <a:pt x="2747" y="5494"/>
                    </a:cubicBezTo>
                    <a:cubicBezTo>
                      <a:pt x="4263" y="5494"/>
                      <a:pt x="5493" y="4264"/>
                      <a:pt x="5493" y="2748"/>
                    </a:cubicBezTo>
                    <a:cubicBezTo>
                      <a:pt x="5493" y="1230"/>
                      <a:pt x="4263" y="0"/>
                      <a:pt x="2747"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49" name="Google Shape;4849;p72"/>
            <p:cNvGrpSpPr/>
            <p:nvPr/>
          </p:nvGrpSpPr>
          <p:grpSpPr>
            <a:xfrm>
              <a:off x="931170" y="1306653"/>
              <a:ext cx="647179" cy="474455"/>
              <a:chOff x="931170" y="1306653"/>
              <a:chExt cx="647179" cy="474455"/>
            </a:xfrm>
          </p:grpSpPr>
          <p:sp>
            <p:nvSpPr>
              <p:cNvPr id="4850" name="Google Shape;4850;p72"/>
              <p:cNvSpPr/>
              <p:nvPr/>
            </p:nvSpPr>
            <p:spPr>
              <a:xfrm>
                <a:off x="931170" y="1306653"/>
                <a:ext cx="647179" cy="474455"/>
              </a:xfrm>
              <a:custGeom>
                <a:avLst/>
                <a:gdLst/>
                <a:ahLst/>
                <a:cxnLst/>
                <a:rect l="l" t="t" r="r" b="b"/>
                <a:pathLst>
                  <a:path w="40073" h="29378" extrusionOk="0">
                    <a:moveTo>
                      <a:pt x="14688" y="1"/>
                    </a:moveTo>
                    <a:cubicBezTo>
                      <a:pt x="6578" y="1"/>
                      <a:pt x="1" y="6578"/>
                      <a:pt x="1" y="14690"/>
                    </a:cubicBezTo>
                    <a:cubicBezTo>
                      <a:pt x="1" y="22801"/>
                      <a:pt x="6578" y="29377"/>
                      <a:pt x="14688" y="29377"/>
                    </a:cubicBezTo>
                    <a:cubicBezTo>
                      <a:pt x="19883" y="29377"/>
                      <a:pt x="24445" y="26682"/>
                      <a:pt x="27057" y="22613"/>
                    </a:cubicBezTo>
                    <a:lnTo>
                      <a:pt x="36079" y="22613"/>
                    </a:lnTo>
                    <a:cubicBezTo>
                      <a:pt x="38276" y="22613"/>
                      <a:pt x="40073" y="20817"/>
                      <a:pt x="40073" y="18620"/>
                    </a:cubicBezTo>
                    <a:cubicBezTo>
                      <a:pt x="40073" y="16424"/>
                      <a:pt x="38276" y="14626"/>
                      <a:pt x="36079" y="14626"/>
                    </a:cubicBezTo>
                    <a:lnTo>
                      <a:pt x="29376" y="14626"/>
                    </a:lnTo>
                    <a:cubicBezTo>
                      <a:pt x="29342" y="6544"/>
                      <a:pt x="22780" y="1"/>
                      <a:pt x="1468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1" name="Google Shape;4851;p72"/>
              <p:cNvSpPr/>
              <p:nvPr/>
            </p:nvSpPr>
            <p:spPr>
              <a:xfrm>
                <a:off x="1470047" y="1560806"/>
                <a:ext cx="88760" cy="88744"/>
              </a:xfrm>
              <a:custGeom>
                <a:avLst/>
                <a:gdLst/>
                <a:ahLst/>
                <a:cxnLst/>
                <a:rect l="l" t="t" r="r" b="b"/>
                <a:pathLst>
                  <a:path w="5496" h="5495" extrusionOk="0">
                    <a:moveTo>
                      <a:pt x="2747" y="0"/>
                    </a:moveTo>
                    <a:cubicBezTo>
                      <a:pt x="1231" y="0"/>
                      <a:pt x="1" y="1230"/>
                      <a:pt x="1" y="2746"/>
                    </a:cubicBezTo>
                    <a:cubicBezTo>
                      <a:pt x="1" y="4265"/>
                      <a:pt x="1231" y="5494"/>
                      <a:pt x="2747" y="5494"/>
                    </a:cubicBezTo>
                    <a:cubicBezTo>
                      <a:pt x="4265" y="5494"/>
                      <a:pt x="5495" y="4265"/>
                      <a:pt x="5495" y="2746"/>
                    </a:cubicBezTo>
                    <a:cubicBezTo>
                      <a:pt x="5495" y="1230"/>
                      <a:pt x="4265" y="0"/>
                      <a:pt x="2747"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52" name="Google Shape;4852;p72"/>
            <p:cNvSpPr/>
            <p:nvPr/>
          </p:nvSpPr>
          <p:spPr>
            <a:xfrm>
              <a:off x="986565" y="1362064"/>
              <a:ext cx="363666" cy="363650"/>
            </a:xfrm>
            <a:custGeom>
              <a:avLst/>
              <a:gdLst/>
              <a:ahLst/>
              <a:cxnLst/>
              <a:rect l="l" t="t" r="r" b="b"/>
              <a:pathLst>
                <a:path w="22518" h="22517" extrusionOk="0">
                  <a:moveTo>
                    <a:pt x="11258" y="0"/>
                  </a:moveTo>
                  <a:cubicBezTo>
                    <a:pt x="8273" y="0"/>
                    <a:pt x="5409" y="1187"/>
                    <a:pt x="3298" y="3297"/>
                  </a:cubicBezTo>
                  <a:cubicBezTo>
                    <a:pt x="1186" y="5409"/>
                    <a:pt x="1" y="8272"/>
                    <a:pt x="1" y="11259"/>
                  </a:cubicBezTo>
                  <a:cubicBezTo>
                    <a:pt x="1" y="14244"/>
                    <a:pt x="1186" y="17109"/>
                    <a:pt x="3298" y="19219"/>
                  </a:cubicBezTo>
                  <a:cubicBezTo>
                    <a:pt x="5409" y="21331"/>
                    <a:pt x="8273" y="22516"/>
                    <a:pt x="11258" y="22516"/>
                  </a:cubicBezTo>
                  <a:cubicBezTo>
                    <a:pt x="14245" y="22516"/>
                    <a:pt x="17108" y="21331"/>
                    <a:pt x="19220" y="19219"/>
                  </a:cubicBezTo>
                  <a:cubicBezTo>
                    <a:pt x="21331" y="17109"/>
                    <a:pt x="22517" y="14244"/>
                    <a:pt x="22517" y="11259"/>
                  </a:cubicBezTo>
                  <a:cubicBezTo>
                    <a:pt x="22517" y="8272"/>
                    <a:pt x="21331" y="5409"/>
                    <a:pt x="19220" y="3297"/>
                  </a:cubicBezTo>
                  <a:cubicBezTo>
                    <a:pt x="17108" y="1187"/>
                    <a:pt x="14245" y="0"/>
                    <a:pt x="11258"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53" name="Google Shape;4853;p72"/>
          <p:cNvGrpSpPr/>
          <p:nvPr/>
        </p:nvGrpSpPr>
        <p:grpSpPr>
          <a:xfrm>
            <a:off x="3948600" y="971313"/>
            <a:ext cx="634656" cy="699982"/>
            <a:chOff x="5985650" y="2860025"/>
            <a:chExt cx="1396075" cy="1539775"/>
          </a:xfrm>
        </p:grpSpPr>
        <p:sp>
          <p:nvSpPr>
            <p:cNvPr id="4854" name="Google Shape;4854;p72"/>
            <p:cNvSpPr/>
            <p:nvPr/>
          </p:nvSpPr>
          <p:spPr>
            <a:xfrm>
              <a:off x="6655300" y="3128850"/>
              <a:ext cx="637150" cy="631950"/>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5" name="Google Shape;4855;p72"/>
            <p:cNvSpPr/>
            <p:nvPr/>
          </p:nvSpPr>
          <p:spPr>
            <a:xfrm>
              <a:off x="6673425" y="3771400"/>
              <a:ext cx="600850" cy="600800"/>
            </a:xfrm>
            <a:custGeom>
              <a:avLst/>
              <a:gdLst/>
              <a:ahLst/>
              <a:cxnLst/>
              <a:rect l="l" t="t" r="r" b="b"/>
              <a:pathLst>
                <a:path w="24034" h="24032" extrusionOk="0">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6" name="Google Shape;4856;p72"/>
            <p:cNvSpPr/>
            <p:nvPr/>
          </p:nvSpPr>
          <p:spPr>
            <a:xfrm>
              <a:off x="6073050" y="3509700"/>
              <a:ext cx="641725" cy="636800"/>
            </a:xfrm>
            <a:custGeom>
              <a:avLst/>
              <a:gdLst/>
              <a:ahLst/>
              <a:cxnLst/>
              <a:rect l="l" t="t" r="r" b="b"/>
              <a:pathLst>
                <a:path w="25669" h="25472" extrusionOk="0">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7" name="Google Shape;4857;p72"/>
            <p:cNvSpPr/>
            <p:nvPr/>
          </p:nvSpPr>
          <p:spPr>
            <a:xfrm>
              <a:off x="6124575" y="2917775"/>
              <a:ext cx="572575" cy="572525"/>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8" name="Google Shape;4858;p72"/>
            <p:cNvSpPr/>
            <p:nvPr/>
          </p:nvSpPr>
          <p:spPr>
            <a:xfrm>
              <a:off x="6459975" y="2867300"/>
              <a:ext cx="101300" cy="50500"/>
            </a:xfrm>
            <a:custGeom>
              <a:avLst/>
              <a:gdLst/>
              <a:ahLst/>
              <a:cxnLst/>
              <a:rect l="l" t="t" r="r" b="b"/>
              <a:pathLst>
                <a:path w="4052" h="2020" extrusionOk="0">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9" name="Google Shape;4859;p72"/>
            <p:cNvSpPr/>
            <p:nvPr/>
          </p:nvSpPr>
          <p:spPr>
            <a:xfrm>
              <a:off x="6389025" y="2860025"/>
              <a:ext cx="63100" cy="15700"/>
            </a:xfrm>
            <a:custGeom>
              <a:avLst/>
              <a:gdLst/>
              <a:ahLst/>
              <a:cxnLst/>
              <a:rect l="l" t="t" r="r" b="b"/>
              <a:pathLst>
                <a:path w="2524" h="628" extrusionOk="0">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0" name="Google Shape;4860;p72"/>
            <p:cNvSpPr/>
            <p:nvPr/>
          </p:nvSpPr>
          <p:spPr>
            <a:xfrm>
              <a:off x="6279750" y="2879875"/>
              <a:ext cx="39600" cy="26000"/>
            </a:xfrm>
            <a:custGeom>
              <a:avLst/>
              <a:gdLst/>
              <a:ahLst/>
              <a:cxnLst/>
              <a:rect l="l" t="t" r="r" b="b"/>
              <a:pathLst>
                <a:path w="1584" h="1040" extrusionOk="0">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1" name="Google Shape;4861;p72"/>
            <p:cNvSpPr/>
            <p:nvPr/>
          </p:nvSpPr>
          <p:spPr>
            <a:xfrm>
              <a:off x="6325825" y="2862750"/>
              <a:ext cx="54425" cy="22400"/>
            </a:xfrm>
            <a:custGeom>
              <a:avLst/>
              <a:gdLst/>
              <a:ahLst/>
              <a:cxnLst/>
              <a:rect l="l" t="t" r="r" b="b"/>
              <a:pathLst>
                <a:path w="2177" h="896" extrusionOk="0">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2" name="Google Shape;4862;p72"/>
            <p:cNvSpPr/>
            <p:nvPr/>
          </p:nvSpPr>
          <p:spPr>
            <a:xfrm>
              <a:off x="7023725" y="3061400"/>
              <a:ext cx="101300" cy="50475"/>
            </a:xfrm>
            <a:custGeom>
              <a:avLst/>
              <a:gdLst/>
              <a:ahLst/>
              <a:cxnLst/>
              <a:rect l="l" t="t" r="r" b="b"/>
              <a:pathLst>
                <a:path w="4052" h="2019" extrusionOk="0">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3" name="Google Shape;4863;p72"/>
            <p:cNvSpPr/>
            <p:nvPr/>
          </p:nvSpPr>
          <p:spPr>
            <a:xfrm>
              <a:off x="6952750" y="3054150"/>
              <a:ext cx="63100" cy="15650"/>
            </a:xfrm>
            <a:custGeom>
              <a:avLst/>
              <a:gdLst/>
              <a:ahLst/>
              <a:cxnLst/>
              <a:rect l="l" t="t" r="r" b="b"/>
              <a:pathLst>
                <a:path w="2524" h="626" extrusionOk="0">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4" name="Google Shape;4864;p72"/>
            <p:cNvSpPr/>
            <p:nvPr/>
          </p:nvSpPr>
          <p:spPr>
            <a:xfrm>
              <a:off x="6843450" y="3073975"/>
              <a:ext cx="39625" cy="26025"/>
            </a:xfrm>
            <a:custGeom>
              <a:avLst/>
              <a:gdLst/>
              <a:ahLst/>
              <a:cxnLst/>
              <a:rect l="l" t="t" r="r" b="b"/>
              <a:pathLst>
                <a:path w="1585" h="1041" extrusionOk="0">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5" name="Google Shape;4865;p72"/>
            <p:cNvSpPr/>
            <p:nvPr/>
          </p:nvSpPr>
          <p:spPr>
            <a:xfrm>
              <a:off x="6889575" y="3056825"/>
              <a:ext cx="54425" cy="22400"/>
            </a:xfrm>
            <a:custGeom>
              <a:avLst/>
              <a:gdLst/>
              <a:ahLst/>
              <a:cxnLst/>
              <a:rect l="l" t="t" r="r" b="b"/>
              <a:pathLst>
                <a:path w="2177" h="896" extrusionOk="0">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6" name="Google Shape;4866;p72"/>
            <p:cNvSpPr/>
            <p:nvPr/>
          </p:nvSpPr>
          <p:spPr>
            <a:xfrm>
              <a:off x="6245350" y="4177200"/>
              <a:ext cx="101275" cy="50475"/>
            </a:xfrm>
            <a:custGeom>
              <a:avLst/>
              <a:gdLst/>
              <a:ahLst/>
              <a:cxnLst/>
              <a:rect l="l" t="t" r="r" b="b"/>
              <a:pathLst>
                <a:path w="4051" h="2019" extrusionOk="0">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7" name="Google Shape;4867;p72"/>
            <p:cNvSpPr/>
            <p:nvPr/>
          </p:nvSpPr>
          <p:spPr>
            <a:xfrm>
              <a:off x="6354525" y="4219275"/>
              <a:ext cx="63075" cy="15675"/>
            </a:xfrm>
            <a:custGeom>
              <a:avLst/>
              <a:gdLst/>
              <a:ahLst/>
              <a:cxnLst/>
              <a:rect l="l" t="t" r="r" b="b"/>
              <a:pathLst>
                <a:path w="2523" h="627" extrusionOk="0">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8" name="Google Shape;4868;p72"/>
            <p:cNvSpPr/>
            <p:nvPr/>
          </p:nvSpPr>
          <p:spPr>
            <a:xfrm>
              <a:off x="6487275" y="4189125"/>
              <a:ext cx="39625" cy="25975"/>
            </a:xfrm>
            <a:custGeom>
              <a:avLst/>
              <a:gdLst/>
              <a:ahLst/>
              <a:cxnLst/>
              <a:rect l="l" t="t" r="r" b="b"/>
              <a:pathLst>
                <a:path w="1585" h="1039" extrusionOk="0">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9" name="Google Shape;4869;p72"/>
            <p:cNvSpPr/>
            <p:nvPr/>
          </p:nvSpPr>
          <p:spPr>
            <a:xfrm>
              <a:off x="6426350" y="4209850"/>
              <a:ext cx="54475" cy="22400"/>
            </a:xfrm>
            <a:custGeom>
              <a:avLst/>
              <a:gdLst/>
              <a:ahLst/>
              <a:cxnLst/>
              <a:rect l="l" t="t" r="r" b="b"/>
              <a:pathLst>
                <a:path w="2179" h="896" extrusionOk="0">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0" name="Google Shape;4870;p72"/>
            <p:cNvSpPr/>
            <p:nvPr/>
          </p:nvSpPr>
          <p:spPr>
            <a:xfrm>
              <a:off x="5992275" y="3674825"/>
              <a:ext cx="51250" cy="99900"/>
            </a:xfrm>
            <a:custGeom>
              <a:avLst/>
              <a:gdLst/>
              <a:ahLst/>
              <a:cxnLst/>
              <a:rect l="l" t="t" r="r" b="b"/>
              <a:pathLst>
                <a:path w="2050" h="3996" extrusionOk="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1" name="Google Shape;4871;p72"/>
            <p:cNvSpPr/>
            <p:nvPr/>
          </p:nvSpPr>
          <p:spPr>
            <a:xfrm>
              <a:off x="5985650" y="3783750"/>
              <a:ext cx="16125" cy="62275"/>
            </a:xfrm>
            <a:custGeom>
              <a:avLst/>
              <a:gdLst/>
              <a:ahLst/>
              <a:cxnLst/>
              <a:rect l="l" t="t" r="r" b="b"/>
              <a:pathLst>
                <a:path w="645" h="2491" extrusionOk="0">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2" name="Google Shape;4872;p72"/>
            <p:cNvSpPr/>
            <p:nvPr/>
          </p:nvSpPr>
          <p:spPr>
            <a:xfrm>
              <a:off x="6004725" y="3916700"/>
              <a:ext cx="27875" cy="38100"/>
            </a:xfrm>
            <a:custGeom>
              <a:avLst/>
              <a:gdLst/>
              <a:ahLst/>
              <a:cxnLst/>
              <a:rect l="l" t="t" r="r" b="b"/>
              <a:pathLst>
                <a:path w="1115" h="1524" extrusionOk="0">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3" name="Google Shape;4873;p72"/>
            <p:cNvSpPr/>
            <p:nvPr/>
          </p:nvSpPr>
          <p:spPr>
            <a:xfrm>
              <a:off x="5987900" y="3855450"/>
              <a:ext cx="23600" cy="53200"/>
            </a:xfrm>
            <a:custGeom>
              <a:avLst/>
              <a:gdLst/>
              <a:ahLst/>
              <a:cxnLst/>
              <a:rect l="l" t="t" r="r" b="b"/>
              <a:pathLst>
                <a:path w="944" h="2128" extrusionOk="0">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4" name="Google Shape;4874;p72"/>
            <p:cNvSpPr/>
            <p:nvPr/>
          </p:nvSpPr>
          <p:spPr>
            <a:xfrm>
              <a:off x="6071975" y="3300325"/>
              <a:ext cx="52475" cy="102475"/>
            </a:xfrm>
            <a:custGeom>
              <a:avLst/>
              <a:gdLst/>
              <a:ahLst/>
              <a:cxnLst/>
              <a:rect l="l" t="t" r="r" b="b"/>
              <a:pathLst>
                <a:path w="2099" h="4099" extrusionOk="0">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5" name="Google Shape;4875;p72"/>
            <p:cNvSpPr/>
            <p:nvPr/>
          </p:nvSpPr>
          <p:spPr>
            <a:xfrm>
              <a:off x="6122225" y="3408475"/>
              <a:ext cx="47725" cy="49550"/>
            </a:xfrm>
            <a:custGeom>
              <a:avLst/>
              <a:gdLst/>
              <a:ahLst/>
              <a:cxnLst/>
              <a:rect l="l" t="t" r="r" b="b"/>
              <a:pathLst>
                <a:path w="1909" h="1982" extrusionOk="0">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6" name="Google Shape;4876;p72"/>
            <p:cNvSpPr/>
            <p:nvPr/>
          </p:nvSpPr>
          <p:spPr>
            <a:xfrm>
              <a:off x="6228150" y="3490275"/>
              <a:ext cx="42050" cy="21525"/>
            </a:xfrm>
            <a:custGeom>
              <a:avLst/>
              <a:gdLst/>
              <a:ahLst/>
              <a:cxnLst/>
              <a:rect l="l" t="t" r="r" b="b"/>
              <a:pathLst>
                <a:path w="1682" h="861" extrusionOk="0">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7" name="Google Shape;4877;p72"/>
            <p:cNvSpPr/>
            <p:nvPr/>
          </p:nvSpPr>
          <p:spPr>
            <a:xfrm>
              <a:off x="6172850" y="3459275"/>
              <a:ext cx="49900" cy="34575"/>
            </a:xfrm>
            <a:custGeom>
              <a:avLst/>
              <a:gdLst/>
              <a:ahLst/>
              <a:cxnLst/>
              <a:rect l="l" t="t" r="r" b="b"/>
              <a:pathLst>
                <a:path w="1996" h="1383" extrusionOk="0">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8" name="Google Shape;4878;p72"/>
            <p:cNvSpPr/>
            <p:nvPr/>
          </p:nvSpPr>
          <p:spPr>
            <a:xfrm>
              <a:off x="7323825" y="3495225"/>
              <a:ext cx="51250" cy="99900"/>
            </a:xfrm>
            <a:custGeom>
              <a:avLst/>
              <a:gdLst/>
              <a:ahLst/>
              <a:cxnLst/>
              <a:rect l="l" t="t" r="r" b="b"/>
              <a:pathLst>
                <a:path w="2050" h="3996" extrusionOk="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9" name="Google Shape;4879;p72"/>
            <p:cNvSpPr/>
            <p:nvPr/>
          </p:nvSpPr>
          <p:spPr>
            <a:xfrm>
              <a:off x="7365575" y="3423925"/>
              <a:ext cx="16150" cy="62275"/>
            </a:xfrm>
            <a:custGeom>
              <a:avLst/>
              <a:gdLst/>
              <a:ahLst/>
              <a:cxnLst/>
              <a:rect l="l" t="t" r="r" b="b"/>
              <a:pathLst>
                <a:path w="646" h="2491" extrusionOk="0">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0" name="Google Shape;4880;p72"/>
            <p:cNvSpPr/>
            <p:nvPr/>
          </p:nvSpPr>
          <p:spPr>
            <a:xfrm>
              <a:off x="7334775" y="3315150"/>
              <a:ext cx="27850" cy="38100"/>
            </a:xfrm>
            <a:custGeom>
              <a:avLst/>
              <a:gdLst/>
              <a:ahLst/>
              <a:cxnLst/>
              <a:rect l="l" t="t" r="r" b="b"/>
              <a:pathLst>
                <a:path w="1114" h="1524" extrusionOk="0">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1" name="Google Shape;4881;p72"/>
            <p:cNvSpPr/>
            <p:nvPr/>
          </p:nvSpPr>
          <p:spPr>
            <a:xfrm>
              <a:off x="7355800" y="3361300"/>
              <a:ext cx="23650" cy="53200"/>
            </a:xfrm>
            <a:custGeom>
              <a:avLst/>
              <a:gdLst/>
              <a:ahLst/>
              <a:cxnLst/>
              <a:rect l="l" t="t" r="r" b="b"/>
              <a:pathLst>
                <a:path w="946" h="2128" extrusionOk="0">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2" name="Google Shape;4882;p72"/>
            <p:cNvSpPr/>
            <p:nvPr/>
          </p:nvSpPr>
          <p:spPr>
            <a:xfrm>
              <a:off x="7093025" y="4348600"/>
              <a:ext cx="104200" cy="51200"/>
            </a:xfrm>
            <a:custGeom>
              <a:avLst/>
              <a:gdLst/>
              <a:ahLst/>
              <a:cxnLst/>
              <a:rect l="l" t="t" r="r" b="b"/>
              <a:pathLst>
                <a:path w="4168" h="2048" extrusionOk="0">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3" name="Google Shape;4883;p72"/>
            <p:cNvSpPr/>
            <p:nvPr/>
          </p:nvSpPr>
          <p:spPr>
            <a:xfrm>
              <a:off x="7201150" y="4302925"/>
              <a:ext cx="51100" cy="46100"/>
            </a:xfrm>
            <a:custGeom>
              <a:avLst/>
              <a:gdLst/>
              <a:ahLst/>
              <a:cxnLst/>
              <a:rect l="l" t="t" r="r" b="b"/>
              <a:pathLst>
                <a:path w="2044" h="1844" extrusionOk="0">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4" name="Google Shape;4884;p72"/>
            <p:cNvSpPr/>
            <p:nvPr/>
          </p:nvSpPr>
          <p:spPr>
            <a:xfrm>
              <a:off x="7282950" y="4203000"/>
              <a:ext cx="22950" cy="40225"/>
            </a:xfrm>
            <a:custGeom>
              <a:avLst/>
              <a:gdLst/>
              <a:ahLst/>
              <a:cxnLst/>
              <a:rect l="l" t="t" r="r" b="b"/>
              <a:pathLst>
                <a:path w="918" h="1609" extrusionOk="0">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5" name="Google Shape;4885;p72"/>
            <p:cNvSpPr/>
            <p:nvPr/>
          </p:nvSpPr>
          <p:spPr>
            <a:xfrm>
              <a:off x="7252000" y="4250300"/>
              <a:ext cx="36300" cy="48175"/>
            </a:xfrm>
            <a:custGeom>
              <a:avLst/>
              <a:gdLst/>
              <a:ahLst/>
              <a:cxnLst/>
              <a:rect l="l" t="t" r="r" b="b"/>
              <a:pathLst>
                <a:path w="1452" h="1927" extrusionOk="0">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6" name="Google Shape;4886;p72"/>
          <p:cNvGrpSpPr/>
          <p:nvPr/>
        </p:nvGrpSpPr>
        <p:grpSpPr>
          <a:xfrm>
            <a:off x="4704250" y="971306"/>
            <a:ext cx="725845" cy="699975"/>
            <a:chOff x="4249973" y="1201875"/>
            <a:chExt cx="1958568" cy="1888762"/>
          </a:xfrm>
        </p:grpSpPr>
        <p:sp>
          <p:nvSpPr>
            <p:cNvPr id="4887" name="Google Shape;4887;p72"/>
            <p:cNvSpPr/>
            <p:nvPr/>
          </p:nvSpPr>
          <p:spPr>
            <a:xfrm>
              <a:off x="4468527" y="1411932"/>
              <a:ext cx="1528500" cy="1452600"/>
            </a:xfrm>
            <a:prstGeom prst="pentagon">
              <a:avLst>
                <a:gd name="hf" fmla="val 105146"/>
                <a:gd name="vf" fmla="val 110557"/>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88" name="Google Shape;4888;p72"/>
            <p:cNvGrpSpPr/>
            <p:nvPr/>
          </p:nvGrpSpPr>
          <p:grpSpPr>
            <a:xfrm>
              <a:off x="5853086" y="1789142"/>
              <a:ext cx="355454" cy="1048099"/>
              <a:chOff x="5576108" y="2016725"/>
              <a:chExt cx="565200" cy="1666560"/>
            </a:xfrm>
          </p:grpSpPr>
          <p:sp>
            <p:nvSpPr>
              <p:cNvPr id="4889" name="Google Shape;4889;p72"/>
              <p:cNvSpPr/>
              <p:nvPr/>
            </p:nvSpPr>
            <p:spPr>
              <a:xfrm>
                <a:off x="5576108" y="2016725"/>
                <a:ext cx="565200" cy="565500"/>
              </a:xfrm>
              <a:prstGeom prst="ellipse">
                <a:avLst/>
              </a:prstGeom>
              <a:solidFill>
                <a:srgbClr val="667E9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rgbClr val="FFFFFF"/>
                  </a:solidFill>
                  <a:latin typeface="Roboto Medium"/>
                  <a:ea typeface="Roboto Medium"/>
                  <a:cs typeface="Roboto Medium"/>
                  <a:sym typeface="Roboto Medium"/>
                </a:endParaRPr>
              </a:p>
            </p:txBody>
          </p:sp>
          <p:sp>
            <p:nvSpPr>
              <p:cNvPr id="4890" name="Google Shape;4890;p72"/>
              <p:cNvSpPr/>
              <p:nvPr/>
            </p:nvSpPr>
            <p:spPr>
              <a:xfrm rot="6479001">
                <a:off x="5275897" y="3050667"/>
                <a:ext cx="1119386" cy="152834"/>
              </a:xfrm>
              <a:prstGeom prst="rightArrow">
                <a:avLst>
                  <a:gd name="adj1" fmla="val 25514"/>
                  <a:gd name="adj2" fmla="val 64322"/>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91" name="Google Shape;4891;p72"/>
            <p:cNvGrpSpPr/>
            <p:nvPr/>
          </p:nvGrpSpPr>
          <p:grpSpPr>
            <a:xfrm>
              <a:off x="4869455" y="2691676"/>
              <a:ext cx="1013897" cy="398961"/>
              <a:chOff x="4012057" y="3451825"/>
              <a:chExt cx="1612175" cy="634379"/>
            </a:xfrm>
          </p:grpSpPr>
          <p:sp>
            <p:nvSpPr>
              <p:cNvPr id="4892" name="Google Shape;4892;p72"/>
              <p:cNvSpPr/>
              <p:nvPr/>
            </p:nvSpPr>
            <p:spPr>
              <a:xfrm>
                <a:off x="5059033" y="3451825"/>
                <a:ext cx="565200" cy="565500"/>
              </a:xfrm>
              <a:prstGeom prst="ellipse">
                <a:avLst/>
              </a:prstGeom>
              <a:solidFill>
                <a:srgbClr val="667E9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rgbClr val="FFFFFF"/>
                  </a:solidFill>
                  <a:latin typeface="Roboto Medium"/>
                  <a:ea typeface="Roboto Medium"/>
                  <a:cs typeface="Roboto Medium"/>
                  <a:sym typeface="Roboto Medium"/>
                </a:endParaRPr>
              </a:p>
            </p:txBody>
          </p:sp>
          <p:sp>
            <p:nvSpPr>
              <p:cNvPr id="4893" name="Google Shape;4893;p72"/>
              <p:cNvSpPr/>
              <p:nvPr/>
            </p:nvSpPr>
            <p:spPr>
              <a:xfrm rot="10799079">
                <a:off x="4012507" y="3933353"/>
                <a:ext cx="1119600" cy="152703"/>
              </a:xfrm>
              <a:prstGeom prst="rightArrow">
                <a:avLst>
                  <a:gd name="adj1" fmla="val 25514"/>
                  <a:gd name="adj2" fmla="val 64322"/>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94" name="Google Shape;4894;p72"/>
            <p:cNvGrpSpPr/>
            <p:nvPr/>
          </p:nvGrpSpPr>
          <p:grpSpPr>
            <a:xfrm>
              <a:off x="4276937" y="2155961"/>
              <a:ext cx="651965" cy="891358"/>
              <a:chOff x="3069908" y="2599997"/>
              <a:chExt cx="1036675" cy="1417328"/>
            </a:xfrm>
          </p:grpSpPr>
          <p:sp>
            <p:nvSpPr>
              <p:cNvPr id="4895" name="Google Shape;4895;p72"/>
              <p:cNvSpPr/>
              <p:nvPr/>
            </p:nvSpPr>
            <p:spPr>
              <a:xfrm>
                <a:off x="3541383" y="3451825"/>
                <a:ext cx="565200" cy="565500"/>
              </a:xfrm>
              <a:prstGeom prst="ellipse">
                <a:avLst/>
              </a:prstGeom>
              <a:solidFill>
                <a:srgbClr val="667E9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rgbClr val="FFFFFF"/>
                  </a:solidFill>
                  <a:latin typeface="Roboto Medium"/>
                  <a:ea typeface="Roboto Medium"/>
                  <a:cs typeface="Roboto Medium"/>
                  <a:sym typeface="Roboto Medium"/>
                </a:endParaRPr>
              </a:p>
            </p:txBody>
          </p:sp>
          <p:sp>
            <p:nvSpPr>
              <p:cNvPr id="4896" name="Google Shape;4896;p72"/>
              <p:cNvSpPr/>
              <p:nvPr/>
            </p:nvSpPr>
            <p:spPr>
              <a:xfrm rot="-6478717">
                <a:off x="2755922" y="3079191"/>
                <a:ext cx="1119672" cy="153413"/>
              </a:xfrm>
              <a:prstGeom prst="rightArrow">
                <a:avLst>
                  <a:gd name="adj1" fmla="val 25514"/>
                  <a:gd name="adj2" fmla="val 64322"/>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97" name="Google Shape;4897;p72"/>
            <p:cNvGrpSpPr/>
            <p:nvPr/>
          </p:nvGrpSpPr>
          <p:grpSpPr>
            <a:xfrm>
              <a:off x="5054918" y="1201875"/>
              <a:ext cx="999548" cy="602711"/>
              <a:chOff x="4306958" y="1082925"/>
              <a:chExt cx="1589359" cy="958358"/>
            </a:xfrm>
          </p:grpSpPr>
          <p:sp>
            <p:nvSpPr>
              <p:cNvPr id="4898" name="Google Shape;4898;p72"/>
              <p:cNvSpPr/>
              <p:nvPr/>
            </p:nvSpPr>
            <p:spPr>
              <a:xfrm>
                <a:off x="4306958" y="1082925"/>
                <a:ext cx="565200" cy="565500"/>
              </a:xfrm>
              <a:prstGeom prst="ellipse">
                <a:avLst/>
              </a:prstGeom>
              <a:solidFill>
                <a:srgbClr val="5F7D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rgbClr val="FFFFFF"/>
                  </a:solidFill>
                  <a:latin typeface="Roboto Medium"/>
                  <a:ea typeface="Roboto Medium"/>
                  <a:cs typeface="Roboto Medium"/>
                  <a:sym typeface="Roboto Medium"/>
                </a:endParaRPr>
              </a:p>
            </p:txBody>
          </p:sp>
          <p:sp>
            <p:nvSpPr>
              <p:cNvPr id="4899" name="Google Shape;4899;p72"/>
              <p:cNvSpPr/>
              <p:nvPr/>
            </p:nvSpPr>
            <p:spPr>
              <a:xfrm rot="2159678">
                <a:off x="4838902" y="1574444"/>
                <a:ext cx="1119431" cy="152476"/>
              </a:xfrm>
              <a:prstGeom prst="rightArrow">
                <a:avLst>
                  <a:gd name="adj1" fmla="val 25514"/>
                  <a:gd name="adj2" fmla="val 64322"/>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00" name="Google Shape;4900;p72"/>
            <p:cNvGrpSpPr/>
            <p:nvPr/>
          </p:nvGrpSpPr>
          <p:grpSpPr>
            <a:xfrm>
              <a:off x="4249973" y="1303451"/>
              <a:ext cx="799317" cy="841334"/>
              <a:chOff x="3027033" y="1244439"/>
              <a:chExt cx="1270977" cy="1337786"/>
            </a:xfrm>
          </p:grpSpPr>
          <p:sp>
            <p:nvSpPr>
              <p:cNvPr id="4901" name="Google Shape;4901;p72"/>
              <p:cNvSpPr/>
              <p:nvPr/>
            </p:nvSpPr>
            <p:spPr>
              <a:xfrm>
                <a:off x="3027033" y="2016725"/>
                <a:ext cx="565200" cy="565500"/>
              </a:xfrm>
              <a:prstGeom prst="ellipse">
                <a:avLst/>
              </a:prstGeom>
              <a:solidFill>
                <a:srgbClr val="667E9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rgbClr val="FFFFFF"/>
                  </a:solidFill>
                  <a:latin typeface="Roboto Medium"/>
                  <a:ea typeface="Roboto Medium"/>
                  <a:cs typeface="Roboto Medium"/>
                  <a:sym typeface="Roboto Medium"/>
                </a:endParaRPr>
              </a:p>
            </p:txBody>
          </p:sp>
          <p:sp>
            <p:nvSpPr>
              <p:cNvPr id="4902" name="Google Shape;4902;p72"/>
              <p:cNvSpPr/>
              <p:nvPr/>
            </p:nvSpPr>
            <p:spPr>
              <a:xfrm rot="-2159137">
                <a:off x="3240473" y="1559002"/>
                <a:ext cx="1119673" cy="153273"/>
              </a:xfrm>
              <a:prstGeom prst="rightArrow">
                <a:avLst>
                  <a:gd name="adj1" fmla="val 25514"/>
                  <a:gd name="adj2" fmla="val 64322"/>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903" name="Google Shape;4903;p72"/>
          <p:cNvGrpSpPr/>
          <p:nvPr/>
        </p:nvGrpSpPr>
        <p:grpSpPr>
          <a:xfrm>
            <a:off x="4057114" y="1858087"/>
            <a:ext cx="750769" cy="683784"/>
            <a:chOff x="4204684" y="2104422"/>
            <a:chExt cx="699822" cy="637382"/>
          </a:xfrm>
        </p:grpSpPr>
        <p:grpSp>
          <p:nvGrpSpPr>
            <p:cNvPr id="4904" name="Google Shape;4904;p72"/>
            <p:cNvGrpSpPr/>
            <p:nvPr/>
          </p:nvGrpSpPr>
          <p:grpSpPr>
            <a:xfrm>
              <a:off x="4204684" y="2430067"/>
              <a:ext cx="342957" cy="311738"/>
              <a:chOff x="4204684" y="2430067"/>
              <a:chExt cx="342957" cy="311738"/>
            </a:xfrm>
          </p:grpSpPr>
          <p:sp>
            <p:nvSpPr>
              <p:cNvPr id="4905" name="Google Shape;4905;p72"/>
              <p:cNvSpPr/>
              <p:nvPr/>
            </p:nvSpPr>
            <p:spPr>
              <a:xfrm>
                <a:off x="4235882" y="2430067"/>
                <a:ext cx="311759" cy="311738"/>
              </a:xfrm>
              <a:custGeom>
                <a:avLst/>
                <a:gdLst/>
                <a:ahLst/>
                <a:cxnLst/>
                <a:rect l="l" t="t" r="r" b="b"/>
                <a:pathLst>
                  <a:path w="8384" h="8384" extrusionOk="0">
                    <a:moveTo>
                      <a:pt x="1" y="0"/>
                    </a:moveTo>
                    <a:cubicBezTo>
                      <a:pt x="23" y="1056"/>
                      <a:pt x="239" y="2096"/>
                      <a:pt x="641" y="3073"/>
                    </a:cubicBezTo>
                    <a:cubicBezTo>
                      <a:pt x="676" y="3072"/>
                      <a:pt x="710" y="3070"/>
                      <a:pt x="745" y="3070"/>
                    </a:cubicBezTo>
                    <a:cubicBezTo>
                      <a:pt x="1419" y="3070"/>
                      <a:pt x="2047" y="3416"/>
                      <a:pt x="2406" y="3988"/>
                    </a:cubicBezTo>
                    <a:cubicBezTo>
                      <a:pt x="2766" y="4558"/>
                      <a:pt x="2808" y="5272"/>
                      <a:pt x="2516" y="5880"/>
                    </a:cubicBezTo>
                    <a:cubicBezTo>
                      <a:pt x="4076" y="7440"/>
                      <a:pt x="6179" y="8337"/>
                      <a:pt x="8384" y="8383"/>
                    </a:cubicBezTo>
                    <a:lnTo>
                      <a:pt x="8384" y="3190"/>
                    </a:lnTo>
                    <a:cubicBezTo>
                      <a:pt x="6664" y="3094"/>
                      <a:pt x="5290" y="1720"/>
                      <a:pt x="5194"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6" name="Google Shape;4906;p72"/>
              <p:cNvSpPr/>
              <p:nvPr/>
            </p:nvSpPr>
            <p:spPr>
              <a:xfrm>
                <a:off x="4204684" y="2558309"/>
                <a:ext cx="117839" cy="117794"/>
              </a:xfrm>
              <a:custGeom>
                <a:avLst/>
                <a:gdLst/>
                <a:ahLst/>
                <a:cxnLst/>
                <a:rect l="l" t="t" r="r" b="b"/>
                <a:pathLst>
                  <a:path w="3169" h="3168" extrusionOk="0">
                    <a:moveTo>
                      <a:pt x="1584" y="0"/>
                    </a:moveTo>
                    <a:cubicBezTo>
                      <a:pt x="710" y="0"/>
                      <a:pt x="1" y="710"/>
                      <a:pt x="1" y="1584"/>
                    </a:cubicBezTo>
                    <a:cubicBezTo>
                      <a:pt x="1" y="2459"/>
                      <a:pt x="710" y="3168"/>
                      <a:pt x="1584" y="3168"/>
                    </a:cubicBezTo>
                    <a:cubicBezTo>
                      <a:pt x="2459" y="3168"/>
                      <a:pt x="3168" y="2459"/>
                      <a:pt x="3168" y="1584"/>
                    </a:cubicBezTo>
                    <a:cubicBezTo>
                      <a:pt x="3168" y="710"/>
                      <a:pt x="2459" y="0"/>
                      <a:pt x="1584"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07" name="Google Shape;4907;p72"/>
            <p:cNvGrpSpPr/>
            <p:nvPr/>
          </p:nvGrpSpPr>
          <p:grpSpPr>
            <a:xfrm>
              <a:off x="4561586" y="2430067"/>
              <a:ext cx="342920" cy="311738"/>
              <a:chOff x="4561586" y="2430067"/>
              <a:chExt cx="342920" cy="311738"/>
            </a:xfrm>
          </p:grpSpPr>
          <p:sp>
            <p:nvSpPr>
              <p:cNvPr id="4908" name="Google Shape;4908;p72"/>
              <p:cNvSpPr/>
              <p:nvPr/>
            </p:nvSpPr>
            <p:spPr>
              <a:xfrm>
                <a:off x="4561586" y="2430067"/>
                <a:ext cx="311759" cy="311738"/>
              </a:xfrm>
              <a:custGeom>
                <a:avLst/>
                <a:gdLst/>
                <a:ahLst/>
                <a:cxnLst/>
                <a:rect l="l" t="t" r="r" b="b"/>
                <a:pathLst>
                  <a:path w="8384" h="8384" extrusionOk="0">
                    <a:moveTo>
                      <a:pt x="3189" y="0"/>
                    </a:moveTo>
                    <a:cubicBezTo>
                      <a:pt x="3093" y="1720"/>
                      <a:pt x="1721" y="3092"/>
                      <a:pt x="1" y="3190"/>
                    </a:cubicBezTo>
                    <a:lnTo>
                      <a:pt x="1" y="8383"/>
                    </a:lnTo>
                    <a:cubicBezTo>
                      <a:pt x="2206" y="8337"/>
                      <a:pt x="4309" y="7440"/>
                      <a:pt x="5868" y="5880"/>
                    </a:cubicBezTo>
                    <a:cubicBezTo>
                      <a:pt x="5577" y="5272"/>
                      <a:pt x="5618" y="4558"/>
                      <a:pt x="5979" y="3986"/>
                    </a:cubicBezTo>
                    <a:cubicBezTo>
                      <a:pt x="6337" y="3416"/>
                      <a:pt x="6965" y="3070"/>
                      <a:pt x="7639" y="3070"/>
                    </a:cubicBezTo>
                    <a:cubicBezTo>
                      <a:pt x="7675" y="3070"/>
                      <a:pt x="7710" y="3070"/>
                      <a:pt x="7743" y="3073"/>
                    </a:cubicBezTo>
                    <a:cubicBezTo>
                      <a:pt x="8145" y="2096"/>
                      <a:pt x="8362" y="1056"/>
                      <a:pt x="8384"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9" name="Google Shape;4909;p72"/>
              <p:cNvSpPr/>
              <p:nvPr/>
            </p:nvSpPr>
            <p:spPr>
              <a:xfrm>
                <a:off x="4786741" y="2558309"/>
                <a:ext cx="117765" cy="117794"/>
              </a:xfrm>
              <a:custGeom>
                <a:avLst/>
                <a:gdLst/>
                <a:ahLst/>
                <a:cxnLst/>
                <a:rect l="l" t="t" r="r" b="b"/>
                <a:pathLst>
                  <a:path w="3167" h="3168" extrusionOk="0">
                    <a:moveTo>
                      <a:pt x="1583" y="0"/>
                    </a:moveTo>
                    <a:cubicBezTo>
                      <a:pt x="708" y="0"/>
                      <a:pt x="1" y="710"/>
                      <a:pt x="1" y="1584"/>
                    </a:cubicBezTo>
                    <a:cubicBezTo>
                      <a:pt x="1" y="2459"/>
                      <a:pt x="708" y="3168"/>
                      <a:pt x="1583" y="3168"/>
                    </a:cubicBezTo>
                    <a:cubicBezTo>
                      <a:pt x="2457" y="3168"/>
                      <a:pt x="3166" y="2459"/>
                      <a:pt x="3166" y="1584"/>
                    </a:cubicBezTo>
                    <a:cubicBezTo>
                      <a:pt x="3166" y="710"/>
                      <a:pt x="2457" y="0"/>
                      <a:pt x="1583"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0" name="Google Shape;4910;p72"/>
            <p:cNvGrpSpPr/>
            <p:nvPr/>
          </p:nvGrpSpPr>
          <p:grpSpPr>
            <a:xfrm>
              <a:off x="4561586" y="2104422"/>
              <a:ext cx="342920" cy="311738"/>
              <a:chOff x="4561586" y="2104422"/>
              <a:chExt cx="342920" cy="311738"/>
            </a:xfrm>
          </p:grpSpPr>
          <p:sp>
            <p:nvSpPr>
              <p:cNvPr id="4911" name="Google Shape;4911;p72"/>
              <p:cNvSpPr/>
              <p:nvPr/>
            </p:nvSpPr>
            <p:spPr>
              <a:xfrm>
                <a:off x="4561586" y="2104422"/>
                <a:ext cx="311722" cy="311738"/>
              </a:xfrm>
              <a:custGeom>
                <a:avLst/>
                <a:gdLst/>
                <a:ahLst/>
                <a:cxnLst/>
                <a:rect l="l" t="t" r="r" b="b"/>
                <a:pathLst>
                  <a:path w="8383" h="8384" extrusionOk="0">
                    <a:moveTo>
                      <a:pt x="1" y="1"/>
                    </a:moveTo>
                    <a:lnTo>
                      <a:pt x="1" y="5194"/>
                    </a:lnTo>
                    <a:cubicBezTo>
                      <a:pt x="1721" y="5290"/>
                      <a:pt x="3093" y="6662"/>
                      <a:pt x="3189" y="8384"/>
                    </a:cubicBezTo>
                    <a:lnTo>
                      <a:pt x="8382" y="8384"/>
                    </a:lnTo>
                    <a:cubicBezTo>
                      <a:pt x="8362" y="7328"/>
                      <a:pt x="8144" y="6286"/>
                      <a:pt x="7742" y="5311"/>
                    </a:cubicBezTo>
                    <a:cubicBezTo>
                      <a:pt x="7708" y="5312"/>
                      <a:pt x="7673" y="5314"/>
                      <a:pt x="7638" y="5314"/>
                    </a:cubicBezTo>
                    <a:cubicBezTo>
                      <a:pt x="6964" y="5312"/>
                      <a:pt x="6336" y="4966"/>
                      <a:pt x="5977" y="4396"/>
                    </a:cubicBezTo>
                    <a:cubicBezTo>
                      <a:pt x="5618" y="3825"/>
                      <a:pt x="5577" y="3110"/>
                      <a:pt x="5867" y="2502"/>
                    </a:cubicBezTo>
                    <a:cubicBezTo>
                      <a:pt x="4309" y="942"/>
                      <a:pt x="2206" y="45"/>
                      <a:pt x="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2" name="Google Shape;4912;p72"/>
              <p:cNvSpPr/>
              <p:nvPr/>
            </p:nvSpPr>
            <p:spPr>
              <a:xfrm>
                <a:off x="4786741" y="2170087"/>
                <a:ext cx="117765" cy="117757"/>
              </a:xfrm>
              <a:custGeom>
                <a:avLst/>
                <a:gdLst/>
                <a:ahLst/>
                <a:cxnLst/>
                <a:rect l="l" t="t" r="r" b="b"/>
                <a:pathLst>
                  <a:path w="3167" h="3167" extrusionOk="0">
                    <a:moveTo>
                      <a:pt x="1583" y="1"/>
                    </a:moveTo>
                    <a:cubicBezTo>
                      <a:pt x="708" y="1"/>
                      <a:pt x="1" y="709"/>
                      <a:pt x="1" y="1583"/>
                    </a:cubicBezTo>
                    <a:cubicBezTo>
                      <a:pt x="1" y="2457"/>
                      <a:pt x="708" y="3167"/>
                      <a:pt x="1583" y="3167"/>
                    </a:cubicBezTo>
                    <a:cubicBezTo>
                      <a:pt x="2457" y="3167"/>
                      <a:pt x="3166" y="2457"/>
                      <a:pt x="3166" y="1583"/>
                    </a:cubicBezTo>
                    <a:cubicBezTo>
                      <a:pt x="3166" y="709"/>
                      <a:pt x="2457" y="1"/>
                      <a:pt x="158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3" name="Google Shape;4913;p72"/>
            <p:cNvGrpSpPr/>
            <p:nvPr/>
          </p:nvGrpSpPr>
          <p:grpSpPr>
            <a:xfrm>
              <a:off x="4204684" y="2104422"/>
              <a:ext cx="342957" cy="311664"/>
              <a:chOff x="4204684" y="2104422"/>
              <a:chExt cx="342957" cy="311664"/>
            </a:xfrm>
          </p:grpSpPr>
          <p:sp>
            <p:nvSpPr>
              <p:cNvPr id="4914" name="Google Shape;4914;p72"/>
              <p:cNvSpPr/>
              <p:nvPr/>
            </p:nvSpPr>
            <p:spPr>
              <a:xfrm>
                <a:off x="4235882" y="2104422"/>
                <a:ext cx="311759" cy="311664"/>
              </a:xfrm>
              <a:custGeom>
                <a:avLst/>
                <a:gdLst/>
                <a:ahLst/>
                <a:cxnLst/>
                <a:rect l="l" t="t" r="r" b="b"/>
                <a:pathLst>
                  <a:path w="8384" h="8382" extrusionOk="0">
                    <a:moveTo>
                      <a:pt x="8384" y="1"/>
                    </a:moveTo>
                    <a:cubicBezTo>
                      <a:pt x="6179" y="45"/>
                      <a:pt x="4076" y="942"/>
                      <a:pt x="2516" y="2502"/>
                    </a:cubicBezTo>
                    <a:cubicBezTo>
                      <a:pt x="2808" y="3110"/>
                      <a:pt x="2766" y="3825"/>
                      <a:pt x="2406" y="4396"/>
                    </a:cubicBezTo>
                    <a:cubicBezTo>
                      <a:pt x="2047" y="4966"/>
                      <a:pt x="1419" y="5312"/>
                      <a:pt x="745" y="5312"/>
                    </a:cubicBezTo>
                    <a:cubicBezTo>
                      <a:pt x="710" y="5312"/>
                      <a:pt x="675" y="5312"/>
                      <a:pt x="641" y="5311"/>
                    </a:cubicBezTo>
                    <a:cubicBezTo>
                      <a:pt x="239" y="6286"/>
                      <a:pt x="23" y="7327"/>
                      <a:pt x="1" y="8382"/>
                    </a:cubicBezTo>
                    <a:lnTo>
                      <a:pt x="5194" y="8382"/>
                    </a:lnTo>
                    <a:cubicBezTo>
                      <a:pt x="5290" y="6662"/>
                      <a:pt x="6664" y="5290"/>
                      <a:pt x="8384" y="5194"/>
                    </a:cubicBezTo>
                    <a:lnTo>
                      <a:pt x="8384"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5" name="Google Shape;4915;p72"/>
              <p:cNvSpPr/>
              <p:nvPr/>
            </p:nvSpPr>
            <p:spPr>
              <a:xfrm>
                <a:off x="4204684" y="2170087"/>
                <a:ext cx="117839" cy="117757"/>
              </a:xfrm>
              <a:custGeom>
                <a:avLst/>
                <a:gdLst/>
                <a:ahLst/>
                <a:cxnLst/>
                <a:rect l="l" t="t" r="r" b="b"/>
                <a:pathLst>
                  <a:path w="3169" h="3167" extrusionOk="0">
                    <a:moveTo>
                      <a:pt x="1584" y="1"/>
                    </a:moveTo>
                    <a:cubicBezTo>
                      <a:pt x="710" y="1"/>
                      <a:pt x="1" y="709"/>
                      <a:pt x="1" y="1583"/>
                    </a:cubicBezTo>
                    <a:cubicBezTo>
                      <a:pt x="1" y="2457"/>
                      <a:pt x="710" y="3167"/>
                      <a:pt x="1584" y="3167"/>
                    </a:cubicBezTo>
                    <a:cubicBezTo>
                      <a:pt x="2459" y="3167"/>
                      <a:pt x="3168" y="2457"/>
                      <a:pt x="3168" y="1583"/>
                    </a:cubicBezTo>
                    <a:cubicBezTo>
                      <a:pt x="3168" y="709"/>
                      <a:pt x="2459" y="1"/>
                      <a:pt x="158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916" name="Google Shape;4916;p72"/>
          <p:cNvGrpSpPr/>
          <p:nvPr/>
        </p:nvGrpSpPr>
        <p:grpSpPr>
          <a:xfrm>
            <a:off x="5521547" y="971301"/>
            <a:ext cx="660591" cy="688867"/>
            <a:chOff x="5830645" y="1267368"/>
            <a:chExt cx="530340" cy="553040"/>
          </a:xfrm>
        </p:grpSpPr>
        <p:sp>
          <p:nvSpPr>
            <p:cNvPr id="4917" name="Google Shape;4917;p72"/>
            <p:cNvSpPr/>
            <p:nvPr/>
          </p:nvSpPr>
          <p:spPr>
            <a:xfrm>
              <a:off x="5994669" y="1442730"/>
              <a:ext cx="202317" cy="202342"/>
            </a:xfrm>
            <a:custGeom>
              <a:avLst/>
              <a:gdLst/>
              <a:ahLst/>
              <a:cxnLst/>
              <a:rect l="l" t="t" r="r" b="b"/>
              <a:pathLst>
                <a:path w="7941" h="7942" extrusionOk="0">
                  <a:moveTo>
                    <a:pt x="3971" y="319"/>
                  </a:moveTo>
                  <a:cubicBezTo>
                    <a:pt x="5984" y="319"/>
                    <a:pt x="7623" y="1957"/>
                    <a:pt x="7623" y="3971"/>
                  </a:cubicBezTo>
                  <a:cubicBezTo>
                    <a:pt x="7623" y="5984"/>
                    <a:pt x="5985" y="7624"/>
                    <a:pt x="3971" y="7624"/>
                  </a:cubicBezTo>
                  <a:cubicBezTo>
                    <a:pt x="1956" y="7624"/>
                    <a:pt x="318" y="5984"/>
                    <a:pt x="318" y="3971"/>
                  </a:cubicBezTo>
                  <a:cubicBezTo>
                    <a:pt x="318" y="1957"/>
                    <a:pt x="1956" y="319"/>
                    <a:pt x="3971" y="319"/>
                  </a:cubicBezTo>
                  <a:close/>
                  <a:moveTo>
                    <a:pt x="3971" y="0"/>
                  </a:moveTo>
                  <a:cubicBezTo>
                    <a:pt x="1782" y="0"/>
                    <a:pt x="1" y="1782"/>
                    <a:pt x="1" y="3971"/>
                  </a:cubicBezTo>
                  <a:cubicBezTo>
                    <a:pt x="1" y="6159"/>
                    <a:pt x="1782" y="7941"/>
                    <a:pt x="3971" y="7941"/>
                  </a:cubicBezTo>
                  <a:cubicBezTo>
                    <a:pt x="6160" y="7941"/>
                    <a:pt x="7940" y="6159"/>
                    <a:pt x="7940" y="3971"/>
                  </a:cubicBezTo>
                  <a:cubicBezTo>
                    <a:pt x="7940" y="1782"/>
                    <a:pt x="6160" y="0"/>
                    <a:pt x="3971"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18" name="Google Shape;4918;p72"/>
            <p:cNvGrpSpPr/>
            <p:nvPr/>
          </p:nvGrpSpPr>
          <p:grpSpPr>
            <a:xfrm>
              <a:off x="5830645" y="1267368"/>
              <a:ext cx="259743" cy="269909"/>
              <a:chOff x="5830645" y="1267368"/>
              <a:chExt cx="259743" cy="269909"/>
            </a:xfrm>
          </p:grpSpPr>
          <p:sp>
            <p:nvSpPr>
              <p:cNvPr id="4919" name="Google Shape;4919;p72"/>
              <p:cNvSpPr/>
              <p:nvPr/>
            </p:nvSpPr>
            <p:spPr>
              <a:xfrm>
                <a:off x="5830645" y="1304897"/>
                <a:ext cx="259743" cy="232380"/>
              </a:xfrm>
              <a:custGeom>
                <a:avLst/>
                <a:gdLst/>
                <a:ahLst/>
                <a:cxnLst/>
                <a:rect l="l" t="t" r="r" b="b"/>
                <a:pathLst>
                  <a:path w="10195" h="9121" extrusionOk="0">
                    <a:moveTo>
                      <a:pt x="7470" y="1"/>
                    </a:moveTo>
                    <a:cubicBezTo>
                      <a:pt x="7469" y="1"/>
                      <a:pt x="7468" y="1"/>
                      <a:pt x="7467" y="1"/>
                    </a:cubicBezTo>
                    <a:lnTo>
                      <a:pt x="7044" y="1"/>
                    </a:lnTo>
                    <a:cubicBezTo>
                      <a:pt x="7044" y="1075"/>
                      <a:pt x="6172" y="1946"/>
                      <a:pt x="5097" y="1946"/>
                    </a:cubicBezTo>
                    <a:cubicBezTo>
                      <a:pt x="4021" y="1946"/>
                      <a:pt x="3150" y="1075"/>
                      <a:pt x="3150" y="1"/>
                    </a:cubicBezTo>
                    <a:lnTo>
                      <a:pt x="0" y="1"/>
                    </a:lnTo>
                    <a:lnTo>
                      <a:pt x="0" y="6393"/>
                    </a:lnTo>
                    <a:cubicBezTo>
                      <a:pt x="0" y="7900"/>
                      <a:pt x="1220" y="9120"/>
                      <a:pt x="2727" y="9120"/>
                    </a:cubicBezTo>
                    <a:lnTo>
                      <a:pt x="6018" y="9120"/>
                    </a:lnTo>
                    <a:cubicBezTo>
                      <a:pt x="6148" y="6883"/>
                      <a:pt x="7951" y="5095"/>
                      <a:pt x="10194" y="4987"/>
                    </a:cubicBezTo>
                    <a:lnTo>
                      <a:pt x="10194" y="2726"/>
                    </a:lnTo>
                    <a:cubicBezTo>
                      <a:pt x="10194" y="1222"/>
                      <a:pt x="8974" y="1"/>
                      <a:pt x="7470"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0" name="Google Shape;4920;p72"/>
              <p:cNvSpPr/>
              <p:nvPr/>
            </p:nvSpPr>
            <p:spPr>
              <a:xfrm>
                <a:off x="5922950" y="1267368"/>
                <a:ext cx="75057" cy="75057"/>
              </a:xfrm>
              <a:custGeom>
                <a:avLst/>
                <a:gdLst/>
                <a:ahLst/>
                <a:cxnLst/>
                <a:rect l="l" t="t" r="r" b="b"/>
                <a:pathLst>
                  <a:path w="2946" h="2946" extrusionOk="0">
                    <a:moveTo>
                      <a:pt x="1474" y="1"/>
                    </a:moveTo>
                    <a:cubicBezTo>
                      <a:pt x="661" y="1"/>
                      <a:pt x="1" y="660"/>
                      <a:pt x="1" y="1472"/>
                    </a:cubicBezTo>
                    <a:cubicBezTo>
                      <a:pt x="1" y="2286"/>
                      <a:pt x="661" y="2945"/>
                      <a:pt x="1474" y="2945"/>
                    </a:cubicBezTo>
                    <a:cubicBezTo>
                      <a:pt x="2288" y="2945"/>
                      <a:pt x="2946" y="2286"/>
                      <a:pt x="2946" y="1472"/>
                    </a:cubicBezTo>
                    <a:cubicBezTo>
                      <a:pt x="2946" y="660"/>
                      <a:pt x="2288" y="1"/>
                      <a:pt x="1474"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21" name="Google Shape;4921;p72"/>
            <p:cNvGrpSpPr/>
            <p:nvPr/>
          </p:nvGrpSpPr>
          <p:grpSpPr>
            <a:xfrm>
              <a:off x="6101293" y="1267368"/>
              <a:ext cx="259692" cy="269909"/>
              <a:chOff x="6101293" y="1267368"/>
              <a:chExt cx="259692" cy="269909"/>
            </a:xfrm>
          </p:grpSpPr>
          <p:sp>
            <p:nvSpPr>
              <p:cNvPr id="4922" name="Google Shape;4922;p72"/>
              <p:cNvSpPr/>
              <p:nvPr/>
            </p:nvSpPr>
            <p:spPr>
              <a:xfrm>
                <a:off x="6101293" y="1304897"/>
                <a:ext cx="259692" cy="232380"/>
              </a:xfrm>
              <a:custGeom>
                <a:avLst/>
                <a:gdLst/>
                <a:ahLst/>
                <a:cxnLst/>
                <a:rect l="l" t="t" r="r" b="b"/>
                <a:pathLst>
                  <a:path w="10193" h="9121" extrusionOk="0">
                    <a:moveTo>
                      <a:pt x="2726" y="1"/>
                    </a:moveTo>
                    <a:cubicBezTo>
                      <a:pt x="1220" y="1"/>
                      <a:pt x="0" y="1221"/>
                      <a:pt x="0" y="2726"/>
                    </a:cubicBezTo>
                    <a:lnTo>
                      <a:pt x="0" y="4987"/>
                    </a:lnTo>
                    <a:cubicBezTo>
                      <a:pt x="2244" y="5095"/>
                      <a:pt x="4045" y="6883"/>
                      <a:pt x="4177" y="9120"/>
                    </a:cubicBezTo>
                    <a:lnTo>
                      <a:pt x="7467" y="9120"/>
                    </a:lnTo>
                    <a:cubicBezTo>
                      <a:pt x="8973" y="9120"/>
                      <a:pt x="10193" y="7900"/>
                      <a:pt x="10193" y="6393"/>
                    </a:cubicBezTo>
                    <a:lnTo>
                      <a:pt x="10193" y="1"/>
                    </a:lnTo>
                    <a:lnTo>
                      <a:pt x="7043" y="1"/>
                    </a:lnTo>
                    <a:cubicBezTo>
                      <a:pt x="7043" y="1075"/>
                      <a:pt x="6172" y="1946"/>
                      <a:pt x="5097" y="1946"/>
                    </a:cubicBezTo>
                    <a:cubicBezTo>
                      <a:pt x="4021" y="1946"/>
                      <a:pt x="3150" y="1075"/>
                      <a:pt x="3150"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3" name="Google Shape;4923;p72"/>
              <p:cNvSpPr/>
              <p:nvPr/>
            </p:nvSpPr>
            <p:spPr>
              <a:xfrm>
                <a:off x="6193623" y="1267368"/>
                <a:ext cx="75031" cy="75057"/>
              </a:xfrm>
              <a:custGeom>
                <a:avLst/>
                <a:gdLst/>
                <a:ahLst/>
                <a:cxnLst/>
                <a:rect l="l" t="t" r="r" b="b"/>
                <a:pathLst>
                  <a:path w="2945" h="2946" extrusionOk="0">
                    <a:moveTo>
                      <a:pt x="1473" y="1"/>
                    </a:moveTo>
                    <a:cubicBezTo>
                      <a:pt x="660" y="1"/>
                      <a:pt x="0" y="660"/>
                      <a:pt x="0" y="1472"/>
                    </a:cubicBezTo>
                    <a:cubicBezTo>
                      <a:pt x="0" y="2286"/>
                      <a:pt x="660" y="2945"/>
                      <a:pt x="1473" y="2945"/>
                    </a:cubicBezTo>
                    <a:cubicBezTo>
                      <a:pt x="2285" y="2945"/>
                      <a:pt x="2945" y="2286"/>
                      <a:pt x="2945" y="1472"/>
                    </a:cubicBezTo>
                    <a:cubicBezTo>
                      <a:pt x="2945" y="660"/>
                      <a:pt x="2285" y="1"/>
                      <a:pt x="1473"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24" name="Google Shape;4924;p72"/>
            <p:cNvGrpSpPr/>
            <p:nvPr/>
          </p:nvGrpSpPr>
          <p:grpSpPr>
            <a:xfrm>
              <a:off x="5830645" y="1550500"/>
              <a:ext cx="259692" cy="269909"/>
              <a:chOff x="5830645" y="1550500"/>
              <a:chExt cx="259692" cy="269909"/>
            </a:xfrm>
          </p:grpSpPr>
          <p:sp>
            <p:nvSpPr>
              <p:cNvPr id="4925" name="Google Shape;4925;p72"/>
              <p:cNvSpPr/>
              <p:nvPr/>
            </p:nvSpPr>
            <p:spPr>
              <a:xfrm>
                <a:off x="5830645" y="1550500"/>
                <a:ext cx="259692" cy="232406"/>
              </a:xfrm>
              <a:custGeom>
                <a:avLst/>
                <a:gdLst/>
                <a:ahLst/>
                <a:cxnLst/>
                <a:rect l="l" t="t" r="r" b="b"/>
                <a:pathLst>
                  <a:path w="10193" h="9122" extrusionOk="0">
                    <a:moveTo>
                      <a:pt x="2727" y="1"/>
                    </a:moveTo>
                    <a:cubicBezTo>
                      <a:pt x="1220" y="1"/>
                      <a:pt x="0" y="1223"/>
                      <a:pt x="0" y="2728"/>
                    </a:cubicBezTo>
                    <a:lnTo>
                      <a:pt x="0" y="9122"/>
                    </a:lnTo>
                    <a:lnTo>
                      <a:pt x="3150" y="9122"/>
                    </a:lnTo>
                    <a:cubicBezTo>
                      <a:pt x="3150" y="8046"/>
                      <a:pt x="4021" y="7175"/>
                      <a:pt x="5097" y="7175"/>
                    </a:cubicBezTo>
                    <a:cubicBezTo>
                      <a:pt x="6172" y="7175"/>
                      <a:pt x="7044" y="8046"/>
                      <a:pt x="7044" y="9122"/>
                    </a:cubicBezTo>
                    <a:lnTo>
                      <a:pt x="7467" y="9122"/>
                    </a:lnTo>
                    <a:cubicBezTo>
                      <a:pt x="8972" y="9122"/>
                      <a:pt x="10192" y="7900"/>
                      <a:pt x="10192" y="6395"/>
                    </a:cubicBezTo>
                    <a:lnTo>
                      <a:pt x="10192" y="4135"/>
                    </a:lnTo>
                    <a:cubicBezTo>
                      <a:pt x="7951" y="4028"/>
                      <a:pt x="6148" y="2239"/>
                      <a:pt x="6018"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6" name="Google Shape;4926;p72"/>
              <p:cNvSpPr/>
              <p:nvPr/>
            </p:nvSpPr>
            <p:spPr>
              <a:xfrm>
                <a:off x="5922950" y="1745352"/>
                <a:ext cx="75057" cy="75057"/>
              </a:xfrm>
              <a:custGeom>
                <a:avLst/>
                <a:gdLst/>
                <a:ahLst/>
                <a:cxnLst/>
                <a:rect l="l" t="t" r="r" b="b"/>
                <a:pathLst>
                  <a:path w="2946" h="2946" extrusionOk="0">
                    <a:moveTo>
                      <a:pt x="1474" y="1"/>
                    </a:moveTo>
                    <a:cubicBezTo>
                      <a:pt x="661" y="1"/>
                      <a:pt x="1" y="660"/>
                      <a:pt x="1" y="1474"/>
                    </a:cubicBezTo>
                    <a:cubicBezTo>
                      <a:pt x="1" y="2287"/>
                      <a:pt x="661" y="2946"/>
                      <a:pt x="1474" y="2946"/>
                    </a:cubicBezTo>
                    <a:cubicBezTo>
                      <a:pt x="2288" y="2946"/>
                      <a:pt x="2946" y="2287"/>
                      <a:pt x="2946" y="1474"/>
                    </a:cubicBezTo>
                    <a:cubicBezTo>
                      <a:pt x="2946" y="660"/>
                      <a:pt x="2288" y="1"/>
                      <a:pt x="1474"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27" name="Google Shape;4927;p72"/>
            <p:cNvGrpSpPr/>
            <p:nvPr/>
          </p:nvGrpSpPr>
          <p:grpSpPr>
            <a:xfrm>
              <a:off x="6101293" y="1550500"/>
              <a:ext cx="259692" cy="269909"/>
              <a:chOff x="6101293" y="1550500"/>
              <a:chExt cx="259692" cy="269909"/>
            </a:xfrm>
          </p:grpSpPr>
          <p:sp>
            <p:nvSpPr>
              <p:cNvPr id="4928" name="Google Shape;4928;p72"/>
              <p:cNvSpPr/>
              <p:nvPr/>
            </p:nvSpPr>
            <p:spPr>
              <a:xfrm>
                <a:off x="6101293" y="1550500"/>
                <a:ext cx="259692" cy="232406"/>
              </a:xfrm>
              <a:custGeom>
                <a:avLst/>
                <a:gdLst/>
                <a:ahLst/>
                <a:cxnLst/>
                <a:rect l="l" t="t" r="r" b="b"/>
                <a:pathLst>
                  <a:path w="10193" h="9122" extrusionOk="0">
                    <a:moveTo>
                      <a:pt x="4177" y="1"/>
                    </a:moveTo>
                    <a:cubicBezTo>
                      <a:pt x="4045" y="2239"/>
                      <a:pt x="2244" y="4027"/>
                      <a:pt x="0" y="4135"/>
                    </a:cubicBezTo>
                    <a:lnTo>
                      <a:pt x="0" y="6395"/>
                    </a:lnTo>
                    <a:cubicBezTo>
                      <a:pt x="0" y="7902"/>
                      <a:pt x="1220" y="9122"/>
                      <a:pt x="2726" y="9122"/>
                    </a:cubicBezTo>
                    <a:lnTo>
                      <a:pt x="3148" y="9122"/>
                    </a:lnTo>
                    <a:cubicBezTo>
                      <a:pt x="3148" y="8046"/>
                      <a:pt x="4020" y="7175"/>
                      <a:pt x="5096" y="7175"/>
                    </a:cubicBezTo>
                    <a:cubicBezTo>
                      <a:pt x="6170" y="7175"/>
                      <a:pt x="7043" y="8046"/>
                      <a:pt x="7043" y="9122"/>
                    </a:cubicBezTo>
                    <a:lnTo>
                      <a:pt x="10193" y="9122"/>
                    </a:lnTo>
                    <a:lnTo>
                      <a:pt x="10193" y="2728"/>
                    </a:lnTo>
                    <a:cubicBezTo>
                      <a:pt x="10193" y="1223"/>
                      <a:pt x="8973" y="2"/>
                      <a:pt x="7467"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9" name="Google Shape;4929;p72"/>
              <p:cNvSpPr/>
              <p:nvPr/>
            </p:nvSpPr>
            <p:spPr>
              <a:xfrm>
                <a:off x="6193623" y="1745352"/>
                <a:ext cx="75031" cy="75057"/>
              </a:xfrm>
              <a:custGeom>
                <a:avLst/>
                <a:gdLst/>
                <a:ahLst/>
                <a:cxnLst/>
                <a:rect l="l" t="t" r="r" b="b"/>
                <a:pathLst>
                  <a:path w="2945" h="2946" extrusionOk="0">
                    <a:moveTo>
                      <a:pt x="1473" y="1"/>
                    </a:moveTo>
                    <a:cubicBezTo>
                      <a:pt x="660" y="1"/>
                      <a:pt x="0" y="660"/>
                      <a:pt x="0" y="1474"/>
                    </a:cubicBezTo>
                    <a:cubicBezTo>
                      <a:pt x="0" y="2287"/>
                      <a:pt x="660" y="2946"/>
                      <a:pt x="1473" y="2946"/>
                    </a:cubicBezTo>
                    <a:cubicBezTo>
                      <a:pt x="2285" y="2946"/>
                      <a:pt x="2945" y="2287"/>
                      <a:pt x="2945" y="1474"/>
                    </a:cubicBezTo>
                    <a:cubicBezTo>
                      <a:pt x="2945" y="660"/>
                      <a:pt x="2285" y="1"/>
                      <a:pt x="1473" y="1"/>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930" name="Google Shape;4930;p72"/>
          <p:cNvGrpSpPr/>
          <p:nvPr/>
        </p:nvGrpSpPr>
        <p:grpSpPr>
          <a:xfrm>
            <a:off x="723700" y="1861760"/>
            <a:ext cx="697154" cy="679574"/>
            <a:chOff x="2679875" y="2361475"/>
            <a:chExt cx="780425" cy="760575"/>
          </a:xfrm>
        </p:grpSpPr>
        <p:sp>
          <p:nvSpPr>
            <p:cNvPr id="4931" name="Google Shape;4931;p72"/>
            <p:cNvSpPr/>
            <p:nvPr/>
          </p:nvSpPr>
          <p:spPr>
            <a:xfrm>
              <a:off x="2812050" y="2361475"/>
              <a:ext cx="516050" cy="266400"/>
            </a:xfrm>
            <a:custGeom>
              <a:avLst/>
              <a:gdLst/>
              <a:ahLst/>
              <a:cxnLst/>
              <a:rect l="l" t="t" r="r" b="b"/>
              <a:pathLst>
                <a:path w="20642" h="10656" extrusionOk="0">
                  <a:moveTo>
                    <a:pt x="10321" y="0"/>
                  </a:moveTo>
                  <a:cubicBezTo>
                    <a:pt x="4630" y="0"/>
                    <a:pt x="1" y="4630"/>
                    <a:pt x="1" y="10321"/>
                  </a:cubicBezTo>
                  <a:cubicBezTo>
                    <a:pt x="1" y="10385"/>
                    <a:pt x="2" y="10450"/>
                    <a:pt x="4" y="10514"/>
                  </a:cubicBezTo>
                  <a:cubicBezTo>
                    <a:pt x="1580" y="9686"/>
                    <a:pt x="3307" y="9273"/>
                    <a:pt x="5033" y="9273"/>
                  </a:cubicBezTo>
                  <a:cubicBezTo>
                    <a:pt x="6858" y="9273"/>
                    <a:pt x="8681" y="9735"/>
                    <a:pt x="10321" y="10655"/>
                  </a:cubicBezTo>
                  <a:cubicBezTo>
                    <a:pt x="11962" y="9735"/>
                    <a:pt x="13786" y="9273"/>
                    <a:pt x="15610" y="9273"/>
                  </a:cubicBezTo>
                  <a:cubicBezTo>
                    <a:pt x="17337" y="9273"/>
                    <a:pt x="19065" y="9686"/>
                    <a:pt x="20640" y="10514"/>
                  </a:cubicBezTo>
                  <a:cubicBezTo>
                    <a:pt x="20640" y="10450"/>
                    <a:pt x="20642" y="10385"/>
                    <a:pt x="20642" y="10321"/>
                  </a:cubicBezTo>
                  <a:cubicBezTo>
                    <a:pt x="20642" y="4630"/>
                    <a:pt x="16012" y="0"/>
                    <a:pt x="1032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2" name="Google Shape;4932;p72"/>
            <p:cNvSpPr/>
            <p:nvPr/>
          </p:nvSpPr>
          <p:spPr>
            <a:xfrm>
              <a:off x="3082750" y="2645625"/>
              <a:ext cx="377550" cy="476425"/>
            </a:xfrm>
            <a:custGeom>
              <a:avLst/>
              <a:gdLst/>
              <a:ahLst/>
              <a:cxnLst/>
              <a:rect l="l" t="t" r="r" b="b"/>
              <a:pathLst>
                <a:path w="15102" h="19057" extrusionOk="0">
                  <a:moveTo>
                    <a:pt x="10272" y="0"/>
                  </a:moveTo>
                  <a:cubicBezTo>
                    <a:pt x="9934" y="3512"/>
                    <a:pt x="7912" y="6539"/>
                    <a:pt x="5024" y="8262"/>
                  </a:cubicBezTo>
                  <a:cubicBezTo>
                    <a:pt x="5031" y="8418"/>
                    <a:pt x="5036" y="8577"/>
                    <a:pt x="5036" y="8736"/>
                  </a:cubicBezTo>
                  <a:cubicBezTo>
                    <a:pt x="5036" y="12577"/>
                    <a:pt x="3024" y="15957"/>
                    <a:pt x="1" y="17879"/>
                  </a:cubicBezTo>
                  <a:cubicBezTo>
                    <a:pt x="1471" y="18653"/>
                    <a:pt x="3109" y="19056"/>
                    <a:pt x="4771" y="19056"/>
                  </a:cubicBezTo>
                  <a:cubicBezTo>
                    <a:pt x="4774" y="19056"/>
                    <a:pt x="4778" y="19056"/>
                    <a:pt x="4781" y="19056"/>
                  </a:cubicBezTo>
                  <a:cubicBezTo>
                    <a:pt x="10472" y="19056"/>
                    <a:pt x="15102" y="14427"/>
                    <a:pt x="15102" y="8736"/>
                  </a:cubicBezTo>
                  <a:cubicBezTo>
                    <a:pt x="15102" y="5062"/>
                    <a:pt x="13170" y="1831"/>
                    <a:pt x="10272"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3" name="Google Shape;4933;p72"/>
            <p:cNvSpPr/>
            <p:nvPr/>
          </p:nvSpPr>
          <p:spPr>
            <a:xfrm>
              <a:off x="3082750" y="2605975"/>
              <a:ext cx="244675" cy="231900"/>
            </a:xfrm>
            <a:custGeom>
              <a:avLst/>
              <a:gdLst/>
              <a:ahLst/>
              <a:cxnLst/>
              <a:rect l="l" t="t" r="r" b="b"/>
              <a:pathLst>
                <a:path w="9787" h="9276" extrusionOk="0">
                  <a:moveTo>
                    <a:pt x="4781" y="1"/>
                  </a:moveTo>
                  <a:cubicBezTo>
                    <a:pt x="3141" y="1"/>
                    <a:pt x="1499" y="393"/>
                    <a:pt x="1" y="1178"/>
                  </a:cubicBezTo>
                  <a:cubicBezTo>
                    <a:pt x="2747" y="2923"/>
                    <a:pt x="4656" y="5871"/>
                    <a:pt x="4984" y="9276"/>
                  </a:cubicBezTo>
                  <a:cubicBezTo>
                    <a:pt x="7683" y="7574"/>
                    <a:pt x="9542" y="4656"/>
                    <a:pt x="9787" y="1300"/>
                  </a:cubicBezTo>
                  <a:cubicBezTo>
                    <a:pt x="8232" y="434"/>
                    <a:pt x="6507" y="1"/>
                    <a:pt x="478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4" name="Google Shape;4934;p72"/>
            <p:cNvSpPr/>
            <p:nvPr/>
          </p:nvSpPr>
          <p:spPr>
            <a:xfrm>
              <a:off x="2679875" y="2645625"/>
              <a:ext cx="377575" cy="476425"/>
            </a:xfrm>
            <a:custGeom>
              <a:avLst/>
              <a:gdLst/>
              <a:ahLst/>
              <a:cxnLst/>
              <a:rect l="l" t="t" r="r" b="b"/>
              <a:pathLst>
                <a:path w="15103" h="19057" extrusionOk="0">
                  <a:moveTo>
                    <a:pt x="4831" y="0"/>
                  </a:moveTo>
                  <a:cubicBezTo>
                    <a:pt x="1931" y="1831"/>
                    <a:pt x="0" y="5062"/>
                    <a:pt x="0" y="8736"/>
                  </a:cubicBezTo>
                  <a:cubicBezTo>
                    <a:pt x="0" y="14427"/>
                    <a:pt x="4631" y="19056"/>
                    <a:pt x="10321" y="19056"/>
                  </a:cubicBezTo>
                  <a:cubicBezTo>
                    <a:pt x="10324" y="19056"/>
                    <a:pt x="10327" y="19056"/>
                    <a:pt x="10331" y="19056"/>
                  </a:cubicBezTo>
                  <a:cubicBezTo>
                    <a:pt x="11993" y="19056"/>
                    <a:pt x="13630" y="18653"/>
                    <a:pt x="15102" y="17879"/>
                  </a:cubicBezTo>
                  <a:cubicBezTo>
                    <a:pt x="12077" y="15957"/>
                    <a:pt x="10068" y="12577"/>
                    <a:pt x="10068" y="8736"/>
                  </a:cubicBezTo>
                  <a:cubicBezTo>
                    <a:pt x="10068" y="8577"/>
                    <a:pt x="10071" y="8418"/>
                    <a:pt x="10079" y="8262"/>
                  </a:cubicBezTo>
                  <a:cubicBezTo>
                    <a:pt x="7192" y="6540"/>
                    <a:pt x="5169" y="3512"/>
                    <a:pt x="483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5" name="Google Shape;4935;p72"/>
            <p:cNvSpPr/>
            <p:nvPr/>
          </p:nvSpPr>
          <p:spPr>
            <a:xfrm>
              <a:off x="2812775" y="2605975"/>
              <a:ext cx="244675" cy="231900"/>
            </a:xfrm>
            <a:custGeom>
              <a:avLst/>
              <a:gdLst/>
              <a:ahLst/>
              <a:cxnLst/>
              <a:rect l="l" t="t" r="r" b="b"/>
              <a:pathLst>
                <a:path w="9787" h="9276" extrusionOk="0">
                  <a:moveTo>
                    <a:pt x="5005" y="1"/>
                  </a:moveTo>
                  <a:cubicBezTo>
                    <a:pt x="3280" y="1"/>
                    <a:pt x="1555" y="434"/>
                    <a:pt x="1" y="1300"/>
                  </a:cubicBezTo>
                  <a:cubicBezTo>
                    <a:pt x="246" y="4658"/>
                    <a:pt x="2103" y="7574"/>
                    <a:pt x="4801" y="9276"/>
                  </a:cubicBezTo>
                  <a:cubicBezTo>
                    <a:pt x="5130" y="5871"/>
                    <a:pt x="7040" y="2923"/>
                    <a:pt x="9786" y="1178"/>
                  </a:cubicBezTo>
                  <a:cubicBezTo>
                    <a:pt x="8288" y="393"/>
                    <a:pt x="6646" y="1"/>
                    <a:pt x="5005"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6" name="Google Shape;4936;p72"/>
            <p:cNvSpPr/>
            <p:nvPr/>
          </p:nvSpPr>
          <p:spPr>
            <a:xfrm>
              <a:off x="2944250" y="2859150"/>
              <a:ext cx="251675" cy="226375"/>
            </a:xfrm>
            <a:custGeom>
              <a:avLst/>
              <a:gdLst/>
              <a:ahLst/>
              <a:cxnLst/>
              <a:rect l="l" t="t" r="r" b="b"/>
              <a:pathLst>
                <a:path w="10067" h="9055" extrusionOk="0">
                  <a:moveTo>
                    <a:pt x="4" y="1"/>
                  </a:moveTo>
                  <a:cubicBezTo>
                    <a:pt x="2" y="65"/>
                    <a:pt x="0" y="130"/>
                    <a:pt x="0" y="195"/>
                  </a:cubicBezTo>
                  <a:cubicBezTo>
                    <a:pt x="0" y="3954"/>
                    <a:pt x="2023" y="7250"/>
                    <a:pt x="5033" y="9055"/>
                  </a:cubicBezTo>
                  <a:cubicBezTo>
                    <a:pt x="8045" y="7250"/>
                    <a:pt x="10066" y="3954"/>
                    <a:pt x="10066" y="195"/>
                  </a:cubicBezTo>
                  <a:cubicBezTo>
                    <a:pt x="10066" y="130"/>
                    <a:pt x="10066" y="65"/>
                    <a:pt x="10065" y="1"/>
                  </a:cubicBezTo>
                  <a:cubicBezTo>
                    <a:pt x="8490" y="829"/>
                    <a:pt x="6762" y="1243"/>
                    <a:pt x="5034" y="1243"/>
                  </a:cubicBezTo>
                  <a:cubicBezTo>
                    <a:pt x="3306" y="1243"/>
                    <a:pt x="1578" y="829"/>
                    <a:pt x="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37" name="Google Shape;4937;p72"/>
          <p:cNvGrpSpPr/>
          <p:nvPr/>
        </p:nvGrpSpPr>
        <p:grpSpPr>
          <a:xfrm>
            <a:off x="3122859" y="971352"/>
            <a:ext cx="735829" cy="684547"/>
            <a:chOff x="3351965" y="1148808"/>
            <a:chExt cx="750770" cy="698375"/>
          </a:xfrm>
        </p:grpSpPr>
        <p:grpSp>
          <p:nvGrpSpPr>
            <p:cNvPr id="4938" name="Google Shape;4938;p72"/>
            <p:cNvGrpSpPr/>
            <p:nvPr/>
          </p:nvGrpSpPr>
          <p:grpSpPr>
            <a:xfrm>
              <a:off x="3586796" y="1148808"/>
              <a:ext cx="294857" cy="286830"/>
              <a:chOff x="3750225" y="1774000"/>
              <a:chExt cx="149575" cy="145525"/>
            </a:xfrm>
          </p:grpSpPr>
          <p:sp>
            <p:nvSpPr>
              <p:cNvPr id="4939" name="Google Shape;4939;p72"/>
              <p:cNvSpPr/>
              <p:nvPr/>
            </p:nvSpPr>
            <p:spPr>
              <a:xfrm>
                <a:off x="3750225" y="1774000"/>
                <a:ext cx="149575" cy="145525"/>
              </a:xfrm>
              <a:custGeom>
                <a:avLst/>
                <a:gdLst/>
                <a:ahLst/>
                <a:cxnLst/>
                <a:rect l="l" t="t" r="r" b="b"/>
                <a:pathLst>
                  <a:path w="5983" h="5821" extrusionOk="0">
                    <a:moveTo>
                      <a:pt x="2652" y="1"/>
                    </a:moveTo>
                    <a:cubicBezTo>
                      <a:pt x="1473" y="1"/>
                      <a:pt x="333" y="843"/>
                      <a:pt x="176" y="2200"/>
                    </a:cubicBezTo>
                    <a:cubicBezTo>
                      <a:pt x="1" y="3763"/>
                      <a:pt x="1259" y="4955"/>
                      <a:pt x="2643" y="4955"/>
                    </a:cubicBezTo>
                    <a:cubicBezTo>
                      <a:pt x="3079" y="4955"/>
                      <a:pt x="3528" y="4836"/>
                      <a:pt x="3948" y="4573"/>
                    </a:cubicBezTo>
                    <a:lnTo>
                      <a:pt x="5203" y="5821"/>
                    </a:lnTo>
                    <a:lnTo>
                      <a:pt x="5982" y="5035"/>
                    </a:lnTo>
                    <a:lnTo>
                      <a:pt x="4735" y="3787"/>
                    </a:lnTo>
                    <a:cubicBezTo>
                      <a:pt x="5340" y="2813"/>
                      <a:pt x="5196" y="1544"/>
                      <a:pt x="4388" y="729"/>
                    </a:cubicBezTo>
                    <a:cubicBezTo>
                      <a:pt x="3888" y="228"/>
                      <a:pt x="3265" y="1"/>
                      <a:pt x="265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0" name="Google Shape;4940;p72"/>
              <p:cNvSpPr/>
              <p:nvPr/>
            </p:nvSpPr>
            <p:spPr>
              <a:xfrm>
                <a:off x="3776075" y="1794931"/>
                <a:ext cx="82600" cy="78800"/>
              </a:xfrm>
              <a:custGeom>
                <a:avLst/>
                <a:gdLst/>
                <a:ahLst/>
                <a:cxnLst/>
                <a:rect l="l" t="t" r="r" b="b"/>
                <a:pathLst>
                  <a:path w="3304" h="3152" extrusionOk="0">
                    <a:moveTo>
                      <a:pt x="1658" y="1"/>
                    </a:moveTo>
                    <a:cubicBezTo>
                      <a:pt x="853" y="1"/>
                      <a:pt x="162" y="612"/>
                      <a:pt x="87" y="1428"/>
                    </a:cubicBezTo>
                    <a:cubicBezTo>
                      <a:pt x="1" y="2294"/>
                      <a:pt x="635" y="3058"/>
                      <a:pt x="1501" y="3145"/>
                    </a:cubicBezTo>
                    <a:cubicBezTo>
                      <a:pt x="1550" y="3149"/>
                      <a:pt x="1598" y="3151"/>
                      <a:pt x="1647" y="3151"/>
                    </a:cubicBezTo>
                    <a:cubicBezTo>
                      <a:pt x="2451" y="3151"/>
                      <a:pt x="3142" y="2540"/>
                      <a:pt x="3217" y="1724"/>
                    </a:cubicBezTo>
                    <a:cubicBezTo>
                      <a:pt x="3304" y="858"/>
                      <a:pt x="2669" y="94"/>
                      <a:pt x="1804" y="7"/>
                    </a:cubicBezTo>
                    <a:cubicBezTo>
                      <a:pt x="1755" y="3"/>
                      <a:pt x="1706" y="1"/>
                      <a:pt x="1658"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41" name="Google Shape;4941;p72"/>
            <p:cNvGrpSpPr/>
            <p:nvPr/>
          </p:nvGrpSpPr>
          <p:grpSpPr>
            <a:xfrm>
              <a:off x="3779245" y="1375768"/>
              <a:ext cx="323490" cy="286978"/>
              <a:chOff x="3847850" y="1889150"/>
              <a:chExt cx="164100" cy="145600"/>
            </a:xfrm>
          </p:grpSpPr>
          <p:sp>
            <p:nvSpPr>
              <p:cNvPr id="4942" name="Google Shape;4942;p72"/>
              <p:cNvSpPr/>
              <p:nvPr/>
            </p:nvSpPr>
            <p:spPr>
              <a:xfrm>
                <a:off x="3847850" y="1889150"/>
                <a:ext cx="164100" cy="145600"/>
              </a:xfrm>
              <a:custGeom>
                <a:avLst/>
                <a:gdLst/>
                <a:ahLst/>
                <a:cxnLst/>
                <a:rect l="l" t="t" r="r" b="b"/>
                <a:pathLst>
                  <a:path w="6564" h="5824" extrusionOk="0">
                    <a:moveTo>
                      <a:pt x="3329" y="0"/>
                    </a:moveTo>
                    <a:cubicBezTo>
                      <a:pt x="1439" y="0"/>
                      <a:pt x="206" y="2117"/>
                      <a:pt x="1255" y="3790"/>
                    </a:cubicBezTo>
                    <a:lnTo>
                      <a:pt x="0" y="5038"/>
                    </a:lnTo>
                    <a:lnTo>
                      <a:pt x="786" y="5824"/>
                    </a:lnTo>
                    <a:lnTo>
                      <a:pt x="2034" y="4569"/>
                    </a:lnTo>
                    <a:cubicBezTo>
                      <a:pt x="2441" y="4823"/>
                      <a:pt x="2897" y="4947"/>
                      <a:pt x="3350" y="4947"/>
                    </a:cubicBezTo>
                    <a:cubicBezTo>
                      <a:pt x="3989" y="4947"/>
                      <a:pt x="4622" y="4700"/>
                      <a:pt x="5099" y="4223"/>
                    </a:cubicBezTo>
                    <a:cubicBezTo>
                      <a:pt x="6563" y="2758"/>
                      <a:pt x="5683" y="248"/>
                      <a:pt x="3628" y="18"/>
                    </a:cubicBezTo>
                    <a:cubicBezTo>
                      <a:pt x="3527" y="6"/>
                      <a:pt x="3427" y="0"/>
                      <a:pt x="3329"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3" name="Google Shape;4943;p72"/>
              <p:cNvSpPr/>
              <p:nvPr/>
            </p:nvSpPr>
            <p:spPr>
              <a:xfrm>
                <a:off x="3887875" y="1912456"/>
                <a:ext cx="89450" cy="78700"/>
              </a:xfrm>
              <a:custGeom>
                <a:avLst/>
                <a:gdLst/>
                <a:ahLst/>
                <a:cxnLst/>
                <a:rect l="l" t="t" r="r" b="b"/>
                <a:pathLst>
                  <a:path w="3578" h="3148" extrusionOk="0">
                    <a:moveTo>
                      <a:pt x="1788" y="0"/>
                    </a:moveTo>
                    <a:cubicBezTo>
                      <a:pt x="1172" y="0"/>
                      <a:pt x="587" y="366"/>
                      <a:pt x="332" y="968"/>
                    </a:cubicBezTo>
                    <a:cubicBezTo>
                      <a:pt x="0" y="1769"/>
                      <a:pt x="383" y="2692"/>
                      <a:pt x="1183" y="3024"/>
                    </a:cubicBezTo>
                    <a:cubicBezTo>
                      <a:pt x="1382" y="3108"/>
                      <a:pt x="1588" y="3147"/>
                      <a:pt x="1790" y="3147"/>
                    </a:cubicBezTo>
                    <a:cubicBezTo>
                      <a:pt x="2405" y="3147"/>
                      <a:pt x="2989" y="2782"/>
                      <a:pt x="3239" y="2180"/>
                    </a:cubicBezTo>
                    <a:cubicBezTo>
                      <a:pt x="3578" y="1379"/>
                      <a:pt x="3195" y="456"/>
                      <a:pt x="2395" y="124"/>
                    </a:cubicBezTo>
                    <a:cubicBezTo>
                      <a:pt x="2196" y="40"/>
                      <a:pt x="1990" y="0"/>
                      <a:pt x="1788"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44" name="Google Shape;4944;p72"/>
            <p:cNvGrpSpPr/>
            <p:nvPr/>
          </p:nvGrpSpPr>
          <p:grpSpPr>
            <a:xfrm>
              <a:off x="3351965" y="1330435"/>
              <a:ext cx="295449" cy="285401"/>
              <a:chOff x="3631100" y="1866150"/>
              <a:chExt cx="149875" cy="144800"/>
            </a:xfrm>
          </p:grpSpPr>
          <p:sp>
            <p:nvSpPr>
              <p:cNvPr id="4945" name="Google Shape;4945;p72"/>
              <p:cNvSpPr/>
              <p:nvPr/>
            </p:nvSpPr>
            <p:spPr>
              <a:xfrm>
                <a:off x="3631100" y="1866150"/>
                <a:ext cx="149875" cy="144800"/>
              </a:xfrm>
              <a:custGeom>
                <a:avLst/>
                <a:gdLst/>
                <a:ahLst/>
                <a:cxnLst/>
                <a:rect l="l" t="t" r="r" b="b"/>
                <a:pathLst>
                  <a:path w="5995" h="5792" extrusionOk="0">
                    <a:moveTo>
                      <a:pt x="5251" y="0"/>
                    </a:moveTo>
                    <a:lnTo>
                      <a:pt x="4025" y="1226"/>
                    </a:lnTo>
                    <a:cubicBezTo>
                      <a:pt x="3619" y="974"/>
                      <a:pt x="3165" y="852"/>
                      <a:pt x="2716" y="852"/>
                    </a:cubicBezTo>
                    <a:cubicBezTo>
                      <a:pt x="1986" y="852"/>
                      <a:pt x="1267" y="1174"/>
                      <a:pt x="780" y="1782"/>
                    </a:cubicBezTo>
                    <a:cubicBezTo>
                      <a:pt x="1" y="2770"/>
                      <a:pt x="80" y="4183"/>
                      <a:pt x="967" y="5070"/>
                    </a:cubicBezTo>
                    <a:cubicBezTo>
                      <a:pt x="1449" y="5548"/>
                      <a:pt x="2082" y="5792"/>
                      <a:pt x="2716" y="5792"/>
                    </a:cubicBezTo>
                    <a:cubicBezTo>
                      <a:pt x="3259" y="5792"/>
                      <a:pt x="3804" y="5613"/>
                      <a:pt x="4256" y="5251"/>
                    </a:cubicBezTo>
                    <a:cubicBezTo>
                      <a:pt x="5237" y="4472"/>
                      <a:pt x="5475" y="3073"/>
                      <a:pt x="4811" y="2012"/>
                    </a:cubicBezTo>
                    <a:lnTo>
                      <a:pt x="5994" y="822"/>
                    </a:lnTo>
                    <a:cubicBezTo>
                      <a:pt x="5872" y="736"/>
                      <a:pt x="5756" y="642"/>
                      <a:pt x="5655" y="541"/>
                    </a:cubicBezTo>
                    <a:cubicBezTo>
                      <a:pt x="5497" y="382"/>
                      <a:pt x="5360" y="202"/>
                      <a:pt x="5251" y="0"/>
                    </a:cubicBez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6" name="Google Shape;4946;p72"/>
              <p:cNvSpPr/>
              <p:nvPr/>
            </p:nvSpPr>
            <p:spPr>
              <a:xfrm>
                <a:off x="3654725" y="1907806"/>
                <a:ext cx="86575" cy="78800"/>
              </a:xfrm>
              <a:custGeom>
                <a:avLst/>
                <a:gdLst/>
                <a:ahLst/>
                <a:cxnLst/>
                <a:rect l="l" t="t" r="r" b="b"/>
                <a:pathLst>
                  <a:path w="3463" h="3152" extrusionOk="0">
                    <a:moveTo>
                      <a:pt x="1733" y="0"/>
                    </a:moveTo>
                    <a:cubicBezTo>
                      <a:pt x="1018" y="0"/>
                      <a:pt x="375" y="490"/>
                      <a:pt x="203" y="1212"/>
                    </a:cubicBezTo>
                    <a:cubicBezTo>
                      <a:pt x="1" y="2056"/>
                      <a:pt x="520" y="2907"/>
                      <a:pt x="1371" y="3109"/>
                    </a:cubicBezTo>
                    <a:cubicBezTo>
                      <a:pt x="1493" y="3138"/>
                      <a:pt x="1615" y="3152"/>
                      <a:pt x="1735" y="3152"/>
                    </a:cubicBezTo>
                    <a:cubicBezTo>
                      <a:pt x="2447" y="3152"/>
                      <a:pt x="3094" y="2662"/>
                      <a:pt x="3261" y="1940"/>
                    </a:cubicBezTo>
                    <a:cubicBezTo>
                      <a:pt x="3463" y="1096"/>
                      <a:pt x="2943" y="245"/>
                      <a:pt x="2099" y="43"/>
                    </a:cubicBezTo>
                    <a:cubicBezTo>
                      <a:pt x="1976" y="14"/>
                      <a:pt x="1854" y="0"/>
                      <a:pt x="1733"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47" name="Google Shape;4947;p72"/>
            <p:cNvGrpSpPr/>
            <p:nvPr/>
          </p:nvGrpSpPr>
          <p:grpSpPr>
            <a:xfrm>
              <a:off x="3548208" y="1560352"/>
              <a:ext cx="294808" cy="286830"/>
              <a:chOff x="3730650" y="1982800"/>
              <a:chExt cx="149550" cy="145525"/>
            </a:xfrm>
          </p:grpSpPr>
          <p:sp>
            <p:nvSpPr>
              <p:cNvPr id="4948" name="Google Shape;4948;p72"/>
              <p:cNvSpPr/>
              <p:nvPr/>
            </p:nvSpPr>
            <p:spPr>
              <a:xfrm>
                <a:off x="3730650" y="1982800"/>
                <a:ext cx="149550" cy="145525"/>
              </a:xfrm>
              <a:custGeom>
                <a:avLst/>
                <a:gdLst/>
                <a:ahLst/>
                <a:cxnLst/>
                <a:rect l="l" t="t" r="r" b="b"/>
                <a:pathLst>
                  <a:path w="5982" h="5821" extrusionOk="0">
                    <a:moveTo>
                      <a:pt x="786" y="0"/>
                    </a:moveTo>
                    <a:lnTo>
                      <a:pt x="0" y="787"/>
                    </a:lnTo>
                    <a:lnTo>
                      <a:pt x="1255" y="2034"/>
                    </a:lnTo>
                    <a:cubicBezTo>
                      <a:pt x="642" y="3008"/>
                      <a:pt x="786" y="4277"/>
                      <a:pt x="1601" y="5092"/>
                    </a:cubicBezTo>
                    <a:cubicBezTo>
                      <a:pt x="2102" y="5593"/>
                      <a:pt x="2724" y="5821"/>
                      <a:pt x="3335" y="5821"/>
                    </a:cubicBezTo>
                    <a:cubicBezTo>
                      <a:pt x="4512" y="5821"/>
                      <a:pt x="5649" y="4979"/>
                      <a:pt x="5806" y="3621"/>
                    </a:cubicBezTo>
                    <a:cubicBezTo>
                      <a:pt x="5981" y="2058"/>
                      <a:pt x="4723" y="867"/>
                      <a:pt x="3339" y="867"/>
                    </a:cubicBezTo>
                    <a:cubicBezTo>
                      <a:pt x="2903" y="867"/>
                      <a:pt x="2454" y="985"/>
                      <a:pt x="2034" y="1248"/>
                    </a:cubicBezTo>
                    <a:lnTo>
                      <a:pt x="786"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9" name="Google Shape;4949;p72"/>
              <p:cNvSpPr/>
              <p:nvPr/>
            </p:nvSpPr>
            <p:spPr>
              <a:xfrm>
                <a:off x="3771925" y="2027231"/>
                <a:ext cx="86575" cy="78750"/>
              </a:xfrm>
              <a:custGeom>
                <a:avLst/>
                <a:gdLst/>
                <a:ahLst/>
                <a:cxnLst/>
                <a:rect l="l" t="t" r="r" b="b"/>
                <a:pathLst>
                  <a:path w="3463" h="3150" extrusionOk="0">
                    <a:moveTo>
                      <a:pt x="1740" y="0"/>
                    </a:moveTo>
                    <a:cubicBezTo>
                      <a:pt x="1022" y="0"/>
                      <a:pt x="376" y="485"/>
                      <a:pt x="203" y="1209"/>
                    </a:cubicBezTo>
                    <a:cubicBezTo>
                      <a:pt x="1" y="2060"/>
                      <a:pt x="527" y="2904"/>
                      <a:pt x="1371" y="3106"/>
                    </a:cubicBezTo>
                    <a:cubicBezTo>
                      <a:pt x="1493" y="3135"/>
                      <a:pt x="1615" y="3149"/>
                      <a:pt x="1735" y="3149"/>
                    </a:cubicBezTo>
                    <a:cubicBezTo>
                      <a:pt x="2447" y="3149"/>
                      <a:pt x="3095" y="2660"/>
                      <a:pt x="3268" y="1938"/>
                    </a:cubicBezTo>
                    <a:cubicBezTo>
                      <a:pt x="3463" y="1094"/>
                      <a:pt x="2943" y="243"/>
                      <a:pt x="2099" y="41"/>
                    </a:cubicBezTo>
                    <a:cubicBezTo>
                      <a:pt x="1979" y="13"/>
                      <a:pt x="1858" y="0"/>
                      <a:pt x="1740"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950" name="Google Shape;4950;p72"/>
          <p:cNvGrpSpPr/>
          <p:nvPr/>
        </p:nvGrpSpPr>
        <p:grpSpPr>
          <a:xfrm>
            <a:off x="7624512" y="971306"/>
            <a:ext cx="804565" cy="677795"/>
            <a:chOff x="7636443" y="1204988"/>
            <a:chExt cx="804565" cy="677795"/>
          </a:xfrm>
        </p:grpSpPr>
        <p:grpSp>
          <p:nvGrpSpPr>
            <p:cNvPr id="4951" name="Google Shape;4951;p72"/>
            <p:cNvGrpSpPr/>
            <p:nvPr/>
          </p:nvGrpSpPr>
          <p:grpSpPr>
            <a:xfrm>
              <a:off x="7636443" y="1509705"/>
              <a:ext cx="804565" cy="373078"/>
              <a:chOff x="7636443" y="1509705"/>
              <a:chExt cx="804565" cy="373078"/>
            </a:xfrm>
          </p:grpSpPr>
          <p:sp>
            <p:nvSpPr>
              <p:cNvPr id="4952" name="Google Shape;4952;p72"/>
              <p:cNvSpPr/>
              <p:nvPr/>
            </p:nvSpPr>
            <p:spPr>
              <a:xfrm>
                <a:off x="7636443" y="1509705"/>
                <a:ext cx="749840" cy="373078"/>
              </a:xfrm>
              <a:custGeom>
                <a:avLst/>
                <a:gdLst/>
                <a:ahLst/>
                <a:cxnLst/>
                <a:rect l="l" t="t" r="r" b="b"/>
                <a:pathLst>
                  <a:path w="20764" h="10331" extrusionOk="0">
                    <a:moveTo>
                      <a:pt x="10376" y="1"/>
                    </a:moveTo>
                    <a:lnTo>
                      <a:pt x="1" y="5028"/>
                    </a:lnTo>
                    <a:lnTo>
                      <a:pt x="10376" y="10331"/>
                    </a:lnTo>
                    <a:lnTo>
                      <a:pt x="20763" y="5028"/>
                    </a:lnTo>
                    <a:lnTo>
                      <a:pt x="10376" y="1"/>
                    </a:ln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3" name="Google Shape;4953;p72"/>
              <p:cNvSpPr/>
              <p:nvPr/>
            </p:nvSpPr>
            <p:spPr>
              <a:xfrm>
                <a:off x="8398251" y="1667375"/>
                <a:ext cx="42757" cy="36365"/>
              </a:xfrm>
              <a:custGeom>
                <a:avLst/>
                <a:gdLst/>
                <a:ahLst/>
                <a:cxnLst/>
                <a:rect l="l" t="t" r="r" b="b"/>
                <a:pathLst>
                  <a:path w="1184" h="1007" extrusionOk="0">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54" name="Google Shape;4954;p72"/>
            <p:cNvGrpSpPr/>
            <p:nvPr/>
          </p:nvGrpSpPr>
          <p:grpSpPr>
            <a:xfrm>
              <a:off x="7636443" y="1408133"/>
              <a:ext cx="804565" cy="373078"/>
              <a:chOff x="7636443" y="1408133"/>
              <a:chExt cx="804565" cy="373078"/>
            </a:xfrm>
          </p:grpSpPr>
          <p:sp>
            <p:nvSpPr>
              <p:cNvPr id="4955" name="Google Shape;4955;p72"/>
              <p:cNvSpPr/>
              <p:nvPr/>
            </p:nvSpPr>
            <p:spPr>
              <a:xfrm>
                <a:off x="7636443" y="1408133"/>
                <a:ext cx="749840" cy="373078"/>
              </a:xfrm>
              <a:custGeom>
                <a:avLst/>
                <a:gdLst/>
                <a:ahLst/>
                <a:cxnLst/>
                <a:rect l="l" t="t" r="r" b="b"/>
                <a:pathLst>
                  <a:path w="20764" h="10331" extrusionOk="0">
                    <a:moveTo>
                      <a:pt x="10376" y="1"/>
                    </a:moveTo>
                    <a:lnTo>
                      <a:pt x="1" y="5028"/>
                    </a:lnTo>
                    <a:lnTo>
                      <a:pt x="10376" y="10331"/>
                    </a:lnTo>
                    <a:lnTo>
                      <a:pt x="20763" y="5028"/>
                    </a:lnTo>
                    <a:lnTo>
                      <a:pt x="1037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6" name="Google Shape;4956;p72"/>
              <p:cNvSpPr/>
              <p:nvPr/>
            </p:nvSpPr>
            <p:spPr>
              <a:xfrm>
                <a:off x="8398251" y="1565802"/>
                <a:ext cx="42757" cy="36365"/>
              </a:xfrm>
              <a:custGeom>
                <a:avLst/>
                <a:gdLst/>
                <a:ahLst/>
                <a:cxnLst/>
                <a:rect l="l" t="t" r="r" b="b"/>
                <a:pathLst>
                  <a:path w="1184" h="1007" extrusionOk="0">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57" name="Google Shape;4957;p72"/>
            <p:cNvGrpSpPr/>
            <p:nvPr/>
          </p:nvGrpSpPr>
          <p:grpSpPr>
            <a:xfrm>
              <a:off x="7636443" y="1306560"/>
              <a:ext cx="804565" cy="373078"/>
              <a:chOff x="7636443" y="1306560"/>
              <a:chExt cx="804565" cy="373078"/>
            </a:xfrm>
          </p:grpSpPr>
          <p:sp>
            <p:nvSpPr>
              <p:cNvPr id="4958" name="Google Shape;4958;p72"/>
              <p:cNvSpPr/>
              <p:nvPr/>
            </p:nvSpPr>
            <p:spPr>
              <a:xfrm>
                <a:off x="7636443" y="1306560"/>
                <a:ext cx="749840" cy="373078"/>
              </a:xfrm>
              <a:custGeom>
                <a:avLst/>
                <a:gdLst/>
                <a:ahLst/>
                <a:cxnLst/>
                <a:rect l="l" t="t" r="r" b="b"/>
                <a:pathLst>
                  <a:path w="20764" h="10331" extrusionOk="0">
                    <a:moveTo>
                      <a:pt x="10376" y="1"/>
                    </a:moveTo>
                    <a:lnTo>
                      <a:pt x="1" y="5028"/>
                    </a:lnTo>
                    <a:lnTo>
                      <a:pt x="10376" y="10331"/>
                    </a:lnTo>
                    <a:lnTo>
                      <a:pt x="20763" y="5028"/>
                    </a:lnTo>
                    <a:lnTo>
                      <a:pt x="10376" y="1"/>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9" name="Google Shape;4959;p72"/>
              <p:cNvSpPr/>
              <p:nvPr/>
            </p:nvSpPr>
            <p:spPr>
              <a:xfrm>
                <a:off x="8398251" y="1464230"/>
                <a:ext cx="42757" cy="36365"/>
              </a:xfrm>
              <a:custGeom>
                <a:avLst/>
                <a:gdLst/>
                <a:ahLst/>
                <a:cxnLst/>
                <a:rect l="l" t="t" r="r" b="b"/>
                <a:pathLst>
                  <a:path w="1184" h="1007" extrusionOk="0">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60" name="Google Shape;4960;p72"/>
            <p:cNvGrpSpPr/>
            <p:nvPr/>
          </p:nvGrpSpPr>
          <p:grpSpPr>
            <a:xfrm>
              <a:off x="7636443" y="1204988"/>
              <a:ext cx="804565" cy="373078"/>
              <a:chOff x="7636443" y="1204988"/>
              <a:chExt cx="804565" cy="373078"/>
            </a:xfrm>
          </p:grpSpPr>
          <p:sp>
            <p:nvSpPr>
              <p:cNvPr id="4961" name="Google Shape;4961;p72"/>
              <p:cNvSpPr/>
              <p:nvPr/>
            </p:nvSpPr>
            <p:spPr>
              <a:xfrm>
                <a:off x="7636443" y="1204988"/>
                <a:ext cx="749840" cy="373078"/>
              </a:xfrm>
              <a:custGeom>
                <a:avLst/>
                <a:gdLst/>
                <a:ahLst/>
                <a:cxnLst/>
                <a:rect l="l" t="t" r="r" b="b"/>
                <a:pathLst>
                  <a:path w="20764" h="10331" extrusionOk="0">
                    <a:moveTo>
                      <a:pt x="10376" y="1"/>
                    </a:moveTo>
                    <a:lnTo>
                      <a:pt x="1" y="5028"/>
                    </a:lnTo>
                    <a:lnTo>
                      <a:pt x="10376" y="10331"/>
                    </a:lnTo>
                    <a:lnTo>
                      <a:pt x="20763" y="5028"/>
                    </a:lnTo>
                    <a:lnTo>
                      <a:pt x="10376"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2" name="Google Shape;4962;p72"/>
              <p:cNvSpPr/>
              <p:nvPr/>
            </p:nvSpPr>
            <p:spPr>
              <a:xfrm>
                <a:off x="8398251" y="1362658"/>
                <a:ext cx="42757" cy="36365"/>
              </a:xfrm>
              <a:custGeom>
                <a:avLst/>
                <a:gdLst/>
                <a:ahLst/>
                <a:cxnLst/>
                <a:rect l="l" t="t" r="r" b="b"/>
                <a:pathLst>
                  <a:path w="1184" h="1007" extrusionOk="0">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963" name="Google Shape;4963;p72"/>
          <p:cNvGrpSpPr/>
          <p:nvPr/>
        </p:nvGrpSpPr>
        <p:grpSpPr>
          <a:xfrm>
            <a:off x="4963358" y="1878721"/>
            <a:ext cx="661339" cy="661188"/>
            <a:chOff x="3990000" y="975400"/>
            <a:chExt cx="3934200" cy="3933300"/>
          </a:xfrm>
        </p:grpSpPr>
        <p:sp>
          <p:nvSpPr>
            <p:cNvPr id="4964" name="Google Shape;4964;p72"/>
            <p:cNvSpPr/>
            <p:nvPr/>
          </p:nvSpPr>
          <p:spPr>
            <a:xfrm>
              <a:off x="3990000" y="975400"/>
              <a:ext cx="3934200" cy="3933300"/>
            </a:xfrm>
            <a:prstGeom prst="ellipse">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5" name="Google Shape;4965;p72"/>
            <p:cNvSpPr/>
            <p:nvPr/>
          </p:nvSpPr>
          <p:spPr>
            <a:xfrm>
              <a:off x="4346550" y="1331800"/>
              <a:ext cx="3221100" cy="32205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6" name="Google Shape;4966;p72"/>
            <p:cNvSpPr/>
            <p:nvPr/>
          </p:nvSpPr>
          <p:spPr>
            <a:xfrm>
              <a:off x="4786800" y="1771750"/>
              <a:ext cx="2340600" cy="2340600"/>
            </a:xfrm>
            <a:prstGeom prst="ellipse">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7" name="Google Shape;4967;p72"/>
            <p:cNvSpPr/>
            <p:nvPr/>
          </p:nvSpPr>
          <p:spPr>
            <a:xfrm>
              <a:off x="5218650" y="2203450"/>
              <a:ext cx="1476900" cy="1477200"/>
            </a:xfrm>
            <a:prstGeom prst="ellipse">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68" name="Google Shape;4968;p72"/>
          <p:cNvGrpSpPr/>
          <p:nvPr/>
        </p:nvGrpSpPr>
        <p:grpSpPr>
          <a:xfrm>
            <a:off x="6607006" y="1857359"/>
            <a:ext cx="868881" cy="684241"/>
            <a:chOff x="6598259" y="2078634"/>
            <a:chExt cx="868881" cy="684241"/>
          </a:xfrm>
        </p:grpSpPr>
        <p:sp>
          <p:nvSpPr>
            <p:cNvPr id="4969" name="Google Shape;4969;p72"/>
            <p:cNvSpPr/>
            <p:nvPr/>
          </p:nvSpPr>
          <p:spPr>
            <a:xfrm>
              <a:off x="7165957" y="2159753"/>
              <a:ext cx="286185" cy="107120"/>
            </a:xfrm>
            <a:custGeom>
              <a:avLst/>
              <a:gdLst/>
              <a:ahLst/>
              <a:cxnLst/>
              <a:rect l="l" t="t" r="r" b="b"/>
              <a:pathLst>
                <a:path w="48506" h="18156" extrusionOk="0">
                  <a:moveTo>
                    <a:pt x="1" y="1"/>
                  </a:moveTo>
                  <a:lnTo>
                    <a:pt x="1" y="18156"/>
                  </a:lnTo>
                  <a:lnTo>
                    <a:pt x="48506" y="18156"/>
                  </a:lnTo>
                  <a:lnTo>
                    <a:pt x="48506" y="1"/>
                  </a:lnTo>
                  <a:close/>
                </a:path>
              </a:pathLst>
            </a:custGeom>
            <a:solidFill>
              <a:srgbClr val="B3C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0" name="Google Shape;4970;p72"/>
            <p:cNvSpPr/>
            <p:nvPr/>
          </p:nvSpPr>
          <p:spPr>
            <a:xfrm>
              <a:off x="7085764" y="2536793"/>
              <a:ext cx="349475" cy="107120"/>
            </a:xfrm>
            <a:custGeom>
              <a:avLst/>
              <a:gdLst/>
              <a:ahLst/>
              <a:cxnLst/>
              <a:rect l="l" t="t" r="r" b="b"/>
              <a:pathLst>
                <a:path w="59233" h="18156" extrusionOk="0">
                  <a:moveTo>
                    <a:pt x="1" y="1"/>
                  </a:moveTo>
                  <a:lnTo>
                    <a:pt x="1" y="18156"/>
                  </a:lnTo>
                  <a:lnTo>
                    <a:pt x="59233" y="18156"/>
                  </a:lnTo>
                  <a:lnTo>
                    <a:pt x="59233" y="1"/>
                  </a:lnTo>
                  <a:close/>
                </a:path>
              </a:pathLst>
            </a:custGeom>
            <a:solidFill>
              <a:srgbClr val="374F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1" name="Google Shape;4971;p72"/>
            <p:cNvSpPr/>
            <p:nvPr/>
          </p:nvSpPr>
          <p:spPr>
            <a:xfrm>
              <a:off x="6598259" y="2195183"/>
              <a:ext cx="271241" cy="107120"/>
            </a:xfrm>
            <a:custGeom>
              <a:avLst/>
              <a:gdLst/>
              <a:ahLst/>
              <a:cxnLst/>
              <a:rect l="l" t="t" r="r" b="b"/>
              <a:pathLst>
                <a:path w="45973" h="18156" extrusionOk="0">
                  <a:moveTo>
                    <a:pt x="1" y="0"/>
                  </a:moveTo>
                  <a:lnTo>
                    <a:pt x="1" y="18156"/>
                  </a:lnTo>
                  <a:lnTo>
                    <a:pt x="45972" y="18156"/>
                  </a:lnTo>
                  <a:lnTo>
                    <a:pt x="45972" y="0"/>
                  </a:lnTo>
                  <a:close/>
                </a:path>
              </a:pathLst>
            </a:custGeom>
            <a:solidFill>
              <a:srgbClr val="8FA1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2" name="Google Shape;4972;p72"/>
            <p:cNvSpPr/>
            <p:nvPr/>
          </p:nvSpPr>
          <p:spPr>
            <a:xfrm>
              <a:off x="6604064" y="2370778"/>
              <a:ext cx="358696" cy="107126"/>
            </a:xfrm>
            <a:custGeom>
              <a:avLst/>
              <a:gdLst/>
              <a:ahLst/>
              <a:cxnLst/>
              <a:rect l="l" t="t" r="r" b="b"/>
              <a:pathLst>
                <a:path w="60796" h="18157" extrusionOk="0">
                  <a:moveTo>
                    <a:pt x="0" y="1"/>
                  </a:moveTo>
                  <a:lnTo>
                    <a:pt x="0" y="18156"/>
                  </a:lnTo>
                  <a:lnTo>
                    <a:pt x="60796" y="18156"/>
                  </a:lnTo>
                  <a:lnTo>
                    <a:pt x="60796" y="1"/>
                  </a:lnTo>
                  <a:close/>
                </a:path>
              </a:pathLst>
            </a:custGeom>
            <a:solidFill>
              <a:srgbClr val="C9D4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3" name="Google Shape;4973;p72"/>
            <p:cNvSpPr/>
            <p:nvPr/>
          </p:nvSpPr>
          <p:spPr>
            <a:xfrm>
              <a:off x="6645158" y="2545743"/>
              <a:ext cx="358696" cy="109044"/>
            </a:xfrm>
            <a:custGeom>
              <a:avLst/>
              <a:gdLst/>
              <a:ahLst/>
              <a:cxnLst/>
              <a:rect l="l" t="t" r="r" b="b"/>
              <a:pathLst>
                <a:path w="60796" h="18482" extrusionOk="0">
                  <a:moveTo>
                    <a:pt x="1" y="0"/>
                  </a:moveTo>
                  <a:lnTo>
                    <a:pt x="1" y="18482"/>
                  </a:lnTo>
                  <a:lnTo>
                    <a:pt x="60796" y="18482"/>
                  </a:lnTo>
                  <a:lnTo>
                    <a:pt x="60796" y="0"/>
                  </a:lnTo>
                  <a:close/>
                </a:path>
              </a:pathLst>
            </a:custGeom>
            <a:solidFill>
              <a:srgbClr val="DBE3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4" name="Google Shape;4974;p72"/>
            <p:cNvSpPr/>
            <p:nvPr/>
          </p:nvSpPr>
          <p:spPr>
            <a:xfrm>
              <a:off x="7155838" y="2352960"/>
              <a:ext cx="311302" cy="107120"/>
            </a:xfrm>
            <a:custGeom>
              <a:avLst/>
              <a:gdLst/>
              <a:ahLst/>
              <a:cxnLst/>
              <a:rect l="l" t="t" r="r" b="b"/>
              <a:pathLst>
                <a:path w="52763" h="18156" extrusionOk="0">
                  <a:moveTo>
                    <a:pt x="0" y="0"/>
                  </a:moveTo>
                  <a:lnTo>
                    <a:pt x="0" y="18155"/>
                  </a:lnTo>
                  <a:lnTo>
                    <a:pt x="52763" y="18155"/>
                  </a:lnTo>
                  <a:lnTo>
                    <a:pt x="52763" y="0"/>
                  </a:lnTo>
                  <a:close/>
                </a:path>
              </a:pathLst>
            </a:custGeom>
            <a:solidFill>
              <a:srgbClr val="4F67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75" name="Google Shape;4975;p72"/>
            <p:cNvGrpSpPr/>
            <p:nvPr/>
          </p:nvGrpSpPr>
          <p:grpSpPr>
            <a:xfrm>
              <a:off x="6808175" y="2078634"/>
              <a:ext cx="452229" cy="684241"/>
              <a:chOff x="6808175" y="2078634"/>
              <a:chExt cx="452229" cy="684241"/>
            </a:xfrm>
          </p:grpSpPr>
          <p:sp>
            <p:nvSpPr>
              <p:cNvPr id="4976" name="Google Shape;4976;p72"/>
              <p:cNvSpPr/>
              <p:nvPr/>
            </p:nvSpPr>
            <p:spPr>
              <a:xfrm>
                <a:off x="7165957" y="2159753"/>
                <a:ext cx="94447" cy="107120"/>
              </a:xfrm>
              <a:custGeom>
                <a:avLst/>
                <a:gdLst/>
                <a:ahLst/>
                <a:cxnLst/>
                <a:rect l="l" t="t" r="r" b="b"/>
                <a:pathLst>
                  <a:path w="16008" h="18156" extrusionOk="0">
                    <a:moveTo>
                      <a:pt x="1" y="1"/>
                    </a:moveTo>
                    <a:lnTo>
                      <a:pt x="1" y="18156"/>
                    </a:lnTo>
                    <a:lnTo>
                      <a:pt x="16007" y="18156"/>
                    </a:lnTo>
                    <a:cubicBezTo>
                      <a:pt x="15291" y="11568"/>
                      <a:pt x="12904" y="5350"/>
                      <a:pt x="90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7" name="Google Shape;4977;p72"/>
              <p:cNvSpPr/>
              <p:nvPr/>
            </p:nvSpPr>
            <p:spPr>
              <a:xfrm>
                <a:off x="7085764" y="2536793"/>
                <a:ext cx="61100" cy="107120"/>
              </a:xfrm>
              <a:custGeom>
                <a:avLst/>
                <a:gdLst/>
                <a:ahLst/>
                <a:cxnLst/>
                <a:rect l="l" t="t" r="r" b="b"/>
                <a:pathLst>
                  <a:path w="10356" h="18156" extrusionOk="0">
                    <a:moveTo>
                      <a:pt x="1" y="1"/>
                    </a:moveTo>
                    <a:lnTo>
                      <a:pt x="1" y="18156"/>
                    </a:lnTo>
                    <a:lnTo>
                      <a:pt x="5804" y="18156"/>
                    </a:lnTo>
                    <a:cubicBezTo>
                      <a:pt x="5810" y="18084"/>
                      <a:pt x="5813" y="18013"/>
                      <a:pt x="5813" y="17941"/>
                    </a:cubicBezTo>
                    <a:cubicBezTo>
                      <a:pt x="5815" y="17225"/>
                      <a:pt x="5579" y="16528"/>
                      <a:pt x="5146" y="15958"/>
                    </a:cubicBezTo>
                    <a:cubicBezTo>
                      <a:pt x="5764" y="15144"/>
                      <a:pt x="5967" y="14089"/>
                      <a:pt x="5696" y="13103"/>
                    </a:cubicBezTo>
                    <a:cubicBezTo>
                      <a:pt x="6334" y="11805"/>
                      <a:pt x="6339" y="10352"/>
                      <a:pt x="6343" y="9017"/>
                    </a:cubicBezTo>
                    <a:lnTo>
                      <a:pt x="6343" y="8907"/>
                    </a:lnTo>
                    <a:cubicBezTo>
                      <a:pt x="6346" y="8040"/>
                      <a:pt x="6573" y="6922"/>
                      <a:pt x="6952" y="5914"/>
                    </a:cubicBezTo>
                    <a:cubicBezTo>
                      <a:pt x="7745" y="3797"/>
                      <a:pt x="8890" y="1817"/>
                      <a:pt x="10355" y="1"/>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8" name="Google Shape;4978;p72"/>
              <p:cNvSpPr/>
              <p:nvPr/>
            </p:nvSpPr>
            <p:spPr>
              <a:xfrm>
                <a:off x="6808175" y="2195183"/>
                <a:ext cx="61325" cy="107120"/>
              </a:xfrm>
              <a:custGeom>
                <a:avLst/>
                <a:gdLst/>
                <a:ahLst/>
                <a:cxnLst/>
                <a:rect l="l" t="t" r="r" b="b"/>
                <a:pathLst>
                  <a:path w="10394" h="18156" extrusionOk="0">
                    <a:moveTo>
                      <a:pt x="3660" y="0"/>
                    </a:moveTo>
                    <a:cubicBezTo>
                      <a:pt x="1279" y="5051"/>
                      <a:pt x="19" y="10605"/>
                      <a:pt x="14" y="16353"/>
                    </a:cubicBezTo>
                    <a:cubicBezTo>
                      <a:pt x="11" y="16529"/>
                      <a:pt x="0" y="17161"/>
                      <a:pt x="51" y="18156"/>
                    </a:cubicBezTo>
                    <a:lnTo>
                      <a:pt x="10393" y="18156"/>
                    </a:lnTo>
                    <a:lnTo>
                      <a:pt x="10393"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9" name="Google Shape;4979;p72"/>
              <p:cNvSpPr/>
              <p:nvPr/>
            </p:nvSpPr>
            <p:spPr>
              <a:xfrm>
                <a:off x="6820441" y="2370778"/>
                <a:ext cx="142320" cy="107126"/>
              </a:xfrm>
              <a:custGeom>
                <a:avLst/>
                <a:gdLst/>
                <a:ahLst/>
                <a:cxnLst/>
                <a:rect l="l" t="t" r="r" b="b"/>
                <a:pathLst>
                  <a:path w="24122" h="18157" extrusionOk="0">
                    <a:moveTo>
                      <a:pt x="0" y="1"/>
                    </a:moveTo>
                    <a:cubicBezTo>
                      <a:pt x="1532" y="5312"/>
                      <a:pt x="4200" y="11690"/>
                      <a:pt x="8823" y="18156"/>
                    </a:cubicBezTo>
                    <a:lnTo>
                      <a:pt x="24122" y="18156"/>
                    </a:lnTo>
                    <a:lnTo>
                      <a:pt x="24122" y="1"/>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0" name="Google Shape;4980;p72"/>
              <p:cNvSpPr/>
              <p:nvPr/>
            </p:nvSpPr>
            <p:spPr>
              <a:xfrm>
                <a:off x="6929774" y="2545743"/>
                <a:ext cx="74092" cy="109044"/>
              </a:xfrm>
              <a:custGeom>
                <a:avLst/>
                <a:gdLst/>
                <a:ahLst/>
                <a:cxnLst/>
                <a:rect l="l" t="t" r="r" b="b"/>
                <a:pathLst>
                  <a:path w="12558" h="18482" extrusionOk="0">
                    <a:moveTo>
                      <a:pt x="0" y="0"/>
                    </a:moveTo>
                    <a:cubicBezTo>
                      <a:pt x="938" y="1387"/>
                      <a:pt x="1707" y="2855"/>
                      <a:pt x="2285" y="4397"/>
                    </a:cubicBezTo>
                    <a:cubicBezTo>
                      <a:pt x="2664" y="5405"/>
                      <a:pt x="2891" y="6523"/>
                      <a:pt x="2895" y="7390"/>
                    </a:cubicBezTo>
                    <a:lnTo>
                      <a:pt x="2895" y="7500"/>
                    </a:lnTo>
                    <a:cubicBezTo>
                      <a:pt x="2898" y="8835"/>
                      <a:pt x="2904" y="10288"/>
                      <a:pt x="3541" y="11586"/>
                    </a:cubicBezTo>
                    <a:cubicBezTo>
                      <a:pt x="3270" y="12572"/>
                      <a:pt x="3473" y="13627"/>
                      <a:pt x="4092" y="14441"/>
                    </a:cubicBezTo>
                    <a:cubicBezTo>
                      <a:pt x="3202" y="15613"/>
                      <a:pt x="3202" y="17235"/>
                      <a:pt x="4092" y="18407"/>
                    </a:cubicBezTo>
                    <a:cubicBezTo>
                      <a:pt x="4072" y="18431"/>
                      <a:pt x="4057" y="18457"/>
                      <a:pt x="4039" y="18482"/>
                    </a:cubicBezTo>
                    <a:lnTo>
                      <a:pt x="12558" y="18482"/>
                    </a:lnTo>
                    <a:lnTo>
                      <a:pt x="12558"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1" name="Google Shape;4981;p72"/>
              <p:cNvSpPr/>
              <p:nvPr/>
            </p:nvSpPr>
            <p:spPr>
              <a:xfrm>
                <a:off x="7155838" y="2352960"/>
                <a:ext cx="98377" cy="107120"/>
              </a:xfrm>
              <a:custGeom>
                <a:avLst/>
                <a:gdLst/>
                <a:ahLst/>
                <a:cxnLst/>
                <a:rect l="l" t="t" r="r" b="b"/>
                <a:pathLst>
                  <a:path w="16674" h="18156" extrusionOk="0">
                    <a:moveTo>
                      <a:pt x="0" y="0"/>
                    </a:moveTo>
                    <a:lnTo>
                      <a:pt x="0" y="18155"/>
                    </a:lnTo>
                    <a:lnTo>
                      <a:pt x="9101" y="18155"/>
                    </a:lnTo>
                    <a:cubicBezTo>
                      <a:pt x="13299" y="11475"/>
                      <a:pt x="15509" y="5056"/>
                      <a:pt x="16674"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82" name="Google Shape;4982;p72"/>
              <p:cNvGrpSpPr/>
              <p:nvPr/>
            </p:nvGrpSpPr>
            <p:grpSpPr>
              <a:xfrm>
                <a:off x="6821586" y="2078634"/>
                <a:ext cx="426871" cy="684241"/>
                <a:chOff x="6821586" y="2078634"/>
                <a:chExt cx="426871" cy="684241"/>
              </a:xfrm>
            </p:grpSpPr>
            <p:grpSp>
              <p:nvGrpSpPr>
                <p:cNvPr id="4983" name="Google Shape;4983;p72"/>
                <p:cNvGrpSpPr/>
                <p:nvPr/>
              </p:nvGrpSpPr>
              <p:grpSpPr>
                <a:xfrm>
                  <a:off x="6821586" y="2078634"/>
                  <a:ext cx="426871" cy="684241"/>
                  <a:chOff x="6821586" y="2078634"/>
                  <a:chExt cx="426871" cy="684241"/>
                </a:xfrm>
              </p:grpSpPr>
              <p:sp>
                <p:nvSpPr>
                  <p:cNvPr id="4984" name="Google Shape;4984;p72"/>
                  <p:cNvSpPr/>
                  <p:nvPr/>
                </p:nvSpPr>
                <p:spPr>
                  <a:xfrm>
                    <a:off x="6990036" y="2693797"/>
                    <a:ext cx="89963" cy="69077"/>
                  </a:xfrm>
                  <a:custGeom>
                    <a:avLst/>
                    <a:gdLst/>
                    <a:ahLst/>
                    <a:cxnLst/>
                    <a:rect l="l" t="t" r="r" b="b"/>
                    <a:pathLst>
                      <a:path w="15248" h="11708" extrusionOk="0">
                        <a:moveTo>
                          <a:pt x="1" y="0"/>
                        </a:moveTo>
                        <a:lnTo>
                          <a:pt x="1" y="4083"/>
                        </a:lnTo>
                        <a:cubicBezTo>
                          <a:pt x="1" y="8276"/>
                          <a:pt x="3430" y="11707"/>
                          <a:pt x="7623" y="11707"/>
                        </a:cubicBezTo>
                        <a:cubicBezTo>
                          <a:pt x="11816" y="11707"/>
                          <a:pt x="15247" y="8276"/>
                          <a:pt x="15247" y="4083"/>
                        </a:cubicBezTo>
                        <a:lnTo>
                          <a:pt x="15247" y="0"/>
                        </a:lnTo>
                        <a:close/>
                      </a:path>
                    </a:pathLst>
                  </a:custGeom>
                  <a:solidFill>
                    <a:srgbClr val="EEF0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5" name="Google Shape;4985;p72"/>
                  <p:cNvSpPr/>
                  <p:nvPr/>
                </p:nvSpPr>
                <p:spPr>
                  <a:xfrm>
                    <a:off x="6968649" y="2671926"/>
                    <a:ext cx="132738" cy="72712"/>
                  </a:xfrm>
                  <a:custGeom>
                    <a:avLst/>
                    <a:gdLst/>
                    <a:ahLst/>
                    <a:cxnLst/>
                    <a:rect l="l" t="t" r="r" b="b"/>
                    <a:pathLst>
                      <a:path w="22498" h="12324" extrusionOk="0">
                        <a:moveTo>
                          <a:pt x="1" y="0"/>
                        </a:moveTo>
                        <a:lnTo>
                          <a:pt x="1" y="2864"/>
                        </a:lnTo>
                        <a:cubicBezTo>
                          <a:pt x="1" y="8528"/>
                          <a:pt x="10476" y="12324"/>
                          <a:pt x="11248" y="12324"/>
                        </a:cubicBezTo>
                        <a:cubicBezTo>
                          <a:pt x="12022" y="12324"/>
                          <a:pt x="22498" y="7684"/>
                          <a:pt x="22498" y="2864"/>
                        </a:cubicBezTo>
                        <a:lnTo>
                          <a:pt x="22498" y="0"/>
                        </a:ln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6" name="Google Shape;4986;p72"/>
                  <p:cNvSpPr/>
                  <p:nvPr/>
                </p:nvSpPr>
                <p:spPr>
                  <a:xfrm>
                    <a:off x="6968649" y="2679891"/>
                    <a:ext cx="132738" cy="64747"/>
                  </a:xfrm>
                  <a:custGeom>
                    <a:avLst/>
                    <a:gdLst/>
                    <a:ahLst/>
                    <a:cxnLst/>
                    <a:rect l="l" t="t" r="r" b="b"/>
                    <a:pathLst>
                      <a:path w="22498" h="10974" extrusionOk="0">
                        <a:moveTo>
                          <a:pt x="1" y="1"/>
                        </a:moveTo>
                        <a:lnTo>
                          <a:pt x="1" y="1514"/>
                        </a:lnTo>
                        <a:cubicBezTo>
                          <a:pt x="1" y="7178"/>
                          <a:pt x="10476" y="10974"/>
                          <a:pt x="11248" y="10974"/>
                        </a:cubicBezTo>
                        <a:cubicBezTo>
                          <a:pt x="12022" y="10974"/>
                          <a:pt x="22498" y="6335"/>
                          <a:pt x="22498" y="1514"/>
                        </a:cubicBezTo>
                        <a:lnTo>
                          <a:pt x="22498" y="1"/>
                        </a:lnTo>
                        <a:cubicBezTo>
                          <a:pt x="22498" y="4821"/>
                          <a:pt x="12022" y="9459"/>
                          <a:pt x="11248" y="9459"/>
                        </a:cubicBezTo>
                        <a:cubicBezTo>
                          <a:pt x="10476" y="9459"/>
                          <a:pt x="1" y="5665"/>
                          <a:pt x="1" y="1"/>
                        </a:cubicBezTo>
                        <a:close/>
                      </a:path>
                    </a:pathLst>
                  </a:custGeom>
                  <a:solidFill>
                    <a:srgbClr val="D6D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7" name="Google Shape;4987;p72"/>
                  <p:cNvSpPr/>
                  <p:nvPr/>
                </p:nvSpPr>
                <p:spPr>
                  <a:xfrm>
                    <a:off x="6969091" y="2693467"/>
                    <a:ext cx="131729" cy="11765"/>
                  </a:xfrm>
                  <a:custGeom>
                    <a:avLst/>
                    <a:gdLst/>
                    <a:ahLst/>
                    <a:cxnLst/>
                    <a:rect l="l" t="t" r="r" b="b"/>
                    <a:pathLst>
                      <a:path w="22327" h="1994" extrusionOk="0">
                        <a:moveTo>
                          <a:pt x="52" y="1"/>
                        </a:moveTo>
                        <a:cubicBezTo>
                          <a:pt x="34" y="1"/>
                          <a:pt x="18" y="4"/>
                          <a:pt x="1" y="4"/>
                        </a:cubicBezTo>
                        <a:cubicBezTo>
                          <a:pt x="122" y="701"/>
                          <a:pt x="392" y="1367"/>
                          <a:pt x="778" y="1994"/>
                        </a:cubicBezTo>
                        <a:lnTo>
                          <a:pt x="21362" y="1994"/>
                        </a:lnTo>
                        <a:cubicBezTo>
                          <a:pt x="21834" y="1347"/>
                          <a:pt x="22173" y="680"/>
                          <a:pt x="22326" y="2"/>
                        </a:cubicBezTo>
                        <a:cubicBezTo>
                          <a:pt x="22316" y="2"/>
                          <a:pt x="22307" y="1"/>
                          <a:pt x="22297" y="1"/>
                        </a:cubicBezTo>
                        <a:close/>
                      </a:path>
                    </a:pathLst>
                  </a:custGeom>
                  <a:solidFill>
                    <a:srgbClr val="D6D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8" name="Google Shape;4988;p72"/>
                  <p:cNvSpPr/>
                  <p:nvPr/>
                </p:nvSpPr>
                <p:spPr>
                  <a:xfrm>
                    <a:off x="6821586" y="2078634"/>
                    <a:ext cx="426871" cy="544694"/>
                  </a:xfrm>
                  <a:custGeom>
                    <a:avLst/>
                    <a:gdLst/>
                    <a:ahLst/>
                    <a:cxnLst/>
                    <a:rect l="l" t="t" r="r" b="b"/>
                    <a:pathLst>
                      <a:path w="72351" h="92321" extrusionOk="0">
                        <a:moveTo>
                          <a:pt x="36174" y="1"/>
                        </a:moveTo>
                        <a:cubicBezTo>
                          <a:pt x="16216" y="1"/>
                          <a:pt x="37" y="16180"/>
                          <a:pt x="37" y="36140"/>
                        </a:cubicBezTo>
                        <a:cubicBezTo>
                          <a:pt x="37" y="36140"/>
                          <a:pt x="0" y="37141"/>
                          <a:pt x="140" y="38891"/>
                        </a:cubicBezTo>
                        <a:cubicBezTo>
                          <a:pt x="143" y="38928"/>
                          <a:pt x="147" y="38965"/>
                          <a:pt x="149" y="39003"/>
                        </a:cubicBezTo>
                        <a:cubicBezTo>
                          <a:pt x="164" y="39192"/>
                          <a:pt x="182" y="39386"/>
                          <a:pt x="201" y="39590"/>
                        </a:cubicBezTo>
                        <a:cubicBezTo>
                          <a:pt x="222" y="39817"/>
                          <a:pt x="246" y="40044"/>
                          <a:pt x="273" y="40271"/>
                        </a:cubicBezTo>
                        <a:cubicBezTo>
                          <a:pt x="281" y="40354"/>
                          <a:pt x="292" y="40436"/>
                          <a:pt x="301" y="40521"/>
                        </a:cubicBezTo>
                        <a:cubicBezTo>
                          <a:pt x="313" y="40621"/>
                          <a:pt x="325" y="40722"/>
                          <a:pt x="337" y="40822"/>
                        </a:cubicBezTo>
                        <a:cubicBezTo>
                          <a:pt x="1211" y="47845"/>
                          <a:pt x="4544" y="61615"/>
                          <a:pt x="17111" y="74112"/>
                        </a:cubicBezTo>
                        <a:cubicBezTo>
                          <a:pt x="19581" y="76568"/>
                          <a:pt x="21548" y="79501"/>
                          <a:pt x="22771" y="82763"/>
                        </a:cubicBezTo>
                        <a:cubicBezTo>
                          <a:pt x="23307" y="84192"/>
                          <a:pt x="23522" y="85567"/>
                          <a:pt x="23526" y="86552"/>
                        </a:cubicBezTo>
                        <a:cubicBezTo>
                          <a:pt x="23540" y="90527"/>
                          <a:pt x="23421" y="92321"/>
                          <a:pt x="36174" y="92321"/>
                        </a:cubicBezTo>
                        <a:cubicBezTo>
                          <a:pt x="48929" y="92321"/>
                          <a:pt x="48811" y="90527"/>
                          <a:pt x="48825" y="86552"/>
                        </a:cubicBezTo>
                        <a:cubicBezTo>
                          <a:pt x="48828" y="85567"/>
                          <a:pt x="49043" y="84192"/>
                          <a:pt x="49579" y="82763"/>
                        </a:cubicBezTo>
                        <a:cubicBezTo>
                          <a:pt x="50802" y="79501"/>
                          <a:pt x="52769" y="76568"/>
                          <a:pt x="55240" y="74112"/>
                        </a:cubicBezTo>
                        <a:cubicBezTo>
                          <a:pt x="67806" y="61615"/>
                          <a:pt x="71138" y="47845"/>
                          <a:pt x="72011" y="40822"/>
                        </a:cubicBezTo>
                        <a:cubicBezTo>
                          <a:pt x="72025" y="40722"/>
                          <a:pt x="72038" y="40621"/>
                          <a:pt x="72050" y="40521"/>
                        </a:cubicBezTo>
                        <a:cubicBezTo>
                          <a:pt x="72059" y="40436"/>
                          <a:pt x="72069" y="40354"/>
                          <a:pt x="72078" y="40271"/>
                        </a:cubicBezTo>
                        <a:cubicBezTo>
                          <a:pt x="72104" y="40044"/>
                          <a:pt x="72127" y="39817"/>
                          <a:pt x="72149" y="39590"/>
                        </a:cubicBezTo>
                        <a:cubicBezTo>
                          <a:pt x="72169" y="39386"/>
                          <a:pt x="72186" y="39192"/>
                          <a:pt x="72202" y="39003"/>
                        </a:cubicBezTo>
                        <a:cubicBezTo>
                          <a:pt x="72205" y="38966"/>
                          <a:pt x="72207" y="38928"/>
                          <a:pt x="72211" y="38891"/>
                        </a:cubicBezTo>
                        <a:cubicBezTo>
                          <a:pt x="72350" y="37141"/>
                          <a:pt x="72314" y="36140"/>
                          <a:pt x="72314" y="36140"/>
                        </a:cubicBezTo>
                        <a:cubicBezTo>
                          <a:pt x="72314" y="16180"/>
                          <a:pt x="56134" y="1"/>
                          <a:pt x="36174" y="1"/>
                        </a:cubicBezTo>
                        <a:close/>
                      </a:path>
                    </a:pathLst>
                  </a:custGeom>
                  <a:solidFill>
                    <a:srgbClr val="FEFE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9" name="Google Shape;4989;p72"/>
                  <p:cNvSpPr/>
                  <p:nvPr/>
                </p:nvSpPr>
                <p:spPr>
                  <a:xfrm>
                    <a:off x="6984514" y="2448953"/>
                    <a:ext cx="101008" cy="164409"/>
                  </a:xfrm>
                  <a:custGeom>
                    <a:avLst/>
                    <a:gdLst/>
                    <a:ahLst/>
                    <a:cxnLst/>
                    <a:rect l="l" t="t" r="r" b="b"/>
                    <a:pathLst>
                      <a:path w="17120" h="27866" extrusionOk="0">
                        <a:moveTo>
                          <a:pt x="1" y="0"/>
                        </a:moveTo>
                        <a:lnTo>
                          <a:pt x="4920" y="27866"/>
                        </a:lnTo>
                        <a:lnTo>
                          <a:pt x="12200" y="27866"/>
                        </a:lnTo>
                        <a:lnTo>
                          <a:pt x="17120" y="0"/>
                        </a:lnTo>
                        <a:close/>
                      </a:path>
                    </a:pathLst>
                  </a:custGeom>
                  <a:solidFill>
                    <a:srgbClr val="EDF1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0" name="Google Shape;4990;p72"/>
                  <p:cNvSpPr/>
                  <p:nvPr/>
                </p:nvSpPr>
                <p:spPr>
                  <a:xfrm>
                    <a:off x="6984514" y="2448953"/>
                    <a:ext cx="101008" cy="140963"/>
                  </a:xfrm>
                  <a:custGeom>
                    <a:avLst/>
                    <a:gdLst/>
                    <a:ahLst/>
                    <a:cxnLst/>
                    <a:rect l="l" t="t" r="r" b="b"/>
                    <a:pathLst>
                      <a:path w="17120" h="23892" extrusionOk="0">
                        <a:moveTo>
                          <a:pt x="1" y="0"/>
                        </a:moveTo>
                        <a:lnTo>
                          <a:pt x="4218" y="23891"/>
                        </a:lnTo>
                        <a:lnTo>
                          <a:pt x="12902" y="23891"/>
                        </a:lnTo>
                        <a:lnTo>
                          <a:pt x="17120"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1" name="Google Shape;4991;p72"/>
                  <p:cNvSpPr/>
                  <p:nvPr/>
                </p:nvSpPr>
                <p:spPr>
                  <a:xfrm>
                    <a:off x="7012451" y="2607162"/>
                    <a:ext cx="45141" cy="6201"/>
                  </a:xfrm>
                  <a:custGeom>
                    <a:avLst/>
                    <a:gdLst/>
                    <a:ahLst/>
                    <a:cxnLst/>
                    <a:rect l="l" t="t" r="r" b="b"/>
                    <a:pathLst>
                      <a:path w="7651" h="1051" extrusionOk="0">
                        <a:moveTo>
                          <a:pt x="0" y="1"/>
                        </a:moveTo>
                        <a:lnTo>
                          <a:pt x="185" y="1051"/>
                        </a:lnTo>
                        <a:lnTo>
                          <a:pt x="7465" y="1051"/>
                        </a:lnTo>
                        <a:lnTo>
                          <a:pt x="7650"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2" name="Google Shape;4992;p72"/>
                  <p:cNvSpPr/>
                  <p:nvPr/>
                </p:nvSpPr>
                <p:spPr>
                  <a:xfrm>
                    <a:off x="6968649" y="2664244"/>
                    <a:ext cx="132738" cy="25199"/>
                  </a:xfrm>
                  <a:custGeom>
                    <a:avLst/>
                    <a:gdLst/>
                    <a:ahLst/>
                    <a:cxnLst/>
                    <a:rect l="l" t="t" r="r" b="b"/>
                    <a:pathLst>
                      <a:path w="22498" h="4271" extrusionOk="0">
                        <a:moveTo>
                          <a:pt x="93" y="1"/>
                        </a:moveTo>
                        <a:cubicBezTo>
                          <a:pt x="43" y="1"/>
                          <a:pt x="1" y="43"/>
                          <a:pt x="1" y="95"/>
                        </a:cubicBezTo>
                        <a:lnTo>
                          <a:pt x="1" y="4176"/>
                        </a:lnTo>
                        <a:cubicBezTo>
                          <a:pt x="1" y="4229"/>
                          <a:pt x="43" y="4270"/>
                          <a:pt x="93" y="4270"/>
                        </a:cubicBezTo>
                        <a:lnTo>
                          <a:pt x="22405" y="4270"/>
                        </a:lnTo>
                        <a:cubicBezTo>
                          <a:pt x="22456" y="4270"/>
                          <a:pt x="22498" y="4229"/>
                          <a:pt x="22498" y="4176"/>
                        </a:cubicBezTo>
                        <a:lnTo>
                          <a:pt x="22498" y="95"/>
                        </a:lnTo>
                        <a:cubicBezTo>
                          <a:pt x="22498" y="43"/>
                          <a:pt x="22456" y="1"/>
                          <a:pt x="22405" y="1"/>
                        </a:cubicBez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3" name="Google Shape;4993;p72"/>
                  <p:cNvSpPr/>
                  <p:nvPr/>
                </p:nvSpPr>
                <p:spPr>
                  <a:xfrm>
                    <a:off x="6968649" y="2667389"/>
                    <a:ext cx="132738" cy="11776"/>
                  </a:xfrm>
                  <a:custGeom>
                    <a:avLst/>
                    <a:gdLst/>
                    <a:ahLst/>
                    <a:cxnLst/>
                    <a:rect l="l" t="t" r="r" b="b"/>
                    <a:pathLst>
                      <a:path w="22498" h="1996" extrusionOk="0">
                        <a:moveTo>
                          <a:pt x="22185" y="1"/>
                        </a:moveTo>
                        <a:lnTo>
                          <a:pt x="314" y="2"/>
                        </a:lnTo>
                        <a:cubicBezTo>
                          <a:pt x="113" y="247"/>
                          <a:pt x="3" y="556"/>
                          <a:pt x="1" y="874"/>
                        </a:cubicBezTo>
                        <a:lnTo>
                          <a:pt x="1" y="1880"/>
                        </a:lnTo>
                        <a:cubicBezTo>
                          <a:pt x="1" y="1915"/>
                          <a:pt x="8" y="1948"/>
                          <a:pt x="11" y="1983"/>
                        </a:cubicBezTo>
                        <a:cubicBezTo>
                          <a:pt x="48" y="1990"/>
                          <a:pt x="88" y="1994"/>
                          <a:pt x="127" y="1996"/>
                        </a:cubicBezTo>
                        <a:lnTo>
                          <a:pt x="22372" y="1996"/>
                        </a:lnTo>
                        <a:cubicBezTo>
                          <a:pt x="22410" y="1994"/>
                          <a:pt x="22449" y="1990"/>
                          <a:pt x="22487" y="1983"/>
                        </a:cubicBezTo>
                        <a:cubicBezTo>
                          <a:pt x="22491" y="1948"/>
                          <a:pt x="22498" y="1915"/>
                          <a:pt x="22498" y="1880"/>
                        </a:cubicBezTo>
                        <a:lnTo>
                          <a:pt x="22498" y="872"/>
                        </a:lnTo>
                        <a:cubicBezTo>
                          <a:pt x="22496" y="554"/>
                          <a:pt x="22386" y="247"/>
                          <a:pt x="22185" y="1"/>
                        </a:cubicBezTo>
                        <a:close/>
                      </a:path>
                    </a:pathLst>
                  </a:custGeom>
                  <a:solidFill>
                    <a:srgbClr val="D6D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4" name="Google Shape;4994;p72"/>
                  <p:cNvSpPr/>
                  <p:nvPr/>
                </p:nvSpPr>
                <p:spPr>
                  <a:xfrm>
                    <a:off x="6963510" y="2683549"/>
                    <a:ext cx="143022" cy="11776"/>
                  </a:xfrm>
                  <a:custGeom>
                    <a:avLst/>
                    <a:gdLst/>
                    <a:ahLst/>
                    <a:cxnLst/>
                    <a:rect l="l" t="t" r="r" b="b"/>
                    <a:pathLst>
                      <a:path w="24241" h="1996" extrusionOk="0">
                        <a:moveTo>
                          <a:pt x="46" y="1"/>
                        </a:moveTo>
                        <a:cubicBezTo>
                          <a:pt x="19" y="1"/>
                          <a:pt x="0" y="22"/>
                          <a:pt x="0" y="46"/>
                        </a:cubicBezTo>
                        <a:lnTo>
                          <a:pt x="0" y="1951"/>
                        </a:lnTo>
                        <a:cubicBezTo>
                          <a:pt x="0" y="1975"/>
                          <a:pt x="19" y="1996"/>
                          <a:pt x="46" y="1996"/>
                        </a:cubicBezTo>
                        <a:lnTo>
                          <a:pt x="24195" y="1996"/>
                        </a:lnTo>
                        <a:cubicBezTo>
                          <a:pt x="24219" y="1996"/>
                          <a:pt x="24240" y="1975"/>
                          <a:pt x="24240" y="1951"/>
                        </a:cubicBezTo>
                        <a:lnTo>
                          <a:pt x="24240" y="46"/>
                        </a:lnTo>
                        <a:cubicBezTo>
                          <a:pt x="24240" y="22"/>
                          <a:pt x="24219" y="1"/>
                          <a:pt x="24195" y="1"/>
                        </a:cubicBezTo>
                        <a:close/>
                      </a:path>
                    </a:pathLst>
                  </a:custGeom>
                  <a:solidFill>
                    <a:srgbClr val="EEF0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5" name="Google Shape;4995;p72"/>
                  <p:cNvSpPr/>
                  <p:nvPr/>
                </p:nvSpPr>
                <p:spPr>
                  <a:xfrm>
                    <a:off x="6968649" y="2642639"/>
                    <a:ext cx="132738" cy="25199"/>
                  </a:xfrm>
                  <a:custGeom>
                    <a:avLst/>
                    <a:gdLst/>
                    <a:ahLst/>
                    <a:cxnLst/>
                    <a:rect l="l" t="t" r="r" b="b"/>
                    <a:pathLst>
                      <a:path w="22498" h="4271" extrusionOk="0">
                        <a:moveTo>
                          <a:pt x="93" y="1"/>
                        </a:moveTo>
                        <a:cubicBezTo>
                          <a:pt x="43" y="1"/>
                          <a:pt x="1" y="43"/>
                          <a:pt x="1" y="95"/>
                        </a:cubicBezTo>
                        <a:lnTo>
                          <a:pt x="1" y="4176"/>
                        </a:lnTo>
                        <a:cubicBezTo>
                          <a:pt x="1" y="4229"/>
                          <a:pt x="43" y="4271"/>
                          <a:pt x="93" y="4271"/>
                        </a:cubicBezTo>
                        <a:lnTo>
                          <a:pt x="22405" y="4271"/>
                        </a:lnTo>
                        <a:cubicBezTo>
                          <a:pt x="22456" y="4271"/>
                          <a:pt x="22498" y="4229"/>
                          <a:pt x="22498" y="4176"/>
                        </a:cubicBezTo>
                        <a:lnTo>
                          <a:pt x="22498" y="95"/>
                        </a:lnTo>
                        <a:cubicBezTo>
                          <a:pt x="22498" y="43"/>
                          <a:pt x="22456" y="1"/>
                          <a:pt x="22405" y="1"/>
                        </a:cubicBez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6" name="Google Shape;4996;p72"/>
                  <p:cNvSpPr/>
                  <p:nvPr/>
                </p:nvSpPr>
                <p:spPr>
                  <a:xfrm>
                    <a:off x="6968649" y="2643990"/>
                    <a:ext cx="132738" cy="11776"/>
                  </a:xfrm>
                  <a:custGeom>
                    <a:avLst/>
                    <a:gdLst/>
                    <a:ahLst/>
                    <a:cxnLst/>
                    <a:rect l="l" t="t" r="r" b="b"/>
                    <a:pathLst>
                      <a:path w="22498" h="1996" extrusionOk="0">
                        <a:moveTo>
                          <a:pt x="642" y="1"/>
                        </a:moveTo>
                        <a:cubicBezTo>
                          <a:pt x="242" y="259"/>
                          <a:pt x="1" y="701"/>
                          <a:pt x="1" y="1177"/>
                        </a:cubicBezTo>
                        <a:lnTo>
                          <a:pt x="1" y="1984"/>
                        </a:lnTo>
                        <a:cubicBezTo>
                          <a:pt x="41" y="1991"/>
                          <a:pt x="83" y="1994"/>
                          <a:pt x="127" y="1996"/>
                        </a:cubicBezTo>
                        <a:lnTo>
                          <a:pt x="22372" y="1996"/>
                        </a:lnTo>
                        <a:cubicBezTo>
                          <a:pt x="22414" y="1994"/>
                          <a:pt x="22456" y="1991"/>
                          <a:pt x="22498" y="1984"/>
                        </a:cubicBezTo>
                        <a:lnTo>
                          <a:pt x="22498" y="1177"/>
                        </a:lnTo>
                        <a:cubicBezTo>
                          <a:pt x="22496" y="701"/>
                          <a:pt x="22255" y="259"/>
                          <a:pt x="21856" y="1"/>
                        </a:cubicBezTo>
                        <a:close/>
                      </a:path>
                    </a:pathLst>
                  </a:custGeom>
                  <a:solidFill>
                    <a:srgbClr val="D6D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7" name="Google Shape;4997;p72"/>
                  <p:cNvSpPr/>
                  <p:nvPr/>
                </p:nvSpPr>
                <p:spPr>
                  <a:xfrm>
                    <a:off x="6963510" y="2660156"/>
                    <a:ext cx="143022" cy="11776"/>
                  </a:xfrm>
                  <a:custGeom>
                    <a:avLst/>
                    <a:gdLst/>
                    <a:ahLst/>
                    <a:cxnLst/>
                    <a:rect l="l" t="t" r="r" b="b"/>
                    <a:pathLst>
                      <a:path w="24241" h="1996" extrusionOk="0">
                        <a:moveTo>
                          <a:pt x="998" y="0"/>
                        </a:moveTo>
                        <a:cubicBezTo>
                          <a:pt x="447" y="2"/>
                          <a:pt x="2" y="447"/>
                          <a:pt x="0" y="998"/>
                        </a:cubicBezTo>
                        <a:cubicBezTo>
                          <a:pt x="2" y="1548"/>
                          <a:pt x="447" y="1993"/>
                          <a:pt x="998" y="1995"/>
                        </a:cubicBezTo>
                        <a:lnTo>
                          <a:pt x="23243" y="1995"/>
                        </a:lnTo>
                        <a:cubicBezTo>
                          <a:pt x="23793" y="1993"/>
                          <a:pt x="24239" y="1548"/>
                          <a:pt x="24240" y="998"/>
                        </a:cubicBezTo>
                        <a:cubicBezTo>
                          <a:pt x="24239" y="447"/>
                          <a:pt x="23793" y="2"/>
                          <a:pt x="23243" y="0"/>
                        </a:cubicBezTo>
                        <a:close/>
                      </a:path>
                    </a:pathLst>
                  </a:custGeom>
                  <a:solidFill>
                    <a:srgbClr val="EEF0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8" name="Google Shape;4998;p72"/>
                  <p:cNvSpPr/>
                  <p:nvPr/>
                </p:nvSpPr>
                <p:spPr>
                  <a:xfrm>
                    <a:off x="6968649" y="2617451"/>
                    <a:ext cx="132738" cy="25193"/>
                  </a:xfrm>
                  <a:custGeom>
                    <a:avLst/>
                    <a:gdLst/>
                    <a:ahLst/>
                    <a:cxnLst/>
                    <a:rect l="l" t="t" r="r" b="b"/>
                    <a:pathLst>
                      <a:path w="22498" h="4270" extrusionOk="0">
                        <a:moveTo>
                          <a:pt x="93" y="0"/>
                        </a:moveTo>
                        <a:cubicBezTo>
                          <a:pt x="43" y="0"/>
                          <a:pt x="1" y="42"/>
                          <a:pt x="1" y="94"/>
                        </a:cubicBezTo>
                        <a:lnTo>
                          <a:pt x="1" y="4176"/>
                        </a:lnTo>
                        <a:cubicBezTo>
                          <a:pt x="1" y="4228"/>
                          <a:pt x="43" y="4270"/>
                          <a:pt x="93" y="4270"/>
                        </a:cubicBezTo>
                        <a:lnTo>
                          <a:pt x="22405" y="4270"/>
                        </a:lnTo>
                        <a:cubicBezTo>
                          <a:pt x="22456" y="4270"/>
                          <a:pt x="22498" y="4228"/>
                          <a:pt x="22498" y="4176"/>
                        </a:cubicBezTo>
                        <a:lnTo>
                          <a:pt x="22498" y="94"/>
                        </a:lnTo>
                        <a:cubicBezTo>
                          <a:pt x="22498" y="42"/>
                          <a:pt x="22456" y="0"/>
                          <a:pt x="22405" y="0"/>
                        </a:cubicBez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9" name="Google Shape;4999;p72"/>
                  <p:cNvSpPr/>
                  <p:nvPr/>
                </p:nvSpPr>
                <p:spPr>
                  <a:xfrm>
                    <a:off x="6968649" y="2620590"/>
                    <a:ext cx="132738" cy="11782"/>
                  </a:xfrm>
                  <a:custGeom>
                    <a:avLst/>
                    <a:gdLst/>
                    <a:ahLst/>
                    <a:cxnLst/>
                    <a:rect l="l" t="t" r="r" b="b"/>
                    <a:pathLst>
                      <a:path w="22498" h="1997" extrusionOk="0">
                        <a:moveTo>
                          <a:pt x="314" y="1"/>
                        </a:moveTo>
                        <a:cubicBezTo>
                          <a:pt x="113" y="247"/>
                          <a:pt x="3" y="555"/>
                          <a:pt x="1" y="873"/>
                        </a:cubicBezTo>
                        <a:lnTo>
                          <a:pt x="1" y="1982"/>
                        </a:lnTo>
                        <a:cubicBezTo>
                          <a:pt x="41" y="1989"/>
                          <a:pt x="83" y="1994"/>
                          <a:pt x="127" y="1996"/>
                        </a:cubicBezTo>
                        <a:lnTo>
                          <a:pt x="22372" y="1996"/>
                        </a:lnTo>
                        <a:cubicBezTo>
                          <a:pt x="22414" y="1994"/>
                          <a:pt x="22456" y="1989"/>
                          <a:pt x="22498" y="1982"/>
                        </a:cubicBezTo>
                        <a:lnTo>
                          <a:pt x="22498" y="873"/>
                        </a:lnTo>
                        <a:cubicBezTo>
                          <a:pt x="22496" y="555"/>
                          <a:pt x="22386" y="247"/>
                          <a:pt x="22185" y="1"/>
                        </a:cubicBezTo>
                        <a:close/>
                      </a:path>
                    </a:pathLst>
                  </a:custGeom>
                  <a:solidFill>
                    <a:srgbClr val="D6D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0" name="Google Shape;5000;p72"/>
                  <p:cNvSpPr/>
                  <p:nvPr/>
                </p:nvSpPr>
                <p:spPr>
                  <a:xfrm>
                    <a:off x="6963510" y="2613357"/>
                    <a:ext cx="143022" cy="11765"/>
                  </a:xfrm>
                  <a:custGeom>
                    <a:avLst/>
                    <a:gdLst/>
                    <a:ahLst/>
                    <a:cxnLst/>
                    <a:rect l="l" t="t" r="r" b="b"/>
                    <a:pathLst>
                      <a:path w="24241" h="1994" extrusionOk="0">
                        <a:moveTo>
                          <a:pt x="998" y="1"/>
                        </a:moveTo>
                        <a:cubicBezTo>
                          <a:pt x="447" y="2"/>
                          <a:pt x="2" y="448"/>
                          <a:pt x="0" y="996"/>
                        </a:cubicBezTo>
                        <a:cubicBezTo>
                          <a:pt x="2" y="1547"/>
                          <a:pt x="447" y="1992"/>
                          <a:pt x="998" y="1994"/>
                        </a:cubicBezTo>
                        <a:lnTo>
                          <a:pt x="23243" y="1994"/>
                        </a:lnTo>
                        <a:cubicBezTo>
                          <a:pt x="23793" y="1992"/>
                          <a:pt x="24239" y="1547"/>
                          <a:pt x="24240" y="996"/>
                        </a:cubicBezTo>
                        <a:cubicBezTo>
                          <a:pt x="24239" y="448"/>
                          <a:pt x="23793" y="2"/>
                          <a:pt x="23243" y="1"/>
                        </a:cubicBezTo>
                        <a:close/>
                      </a:path>
                    </a:pathLst>
                  </a:custGeom>
                  <a:solidFill>
                    <a:srgbClr val="EEF0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1" name="Google Shape;5001;p72"/>
                  <p:cNvSpPr/>
                  <p:nvPr/>
                </p:nvSpPr>
                <p:spPr>
                  <a:xfrm>
                    <a:off x="6850372" y="2107302"/>
                    <a:ext cx="369293" cy="477399"/>
                  </a:xfrm>
                  <a:custGeom>
                    <a:avLst/>
                    <a:gdLst/>
                    <a:ahLst/>
                    <a:cxnLst/>
                    <a:rect l="l" t="t" r="r" b="b"/>
                    <a:pathLst>
                      <a:path w="62592" h="80915" extrusionOk="0">
                        <a:moveTo>
                          <a:pt x="31297" y="0"/>
                        </a:moveTo>
                        <a:cubicBezTo>
                          <a:pt x="14049" y="0"/>
                          <a:pt x="16" y="14032"/>
                          <a:pt x="16" y="31281"/>
                        </a:cubicBezTo>
                        <a:lnTo>
                          <a:pt x="16" y="31387"/>
                        </a:lnTo>
                        <a:lnTo>
                          <a:pt x="13" y="31445"/>
                        </a:lnTo>
                        <a:cubicBezTo>
                          <a:pt x="11" y="31548"/>
                          <a:pt x="1" y="32341"/>
                          <a:pt x="104" y="33646"/>
                        </a:cubicBezTo>
                        <a:lnTo>
                          <a:pt x="104" y="33657"/>
                        </a:lnTo>
                        <a:lnTo>
                          <a:pt x="104" y="33667"/>
                        </a:lnTo>
                        <a:lnTo>
                          <a:pt x="105" y="33683"/>
                        </a:lnTo>
                        <a:lnTo>
                          <a:pt x="111" y="33746"/>
                        </a:lnTo>
                        <a:cubicBezTo>
                          <a:pt x="125" y="33912"/>
                          <a:pt x="139" y="34083"/>
                          <a:pt x="156" y="34265"/>
                        </a:cubicBezTo>
                        <a:cubicBezTo>
                          <a:pt x="175" y="34469"/>
                          <a:pt x="198" y="34667"/>
                          <a:pt x="219" y="34862"/>
                        </a:cubicBezTo>
                        <a:lnTo>
                          <a:pt x="245" y="35093"/>
                        </a:lnTo>
                        <a:lnTo>
                          <a:pt x="257" y="35191"/>
                        </a:lnTo>
                        <a:cubicBezTo>
                          <a:pt x="264" y="35241"/>
                          <a:pt x="270" y="35290"/>
                          <a:pt x="277" y="35341"/>
                        </a:cubicBezTo>
                        <a:lnTo>
                          <a:pt x="278" y="35353"/>
                        </a:lnTo>
                        <a:lnTo>
                          <a:pt x="278" y="35364"/>
                        </a:lnTo>
                        <a:cubicBezTo>
                          <a:pt x="1082" y="41822"/>
                          <a:pt x="4150" y="54364"/>
                          <a:pt x="15656" y="65807"/>
                        </a:cubicBezTo>
                        <a:cubicBezTo>
                          <a:pt x="18711" y="68844"/>
                          <a:pt x="20993" y="72340"/>
                          <a:pt x="22440" y="76197"/>
                        </a:cubicBezTo>
                        <a:cubicBezTo>
                          <a:pt x="22707" y="76910"/>
                          <a:pt x="22927" y="77638"/>
                          <a:pt x="23098" y="78379"/>
                        </a:cubicBezTo>
                        <a:cubicBezTo>
                          <a:pt x="23441" y="79855"/>
                          <a:pt x="24733" y="80914"/>
                          <a:pt x="26250" y="80914"/>
                        </a:cubicBezTo>
                        <a:lnTo>
                          <a:pt x="36339" y="80914"/>
                        </a:lnTo>
                        <a:cubicBezTo>
                          <a:pt x="37855" y="80914"/>
                          <a:pt x="39148" y="79855"/>
                          <a:pt x="39491" y="78379"/>
                        </a:cubicBezTo>
                        <a:cubicBezTo>
                          <a:pt x="39662" y="77638"/>
                          <a:pt x="39882" y="76910"/>
                          <a:pt x="40149" y="76197"/>
                        </a:cubicBezTo>
                        <a:cubicBezTo>
                          <a:pt x="41596" y="72340"/>
                          <a:pt x="43879" y="68844"/>
                          <a:pt x="46933" y="65807"/>
                        </a:cubicBezTo>
                        <a:cubicBezTo>
                          <a:pt x="58441" y="54364"/>
                          <a:pt x="61509" y="41822"/>
                          <a:pt x="62312" y="35364"/>
                        </a:cubicBezTo>
                        <a:lnTo>
                          <a:pt x="62314" y="35351"/>
                        </a:lnTo>
                        <a:lnTo>
                          <a:pt x="62314" y="35341"/>
                        </a:lnTo>
                        <a:cubicBezTo>
                          <a:pt x="62321" y="35290"/>
                          <a:pt x="62326" y="35240"/>
                          <a:pt x="62333" y="35191"/>
                        </a:cubicBezTo>
                        <a:lnTo>
                          <a:pt x="62346" y="35091"/>
                        </a:lnTo>
                        <a:lnTo>
                          <a:pt x="62370" y="34871"/>
                        </a:lnTo>
                        <a:cubicBezTo>
                          <a:pt x="62393" y="34667"/>
                          <a:pt x="62414" y="34469"/>
                          <a:pt x="62433" y="34272"/>
                        </a:cubicBezTo>
                        <a:cubicBezTo>
                          <a:pt x="62452" y="34083"/>
                          <a:pt x="62466" y="33912"/>
                          <a:pt x="62480" y="33746"/>
                        </a:cubicBezTo>
                        <a:lnTo>
                          <a:pt x="62485" y="33681"/>
                        </a:lnTo>
                        <a:lnTo>
                          <a:pt x="62487" y="33662"/>
                        </a:lnTo>
                        <a:cubicBezTo>
                          <a:pt x="62592" y="32338"/>
                          <a:pt x="62581" y="31543"/>
                          <a:pt x="62580" y="31443"/>
                        </a:cubicBezTo>
                        <a:lnTo>
                          <a:pt x="62574" y="31345"/>
                        </a:lnTo>
                        <a:lnTo>
                          <a:pt x="62576" y="31281"/>
                        </a:lnTo>
                        <a:cubicBezTo>
                          <a:pt x="62576" y="14032"/>
                          <a:pt x="48544" y="0"/>
                          <a:pt x="31297" y="0"/>
                        </a:cubicBezTo>
                        <a:close/>
                      </a:path>
                    </a:pathLst>
                  </a:custGeom>
                  <a:solidFill>
                    <a:srgbClr val="F3F5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2" name="Google Shape;5002;p72"/>
                  <p:cNvSpPr/>
                  <p:nvPr/>
                </p:nvSpPr>
                <p:spPr>
                  <a:xfrm>
                    <a:off x="6963510" y="2636756"/>
                    <a:ext cx="143022" cy="11776"/>
                  </a:xfrm>
                  <a:custGeom>
                    <a:avLst/>
                    <a:gdLst/>
                    <a:ahLst/>
                    <a:cxnLst/>
                    <a:rect l="l" t="t" r="r" b="b"/>
                    <a:pathLst>
                      <a:path w="24241" h="1996" extrusionOk="0">
                        <a:moveTo>
                          <a:pt x="998" y="0"/>
                        </a:moveTo>
                        <a:cubicBezTo>
                          <a:pt x="447" y="2"/>
                          <a:pt x="2" y="448"/>
                          <a:pt x="0" y="998"/>
                        </a:cubicBezTo>
                        <a:cubicBezTo>
                          <a:pt x="2" y="1548"/>
                          <a:pt x="447" y="1994"/>
                          <a:pt x="998" y="1995"/>
                        </a:cubicBezTo>
                        <a:lnTo>
                          <a:pt x="23243" y="1995"/>
                        </a:lnTo>
                        <a:cubicBezTo>
                          <a:pt x="23793" y="1994"/>
                          <a:pt x="24239" y="1548"/>
                          <a:pt x="24240" y="998"/>
                        </a:cubicBezTo>
                        <a:cubicBezTo>
                          <a:pt x="24239" y="448"/>
                          <a:pt x="23793" y="2"/>
                          <a:pt x="23243" y="0"/>
                        </a:cubicBezTo>
                        <a:close/>
                      </a:path>
                    </a:pathLst>
                  </a:custGeom>
                  <a:solidFill>
                    <a:srgbClr val="EEF0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03" name="Google Shape;5003;p72"/>
                <p:cNvSpPr/>
                <p:nvPr/>
              </p:nvSpPr>
              <p:spPr>
                <a:xfrm>
                  <a:off x="7046588" y="2275942"/>
                  <a:ext cx="173076" cy="113894"/>
                </a:xfrm>
                <a:custGeom>
                  <a:avLst/>
                  <a:gdLst/>
                  <a:ahLst/>
                  <a:cxnLst/>
                  <a:rect l="l" t="t" r="r" b="b"/>
                  <a:pathLst>
                    <a:path w="29335" h="19304" extrusionOk="0">
                      <a:moveTo>
                        <a:pt x="0" y="0"/>
                      </a:moveTo>
                      <a:lnTo>
                        <a:pt x="0" y="19303"/>
                      </a:lnTo>
                      <a:lnTo>
                        <a:pt x="25725" y="19303"/>
                      </a:lnTo>
                      <a:cubicBezTo>
                        <a:pt x="27782" y="14272"/>
                        <a:pt x="28673" y="9841"/>
                        <a:pt x="29054" y="6781"/>
                      </a:cubicBezTo>
                      <a:lnTo>
                        <a:pt x="29055" y="6770"/>
                      </a:lnTo>
                      <a:lnTo>
                        <a:pt x="29057" y="6758"/>
                      </a:lnTo>
                      <a:cubicBezTo>
                        <a:pt x="29064" y="6707"/>
                        <a:pt x="29069" y="6657"/>
                        <a:pt x="29075" y="6608"/>
                      </a:cubicBezTo>
                      <a:lnTo>
                        <a:pt x="29087" y="6508"/>
                      </a:lnTo>
                      <a:lnTo>
                        <a:pt x="29113" y="6288"/>
                      </a:lnTo>
                      <a:cubicBezTo>
                        <a:pt x="29136" y="6084"/>
                        <a:pt x="29157" y="5886"/>
                        <a:pt x="29176" y="5689"/>
                      </a:cubicBezTo>
                      <a:cubicBezTo>
                        <a:pt x="29193" y="5500"/>
                        <a:pt x="29209" y="5329"/>
                        <a:pt x="29221" y="5163"/>
                      </a:cubicBezTo>
                      <a:lnTo>
                        <a:pt x="29227" y="5098"/>
                      </a:lnTo>
                      <a:lnTo>
                        <a:pt x="29228" y="5079"/>
                      </a:lnTo>
                      <a:cubicBezTo>
                        <a:pt x="29335" y="3755"/>
                        <a:pt x="29323" y="2960"/>
                        <a:pt x="29321" y="2860"/>
                      </a:cubicBezTo>
                      <a:lnTo>
                        <a:pt x="29316" y="2762"/>
                      </a:lnTo>
                      <a:lnTo>
                        <a:pt x="29317" y="2698"/>
                      </a:lnTo>
                      <a:cubicBezTo>
                        <a:pt x="29317" y="1789"/>
                        <a:pt x="29277" y="890"/>
                        <a:pt x="29200" y="0"/>
                      </a:cubicBezTo>
                      <a:close/>
                    </a:path>
                  </a:pathLst>
                </a:custGeom>
                <a:solidFill>
                  <a:srgbClr val="4F67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4" name="Google Shape;5004;p72"/>
                <p:cNvSpPr/>
                <p:nvPr/>
              </p:nvSpPr>
              <p:spPr>
                <a:xfrm>
                  <a:off x="7046588" y="2107680"/>
                  <a:ext cx="168811" cy="145128"/>
                </a:xfrm>
                <a:custGeom>
                  <a:avLst/>
                  <a:gdLst/>
                  <a:ahLst/>
                  <a:cxnLst/>
                  <a:rect l="l" t="t" r="r" b="b"/>
                  <a:pathLst>
                    <a:path w="28612" h="24598" extrusionOk="0">
                      <a:moveTo>
                        <a:pt x="0" y="1"/>
                      </a:moveTo>
                      <a:lnTo>
                        <a:pt x="0" y="24597"/>
                      </a:lnTo>
                      <a:lnTo>
                        <a:pt x="28612" y="24597"/>
                      </a:lnTo>
                      <a:cubicBezTo>
                        <a:pt x="25701" y="11138"/>
                        <a:pt x="14102" y="876"/>
                        <a:pt x="0" y="1"/>
                      </a:cubicBezTo>
                      <a:close/>
                    </a:path>
                  </a:pathLst>
                </a:custGeom>
                <a:solidFill>
                  <a:srgbClr val="B3C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5" name="Google Shape;5005;p72"/>
                <p:cNvSpPr/>
                <p:nvPr/>
              </p:nvSpPr>
              <p:spPr>
                <a:xfrm>
                  <a:off x="6850372" y="2275942"/>
                  <a:ext cx="173082" cy="113894"/>
                </a:xfrm>
                <a:custGeom>
                  <a:avLst/>
                  <a:gdLst/>
                  <a:ahLst/>
                  <a:cxnLst/>
                  <a:rect l="l" t="t" r="r" b="b"/>
                  <a:pathLst>
                    <a:path w="29336" h="19304" extrusionOk="0">
                      <a:moveTo>
                        <a:pt x="133" y="0"/>
                      </a:moveTo>
                      <a:cubicBezTo>
                        <a:pt x="58" y="890"/>
                        <a:pt x="16" y="1789"/>
                        <a:pt x="16" y="2698"/>
                      </a:cubicBezTo>
                      <a:lnTo>
                        <a:pt x="16" y="2804"/>
                      </a:lnTo>
                      <a:lnTo>
                        <a:pt x="13" y="2862"/>
                      </a:lnTo>
                      <a:cubicBezTo>
                        <a:pt x="11" y="2965"/>
                        <a:pt x="1" y="3758"/>
                        <a:pt x="104" y="5065"/>
                      </a:cubicBezTo>
                      <a:lnTo>
                        <a:pt x="104" y="5075"/>
                      </a:lnTo>
                      <a:lnTo>
                        <a:pt x="104" y="5086"/>
                      </a:lnTo>
                      <a:lnTo>
                        <a:pt x="105" y="5100"/>
                      </a:lnTo>
                      <a:lnTo>
                        <a:pt x="111" y="5163"/>
                      </a:lnTo>
                      <a:cubicBezTo>
                        <a:pt x="125" y="5329"/>
                        <a:pt x="139" y="5500"/>
                        <a:pt x="156" y="5682"/>
                      </a:cubicBezTo>
                      <a:cubicBezTo>
                        <a:pt x="175" y="5886"/>
                        <a:pt x="198" y="6084"/>
                        <a:pt x="219" y="6279"/>
                      </a:cubicBezTo>
                      <a:lnTo>
                        <a:pt x="245" y="6510"/>
                      </a:lnTo>
                      <a:lnTo>
                        <a:pt x="257" y="6608"/>
                      </a:lnTo>
                      <a:cubicBezTo>
                        <a:pt x="264" y="6658"/>
                        <a:pt x="270" y="6709"/>
                        <a:pt x="277" y="6758"/>
                      </a:cubicBezTo>
                      <a:lnTo>
                        <a:pt x="278" y="6770"/>
                      </a:lnTo>
                      <a:lnTo>
                        <a:pt x="278" y="6781"/>
                      </a:lnTo>
                      <a:cubicBezTo>
                        <a:pt x="661" y="9843"/>
                        <a:pt x="1552" y="14272"/>
                        <a:pt x="3608" y="19303"/>
                      </a:cubicBezTo>
                      <a:lnTo>
                        <a:pt x="29333" y="19303"/>
                      </a:lnTo>
                      <a:lnTo>
                        <a:pt x="29335" y="0"/>
                      </a:lnTo>
                      <a:close/>
                    </a:path>
                  </a:pathLst>
                </a:custGeom>
                <a:solidFill>
                  <a:srgbClr val="C9D4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6" name="Google Shape;5006;p72"/>
                <p:cNvSpPr/>
                <p:nvPr/>
              </p:nvSpPr>
              <p:spPr>
                <a:xfrm>
                  <a:off x="6882243" y="2412957"/>
                  <a:ext cx="141211" cy="171743"/>
                </a:xfrm>
                <a:custGeom>
                  <a:avLst/>
                  <a:gdLst/>
                  <a:ahLst/>
                  <a:cxnLst/>
                  <a:rect l="l" t="t" r="r" b="b"/>
                  <a:pathLst>
                    <a:path w="23934" h="29109" extrusionOk="0">
                      <a:moveTo>
                        <a:pt x="0" y="1"/>
                      </a:moveTo>
                      <a:cubicBezTo>
                        <a:pt x="2303" y="4529"/>
                        <a:pt x="5584" y="9356"/>
                        <a:pt x="10256" y="14001"/>
                      </a:cubicBezTo>
                      <a:cubicBezTo>
                        <a:pt x="13309" y="17038"/>
                        <a:pt x="15593" y="20534"/>
                        <a:pt x="17039" y="24391"/>
                      </a:cubicBezTo>
                      <a:cubicBezTo>
                        <a:pt x="17307" y="25104"/>
                        <a:pt x="17527" y="25832"/>
                        <a:pt x="17698" y="26573"/>
                      </a:cubicBezTo>
                      <a:cubicBezTo>
                        <a:pt x="18040" y="28049"/>
                        <a:pt x="19333" y="29108"/>
                        <a:pt x="20850" y="29108"/>
                      </a:cubicBezTo>
                      <a:lnTo>
                        <a:pt x="23933" y="29108"/>
                      </a:lnTo>
                      <a:lnTo>
                        <a:pt x="23933" y="1"/>
                      </a:lnTo>
                      <a:close/>
                    </a:path>
                  </a:pathLst>
                </a:custGeom>
                <a:solidFill>
                  <a:srgbClr val="DBE3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7" name="Google Shape;5007;p72"/>
                <p:cNvSpPr/>
                <p:nvPr/>
              </p:nvSpPr>
              <p:spPr>
                <a:xfrm>
                  <a:off x="6854637" y="2107680"/>
                  <a:ext cx="168817" cy="145128"/>
                </a:xfrm>
                <a:custGeom>
                  <a:avLst/>
                  <a:gdLst/>
                  <a:ahLst/>
                  <a:cxnLst/>
                  <a:rect l="l" t="t" r="r" b="b"/>
                  <a:pathLst>
                    <a:path w="28613" h="24598" extrusionOk="0">
                      <a:moveTo>
                        <a:pt x="28612" y="1"/>
                      </a:moveTo>
                      <a:cubicBezTo>
                        <a:pt x="14512" y="876"/>
                        <a:pt x="2911" y="11138"/>
                        <a:pt x="1" y="24597"/>
                      </a:cubicBezTo>
                      <a:lnTo>
                        <a:pt x="28612" y="24597"/>
                      </a:lnTo>
                      <a:lnTo>
                        <a:pt x="28612" y="1"/>
                      </a:lnTo>
                      <a:close/>
                    </a:path>
                  </a:pathLst>
                </a:custGeom>
                <a:solidFill>
                  <a:srgbClr val="8FA1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8" name="Google Shape;5008;p72"/>
                <p:cNvSpPr/>
                <p:nvPr/>
              </p:nvSpPr>
              <p:spPr>
                <a:xfrm>
                  <a:off x="7046588" y="2412957"/>
                  <a:ext cx="141205" cy="171743"/>
                </a:xfrm>
                <a:custGeom>
                  <a:avLst/>
                  <a:gdLst/>
                  <a:ahLst/>
                  <a:cxnLst/>
                  <a:rect l="l" t="t" r="r" b="b"/>
                  <a:pathLst>
                    <a:path w="23933" h="29109" extrusionOk="0">
                      <a:moveTo>
                        <a:pt x="0" y="1"/>
                      </a:moveTo>
                      <a:lnTo>
                        <a:pt x="0" y="29108"/>
                      </a:lnTo>
                      <a:lnTo>
                        <a:pt x="3084" y="29108"/>
                      </a:lnTo>
                      <a:cubicBezTo>
                        <a:pt x="4600" y="29108"/>
                        <a:pt x="5893" y="28049"/>
                        <a:pt x="6235" y="26573"/>
                      </a:cubicBezTo>
                      <a:cubicBezTo>
                        <a:pt x="6407" y="25832"/>
                        <a:pt x="6627" y="25104"/>
                        <a:pt x="6894" y="24391"/>
                      </a:cubicBezTo>
                      <a:cubicBezTo>
                        <a:pt x="8341" y="20534"/>
                        <a:pt x="10622" y="17038"/>
                        <a:pt x="13678" y="14001"/>
                      </a:cubicBezTo>
                      <a:cubicBezTo>
                        <a:pt x="18349" y="9356"/>
                        <a:pt x="21630" y="4529"/>
                        <a:pt x="23933" y="1"/>
                      </a:cubicBezTo>
                      <a:close/>
                    </a:path>
                  </a:pathLst>
                </a:custGeom>
                <a:solidFill>
                  <a:srgbClr val="374F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5009" name="Google Shape;5009;p72"/>
          <p:cNvGrpSpPr/>
          <p:nvPr/>
        </p:nvGrpSpPr>
        <p:grpSpPr>
          <a:xfrm>
            <a:off x="5780173" y="1862968"/>
            <a:ext cx="671358" cy="671358"/>
            <a:chOff x="6535625" y="760425"/>
            <a:chExt cx="1665900" cy="1665900"/>
          </a:xfrm>
        </p:grpSpPr>
        <p:sp>
          <p:nvSpPr>
            <p:cNvPr id="5010" name="Google Shape;5010;p72"/>
            <p:cNvSpPr/>
            <p:nvPr/>
          </p:nvSpPr>
          <p:spPr>
            <a:xfrm>
              <a:off x="6535625" y="760425"/>
              <a:ext cx="1665900" cy="16659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1" name="Google Shape;5011;p72"/>
            <p:cNvSpPr/>
            <p:nvPr/>
          </p:nvSpPr>
          <p:spPr>
            <a:xfrm>
              <a:off x="6713675" y="1116525"/>
              <a:ext cx="1309800" cy="13098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2" name="Google Shape;5012;p72"/>
            <p:cNvSpPr/>
            <p:nvPr/>
          </p:nvSpPr>
          <p:spPr>
            <a:xfrm>
              <a:off x="6831275" y="1351725"/>
              <a:ext cx="1074600" cy="1074600"/>
            </a:xfrm>
            <a:prstGeom prst="ellipse">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3" name="Google Shape;5013;p72"/>
            <p:cNvSpPr/>
            <p:nvPr/>
          </p:nvSpPr>
          <p:spPr>
            <a:xfrm>
              <a:off x="6942425" y="1574025"/>
              <a:ext cx="852300" cy="852300"/>
            </a:xfrm>
            <a:prstGeom prst="ellipse">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14" name="Google Shape;5014;p72"/>
          <p:cNvGrpSpPr/>
          <p:nvPr/>
        </p:nvGrpSpPr>
        <p:grpSpPr>
          <a:xfrm>
            <a:off x="716989" y="3531368"/>
            <a:ext cx="1340789" cy="640830"/>
            <a:chOff x="238125" y="1151100"/>
            <a:chExt cx="7139450" cy="3412300"/>
          </a:xfrm>
        </p:grpSpPr>
        <p:sp>
          <p:nvSpPr>
            <p:cNvPr id="5015" name="Google Shape;5015;p72"/>
            <p:cNvSpPr/>
            <p:nvPr/>
          </p:nvSpPr>
          <p:spPr>
            <a:xfrm>
              <a:off x="3468350" y="4223875"/>
              <a:ext cx="679000" cy="339525"/>
            </a:xfrm>
            <a:custGeom>
              <a:avLst/>
              <a:gdLst/>
              <a:ahLst/>
              <a:cxnLst/>
              <a:rect l="l" t="t" r="r" b="b"/>
              <a:pathLst>
                <a:path w="27160" h="13581" extrusionOk="0">
                  <a:moveTo>
                    <a:pt x="13580" y="1"/>
                  </a:moveTo>
                  <a:cubicBezTo>
                    <a:pt x="6083" y="1"/>
                    <a:pt x="0" y="6077"/>
                    <a:pt x="0" y="13580"/>
                  </a:cubicBezTo>
                  <a:lnTo>
                    <a:pt x="27159" y="13580"/>
                  </a:lnTo>
                  <a:cubicBezTo>
                    <a:pt x="27159" y="6077"/>
                    <a:pt x="21083" y="1"/>
                    <a:pt x="13580"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6" name="Google Shape;5016;p72"/>
            <p:cNvSpPr/>
            <p:nvPr/>
          </p:nvSpPr>
          <p:spPr>
            <a:xfrm>
              <a:off x="3730250" y="3276125"/>
              <a:ext cx="147275" cy="956575"/>
            </a:xfrm>
            <a:custGeom>
              <a:avLst/>
              <a:gdLst/>
              <a:ahLst/>
              <a:cxnLst/>
              <a:rect l="l" t="t" r="r" b="b"/>
              <a:pathLst>
                <a:path w="5891" h="38263" extrusionOk="0">
                  <a:moveTo>
                    <a:pt x="3276" y="0"/>
                  </a:moveTo>
                  <a:lnTo>
                    <a:pt x="0" y="38263"/>
                  </a:lnTo>
                  <a:lnTo>
                    <a:pt x="5890" y="38194"/>
                  </a:lnTo>
                  <a:lnTo>
                    <a:pt x="3276"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7" name="Google Shape;5017;p72"/>
            <p:cNvSpPr/>
            <p:nvPr/>
          </p:nvSpPr>
          <p:spPr>
            <a:xfrm>
              <a:off x="3796275" y="3875600"/>
              <a:ext cx="839350" cy="630550"/>
            </a:xfrm>
            <a:custGeom>
              <a:avLst/>
              <a:gdLst/>
              <a:ahLst/>
              <a:cxnLst/>
              <a:rect l="l" t="t" r="r" b="b"/>
              <a:pathLst>
                <a:path w="33574" h="25222" extrusionOk="0">
                  <a:moveTo>
                    <a:pt x="32291" y="1"/>
                  </a:moveTo>
                  <a:lnTo>
                    <a:pt x="1" y="23463"/>
                  </a:lnTo>
                  <a:lnTo>
                    <a:pt x="1277" y="25222"/>
                  </a:lnTo>
                  <a:lnTo>
                    <a:pt x="33574" y="1759"/>
                  </a:lnTo>
                  <a:lnTo>
                    <a:pt x="32291"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8" name="Google Shape;5018;p72"/>
            <p:cNvSpPr/>
            <p:nvPr/>
          </p:nvSpPr>
          <p:spPr>
            <a:xfrm>
              <a:off x="6240475" y="3130600"/>
              <a:ext cx="1137100" cy="1432800"/>
            </a:xfrm>
            <a:custGeom>
              <a:avLst/>
              <a:gdLst/>
              <a:ahLst/>
              <a:cxnLst/>
              <a:rect l="l" t="t" r="r" b="b"/>
              <a:pathLst>
                <a:path w="45484" h="57312" extrusionOk="0">
                  <a:moveTo>
                    <a:pt x="30704" y="0"/>
                  </a:moveTo>
                  <a:lnTo>
                    <a:pt x="0" y="13745"/>
                  </a:lnTo>
                  <a:cubicBezTo>
                    <a:pt x="6979" y="27270"/>
                    <a:pt x="11042" y="42111"/>
                    <a:pt x="11917" y="57311"/>
                  </a:cubicBezTo>
                  <a:lnTo>
                    <a:pt x="45484" y="57311"/>
                  </a:lnTo>
                  <a:cubicBezTo>
                    <a:pt x="44594" y="37118"/>
                    <a:pt x="39525" y="17683"/>
                    <a:pt x="3070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9" name="Google Shape;5019;p72"/>
            <p:cNvSpPr/>
            <p:nvPr/>
          </p:nvSpPr>
          <p:spPr>
            <a:xfrm>
              <a:off x="5243900" y="1696775"/>
              <a:ext cx="1764175" cy="1777475"/>
            </a:xfrm>
            <a:custGeom>
              <a:avLst/>
              <a:gdLst/>
              <a:ahLst/>
              <a:cxnLst/>
              <a:rect l="l" t="t" r="r" b="b"/>
              <a:pathLst>
                <a:path w="70567" h="71099" extrusionOk="0">
                  <a:moveTo>
                    <a:pt x="18573" y="1"/>
                  </a:moveTo>
                  <a:lnTo>
                    <a:pt x="0" y="28008"/>
                  </a:lnTo>
                  <a:cubicBezTo>
                    <a:pt x="16938" y="38505"/>
                    <a:pt x="30711" y="53395"/>
                    <a:pt x="39863" y="71098"/>
                  </a:cubicBezTo>
                  <a:lnTo>
                    <a:pt x="70567" y="57353"/>
                  </a:lnTo>
                  <a:cubicBezTo>
                    <a:pt x="63753" y="43719"/>
                    <a:pt x="54712" y="31125"/>
                    <a:pt x="43629" y="20042"/>
                  </a:cubicBezTo>
                  <a:cubicBezTo>
                    <a:pt x="36049" y="12449"/>
                    <a:pt x="27642" y="5725"/>
                    <a:pt x="1857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0" name="Google Shape;5020;p72"/>
            <p:cNvSpPr/>
            <p:nvPr/>
          </p:nvSpPr>
          <p:spPr>
            <a:xfrm>
              <a:off x="3812150" y="1151100"/>
              <a:ext cx="1896075" cy="1245900"/>
            </a:xfrm>
            <a:custGeom>
              <a:avLst/>
              <a:gdLst/>
              <a:ahLst/>
              <a:cxnLst/>
              <a:rect l="l" t="t" r="r" b="b"/>
              <a:pathLst>
                <a:path w="75843" h="49836" extrusionOk="0">
                  <a:moveTo>
                    <a:pt x="0" y="0"/>
                  </a:moveTo>
                  <a:lnTo>
                    <a:pt x="0" y="33518"/>
                  </a:lnTo>
                  <a:cubicBezTo>
                    <a:pt x="20987" y="33552"/>
                    <a:pt x="40615" y="39518"/>
                    <a:pt x="57270" y="49835"/>
                  </a:cubicBezTo>
                  <a:lnTo>
                    <a:pt x="75843" y="21828"/>
                  </a:lnTo>
                  <a:cubicBezTo>
                    <a:pt x="53339" y="7641"/>
                    <a:pt x="27256" y="28"/>
                    <a:pt x="0"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1" name="Google Shape;5021;p72"/>
            <p:cNvSpPr/>
            <p:nvPr/>
          </p:nvSpPr>
          <p:spPr>
            <a:xfrm>
              <a:off x="1910550" y="1151100"/>
              <a:ext cx="1901625" cy="1244175"/>
            </a:xfrm>
            <a:custGeom>
              <a:avLst/>
              <a:gdLst/>
              <a:ahLst/>
              <a:cxnLst/>
              <a:rect l="l" t="t" r="r" b="b"/>
              <a:pathLst>
                <a:path w="76065" h="49767" extrusionOk="0">
                  <a:moveTo>
                    <a:pt x="75892" y="0"/>
                  </a:moveTo>
                  <a:cubicBezTo>
                    <a:pt x="48629" y="0"/>
                    <a:pt x="22525" y="7579"/>
                    <a:pt x="1" y="21745"/>
                  </a:cubicBezTo>
                  <a:lnTo>
                    <a:pt x="18574" y="49766"/>
                  </a:lnTo>
                  <a:cubicBezTo>
                    <a:pt x="35250" y="39463"/>
                    <a:pt x="54898" y="33518"/>
                    <a:pt x="75892" y="33518"/>
                  </a:cubicBezTo>
                  <a:lnTo>
                    <a:pt x="76064" y="33518"/>
                  </a:lnTo>
                  <a:lnTo>
                    <a:pt x="76064"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2" name="Google Shape;5022;p72"/>
            <p:cNvSpPr/>
            <p:nvPr/>
          </p:nvSpPr>
          <p:spPr>
            <a:xfrm>
              <a:off x="608475" y="1694725"/>
              <a:ext cx="1766425" cy="1778150"/>
            </a:xfrm>
            <a:custGeom>
              <a:avLst/>
              <a:gdLst/>
              <a:ahLst/>
              <a:cxnLst/>
              <a:rect l="l" t="t" r="r" b="b"/>
              <a:pathLst>
                <a:path w="70657" h="71126" extrusionOk="0">
                  <a:moveTo>
                    <a:pt x="52084" y="0"/>
                  </a:moveTo>
                  <a:cubicBezTo>
                    <a:pt x="42959" y="5745"/>
                    <a:pt x="34518" y="12490"/>
                    <a:pt x="26904" y="20124"/>
                  </a:cubicBezTo>
                  <a:cubicBezTo>
                    <a:pt x="15828" y="31194"/>
                    <a:pt x="6800" y="43759"/>
                    <a:pt x="0" y="57373"/>
                  </a:cubicBezTo>
                  <a:lnTo>
                    <a:pt x="30704" y="71125"/>
                  </a:lnTo>
                  <a:cubicBezTo>
                    <a:pt x="39870" y="53401"/>
                    <a:pt x="53677" y="38504"/>
                    <a:pt x="70657" y="28021"/>
                  </a:cubicBezTo>
                  <a:lnTo>
                    <a:pt x="52084"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3" name="Google Shape;5023;p72"/>
            <p:cNvSpPr/>
            <p:nvPr/>
          </p:nvSpPr>
          <p:spPr>
            <a:xfrm>
              <a:off x="238125" y="3129050"/>
              <a:ext cx="1137975" cy="1434175"/>
            </a:xfrm>
            <a:custGeom>
              <a:avLst/>
              <a:gdLst/>
              <a:ahLst/>
              <a:cxnLst/>
              <a:rect l="l" t="t" r="r" b="b"/>
              <a:pathLst>
                <a:path w="45519" h="57367" extrusionOk="0">
                  <a:moveTo>
                    <a:pt x="14814" y="0"/>
                  </a:moveTo>
                  <a:cubicBezTo>
                    <a:pt x="5966" y="17697"/>
                    <a:pt x="890" y="37152"/>
                    <a:pt x="0" y="57366"/>
                  </a:cubicBezTo>
                  <a:lnTo>
                    <a:pt x="33566" y="57366"/>
                  </a:lnTo>
                  <a:cubicBezTo>
                    <a:pt x="34442" y="42152"/>
                    <a:pt x="38511" y="27283"/>
                    <a:pt x="45518" y="13745"/>
                  </a:cubicBezTo>
                  <a:lnTo>
                    <a:pt x="14814"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4" name="Google Shape;5024;p72"/>
            <p:cNvSpPr/>
            <p:nvPr/>
          </p:nvSpPr>
          <p:spPr>
            <a:xfrm>
              <a:off x="1924656" y="1941325"/>
              <a:ext cx="3773110" cy="1646329"/>
            </a:xfrm>
            <a:custGeom>
              <a:avLst/>
              <a:gdLst/>
              <a:ahLst/>
              <a:cxnLst/>
              <a:rect l="l" t="t" r="r" b="b"/>
              <a:pathLst>
                <a:path w="148183" h="64657" extrusionOk="0">
                  <a:moveTo>
                    <a:pt x="74043" y="1"/>
                  </a:moveTo>
                  <a:cubicBezTo>
                    <a:pt x="45518" y="1"/>
                    <a:pt x="19504" y="10966"/>
                    <a:pt x="0" y="28932"/>
                  </a:cubicBezTo>
                  <a:lnTo>
                    <a:pt x="35732" y="64657"/>
                  </a:lnTo>
                  <a:cubicBezTo>
                    <a:pt x="45553" y="54774"/>
                    <a:pt x="59167" y="48663"/>
                    <a:pt x="74208" y="48663"/>
                  </a:cubicBezTo>
                  <a:cubicBezTo>
                    <a:pt x="89215" y="48663"/>
                    <a:pt x="102788" y="54739"/>
                    <a:pt x="112623" y="64567"/>
                  </a:cubicBezTo>
                  <a:lnTo>
                    <a:pt x="148182" y="29008"/>
                  </a:lnTo>
                  <a:cubicBezTo>
                    <a:pt x="128671" y="11008"/>
                    <a:pt x="102623" y="1"/>
                    <a:pt x="7404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5" name="Google Shape;5025;p72"/>
            <p:cNvSpPr/>
            <p:nvPr/>
          </p:nvSpPr>
          <p:spPr>
            <a:xfrm>
              <a:off x="1028863" y="2678027"/>
              <a:ext cx="1805597" cy="1885320"/>
            </a:xfrm>
            <a:custGeom>
              <a:avLst/>
              <a:gdLst/>
              <a:ahLst/>
              <a:cxnLst/>
              <a:rect l="l" t="t" r="r" b="b"/>
              <a:pathLst>
                <a:path w="70912" h="74043" extrusionOk="0">
                  <a:moveTo>
                    <a:pt x="35180" y="0"/>
                  </a:moveTo>
                  <a:cubicBezTo>
                    <a:pt x="14925" y="18642"/>
                    <a:pt x="1697" y="44814"/>
                    <a:pt x="0" y="74042"/>
                  </a:cubicBezTo>
                  <a:lnTo>
                    <a:pt x="55077" y="74042"/>
                  </a:lnTo>
                  <a:cubicBezTo>
                    <a:pt x="55077" y="59084"/>
                    <a:pt x="61118" y="45545"/>
                    <a:pt x="70912" y="35725"/>
                  </a:cubicBezTo>
                  <a:lnTo>
                    <a:pt x="35180" y="0"/>
                  </a:ln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6" name="Google Shape;5026;p72"/>
            <p:cNvSpPr/>
            <p:nvPr/>
          </p:nvSpPr>
          <p:spPr>
            <a:xfrm>
              <a:off x="4792190" y="2679937"/>
              <a:ext cx="1798951" cy="1883410"/>
            </a:xfrm>
            <a:custGeom>
              <a:avLst/>
              <a:gdLst/>
              <a:ahLst/>
              <a:cxnLst/>
              <a:rect l="l" t="t" r="r" b="b"/>
              <a:pathLst>
                <a:path w="70651" h="73968" extrusionOk="0">
                  <a:moveTo>
                    <a:pt x="35567" y="1"/>
                  </a:moveTo>
                  <a:lnTo>
                    <a:pt x="1" y="35560"/>
                  </a:lnTo>
                  <a:cubicBezTo>
                    <a:pt x="9836" y="45388"/>
                    <a:pt x="15912" y="58967"/>
                    <a:pt x="15912" y="73967"/>
                  </a:cubicBezTo>
                  <a:lnTo>
                    <a:pt x="70650" y="73967"/>
                  </a:lnTo>
                  <a:cubicBezTo>
                    <a:pt x="68954" y="44795"/>
                    <a:pt x="55767" y="18643"/>
                    <a:pt x="35567"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27" name="Google Shape;5027;p72"/>
          <p:cNvGrpSpPr/>
          <p:nvPr/>
        </p:nvGrpSpPr>
        <p:grpSpPr>
          <a:xfrm>
            <a:off x="5584212" y="2734649"/>
            <a:ext cx="985357" cy="585764"/>
            <a:chOff x="5145061" y="2881789"/>
            <a:chExt cx="1107641" cy="658458"/>
          </a:xfrm>
        </p:grpSpPr>
        <p:grpSp>
          <p:nvGrpSpPr>
            <p:cNvPr id="5028" name="Google Shape;5028;p72"/>
            <p:cNvGrpSpPr/>
            <p:nvPr/>
          </p:nvGrpSpPr>
          <p:grpSpPr>
            <a:xfrm>
              <a:off x="5722989" y="3244587"/>
              <a:ext cx="529713" cy="295659"/>
              <a:chOff x="5722989" y="3244587"/>
              <a:chExt cx="529713" cy="295659"/>
            </a:xfrm>
          </p:grpSpPr>
          <p:sp>
            <p:nvSpPr>
              <p:cNvPr id="5029" name="Google Shape;5029;p72"/>
              <p:cNvSpPr/>
              <p:nvPr/>
            </p:nvSpPr>
            <p:spPr>
              <a:xfrm>
                <a:off x="5722989" y="3244587"/>
                <a:ext cx="341346" cy="295659"/>
              </a:xfrm>
              <a:custGeom>
                <a:avLst/>
                <a:gdLst/>
                <a:ahLst/>
                <a:cxnLst/>
                <a:rect l="l" t="t" r="r" b="b"/>
                <a:pathLst>
                  <a:path w="2576195" h="2231390" extrusionOk="0">
                    <a:moveTo>
                      <a:pt x="1288021" y="0"/>
                    </a:moveTo>
                    <a:lnTo>
                      <a:pt x="0" y="2230932"/>
                    </a:lnTo>
                    <a:lnTo>
                      <a:pt x="2576042" y="2230932"/>
                    </a:lnTo>
                    <a:lnTo>
                      <a:pt x="1288021" y="0"/>
                    </a:lnTo>
                    <a:close/>
                  </a:path>
                </a:pathLst>
              </a:custGeom>
              <a:solidFill>
                <a:srgbClr val="869FB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900"/>
              </a:p>
            </p:txBody>
          </p:sp>
          <p:sp>
            <p:nvSpPr>
              <p:cNvPr id="5030" name="Google Shape;5030;p72"/>
              <p:cNvSpPr/>
              <p:nvPr/>
            </p:nvSpPr>
            <p:spPr>
              <a:xfrm>
                <a:off x="6035543" y="3298113"/>
                <a:ext cx="217159" cy="224928"/>
              </a:xfrm>
              <a:custGeom>
                <a:avLst/>
                <a:gdLst/>
                <a:ahLst/>
                <a:cxnLst/>
                <a:rect l="l" t="t" r="r" b="b"/>
                <a:pathLst>
                  <a:path w="1638934" h="2306954" extrusionOk="0">
                    <a:moveTo>
                      <a:pt x="1638680" y="0"/>
                    </a:moveTo>
                    <a:lnTo>
                      <a:pt x="697255" y="0"/>
                    </a:lnTo>
                    <a:lnTo>
                      <a:pt x="697255" y="2306535"/>
                    </a:lnTo>
                    <a:lnTo>
                      <a:pt x="0" y="2306535"/>
                    </a:lnTo>
                  </a:path>
                </a:pathLst>
              </a:custGeom>
              <a:noFill/>
              <a:ln w="28575" cap="flat" cmpd="sng">
                <a:solidFill>
                  <a:srgbClr val="869F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900"/>
              </a:p>
            </p:txBody>
          </p:sp>
        </p:grpSp>
        <p:grpSp>
          <p:nvGrpSpPr>
            <p:cNvPr id="5031" name="Google Shape;5031;p72"/>
            <p:cNvGrpSpPr/>
            <p:nvPr/>
          </p:nvGrpSpPr>
          <p:grpSpPr>
            <a:xfrm>
              <a:off x="5145061" y="3244587"/>
              <a:ext cx="536807" cy="295659"/>
              <a:chOff x="5145061" y="3244587"/>
              <a:chExt cx="536807" cy="295659"/>
            </a:xfrm>
          </p:grpSpPr>
          <p:sp>
            <p:nvSpPr>
              <p:cNvPr id="5032" name="Google Shape;5032;p72"/>
              <p:cNvSpPr/>
              <p:nvPr/>
            </p:nvSpPr>
            <p:spPr>
              <a:xfrm>
                <a:off x="5340522" y="3244587"/>
                <a:ext cx="341346" cy="295659"/>
              </a:xfrm>
              <a:custGeom>
                <a:avLst/>
                <a:gdLst/>
                <a:ahLst/>
                <a:cxnLst/>
                <a:rect l="l" t="t" r="r" b="b"/>
                <a:pathLst>
                  <a:path w="2576195" h="2231390" extrusionOk="0">
                    <a:moveTo>
                      <a:pt x="1288034" y="0"/>
                    </a:moveTo>
                    <a:lnTo>
                      <a:pt x="0" y="2230920"/>
                    </a:lnTo>
                    <a:lnTo>
                      <a:pt x="2576055" y="2230920"/>
                    </a:lnTo>
                    <a:lnTo>
                      <a:pt x="1288034" y="0"/>
                    </a:lnTo>
                    <a:close/>
                  </a:path>
                </a:pathLst>
              </a:custGeom>
              <a:solidFill>
                <a:srgbClr val="5F7D95"/>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900"/>
              </a:p>
            </p:txBody>
          </p:sp>
          <p:sp>
            <p:nvSpPr>
              <p:cNvPr id="5033" name="Google Shape;5033;p72"/>
              <p:cNvSpPr/>
              <p:nvPr/>
            </p:nvSpPr>
            <p:spPr>
              <a:xfrm flipH="1">
                <a:off x="5145061" y="3298599"/>
                <a:ext cx="217159" cy="224928"/>
              </a:xfrm>
              <a:custGeom>
                <a:avLst/>
                <a:gdLst/>
                <a:ahLst/>
                <a:cxnLst/>
                <a:rect l="l" t="t" r="r" b="b"/>
                <a:pathLst>
                  <a:path w="1638934" h="2306954" extrusionOk="0">
                    <a:moveTo>
                      <a:pt x="1638680" y="0"/>
                    </a:moveTo>
                    <a:lnTo>
                      <a:pt x="697255" y="0"/>
                    </a:lnTo>
                    <a:lnTo>
                      <a:pt x="697255" y="2306535"/>
                    </a:lnTo>
                    <a:lnTo>
                      <a:pt x="0" y="2306535"/>
                    </a:lnTo>
                  </a:path>
                </a:pathLst>
              </a:custGeom>
              <a:noFill/>
              <a:ln w="28575" cap="flat" cmpd="sng">
                <a:solidFill>
                  <a:srgbClr val="5F7D9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900"/>
              </a:p>
            </p:txBody>
          </p:sp>
        </p:grpSp>
        <p:grpSp>
          <p:nvGrpSpPr>
            <p:cNvPr id="5034" name="Google Shape;5034;p72"/>
            <p:cNvGrpSpPr/>
            <p:nvPr/>
          </p:nvGrpSpPr>
          <p:grpSpPr>
            <a:xfrm>
              <a:off x="5341327" y="2898245"/>
              <a:ext cx="532309" cy="614891"/>
              <a:chOff x="5341327" y="2898245"/>
              <a:chExt cx="532309" cy="614891"/>
            </a:xfrm>
          </p:grpSpPr>
          <p:sp>
            <p:nvSpPr>
              <p:cNvPr id="5035" name="Google Shape;5035;p72"/>
              <p:cNvSpPr/>
              <p:nvPr/>
            </p:nvSpPr>
            <p:spPr>
              <a:xfrm>
                <a:off x="5532290" y="3217476"/>
                <a:ext cx="341346" cy="295659"/>
              </a:xfrm>
              <a:custGeom>
                <a:avLst/>
                <a:gdLst/>
                <a:ahLst/>
                <a:cxnLst/>
                <a:rect l="l" t="t" r="r" b="b"/>
                <a:pathLst>
                  <a:path w="2576195" h="2231390" extrusionOk="0">
                    <a:moveTo>
                      <a:pt x="2576042" y="0"/>
                    </a:moveTo>
                    <a:lnTo>
                      <a:pt x="0" y="0"/>
                    </a:lnTo>
                    <a:lnTo>
                      <a:pt x="1288021" y="2230920"/>
                    </a:lnTo>
                    <a:lnTo>
                      <a:pt x="2576042" y="0"/>
                    </a:lnTo>
                    <a:close/>
                  </a:path>
                </a:pathLst>
              </a:custGeom>
              <a:solidFill>
                <a:srgbClr val="E3E9E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900"/>
              </a:p>
            </p:txBody>
          </p:sp>
          <p:sp>
            <p:nvSpPr>
              <p:cNvPr id="5036" name="Google Shape;5036;p72"/>
              <p:cNvSpPr/>
              <p:nvPr/>
            </p:nvSpPr>
            <p:spPr>
              <a:xfrm flipH="1">
                <a:off x="5341327" y="2898245"/>
                <a:ext cx="217159" cy="334508"/>
              </a:xfrm>
              <a:custGeom>
                <a:avLst/>
                <a:gdLst/>
                <a:ahLst/>
                <a:cxnLst/>
                <a:rect l="l" t="t" r="r" b="b"/>
                <a:pathLst>
                  <a:path w="1638934" h="2306954" extrusionOk="0">
                    <a:moveTo>
                      <a:pt x="1638680" y="0"/>
                    </a:moveTo>
                    <a:lnTo>
                      <a:pt x="697255" y="0"/>
                    </a:lnTo>
                    <a:lnTo>
                      <a:pt x="697255" y="2306535"/>
                    </a:lnTo>
                    <a:lnTo>
                      <a:pt x="0" y="2306535"/>
                    </a:lnTo>
                  </a:path>
                </a:pathLst>
              </a:custGeom>
              <a:noFill/>
              <a:ln w="28575" cap="flat" cmpd="sng">
                <a:solidFill>
                  <a:srgbClr val="E3E9E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900"/>
              </a:p>
            </p:txBody>
          </p:sp>
        </p:grpSp>
        <p:grpSp>
          <p:nvGrpSpPr>
            <p:cNvPr id="5037" name="Google Shape;5037;p72"/>
            <p:cNvGrpSpPr/>
            <p:nvPr/>
          </p:nvGrpSpPr>
          <p:grpSpPr>
            <a:xfrm>
              <a:off x="5532290" y="2881789"/>
              <a:ext cx="620516" cy="305456"/>
              <a:chOff x="5532290" y="2881789"/>
              <a:chExt cx="620516" cy="305456"/>
            </a:xfrm>
          </p:grpSpPr>
          <p:sp>
            <p:nvSpPr>
              <p:cNvPr id="5038" name="Google Shape;5038;p72"/>
              <p:cNvSpPr/>
              <p:nvPr/>
            </p:nvSpPr>
            <p:spPr>
              <a:xfrm>
                <a:off x="5532290" y="2891586"/>
                <a:ext cx="341346" cy="295659"/>
              </a:xfrm>
              <a:custGeom>
                <a:avLst/>
                <a:gdLst/>
                <a:ahLst/>
                <a:cxnLst/>
                <a:rect l="l" t="t" r="r" b="b"/>
                <a:pathLst>
                  <a:path w="2576195" h="2231390" extrusionOk="0">
                    <a:moveTo>
                      <a:pt x="1288021" y="0"/>
                    </a:moveTo>
                    <a:lnTo>
                      <a:pt x="0" y="2230920"/>
                    </a:lnTo>
                    <a:lnTo>
                      <a:pt x="2576042" y="2230920"/>
                    </a:lnTo>
                    <a:lnTo>
                      <a:pt x="1288021" y="0"/>
                    </a:lnTo>
                    <a:close/>
                  </a:path>
                </a:pathLst>
              </a:custGeom>
              <a:solidFill>
                <a:srgbClr val="435D7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900"/>
              </a:p>
            </p:txBody>
          </p:sp>
          <p:sp>
            <p:nvSpPr>
              <p:cNvPr id="5039" name="Google Shape;5039;p72"/>
              <p:cNvSpPr/>
              <p:nvPr/>
            </p:nvSpPr>
            <p:spPr>
              <a:xfrm>
                <a:off x="5837311" y="2881789"/>
                <a:ext cx="315495" cy="288369"/>
              </a:xfrm>
              <a:custGeom>
                <a:avLst/>
                <a:gdLst/>
                <a:ahLst/>
                <a:cxnLst/>
                <a:rect l="l" t="t" r="r" b="b"/>
                <a:pathLst>
                  <a:path w="1638934" h="2306954" extrusionOk="0">
                    <a:moveTo>
                      <a:pt x="1638680" y="0"/>
                    </a:moveTo>
                    <a:lnTo>
                      <a:pt x="697255" y="0"/>
                    </a:lnTo>
                    <a:lnTo>
                      <a:pt x="697255" y="2306535"/>
                    </a:lnTo>
                    <a:lnTo>
                      <a:pt x="0" y="2306535"/>
                    </a:lnTo>
                  </a:path>
                </a:pathLst>
              </a:custGeom>
              <a:noFill/>
              <a:ln w="28575" cap="flat" cmpd="sng">
                <a:solidFill>
                  <a:srgbClr val="435D7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900"/>
              </a:p>
            </p:txBody>
          </p:sp>
        </p:grpSp>
      </p:grpSp>
      <p:grpSp>
        <p:nvGrpSpPr>
          <p:cNvPr id="5040" name="Google Shape;5040;p72"/>
          <p:cNvGrpSpPr/>
          <p:nvPr/>
        </p:nvGrpSpPr>
        <p:grpSpPr>
          <a:xfrm>
            <a:off x="8163135" y="3526707"/>
            <a:ext cx="269068" cy="645491"/>
            <a:chOff x="7026852" y="3311869"/>
            <a:chExt cx="434331" cy="1041954"/>
          </a:xfrm>
        </p:grpSpPr>
        <p:sp>
          <p:nvSpPr>
            <p:cNvPr id="5041" name="Google Shape;5041;p72"/>
            <p:cNvSpPr/>
            <p:nvPr/>
          </p:nvSpPr>
          <p:spPr>
            <a:xfrm>
              <a:off x="7026852" y="3311869"/>
              <a:ext cx="434331" cy="847405"/>
            </a:xfrm>
            <a:custGeom>
              <a:avLst/>
              <a:gdLst/>
              <a:ahLst/>
              <a:cxnLst/>
              <a:rect l="l" t="t" r="r" b="b"/>
              <a:pathLst>
                <a:path w="16734" h="32649" extrusionOk="0">
                  <a:moveTo>
                    <a:pt x="8369" y="0"/>
                  </a:moveTo>
                  <a:cubicBezTo>
                    <a:pt x="3747" y="0"/>
                    <a:pt x="1" y="3747"/>
                    <a:pt x="1" y="8366"/>
                  </a:cubicBezTo>
                  <a:lnTo>
                    <a:pt x="1" y="32649"/>
                  </a:lnTo>
                  <a:lnTo>
                    <a:pt x="16734" y="32649"/>
                  </a:lnTo>
                  <a:lnTo>
                    <a:pt x="16734" y="8366"/>
                  </a:lnTo>
                  <a:cubicBezTo>
                    <a:pt x="16734" y="3744"/>
                    <a:pt x="12987" y="0"/>
                    <a:pt x="836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2" name="Google Shape;5042;p72"/>
            <p:cNvSpPr/>
            <p:nvPr/>
          </p:nvSpPr>
          <p:spPr>
            <a:xfrm>
              <a:off x="7082395" y="3359392"/>
              <a:ext cx="323321" cy="323321"/>
            </a:xfrm>
            <a:custGeom>
              <a:avLst/>
              <a:gdLst/>
              <a:ahLst/>
              <a:cxnLst/>
              <a:rect l="l" t="t" r="r" b="b"/>
              <a:pathLst>
                <a:path w="12457" h="12457" extrusionOk="0">
                  <a:moveTo>
                    <a:pt x="6229" y="1"/>
                  </a:moveTo>
                  <a:cubicBezTo>
                    <a:pt x="2788" y="1"/>
                    <a:pt x="1" y="2788"/>
                    <a:pt x="1" y="6229"/>
                  </a:cubicBezTo>
                  <a:cubicBezTo>
                    <a:pt x="1" y="9670"/>
                    <a:pt x="2788" y="12457"/>
                    <a:pt x="6229" y="12457"/>
                  </a:cubicBezTo>
                  <a:cubicBezTo>
                    <a:pt x="9666" y="12457"/>
                    <a:pt x="12457" y="9670"/>
                    <a:pt x="12457" y="6229"/>
                  </a:cubicBezTo>
                  <a:cubicBezTo>
                    <a:pt x="12457" y="2788"/>
                    <a:pt x="9666" y="1"/>
                    <a:pt x="6229" y="1"/>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3" name="Google Shape;5043;p72"/>
            <p:cNvSpPr/>
            <p:nvPr/>
          </p:nvSpPr>
          <p:spPr>
            <a:xfrm>
              <a:off x="7026852" y="4159239"/>
              <a:ext cx="434331" cy="194585"/>
            </a:xfrm>
            <a:custGeom>
              <a:avLst/>
              <a:gdLst/>
              <a:ahLst/>
              <a:cxnLst/>
              <a:rect l="l" t="t" r="r" b="b"/>
              <a:pathLst>
                <a:path w="16734" h="7497" extrusionOk="0">
                  <a:moveTo>
                    <a:pt x="1" y="1"/>
                  </a:moveTo>
                  <a:lnTo>
                    <a:pt x="8369" y="7496"/>
                  </a:lnTo>
                  <a:lnTo>
                    <a:pt x="16734"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44" name="Google Shape;5044;p72"/>
          <p:cNvGrpSpPr/>
          <p:nvPr/>
        </p:nvGrpSpPr>
        <p:grpSpPr>
          <a:xfrm>
            <a:off x="6179716" y="3565945"/>
            <a:ext cx="293882" cy="293836"/>
            <a:chOff x="4873519" y="3311869"/>
            <a:chExt cx="499374" cy="499296"/>
          </a:xfrm>
        </p:grpSpPr>
        <p:sp>
          <p:nvSpPr>
            <p:cNvPr id="5045" name="Google Shape;5045;p72"/>
            <p:cNvSpPr/>
            <p:nvPr/>
          </p:nvSpPr>
          <p:spPr>
            <a:xfrm>
              <a:off x="4873519" y="3311869"/>
              <a:ext cx="499374" cy="499296"/>
            </a:xfrm>
            <a:custGeom>
              <a:avLst/>
              <a:gdLst/>
              <a:ahLst/>
              <a:cxnLst/>
              <a:rect l="l" t="t" r="r" b="b"/>
              <a:pathLst>
                <a:path w="19240" h="19237" extrusionOk="0">
                  <a:moveTo>
                    <a:pt x="1" y="0"/>
                  </a:moveTo>
                  <a:lnTo>
                    <a:pt x="1" y="9618"/>
                  </a:lnTo>
                  <a:cubicBezTo>
                    <a:pt x="1" y="14929"/>
                    <a:pt x="4308" y="19236"/>
                    <a:pt x="9619" y="19236"/>
                  </a:cubicBezTo>
                  <a:cubicBezTo>
                    <a:pt x="14933" y="19236"/>
                    <a:pt x="19240" y="14929"/>
                    <a:pt x="19240" y="9618"/>
                  </a:cubicBezTo>
                  <a:cubicBezTo>
                    <a:pt x="19240" y="4307"/>
                    <a:pt x="14933" y="0"/>
                    <a:pt x="961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6" name="Google Shape;5046;p72"/>
            <p:cNvSpPr/>
            <p:nvPr/>
          </p:nvSpPr>
          <p:spPr>
            <a:xfrm>
              <a:off x="4894620" y="3329830"/>
              <a:ext cx="202112" cy="182386"/>
            </a:xfrm>
            <a:custGeom>
              <a:avLst/>
              <a:gdLst/>
              <a:ahLst/>
              <a:cxnLst/>
              <a:rect l="l" t="t" r="r" b="b"/>
              <a:pathLst>
                <a:path w="7787" h="7027" extrusionOk="0">
                  <a:moveTo>
                    <a:pt x="0" y="1"/>
                  </a:moveTo>
                  <a:lnTo>
                    <a:pt x="0" y="7026"/>
                  </a:lnTo>
                  <a:lnTo>
                    <a:pt x="7787" y="1"/>
                  </a:ln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47" name="Google Shape;5047;p72"/>
          <p:cNvGrpSpPr/>
          <p:nvPr/>
        </p:nvGrpSpPr>
        <p:grpSpPr>
          <a:xfrm>
            <a:off x="6179716" y="3878316"/>
            <a:ext cx="293882" cy="293882"/>
            <a:chOff x="4873519" y="3875839"/>
            <a:chExt cx="499374" cy="499374"/>
          </a:xfrm>
        </p:grpSpPr>
        <p:sp>
          <p:nvSpPr>
            <p:cNvPr id="5048" name="Google Shape;5048;p72"/>
            <p:cNvSpPr/>
            <p:nvPr/>
          </p:nvSpPr>
          <p:spPr>
            <a:xfrm>
              <a:off x="4873519" y="3875839"/>
              <a:ext cx="499374" cy="499374"/>
            </a:xfrm>
            <a:custGeom>
              <a:avLst/>
              <a:gdLst/>
              <a:ahLst/>
              <a:cxnLst/>
              <a:rect l="l" t="t" r="r" b="b"/>
              <a:pathLst>
                <a:path w="19240" h="19240" extrusionOk="0">
                  <a:moveTo>
                    <a:pt x="1" y="1"/>
                  </a:moveTo>
                  <a:lnTo>
                    <a:pt x="1" y="9619"/>
                  </a:lnTo>
                  <a:cubicBezTo>
                    <a:pt x="1" y="14930"/>
                    <a:pt x="4308" y="19240"/>
                    <a:pt x="9619" y="19240"/>
                  </a:cubicBezTo>
                  <a:cubicBezTo>
                    <a:pt x="14933" y="19240"/>
                    <a:pt x="19240" y="14933"/>
                    <a:pt x="19240" y="9619"/>
                  </a:cubicBezTo>
                  <a:lnTo>
                    <a:pt x="19240"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9" name="Google Shape;5049;p72"/>
            <p:cNvSpPr/>
            <p:nvPr/>
          </p:nvSpPr>
          <p:spPr>
            <a:xfrm>
              <a:off x="4894620" y="3893826"/>
              <a:ext cx="202112" cy="182360"/>
            </a:xfrm>
            <a:custGeom>
              <a:avLst/>
              <a:gdLst/>
              <a:ahLst/>
              <a:cxnLst/>
              <a:rect l="l" t="t" r="r" b="b"/>
              <a:pathLst>
                <a:path w="7787" h="7026" extrusionOk="0">
                  <a:moveTo>
                    <a:pt x="0" y="0"/>
                  </a:moveTo>
                  <a:lnTo>
                    <a:pt x="0" y="7026"/>
                  </a:lnTo>
                  <a:lnTo>
                    <a:pt x="7787" y="0"/>
                  </a:ln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50" name="Google Shape;5050;p72"/>
          <p:cNvGrpSpPr/>
          <p:nvPr/>
        </p:nvGrpSpPr>
        <p:grpSpPr>
          <a:xfrm>
            <a:off x="2410244" y="1850269"/>
            <a:ext cx="698104" cy="698208"/>
            <a:chOff x="2565073" y="2075876"/>
            <a:chExt cx="672482" cy="672518"/>
          </a:xfrm>
        </p:grpSpPr>
        <p:sp>
          <p:nvSpPr>
            <p:cNvPr id="5051" name="Google Shape;5051;p72"/>
            <p:cNvSpPr/>
            <p:nvPr/>
          </p:nvSpPr>
          <p:spPr>
            <a:xfrm>
              <a:off x="2642193" y="2530650"/>
              <a:ext cx="419588" cy="217743"/>
            </a:xfrm>
            <a:custGeom>
              <a:avLst/>
              <a:gdLst/>
              <a:ahLst/>
              <a:cxnLst/>
              <a:rect l="l" t="t" r="r" b="b"/>
              <a:pathLst>
                <a:path w="130611" h="67780" extrusionOk="0">
                  <a:moveTo>
                    <a:pt x="28498" y="0"/>
                  </a:moveTo>
                  <a:cubicBezTo>
                    <a:pt x="24484" y="0"/>
                    <a:pt x="20456" y="1023"/>
                    <a:pt x="16802" y="3132"/>
                  </a:cubicBezTo>
                  <a:lnTo>
                    <a:pt x="16191" y="3487"/>
                  </a:lnTo>
                  <a:cubicBezTo>
                    <a:pt x="1795" y="11796"/>
                    <a:pt x="1" y="31826"/>
                    <a:pt x="12628" y="42639"/>
                  </a:cubicBezTo>
                  <a:cubicBezTo>
                    <a:pt x="28340" y="56094"/>
                    <a:pt x="48088" y="64970"/>
                    <a:pt x="69808" y="67207"/>
                  </a:cubicBezTo>
                  <a:cubicBezTo>
                    <a:pt x="70015" y="67227"/>
                    <a:pt x="70217" y="67252"/>
                    <a:pt x="70419" y="67271"/>
                  </a:cubicBezTo>
                  <a:cubicBezTo>
                    <a:pt x="70804" y="67306"/>
                    <a:pt x="71188" y="67345"/>
                    <a:pt x="71572" y="67375"/>
                  </a:cubicBezTo>
                  <a:cubicBezTo>
                    <a:pt x="72080" y="67419"/>
                    <a:pt x="72588" y="67464"/>
                    <a:pt x="73100" y="67498"/>
                  </a:cubicBezTo>
                  <a:lnTo>
                    <a:pt x="73440" y="67523"/>
                  </a:lnTo>
                  <a:cubicBezTo>
                    <a:pt x="75877" y="67694"/>
                    <a:pt x="78323" y="67780"/>
                    <a:pt x="80773" y="67780"/>
                  </a:cubicBezTo>
                  <a:cubicBezTo>
                    <a:pt x="97672" y="67780"/>
                    <a:pt x="114788" y="63683"/>
                    <a:pt x="130611" y="55083"/>
                  </a:cubicBezTo>
                  <a:lnTo>
                    <a:pt x="106348" y="13068"/>
                  </a:lnTo>
                  <a:cubicBezTo>
                    <a:pt x="98422" y="17162"/>
                    <a:pt x="89641" y="19287"/>
                    <a:pt x="80747" y="19287"/>
                  </a:cubicBezTo>
                  <a:cubicBezTo>
                    <a:pt x="79675" y="19287"/>
                    <a:pt x="78601" y="19256"/>
                    <a:pt x="77526" y="19194"/>
                  </a:cubicBezTo>
                  <a:cubicBezTo>
                    <a:pt x="77220" y="19174"/>
                    <a:pt x="76910" y="19149"/>
                    <a:pt x="76599" y="19130"/>
                  </a:cubicBezTo>
                  <a:cubicBezTo>
                    <a:pt x="76072" y="19090"/>
                    <a:pt x="75545" y="19051"/>
                    <a:pt x="75017" y="18997"/>
                  </a:cubicBezTo>
                  <a:cubicBezTo>
                    <a:pt x="74943" y="18992"/>
                    <a:pt x="74865" y="18982"/>
                    <a:pt x="74791" y="18972"/>
                  </a:cubicBezTo>
                  <a:cubicBezTo>
                    <a:pt x="73347" y="18819"/>
                    <a:pt x="71908" y="18612"/>
                    <a:pt x="70478" y="18351"/>
                  </a:cubicBezTo>
                  <a:cubicBezTo>
                    <a:pt x="70409" y="18336"/>
                    <a:pt x="70340" y="18331"/>
                    <a:pt x="70266" y="18317"/>
                  </a:cubicBezTo>
                  <a:cubicBezTo>
                    <a:pt x="60646" y="16518"/>
                    <a:pt x="51666" y="12220"/>
                    <a:pt x="44224" y="5857"/>
                  </a:cubicBezTo>
                  <a:cubicBezTo>
                    <a:pt x="39725" y="2011"/>
                    <a:pt x="34125" y="0"/>
                    <a:pt x="28498"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2" name="Google Shape;5052;p72"/>
            <p:cNvSpPr/>
            <p:nvPr/>
          </p:nvSpPr>
          <p:spPr>
            <a:xfrm>
              <a:off x="2910083" y="2420918"/>
              <a:ext cx="327379" cy="312727"/>
            </a:xfrm>
            <a:custGeom>
              <a:avLst/>
              <a:gdLst/>
              <a:ahLst/>
              <a:cxnLst/>
              <a:rect l="l" t="t" r="r" b="b"/>
              <a:pathLst>
                <a:path w="101908" h="97347" extrusionOk="0">
                  <a:moveTo>
                    <a:pt x="53377" y="1"/>
                  </a:moveTo>
                  <a:cubicBezTo>
                    <a:pt x="52884" y="9843"/>
                    <a:pt x="49823" y="19390"/>
                    <a:pt x="44495" y="27689"/>
                  </a:cubicBezTo>
                  <a:lnTo>
                    <a:pt x="44490" y="27684"/>
                  </a:lnTo>
                  <a:cubicBezTo>
                    <a:pt x="37847" y="37980"/>
                    <a:pt x="27936" y="45964"/>
                    <a:pt x="16216" y="50163"/>
                  </a:cubicBezTo>
                  <a:cubicBezTo>
                    <a:pt x="6521" y="53638"/>
                    <a:pt x="1" y="62746"/>
                    <a:pt x="1" y="73041"/>
                  </a:cubicBezTo>
                  <a:cubicBezTo>
                    <a:pt x="1" y="86873"/>
                    <a:pt x="11336" y="97347"/>
                    <a:pt x="24173" y="97347"/>
                  </a:cubicBezTo>
                  <a:cubicBezTo>
                    <a:pt x="26820" y="97347"/>
                    <a:pt x="29530" y="96902"/>
                    <a:pt x="32219" y="95949"/>
                  </a:cubicBezTo>
                  <a:cubicBezTo>
                    <a:pt x="49306" y="89897"/>
                    <a:pt x="64347" y="79537"/>
                    <a:pt x="76048" y="66171"/>
                  </a:cubicBezTo>
                  <a:cubicBezTo>
                    <a:pt x="76329" y="65870"/>
                    <a:pt x="76609" y="65570"/>
                    <a:pt x="76881" y="65254"/>
                  </a:cubicBezTo>
                  <a:cubicBezTo>
                    <a:pt x="92548" y="46905"/>
                    <a:pt x="101267" y="23751"/>
                    <a:pt x="101907"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3" name="Google Shape;5053;p72"/>
            <p:cNvSpPr/>
            <p:nvPr/>
          </p:nvSpPr>
          <p:spPr>
            <a:xfrm>
              <a:off x="2999034" y="2125384"/>
              <a:ext cx="238522" cy="411351"/>
            </a:xfrm>
            <a:custGeom>
              <a:avLst/>
              <a:gdLst/>
              <a:ahLst/>
              <a:cxnLst/>
              <a:rect l="l" t="t" r="r" b="b"/>
              <a:pathLst>
                <a:path w="74248" h="128047" extrusionOk="0">
                  <a:moveTo>
                    <a:pt x="24273" y="0"/>
                  </a:moveTo>
                  <a:lnTo>
                    <a:pt x="0" y="42036"/>
                  </a:lnTo>
                  <a:cubicBezTo>
                    <a:pt x="7521" y="46866"/>
                    <a:pt x="13775" y="53430"/>
                    <a:pt x="18236" y="61173"/>
                  </a:cubicBezTo>
                  <a:cubicBezTo>
                    <a:pt x="18694" y="61966"/>
                    <a:pt x="19128" y="62765"/>
                    <a:pt x="19542" y="63573"/>
                  </a:cubicBezTo>
                  <a:cubicBezTo>
                    <a:pt x="19601" y="63696"/>
                    <a:pt x="19665" y="63829"/>
                    <a:pt x="19729" y="63953"/>
                  </a:cubicBezTo>
                  <a:cubicBezTo>
                    <a:pt x="19970" y="64426"/>
                    <a:pt x="20202" y="64904"/>
                    <a:pt x="20429" y="65382"/>
                  </a:cubicBezTo>
                  <a:cubicBezTo>
                    <a:pt x="20557" y="65658"/>
                    <a:pt x="20685" y="65929"/>
                    <a:pt x="20808" y="66210"/>
                  </a:cubicBezTo>
                  <a:cubicBezTo>
                    <a:pt x="21079" y="66806"/>
                    <a:pt x="21346" y="67408"/>
                    <a:pt x="21592" y="68014"/>
                  </a:cubicBezTo>
                  <a:cubicBezTo>
                    <a:pt x="21676" y="68226"/>
                    <a:pt x="21755" y="68433"/>
                    <a:pt x="21838" y="68645"/>
                  </a:cubicBezTo>
                  <a:cubicBezTo>
                    <a:pt x="22036" y="69142"/>
                    <a:pt x="22223" y="69645"/>
                    <a:pt x="22405" y="70148"/>
                  </a:cubicBezTo>
                  <a:cubicBezTo>
                    <a:pt x="25816" y="79561"/>
                    <a:pt x="26649" y="89714"/>
                    <a:pt x="24815" y="99561"/>
                  </a:cubicBezTo>
                  <a:cubicBezTo>
                    <a:pt x="22952" y="109586"/>
                    <a:pt x="27738" y="119679"/>
                    <a:pt x="36570" y="124780"/>
                  </a:cubicBezTo>
                  <a:cubicBezTo>
                    <a:pt x="40441" y="127014"/>
                    <a:pt x="44590" y="128047"/>
                    <a:pt x="48651" y="128047"/>
                  </a:cubicBezTo>
                  <a:cubicBezTo>
                    <a:pt x="59837" y="128047"/>
                    <a:pt x="70356" y="120215"/>
                    <a:pt x="72558" y="108102"/>
                  </a:cubicBezTo>
                  <a:cubicBezTo>
                    <a:pt x="73686" y="101887"/>
                    <a:pt x="74248" y="95579"/>
                    <a:pt x="74248" y="89261"/>
                  </a:cubicBezTo>
                  <a:cubicBezTo>
                    <a:pt x="74243" y="71168"/>
                    <a:pt x="69655" y="54150"/>
                    <a:pt x="61577" y="39305"/>
                  </a:cubicBezTo>
                  <a:lnTo>
                    <a:pt x="61557" y="39315"/>
                  </a:lnTo>
                  <a:cubicBezTo>
                    <a:pt x="61123" y="38517"/>
                    <a:pt x="60680" y="37723"/>
                    <a:pt x="60222" y="36930"/>
                  </a:cubicBezTo>
                  <a:cubicBezTo>
                    <a:pt x="51178" y="21262"/>
                    <a:pt x="38694" y="8818"/>
                    <a:pt x="24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4" name="Google Shape;5054;p72"/>
            <p:cNvSpPr/>
            <p:nvPr/>
          </p:nvSpPr>
          <p:spPr>
            <a:xfrm>
              <a:off x="2740849" y="2075876"/>
              <a:ext cx="419604" cy="217734"/>
            </a:xfrm>
            <a:custGeom>
              <a:avLst/>
              <a:gdLst/>
              <a:ahLst/>
              <a:cxnLst/>
              <a:rect l="l" t="t" r="r" b="b"/>
              <a:pathLst>
                <a:path w="130616" h="67777" extrusionOk="0">
                  <a:moveTo>
                    <a:pt x="49853" y="1"/>
                  </a:moveTo>
                  <a:cubicBezTo>
                    <a:pt x="32949" y="1"/>
                    <a:pt x="15828" y="4093"/>
                    <a:pt x="0" y="12696"/>
                  </a:cubicBezTo>
                  <a:lnTo>
                    <a:pt x="24263" y="54711"/>
                  </a:lnTo>
                  <a:cubicBezTo>
                    <a:pt x="32189" y="50621"/>
                    <a:pt x="40970" y="48497"/>
                    <a:pt x="49860" y="48497"/>
                  </a:cubicBezTo>
                  <a:cubicBezTo>
                    <a:pt x="50932" y="48497"/>
                    <a:pt x="52006" y="48528"/>
                    <a:pt x="53080" y="48590"/>
                  </a:cubicBezTo>
                  <a:cubicBezTo>
                    <a:pt x="53391" y="48605"/>
                    <a:pt x="53701" y="48630"/>
                    <a:pt x="54012" y="48649"/>
                  </a:cubicBezTo>
                  <a:cubicBezTo>
                    <a:pt x="54539" y="48689"/>
                    <a:pt x="55066" y="48728"/>
                    <a:pt x="55594" y="48782"/>
                  </a:cubicBezTo>
                  <a:cubicBezTo>
                    <a:pt x="55668" y="48792"/>
                    <a:pt x="55746" y="48802"/>
                    <a:pt x="55820" y="48807"/>
                  </a:cubicBezTo>
                  <a:cubicBezTo>
                    <a:pt x="57264" y="48960"/>
                    <a:pt x="58704" y="49172"/>
                    <a:pt x="60133" y="49433"/>
                  </a:cubicBezTo>
                  <a:cubicBezTo>
                    <a:pt x="60202" y="49448"/>
                    <a:pt x="60271" y="49453"/>
                    <a:pt x="60345" y="49462"/>
                  </a:cubicBezTo>
                  <a:cubicBezTo>
                    <a:pt x="69965" y="51266"/>
                    <a:pt x="78945" y="55564"/>
                    <a:pt x="86387" y="61927"/>
                  </a:cubicBezTo>
                  <a:cubicBezTo>
                    <a:pt x="90886" y="65767"/>
                    <a:pt x="96484" y="67777"/>
                    <a:pt x="102111" y="67777"/>
                  </a:cubicBezTo>
                  <a:cubicBezTo>
                    <a:pt x="106125" y="67777"/>
                    <a:pt x="110154" y="66754"/>
                    <a:pt x="113809" y="64642"/>
                  </a:cubicBezTo>
                  <a:lnTo>
                    <a:pt x="114420" y="64292"/>
                  </a:lnTo>
                  <a:cubicBezTo>
                    <a:pt x="128816" y="55983"/>
                    <a:pt x="130615" y="35958"/>
                    <a:pt x="117988" y="25140"/>
                  </a:cubicBezTo>
                  <a:cubicBezTo>
                    <a:pt x="102271" y="11685"/>
                    <a:pt x="82523" y="2809"/>
                    <a:pt x="60803" y="572"/>
                  </a:cubicBezTo>
                  <a:cubicBezTo>
                    <a:pt x="60596" y="552"/>
                    <a:pt x="60394" y="532"/>
                    <a:pt x="60192" y="513"/>
                  </a:cubicBezTo>
                  <a:cubicBezTo>
                    <a:pt x="59808" y="473"/>
                    <a:pt x="59423" y="439"/>
                    <a:pt x="59039" y="404"/>
                  </a:cubicBezTo>
                  <a:cubicBezTo>
                    <a:pt x="58531" y="360"/>
                    <a:pt x="58023" y="320"/>
                    <a:pt x="57511" y="281"/>
                  </a:cubicBezTo>
                  <a:lnTo>
                    <a:pt x="57171" y="256"/>
                  </a:lnTo>
                  <a:cubicBezTo>
                    <a:pt x="54739" y="86"/>
                    <a:pt x="52298" y="1"/>
                    <a:pt x="4985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5" name="Google Shape;5055;p72"/>
            <p:cNvSpPr/>
            <p:nvPr/>
          </p:nvSpPr>
          <p:spPr>
            <a:xfrm>
              <a:off x="2565167" y="2090625"/>
              <a:ext cx="327379" cy="312740"/>
            </a:xfrm>
            <a:custGeom>
              <a:avLst/>
              <a:gdLst/>
              <a:ahLst/>
              <a:cxnLst/>
              <a:rect l="l" t="t" r="r" b="b"/>
              <a:pathLst>
                <a:path w="101908" h="97351" extrusionOk="0">
                  <a:moveTo>
                    <a:pt x="77732" y="1"/>
                  </a:moveTo>
                  <a:cubicBezTo>
                    <a:pt x="75086" y="1"/>
                    <a:pt x="72377" y="446"/>
                    <a:pt x="69690" y="1397"/>
                  </a:cubicBezTo>
                  <a:cubicBezTo>
                    <a:pt x="52607" y="7449"/>
                    <a:pt x="37561" y="17814"/>
                    <a:pt x="25865" y="31175"/>
                  </a:cubicBezTo>
                  <a:cubicBezTo>
                    <a:pt x="25580" y="31476"/>
                    <a:pt x="25299" y="31776"/>
                    <a:pt x="25028" y="32097"/>
                  </a:cubicBezTo>
                  <a:cubicBezTo>
                    <a:pt x="9365" y="50441"/>
                    <a:pt x="646" y="73600"/>
                    <a:pt x="1" y="97350"/>
                  </a:cubicBezTo>
                  <a:lnTo>
                    <a:pt x="48536" y="97350"/>
                  </a:lnTo>
                  <a:cubicBezTo>
                    <a:pt x="49024" y="87503"/>
                    <a:pt x="52085" y="77956"/>
                    <a:pt x="57413" y="69662"/>
                  </a:cubicBezTo>
                  <a:lnTo>
                    <a:pt x="57418" y="69662"/>
                  </a:lnTo>
                  <a:cubicBezTo>
                    <a:pt x="64061" y="59371"/>
                    <a:pt x="73977" y="51382"/>
                    <a:pt x="85697" y="47183"/>
                  </a:cubicBezTo>
                  <a:cubicBezTo>
                    <a:pt x="95382" y="43708"/>
                    <a:pt x="101907" y="34605"/>
                    <a:pt x="101907" y="24310"/>
                  </a:cubicBezTo>
                  <a:cubicBezTo>
                    <a:pt x="101907" y="10473"/>
                    <a:pt x="90570" y="1"/>
                    <a:pt x="77732"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6" name="Google Shape;5056;p72"/>
            <p:cNvSpPr/>
            <p:nvPr/>
          </p:nvSpPr>
          <p:spPr>
            <a:xfrm>
              <a:off x="2565073" y="2287538"/>
              <a:ext cx="218572" cy="409555"/>
            </a:xfrm>
            <a:custGeom>
              <a:avLst/>
              <a:gdLst/>
              <a:ahLst/>
              <a:cxnLst/>
              <a:rect l="l" t="t" r="r" b="b"/>
              <a:pathLst>
                <a:path w="68038" h="127488" extrusionOk="0">
                  <a:moveTo>
                    <a:pt x="25598" y="0"/>
                  </a:moveTo>
                  <a:cubicBezTo>
                    <a:pt x="14413" y="0"/>
                    <a:pt x="3897" y="7831"/>
                    <a:pt x="1695" y="19943"/>
                  </a:cubicBezTo>
                  <a:cubicBezTo>
                    <a:pt x="567" y="26163"/>
                    <a:pt x="0" y="32466"/>
                    <a:pt x="5" y="38785"/>
                  </a:cubicBezTo>
                  <a:cubicBezTo>
                    <a:pt x="5" y="56877"/>
                    <a:pt x="4598" y="73900"/>
                    <a:pt x="12676" y="88745"/>
                  </a:cubicBezTo>
                  <a:lnTo>
                    <a:pt x="12696" y="88735"/>
                  </a:lnTo>
                  <a:cubicBezTo>
                    <a:pt x="13125" y="89533"/>
                    <a:pt x="13568" y="90327"/>
                    <a:pt x="14027" y="91120"/>
                  </a:cubicBezTo>
                  <a:cubicBezTo>
                    <a:pt x="22888" y="106463"/>
                    <a:pt x="35052" y="118705"/>
                    <a:pt x="49093" y="127488"/>
                  </a:cubicBezTo>
                  <a:cubicBezTo>
                    <a:pt x="44721" y="124742"/>
                    <a:pt x="40552" y="121677"/>
                    <a:pt x="36634" y="118316"/>
                  </a:cubicBezTo>
                  <a:cubicBezTo>
                    <a:pt x="24002" y="107503"/>
                    <a:pt x="25801" y="87473"/>
                    <a:pt x="40197" y="79164"/>
                  </a:cubicBezTo>
                  <a:lnTo>
                    <a:pt x="40808" y="78809"/>
                  </a:lnTo>
                  <a:cubicBezTo>
                    <a:pt x="44459" y="76702"/>
                    <a:pt x="48483" y="75681"/>
                    <a:pt x="52492" y="75681"/>
                  </a:cubicBezTo>
                  <a:cubicBezTo>
                    <a:pt x="58042" y="75681"/>
                    <a:pt x="63566" y="77637"/>
                    <a:pt x="68038" y="81377"/>
                  </a:cubicBezTo>
                  <a:cubicBezTo>
                    <a:pt x="63238" y="77256"/>
                    <a:pt x="59172" y="72353"/>
                    <a:pt x="56017" y="66877"/>
                  </a:cubicBezTo>
                  <a:cubicBezTo>
                    <a:pt x="55559" y="66083"/>
                    <a:pt x="55120" y="65280"/>
                    <a:pt x="54706" y="64472"/>
                  </a:cubicBezTo>
                  <a:cubicBezTo>
                    <a:pt x="54647" y="64349"/>
                    <a:pt x="54583" y="64221"/>
                    <a:pt x="54519" y="64092"/>
                  </a:cubicBezTo>
                  <a:cubicBezTo>
                    <a:pt x="54278" y="63619"/>
                    <a:pt x="54046" y="63141"/>
                    <a:pt x="53824" y="62663"/>
                  </a:cubicBezTo>
                  <a:cubicBezTo>
                    <a:pt x="53691" y="62392"/>
                    <a:pt x="53568" y="62116"/>
                    <a:pt x="53440" y="61840"/>
                  </a:cubicBezTo>
                  <a:cubicBezTo>
                    <a:pt x="53169" y="61239"/>
                    <a:pt x="52907" y="60637"/>
                    <a:pt x="52656" y="60031"/>
                  </a:cubicBezTo>
                  <a:cubicBezTo>
                    <a:pt x="52572" y="59824"/>
                    <a:pt x="52493" y="59612"/>
                    <a:pt x="52410" y="59400"/>
                  </a:cubicBezTo>
                  <a:cubicBezTo>
                    <a:pt x="52217" y="58903"/>
                    <a:pt x="52025" y="58400"/>
                    <a:pt x="51843" y="57902"/>
                  </a:cubicBezTo>
                  <a:cubicBezTo>
                    <a:pt x="48437" y="48484"/>
                    <a:pt x="47604" y="38331"/>
                    <a:pt x="49433" y="28484"/>
                  </a:cubicBezTo>
                  <a:cubicBezTo>
                    <a:pt x="51301" y="18459"/>
                    <a:pt x="46515" y="8366"/>
                    <a:pt x="37683" y="3270"/>
                  </a:cubicBezTo>
                  <a:cubicBezTo>
                    <a:pt x="33811" y="1033"/>
                    <a:pt x="29660" y="0"/>
                    <a:pt x="25598"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57" name="Google Shape;5057;p72"/>
          <p:cNvGrpSpPr/>
          <p:nvPr/>
        </p:nvGrpSpPr>
        <p:grpSpPr>
          <a:xfrm>
            <a:off x="5633655" y="3534869"/>
            <a:ext cx="438354" cy="637329"/>
            <a:chOff x="1697726" y="3244179"/>
            <a:chExt cx="788124" cy="1146069"/>
          </a:xfrm>
        </p:grpSpPr>
        <p:sp>
          <p:nvSpPr>
            <p:cNvPr id="5058" name="Google Shape;5058;p72"/>
            <p:cNvSpPr/>
            <p:nvPr/>
          </p:nvSpPr>
          <p:spPr>
            <a:xfrm>
              <a:off x="1697726" y="3244179"/>
              <a:ext cx="788124" cy="1146069"/>
            </a:xfrm>
            <a:custGeom>
              <a:avLst/>
              <a:gdLst/>
              <a:ahLst/>
              <a:cxnLst/>
              <a:rect l="l" t="t" r="r" b="b"/>
              <a:pathLst>
                <a:path w="30365" h="44156" extrusionOk="0">
                  <a:moveTo>
                    <a:pt x="18841" y="1"/>
                  </a:moveTo>
                  <a:lnTo>
                    <a:pt x="18841" y="3319"/>
                  </a:lnTo>
                  <a:lnTo>
                    <a:pt x="7583" y="3319"/>
                  </a:lnTo>
                  <a:cubicBezTo>
                    <a:pt x="5740" y="3319"/>
                    <a:pt x="4248" y="4814"/>
                    <a:pt x="4248" y="6658"/>
                  </a:cubicBezTo>
                  <a:lnTo>
                    <a:pt x="4248" y="29436"/>
                  </a:lnTo>
                  <a:lnTo>
                    <a:pt x="1" y="29436"/>
                  </a:lnTo>
                  <a:lnTo>
                    <a:pt x="1" y="44155"/>
                  </a:lnTo>
                  <a:lnTo>
                    <a:pt x="14720" y="44155"/>
                  </a:lnTo>
                  <a:lnTo>
                    <a:pt x="14720" y="29436"/>
                  </a:lnTo>
                  <a:lnTo>
                    <a:pt x="10922" y="29436"/>
                  </a:lnTo>
                  <a:lnTo>
                    <a:pt x="10922" y="9993"/>
                  </a:lnTo>
                  <a:lnTo>
                    <a:pt x="18841" y="9993"/>
                  </a:lnTo>
                  <a:lnTo>
                    <a:pt x="18841" y="13311"/>
                  </a:lnTo>
                  <a:lnTo>
                    <a:pt x="30365" y="6658"/>
                  </a:lnTo>
                  <a:lnTo>
                    <a:pt x="18841"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9" name="Google Shape;5059;p72"/>
            <p:cNvSpPr/>
            <p:nvPr/>
          </p:nvSpPr>
          <p:spPr>
            <a:xfrm>
              <a:off x="1743302" y="4053603"/>
              <a:ext cx="291293" cy="291267"/>
            </a:xfrm>
            <a:custGeom>
              <a:avLst/>
              <a:gdLst/>
              <a:ahLst/>
              <a:cxnLst/>
              <a:rect l="l" t="t" r="r" b="b"/>
              <a:pathLst>
                <a:path w="11223" h="11222" extrusionOk="0">
                  <a:moveTo>
                    <a:pt x="1" y="0"/>
                  </a:moveTo>
                  <a:lnTo>
                    <a:pt x="1" y="11222"/>
                  </a:lnTo>
                  <a:lnTo>
                    <a:pt x="11222" y="11222"/>
                  </a:lnTo>
                  <a:lnTo>
                    <a:pt x="11222"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60" name="Google Shape;5060;p72"/>
          <p:cNvSpPr/>
          <p:nvPr/>
        </p:nvSpPr>
        <p:spPr>
          <a:xfrm>
            <a:off x="8130914" y="3422653"/>
            <a:ext cx="204" cy="4"/>
          </a:xfrm>
          <a:custGeom>
            <a:avLst/>
            <a:gdLst/>
            <a:ahLst/>
            <a:cxnLst/>
            <a:rect l="l" t="t" r="r" b="b"/>
            <a:pathLst>
              <a:path w="48" h="1" extrusionOk="0">
                <a:moveTo>
                  <a:pt x="48" y="0"/>
                </a:move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61" name="Google Shape;5061;p72"/>
          <p:cNvGrpSpPr/>
          <p:nvPr/>
        </p:nvGrpSpPr>
        <p:grpSpPr>
          <a:xfrm>
            <a:off x="7634869" y="1863232"/>
            <a:ext cx="799565" cy="670282"/>
            <a:chOff x="7617850" y="2063282"/>
            <a:chExt cx="799565" cy="670282"/>
          </a:xfrm>
        </p:grpSpPr>
        <p:cxnSp>
          <p:nvCxnSpPr>
            <p:cNvPr id="5062" name="Google Shape;5062;p72"/>
            <p:cNvCxnSpPr/>
            <p:nvPr/>
          </p:nvCxnSpPr>
          <p:spPr>
            <a:xfrm rot="5400000" flipH="1">
              <a:off x="7629118" y="2104714"/>
              <a:ext cx="129900" cy="111300"/>
            </a:xfrm>
            <a:prstGeom prst="bentConnector3">
              <a:avLst>
                <a:gd name="adj1" fmla="val 50000"/>
              </a:avLst>
            </a:prstGeom>
            <a:noFill/>
            <a:ln w="9525" cap="flat" cmpd="sng">
              <a:solidFill>
                <a:srgbClr val="667E92"/>
              </a:solidFill>
              <a:prstDash val="solid"/>
              <a:round/>
              <a:headEnd type="none" w="med" len="med"/>
              <a:tailEnd type="none" w="med" len="med"/>
            </a:ln>
          </p:spPr>
        </p:cxnSp>
        <p:cxnSp>
          <p:nvCxnSpPr>
            <p:cNvPr id="5063" name="Google Shape;5063;p72"/>
            <p:cNvCxnSpPr/>
            <p:nvPr/>
          </p:nvCxnSpPr>
          <p:spPr>
            <a:xfrm rot="-5400000">
              <a:off x="8276270" y="2104714"/>
              <a:ext cx="129900" cy="111300"/>
            </a:xfrm>
            <a:prstGeom prst="bentConnector3">
              <a:avLst>
                <a:gd name="adj1" fmla="val 50000"/>
              </a:avLst>
            </a:prstGeom>
            <a:noFill/>
            <a:ln w="9525" cap="flat" cmpd="sng">
              <a:solidFill>
                <a:srgbClr val="667E92"/>
              </a:solidFill>
              <a:prstDash val="solid"/>
              <a:round/>
              <a:headEnd type="none" w="med" len="med"/>
              <a:tailEnd type="none" w="med" len="med"/>
            </a:ln>
          </p:spPr>
        </p:cxnSp>
        <p:cxnSp>
          <p:nvCxnSpPr>
            <p:cNvPr id="5064" name="Google Shape;5064;p72"/>
            <p:cNvCxnSpPr/>
            <p:nvPr/>
          </p:nvCxnSpPr>
          <p:spPr>
            <a:xfrm rot="5400000">
              <a:off x="7629118" y="2612964"/>
              <a:ext cx="129900" cy="111300"/>
            </a:xfrm>
            <a:prstGeom prst="bentConnector3">
              <a:avLst>
                <a:gd name="adj1" fmla="val 50000"/>
              </a:avLst>
            </a:prstGeom>
            <a:noFill/>
            <a:ln w="9525" cap="flat" cmpd="sng">
              <a:solidFill>
                <a:srgbClr val="667E92"/>
              </a:solidFill>
              <a:prstDash val="solid"/>
              <a:round/>
              <a:headEnd type="none" w="med" len="med"/>
              <a:tailEnd type="none" w="med" len="med"/>
            </a:ln>
          </p:spPr>
        </p:cxnSp>
        <p:cxnSp>
          <p:nvCxnSpPr>
            <p:cNvPr id="5065" name="Google Shape;5065;p72"/>
            <p:cNvCxnSpPr/>
            <p:nvPr/>
          </p:nvCxnSpPr>
          <p:spPr>
            <a:xfrm rot="-5400000" flipH="1">
              <a:off x="8276270" y="2612964"/>
              <a:ext cx="129900" cy="111300"/>
            </a:xfrm>
            <a:prstGeom prst="bentConnector3">
              <a:avLst>
                <a:gd name="adj1" fmla="val 50000"/>
              </a:avLst>
            </a:prstGeom>
            <a:noFill/>
            <a:ln w="9525" cap="flat" cmpd="sng">
              <a:solidFill>
                <a:srgbClr val="667E92"/>
              </a:solidFill>
              <a:prstDash val="solid"/>
              <a:round/>
              <a:headEnd type="none" w="med" len="med"/>
              <a:tailEnd type="none" w="med" len="med"/>
            </a:ln>
          </p:spPr>
        </p:cxnSp>
        <p:cxnSp>
          <p:nvCxnSpPr>
            <p:cNvPr id="5066" name="Google Shape;5066;p72"/>
            <p:cNvCxnSpPr/>
            <p:nvPr/>
          </p:nvCxnSpPr>
          <p:spPr>
            <a:xfrm rot="10800000">
              <a:off x="7617850" y="2393356"/>
              <a:ext cx="83400" cy="0"/>
            </a:xfrm>
            <a:prstGeom prst="straightConnector1">
              <a:avLst/>
            </a:prstGeom>
            <a:noFill/>
            <a:ln w="9525" cap="flat" cmpd="sng">
              <a:solidFill>
                <a:srgbClr val="667E92"/>
              </a:solidFill>
              <a:prstDash val="solid"/>
              <a:round/>
              <a:headEnd type="none" w="med" len="med"/>
              <a:tailEnd type="none" w="med" len="med"/>
            </a:ln>
          </p:spPr>
        </p:cxnSp>
        <p:cxnSp>
          <p:nvCxnSpPr>
            <p:cNvPr id="5067" name="Google Shape;5067;p72"/>
            <p:cNvCxnSpPr/>
            <p:nvPr/>
          </p:nvCxnSpPr>
          <p:spPr>
            <a:xfrm rot="10800000">
              <a:off x="8334015" y="2393356"/>
              <a:ext cx="83400" cy="0"/>
            </a:xfrm>
            <a:prstGeom prst="straightConnector1">
              <a:avLst/>
            </a:prstGeom>
            <a:noFill/>
            <a:ln w="9525" cap="flat" cmpd="sng">
              <a:solidFill>
                <a:srgbClr val="667E92"/>
              </a:solidFill>
              <a:prstDash val="solid"/>
              <a:round/>
              <a:headEnd type="none" w="med" len="med"/>
              <a:tailEnd type="none" w="med" len="med"/>
            </a:ln>
          </p:spPr>
        </p:cxnSp>
        <p:grpSp>
          <p:nvGrpSpPr>
            <p:cNvPr id="5068" name="Google Shape;5068;p72"/>
            <p:cNvGrpSpPr/>
            <p:nvPr/>
          </p:nvGrpSpPr>
          <p:grpSpPr>
            <a:xfrm>
              <a:off x="7734309" y="2063282"/>
              <a:ext cx="570957" cy="620095"/>
              <a:chOff x="7734309" y="2063282"/>
              <a:chExt cx="570957" cy="620095"/>
            </a:xfrm>
          </p:grpSpPr>
          <p:grpSp>
            <p:nvGrpSpPr>
              <p:cNvPr id="5069" name="Google Shape;5069;p72"/>
              <p:cNvGrpSpPr/>
              <p:nvPr/>
            </p:nvGrpSpPr>
            <p:grpSpPr>
              <a:xfrm>
                <a:off x="8031573" y="2063282"/>
                <a:ext cx="273693" cy="620095"/>
                <a:chOff x="8031573" y="2063282"/>
                <a:chExt cx="273693" cy="620095"/>
              </a:xfrm>
            </p:grpSpPr>
            <p:sp>
              <p:nvSpPr>
                <p:cNvPr id="5070" name="Google Shape;5070;p72"/>
                <p:cNvSpPr/>
                <p:nvPr/>
              </p:nvSpPr>
              <p:spPr>
                <a:xfrm>
                  <a:off x="8031573" y="2481676"/>
                  <a:ext cx="246012" cy="201702"/>
                </a:xfrm>
                <a:custGeom>
                  <a:avLst/>
                  <a:gdLst/>
                  <a:ahLst/>
                  <a:cxnLst/>
                  <a:rect l="l" t="t" r="r" b="b"/>
                  <a:pathLst>
                    <a:path w="17944" h="14712" extrusionOk="0">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1" name="Google Shape;5071;p72"/>
                <p:cNvSpPr/>
                <p:nvPr/>
              </p:nvSpPr>
              <p:spPr>
                <a:xfrm>
                  <a:off x="8031573" y="2298026"/>
                  <a:ext cx="273693" cy="250112"/>
                </a:xfrm>
                <a:custGeom>
                  <a:avLst/>
                  <a:gdLst/>
                  <a:ahLst/>
                  <a:cxnLst/>
                  <a:rect l="l" t="t" r="r" b="b"/>
                  <a:pathLst>
                    <a:path w="19963" h="18243" extrusionOk="0">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2" name="Google Shape;5072;p72"/>
                <p:cNvSpPr/>
                <p:nvPr/>
              </p:nvSpPr>
              <p:spPr>
                <a:xfrm>
                  <a:off x="8031573" y="2063282"/>
                  <a:ext cx="177311" cy="142529"/>
                </a:xfrm>
                <a:custGeom>
                  <a:avLst/>
                  <a:gdLst/>
                  <a:ahLst/>
                  <a:cxnLst/>
                  <a:rect l="l" t="t" r="r" b="b"/>
                  <a:pathLst>
                    <a:path w="12933" h="10396" extrusionOk="0">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3" name="Google Shape;5073;p72"/>
                <p:cNvSpPr/>
                <p:nvPr/>
              </p:nvSpPr>
              <p:spPr>
                <a:xfrm>
                  <a:off x="8031573" y="2177659"/>
                  <a:ext cx="221307" cy="176914"/>
                </a:xfrm>
                <a:custGeom>
                  <a:avLst/>
                  <a:gdLst/>
                  <a:ahLst/>
                  <a:cxnLst/>
                  <a:rect l="l" t="t" r="r" b="b"/>
                  <a:pathLst>
                    <a:path w="16142" h="12904" extrusionOk="0">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74" name="Google Shape;5074;p72"/>
              <p:cNvGrpSpPr/>
              <p:nvPr/>
            </p:nvGrpSpPr>
            <p:grpSpPr>
              <a:xfrm flipH="1">
                <a:off x="7734309" y="2063282"/>
                <a:ext cx="273693" cy="620095"/>
                <a:chOff x="8031573" y="2063282"/>
                <a:chExt cx="273693" cy="620095"/>
              </a:xfrm>
            </p:grpSpPr>
            <p:sp>
              <p:nvSpPr>
                <p:cNvPr id="5075" name="Google Shape;5075;p72"/>
                <p:cNvSpPr/>
                <p:nvPr/>
              </p:nvSpPr>
              <p:spPr>
                <a:xfrm>
                  <a:off x="8031573" y="2481676"/>
                  <a:ext cx="246012" cy="201702"/>
                </a:xfrm>
                <a:custGeom>
                  <a:avLst/>
                  <a:gdLst/>
                  <a:ahLst/>
                  <a:cxnLst/>
                  <a:rect l="l" t="t" r="r" b="b"/>
                  <a:pathLst>
                    <a:path w="17944" h="14712" extrusionOk="0">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6" name="Google Shape;5076;p72"/>
                <p:cNvSpPr/>
                <p:nvPr/>
              </p:nvSpPr>
              <p:spPr>
                <a:xfrm>
                  <a:off x="8031573" y="2298026"/>
                  <a:ext cx="273693" cy="250112"/>
                </a:xfrm>
                <a:custGeom>
                  <a:avLst/>
                  <a:gdLst/>
                  <a:ahLst/>
                  <a:cxnLst/>
                  <a:rect l="l" t="t" r="r" b="b"/>
                  <a:pathLst>
                    <a:path w="19963" h="18243" extrusionOk="0">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7" name="Google Shape;5077;p72"/>
                <p:cNvSpPr/>
                <p:nvPr/>
              </p:nvSpPr>
              <p:spPr>
                <a:xfrm>
                  <a:off x="8031573" y="2063282"/>
                  <a:ext cx="177311" cy="142529"/>
                </a:xfrm>
                <a:custGeom>
                  <a:avLst/>
                  <a:gdLst/>
                  <a:ahLst/>
                  <a:cxnLst/>
                  <a:rect l="l" t="t" r="r" b="b"/>
                  <a:pathLst>
                    <a:path w="12933" h="10396" extrusionOk="0">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8" name="Google Shape;5078;p72"/>
                <p:cNvSpPr/>
                <p:nvPr/>
              </p:nvSpPr>
              <p:spPr>
                <a:xfrm>
                  <a:off x="8031573" y="2177659"/>
                  <a:ext cx="221307" cy="176914"/>
                </a:xfrm>
                <a:custGeom>
                  <a:avLst/>
                  <a:gdLst/>
                  <a:ahLst/>
                  <a:cxnLst/>
                  <a:rect l="l" t="t" r="r" b="b"/>
                  <a:pathLst>
                    <a:path w="16142" h="12904" extrusionOk="0">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5079" name="Google Shape;5079;p72"/>
          <p:cNvSpPr/>
          <p:nvPr/>
        </p:nvSpPr>
        <p:spPr>
          <a:xfrm>
            <a:off x="7095123" y="3555322"/>
            <a:ext cx="558742" cy="616877"/>
          </a:xfrm>
          <a:custGeom>
            <a:avLst/>
            <a:gdLst/>
            <a:ahLst/>
            <a:cxnLst/>
            <a:rect l="l" t="t" r="r" b="b"/>
            <a:pathLst>
              <a:path w="4733" h="5225" extrusionOk="0">
                <a:moveTo>
                  <a:pt x="346" y="0"/>
                </a:moveTo>
                <a:cubicBezTo>
                  <a:pt x="148" y="0"/>
                  <a:pt x="1" y="148"/>
                  <a:pt x="1" y="333"/>
                </a:cubicBezTo>
                <a:lnTo>
                  <a:pt x="1" y="4423"/>
                </a:lnTo>
                <a:cubicBezTo>
                  <a:pt x="1" y="4608"/>
                  <a:pt x="148" y="4756"/>
                  <a:pt x="346" y="4756"/>
                </a:cubicBezTo>
                <a:lnTo>
                  <a:pt x="2046" y="4756"/>
                </a:lnTo>
                <a:lnTo>
                  <a:pt x="2366" y="5224"/>
                </a:lnTo>
                <a:lnTo>
                  <a:pt x="2674" y="4756"/>
                </a:lnTo>
                <a:lnTo>
                  <a:pt x="4387" y="4756"/>
                </a:lnTo>
                <a:cubicBezTo>
                  <a:pt x="4394" y="4757"/>
                  <a:pt x="4400" y="4757"/>
                  <a:pt x="4407" y="4757"/>
                </a:cubicBezTo>
                <a:cubicBezTo>
                  <a:pt x="4583" y="4757"/>
                  <a:pt x="4732" y="4602"/>
                  <a:pt x="4732" y="4423"/>
                </a:cubicBezTo>
                <a:lnTo>
                  <a:pt x="4732" y="333"/>
                </a:lnTo>
                <a:cubicBezTo>
                  <a:pt x="4732" y="148"/>
                  <a:pt x="4572" y="0"/>
                  <a:pt x="4387"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0" name="Google Shape;5080;p72"/>
          <p:cNvSpPr/>
          <p:nvPr/>
        </p:nvSpPr>
        <p:spPr>
          <a:xfrm rot="10800000">
            <a:off x="6581305" y="3552736"/>
            <a:ext cx="406111" cy="619462"/>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81" name="Google Shape;5081;p72"/>
          <p:cNvGrpSpPr/>
          <p:nvPr/>
        </p:nvGrpSpPr>
        <p:grpSpPr>
          <a:xfrm>
            <a:off x="7821475" y="2716715"/>
            <a:ext cx="602567" cy="601884"/>
            <a:chOff x="1186975" y="238125"/>
            <a:chExt cx="5244275" cy="5238325"/>
          </a:xfrm>
        </p:grpSpPr>
        <p:sp>
          <p:nvSpPr>
            <p:cNvPr id="5082" name="Google Shape;5082;p72"/>
            <p:cNvSpPr/>
            <p:nvPr/>
          </p:nvSpPr>
          <p:spPr>
            <a:xfrm>
              <a:off x="1188450" y="238125"/>
              <a:ext cx="3198750" cy="2628625"/>
            </a:xfrm>
            <a:custGeom>
              <a:avLst/>
              <a:gdLst/>
              <a:ahLst/>
              <a:cxnLst/>
              <a:rect l="l" t="t" r="r" b="b"/>
              <a:pathLst>
                <a:path w="127950" h="105145" extrusionOk="0">
                  <a:moveTo>
                    <a:pt x="18697" y="0"/>
                  </a:moveTo>
                  <a:cubicBezTo>
                    <a:pt x="8371" y="0"/>
                    <a:pt x="1" y="8371"/>
                    <a:pt x="1" y="18697"/>
                  </a:cubicBezTo>
                  <a:lnTo>
                    <a:pt x="1" y="105145"/>
                  </a:lnTo>
                  <a:lnTo>
                    <a:pt x="36857" y="105145"/>
                  </a:lnTo>
                  <a:cubicBezTo>
                    <a:pt x="35719" y="102283"/>
                    <a:pt x="35385" y="99165"/>
                    <a:pt x="35897" y="96130"/>
                  </a:cubicBezTo>
                  <a:cubicBezTo>
                    <a:pt x="37137" y="88648"/>
                    <a:pt x="43398" y="82793"/>
                    <a:pt x="50957" y="82096"/>
                  </a:cubicBezTo>
                  <a:cubicBezTo>
                    <a:pt x="51501" y="82045"/>
                    <a:pt x="52041" y="82020"/>
                    <a:pt x="52575" y="82020"/>
                  </a:cubicBezTo>
                  <a:cubicBezTo>
                    <a:pt x="61906" y="82020"/>
                    <a:pt x="69475" y="89593"/>
                    <a:pt x="69475" y="98926"/>
                  </a:cubicBezTo>
                  <a:cubicBezTo>
                    <a:pt x="69475" y="101055"/>
                    <a:pt x="69070" y="103165"/>
                    <a:pt x="68283" y="105145"/>
                  </a:cubicBezTo>
                  <a:lnTo>
                    <a:pt x="105145" y="105145"/>
                  </a:lnTo>
                  <a:lnTo>
                    <a:pt x="105145" y="68419"/>
                  </a:lnTo>
                  <a:cubicBezTo>
                    <a:pt x="106958" y="69088"/>
                    <a:pt x="108908" y="69476"/>
                    <a:pt x="110955" y="69476"/>
                  </a:cubicBezTo>
                  <a:cubicBezTo>
                    <a:pt x="111990" y="69476"/>
                    <a:pt x="113050" y="69377"/>
                    <a:pt x="114130" y="69164"/>
                  </a:cubicBezTo>
                  <a:cubicBezTo>
                    <a:pt x="121952" y="67632"/>
                    <a:pt x="127801" y="60687"/>
                    <a:pt x="127866" y="52715"/>
                  </a:cubicBezTo>
                  <a:cubicBezTo>
                    <a:pt x="127950" y="43313"/>
                    <a:pt x="120348" y="35664"/>
                    <a:pt x="110964" y="35664"/>
                  </a:cubicBezTo>
                  <a:cubicBezTo>
                    <a:pt x="108979" y="35670"/>
                    <a:pt x="107005" y="36028"/>
                    <a:pt x="105145" y="36720"/>
                  </a:cubicBezTo>
                  <a:lnTo>
                    <a:pt x="105145"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3" name="Google Shape;5083;p72"/>
            <p:cNvSpPr/>
            <p:nvPr/>
          </p:nvSpPr>
          <p:spPr>
            <a:xfrm>
              <a:off x="1186975" y="2279750"/>
              <a:ext cx="2628625" cy="3196700"/>
            </a:xfrm>
            <a:custGeom>
              <a:avLst/>
              <a:gdLst/>
              <a:ahLst/>
              <a:cxnLst/>
              <a:rect l="l" t="t" r="r" b="b"/>
              <a:pathLst>
                <a:path w="105145" h="127868" extrusionOk="0">
                  <a:moveTo>
                    <a:pt x="52573" y="1"/>
                  </a:moveTo>
                  <a:cubicBezTo>
                    <a:pt x="43236" y="1"/>
                    <a:pt x="35664" y="7567"/>
                    <a:pt x="35664" y="16910"/>
                  </a:cubicBezTo>
                  <a:cubicBezTo>
                    <a:pt x="35670" y="18895"/>
                    <a:pt x="36028" y="20862"/>
                    <a:pt x="36720" y="22722"/>
                  </a:cubicBezTo>
                  <a:lnTo>
                    <a:pt x="0" y="22722"/>
                  </a:lnTo>
                  <a:lnTo>
                    <a:pt x="0" y="110011"/>
                  </a:lnTo>
                  <a:cubicBezTo>
                    <a:pt x="0" y="119872"/>
                    <a:pt x="7995" y="127867"/>
                    <a:pt x="17862" y="127867"/>
                  </a:cubicBezTo>
                  <a:lnTo>
                    <a:pt x="105145" y="127867"/>
                  </a:lnTo>
                  <a:lnTo>
                    <a:pt x="105145" y="91010"/>
                  </a:lnTo>
                  <a:cubicBezTo>
                    <a:pt x="103158" y="91801"/>
                    <a:pt x="101044" y="92206"/>
                    <a:pt x="98916" y="92206"/>
                  </a:cubicBezTo>
                  <a:cubicBezTo>
                    <a:pt x="98350" y="92206"/>
                    <a:pt x="97782" y="92177"/>
                    <a:pt x="97215" y="92119"/>
                  </a:cubicBezTo>
                  <a:cubicBezTo>
                    <a:pt x="88869" y="91267"/>
                    <a:pt x="82269" y="84184"/>
                    <a:pt x="82024" y="75802"/>
                  </a:cubicBezTo>
                  <a:cubicBezTo>
                    <a:pt x="81744" y="66233"/>
                    <a:pt x="89417" y="58393"/>
                    <a:pt x="98920" y="58393"/>
                  </a:cubicBezTo>
                  <a:cubicBezTo>
                    <a:pt x="101055" y="58393"/>
                    <a:pt x="103159" y="58792"/>
                    <a:pt x="105139" y="59585"/>
                  </a:cubicBezTo>
                  <a:lnTo>
                    <a:pt x="105139" y="22728"/>
                  </a:lnTo>
                  <a:lnTo>
                    <a:pt x="68419" y="22728"/>
                  </a:lnTo>
                  <a:cubicBezTo>
                    <a:pt x="69427" y="19992"/>
                    <a:pt x="69796" y="16951"/>
                    <a:pt x="69164" y="13738"/>
                  </a:cubicBezTo>
                  <a:cubicBezTo>
                    <a:pt x="67632" y="5922"/>
                    <a:pt x="60686" y="73"/>
                    <a:pt x="52715" y="2"/>
                  </a:cubicBezTo>
                  <a:cubicBezTo>
                    <a:pt x="52668" y="1"/>
                    <a:pt x="52620" y="1"/>
                    <a:pt x="52573"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4" name="Google Shape;5084;p72"/>
            <p:cNvSpPr/>
            <p:nvPr/>
          </p:nvSpPr>
          <p:spPr>
            <a:xfrm>
              <a:off x="3802600" y="239450"/>
              <a:ext cx="2628650" cy="3196825"/>
            </a:xfrm>
            <a:custGeom>
              <a:avLst/>
              <a:gdLst/>
              <a:ahLst/>
              <a:cxnLst/>
              <a:rect l="l" t="t" r="r" b="b"/>
              <a:pathLst>
                <a:path w="105146" h="127873" extrusionOk="0">
                  <a:moveTo>
                    <a:pt x="1" y="1"/>
                  </a:moveTo>
                  <a:lnTo>
                    <a:pt x="1" y="36857"/>
                  </a:lnTo>
                  <a:cubicBezTo>
                    <a:pt x="1988" y="36066"/>
                    <a:pt x="4101" y="35662"/>
                    <a:pt x="6229" y="35662"/>
                  </a:cubicBezTo>
                  <a:cubicBezTo>
                    <a:pt x="6796" y="35662"/>
                    <a:pt x="7364" y="35691"/>
                    <a:pt x="7930" y="35748"/>
                  </a:cubicBezTo>
                  <a:cubicBezTo>
                    <a:pt x="16277" y="36595"/>
                    <a:pt x="22877" y="43684"/>
                    <a:pt x="23121" y="52066"/>
                  </a:cubicBezTo>
                  <a:cubicBezTo>
                    <a:pt x="23396" y="61635"/>
                    <a:pt x="15722" y="69481"/>
                    <a:pt x="6219" y="69481"/>
                  </a:cubicBezTo>
                  <a:cubicBezTo>
                    <a:pt x="4091" y="69475"/>
                    <a:pt x="1980" y="69076"/>
                    <a:pt x="1" y="68289"/>
                  </a:cubicBezTo>
                  <a:lnTo>
                    <a:pt x="1" y="105145"/>
                  </a:lnTo>
                  <a:lnTo>
                    <a:pt x="36720" y="105145"/>
                  </a:lnTo>
                  <a:cubicBezTo>
                    <a:pt x="35719" y="107882"/>
                    <a:pt x="35343" y="110916"/>
                    <a:pt x="35975" y="114130"/>
                  </a:cubicBezTo>
                  <a:cubicBezTo>
                    <a:pt x="37513" y="121952"/>
                    <a:pt x="44459" y="127801"/>
                    <a:pt x="52424" y="127872"/>
                  </a:cubicBezTo>
                  <a:cubicBezTo>
                    <a:pt x="52472" y="127873"/>
                    <a:pt x="52519" y="127873"/>
                    <a:pt x="52567" y="127873"/>
                  </a:cubicBezTo>
                  <a:cubicBezTo>
                    <a:pt x="61909" y="127873"/>
                    <a:pt x="69481" y="120301"/>
                    <a:pt x="69481" y="110964"/>
                  </a:cubicBezTo>
                  <a:cubicBezTo>
                    <a:pt x="69475" y="108979"/>
                    <a:pt x="69118" y="107005"/>
                    <a:pt x="68426" y="105145"/>
                  </a:cubicBezTo>
                  <a:lnTo>
                    <a:pt x="105145" y="105145"/>
                  </a:lnTo>
                  <a:lnTo>
                    <a:pt x="105145" y="16354"/>
                  </a:lnTo>
                  <a:cubicBezTo>
                    <a:pt x="105140" y="7328"/>
                    <a:pt x="97818" y="1"/>
                    <a:pt x="8878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5" name="Google Shape;5085;p72"/>
            <p:cNvSpPr/>
            <p:nvPr/>
          </p:nvSpPr>
          <p:spPr>
            <a:xfrm>
              <a:off x="3232500" y="2847950"/>
              <a:ext cx="3198600" cy="2628500"/>
            </a:xfrm>
            <a:custGeom>
              <a:avLst/>
              <a:gdLst/>
              <a:ahLst/>
              <a:cxnLst/>
              <a:rect l="l" t="t" r="r" b="b"/>
              <a:pathLst>
                <a:path w="127944" h="105140" extrusionOk="0">
                  <a:moveTo>
                    <a:pt x="22805" y="0"/>
                  </a:moveTo>
                  <a:lnTo>
                    <a:pt x="22805" y="36720"/>
                  </a:lnTo>
                  <a:cubicBezTo>
                    <a:pt x="20992" y="36051"/>
                    <a:pt x="19042" y="35663"/>
                    <a:pt x="16995" y="35663"/>
                  </a:cubicBezTo>
                  <a:cubicBezTo>
                    <a:pt x="15960" y="35663"/>
                    <a:pt x="14900" y="35762"/>
                    <a:pt x="13820" y="35975"/>
                  </a:cubicBezTo>
                  <a:cubicBezTo>
                    <a:pt x="5998" y="37513"/>
                    <a:pt x="150" y="44453"/>
                    <a:pt x="78" y="52424"/>
                  </a:cubicBezTo>
                  <a:cubicBezTo>
                    <a:pt x="1" y="61826"/>
                    <a:pt x="7602" y="69481"/>
                    <a:pt x="16986" y="69481"/>
                  </a:cubicBezTo>
                  <a:cubicBezTo>
                    <a:pt x="18971" y="69475"/>
                    <a:pt x="20945" y="69117"/>
                    <a:pt x="22805" y="68420"/>
                  </a:cubicBezTo>
                  <a:lnTo>
                    <a:pt x="22805" y="105139"/>
                  </a:lnTo>
                  <a:lnTo>
                    <a:pt x="108943" y="105139"/>
                  </a:lnTo>
                  <a:cubicBezTo>
                    <a:pt x="119436" y="105139"/>
                    <a:pt x="127944" y="96631"/>
                    <a:pt x="127944" y="86138"/>
                  </a:cubicBezTo>
                  <a:lnTo>
                    <a:pt x="127944" y="0"/>
                  </a:lnTo>
                  <a:lnTo>
                    <a:pt x="91087" y="0"/>
                  </a:lnTo>
                  <a:cubicBezTo>
                    <a:pt x="92088" y="2510"/>
                    <a:pt x="92470" y="5235"/>
                    <a:pt x="92196" y="7924"/>
                  </a:cubicBezTo>
                  <a:cubicBezTo>
                    <a:pt x="91343" y="16271"/>
                    <a:pt x="84260" y="22870"/>
                    <a:pt x="75878" y="23115"/>
                  </a:cubicBezTo>
                  <a:cubicBezTo>
                    <a:pt x="75708" y="23120"/>
                    <a:pt x="75539" y="23122"/>
                    <a:pt x="75370" y="23122"/>
                  </a:cubicBezTo>
                  <a:cubicBezTo>
                    <a:pt x="66033" y="23122"/>
                    <a:pt x="58469" y="15553"/>
                    <a:pt x="58469" y="6219"/>
                  </a:cubicBezTo>
                  <a:cubicBezTo>
                    <a:pt x="58469" y="4084"/>
                    <a:pt x="58869" y="1980"/>
                    <a:pt x="59662"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86" name="Google Shape;5086;p72"/>
          <p:cNvGrpSpPr/>
          <p:nvPr/>
        </p:nvGrpSpPr>
        <p:grpSpPr>
          <a:xfrm>
            <a:off x="3264213" y="1856199"/>
            <a:ext cx="651848" cy="687338"/>
            <a:chOff x="3400515" y="2056248"/>
            <a:chExt cx="698134" cy="735987"/>
          </a:xfrm>
        </p:grpSpPr>
        <p:grpSp>
          <p:nvGrpSpPr>
            <p:cNvPr id="5087" name="Google Shape;5087;p72"/>
            <p:cNvGrpSpPr/>
            <p:nvPr/>
          </p:nvGrpSpPr>
          <p:grpSpPr>
            <a:xfrm>
              <a:off x="3400515" y="2283913"/>
              <a:ext cx="312919" cy="219900"/>
              <a:chOff x="3400515" y="2283913"/>
              <a:chExt cx="312919" cy="219900"/>
            </a:xfrm>
          </p:grpSpPr>
          <p:sp>
            <p:nvSpPr>
              <p:cNvPr id="5088" name="Google Shape;5088;p72"/>
              <p:cNvSpPr/>
              <p:nvPr/>
            </p:nvSpPr>
            <p:spPr>
              <a:xfrm>
                <a:off x="3493534" y="2283913"/>
                <a:ext cx="219900" cy="219900"/>
              </a:xfrm>
              <a:prstGeom prst="ellipse">
                <a:avLst/>
              </a:prstGeom>
              <a:solidFill>
                <a:srgbClr val="435D7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cxnSp>
            <p:nvCxnSpPr>
              <p:cNvPr id="5089" name="Google Shape;5089;p72"/>
              <p:cNvCxnSpPr/>
              <p:nvPr/>
            </p:nvCxnSpPr>
            <p:spPr>
              <a:xfrm rot="10800000">
                <a:off x="3400515" y="2393804"/>
                <a:ext cx="95400" cy="0"/>
              </a:xfrm>
              <a:prstGeom prst="straightConnector1">
                <a:avLst/>
              </a:prstGeom>
              <a:noFill/>
              <a:ln w="28575" cap="flat" cmpd="sng">
                <a:solidFill>
                  <a:srgbClr val="435D74"/>
                </a:solidFill>
                <a:prstDash val="solid"/>
                <a:round/>
                <a:headEnd type="none" w="med" len="med"/>
                <a:tailEnd type="none" w="med" len="med"/>
              </a:ln>
            </p:spPr>
          </p:cxnSp>
        </p:grpSp>
        <p:grpSp>
          <p:nvGrpSpPr>
            <p:cNvPr id="5090" name="Google Shape;5090;p72"/>
            <p:cNvGrpSpPr/>
            <p:nvPr/>
          </p:nvGrpSpPr>
          <p:grpSpPr>
            <a:xfrm>
              <a:off x="3547823" y="2461089"/>
              <a:ext cx="219900" cy="331146"/>
              <a:chOff x="3547823" y="2461089"/>
              <a:chExt cx="219900" cy="331146"/>
            </a:xfrm>
          </p:grpSpPr>
          <p:sp>
            <p:nvSpPr>
              <p:cNvPr id="5091" name="Google Shape;5091;p72"/>
              <p:cNvSpPr/>
              <p:nvPr/>
            </p:nvSpPr>
            <p:spPr>
              <a:xfrm>
                <a:off x="3547823" y="2461089"/>
                <a:ext cx="219900" cy="219900"/>
              </a:xfrm>
              <a:prstGeom prst="ellipse">
                <a:avLst/>
              </a:prstGeom>
              <a:solidFill>
                <a:srgbClr val="5F7D9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cxnSp>
            <p:nvCxnSpPr>
              <p:cNvPr id="5092" name="Google Shape;5092;p72"/>
              <p:cNvCxnSpPr/>
              <p:nvPr/>
            </p:nvCxnSpPr>
            <p:spPr>
              <a:xfrm rot="10800000">
                <a:off x="3657701" y="2678535"/>
                <a:ext cx="0" cy="113700"/>
              </a:xfrm>
              <a:prstGeom prst="straightConnector1">
                <a:avLst/>
              </a:prstGeom>
              <a:noFill/>
              <a:ln w="28575" cap="flat" cmpd="sng">
                <a:solidFill>
                  <a:srgbClr val="5F7D95"/>
                </a:solidFill>
                <a:prstDash val="solid"/>
                <a:round/>
                <a:headEnd type="none" w="med" len="med"/>
                <a:tailEnd type="none" w="med" len="med"/>
              </a:ln>
            </p:spPr>
          </p:cxnSp>
        </p:grpSp>
        <p:grpSp>
          <p:nvGrpSpPr>
            <p:cNvPr id="5093" name="Google Shape;5093;p72"/>
            <p:cNvGrpSpPr/>
            <p:nvPr/>
          </p:nvGrpSpPr>
          <p:grpSpPr>
            <a:xfrm>
              <a:off x="3734138" y="2461089"/>
              <a:ext cx="219900" cy="331146"/>
              <a:chOff x="3734138" y="2461089"/>
              <a:chExt cx="219900" cy="331146"/>
            </a:xfrm>
          </p:grpSpPr>
          <p:sp>
            <p:nvSpPr>
              <p:cNvPr id="5094" name="Google Shape;5094;p72"/>
              <p:cNvSpPr/>
              <p:nvPr/>
            </p:nvSpPr>
            <p:spPr>
              <a:xfrm>
                <a:off x="3734138" y="2461089"/>
                <a:ext cx="219900" cy="219900"/>
              </a:xfrm>
              <a:prstGeom prst="ellipse">
                <a:avLst/>
              </a:prstGeom>
              <a:solidFill>
                <a:srgbClr val="869FB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cxnSp>
            <p:nvCxnSpPr>
              <p:cNvPr id="5095" name="Google Shape;5095;p72"/>
              <p:cNvCxnSpPr/>
              <p:nvPr/>
            </p:nvCxnSpPr>
            <p:spPr>
              <a:xfrm rot="10800000">
                <a:off x="3844020" y="2678535"/>
                <a:ext cx="0" cy="113700"/>
              </a:xfrm>
              <a:prstGeom prst="straightConnector1">
                <a:avLst/>
              </a:prstGeom>
              <a:noFill/>
              <a:ln w="28575" cap="flat" cmpd="sng">
                <a:solidFill>
                  <a:srgbClr val="869FB2"/>
                </a:solidFill>
                <a:prstDash val="solid"/>
                <a:round/>
                <a:headEnd type="none" w="med" len="med"/>
                <a:tailEnd type="none" w="med" len="med"/>
              </a:ln>
            </p:spPr>
          </p:cxnSp>
        </p:grpSp>
        <p:grpSp>
          <p:nvGrpSpPr>
            <p:cNvPr id="5096" name="Google Shape;5096;p72"/>
            <p:cNvGrpSpPr/>
            <p:nvPr/>
          </p:nvGrpSpPr>
          <p:grpSpPr>
            <a:xfrm>
              <a:off x="3787560" y="2281742"/>
              <a:ext cx="311089" cy="219900"/>
              <a:chOff x="3787560" y="2281742"/>
              <a:chExt cx="311089" cy="219900"/>
            </a:xfrm>
          </p:grpSpPr>
          <p:sp>
            <p:nvSpPr>
              <p:cNvPr id="5097" name="Google Shape;5097;p72"/>
              <p:cNvSpPr/>
              <p:nvPr/>
            </p:nvSpPr>
            <p:spPr>
              <a:xfrm>
                <a:off x="3787560" y="2281742"/>
                <a:ext cx="219900" cy="219900"/>
              </a:xfrm>
              <a:prstGeom prst="ellipse">
                <a:avLst/>
              </a:prstGeom>
              <a:solidFill>
                <a:srgbClr val="A5B7C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cxnSp>
            <p:nvCxnSpPr>
              <p:cNvPr id="5098" name="Google Shape;5098;p72"/>
              <p:cNvCxnSpPr/>
              <p:nvPr/>
            </p:nvCxnSpPr>
            <p:spPr>
              <a:xfrm rot="10800000">
                <a:off x="4003849" y="2393795"/>
                <a:ext cx="94800" cy="0"/>
              </a:xfrm>
              <a:prstGeom prst="straightConnector1">
                <a:avLst/>
              </a:prstGeom>
              <a:noFill/>
              <a:ln w="28575" cap="flat" cmpd="sng">
                <a:solidFill>
                  <a:srgbClr val="A5B7C6"/>
                </a:solidFill>
                <a:prstDash val="solid"/>
                <a:round/>
                <a:headEnd type="none" w="med" len="med"/>
                <a:tailEnd type="none" w="med" len="med"/>
              </a:ln>
            </p:spPr>
          </p:cxnSp>
        </p:grpSp>
        <p:grpSp>
          <p:nvGrpSpPr>
            <p:cNvPr id="5099" name="Google Shape;5099;p72"/>
            <p:cNvGrpSpPr/>
            <p:nvPr/>
          </p:nvGrpSpPr>
          <p:grpSpPr>
            <a:xfrm>
              <a:off x="3637290" y="2056248"/>
              <a:ext cx="219900" cy="330736"/>
              <a:chOff x="3637290" y="2056248"/>
              <a:chExt cx="219900" cy="330736"/>
            </a:xfrm>
          </p:grpSpPr>
          <p:sp>
            <p:nvSpPr>
              <p:cNvPr id="5100" name="Google Shape;5100;p72"/>
              <p:cNvSpPr/>
              <p:nvPr/>
            </p:nvSpPr>
            <p:spPr>
              <a:xfrm>
                <a:off x="3637290" y="2167085"/>
                <a:ext cx="219900" cy="219900"/>
              </a:xfrm>
              <a:prstGeom prst="ellipse">
                <a:avLst/>
              </a:prstGeom>
              <a:solidFill>
                <a:srgbClr val="BAC8D3"/>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FFFFFF"/>
                  </a:solidFill>
                  <a:latin typeface="Calibri"/>
                  <a:ea typeface="Calibri"/>
                  <a:cs typeface="Calibri"/>
                  <a:sym typeface="Calibri"/>
                </a:endParaRPr>
              </a:p>
            </p:txBody>
          </p:sp>
          <p:cxnSp>
            <p:nvCxnSpPr>
              <p:cNvPr id="5101" name="Google Shape;5101;p72"/>
              <p:cNvCxnSpPr/>
              <p:nvPr/>
            </p:nvCxnSpPr>
            <p:spPr>
              <a:xfrm rot="10800000">
                <a:off x="3747169" y="2056248"/>
                <a:ext cx="0" cy="113700"/>
              </a:xfrm>
              <a:prstGeom prst="straightConnector1">
                <a:avLst/>
              </a:prstGeom>
              <a:noFill/>
              <a:ln w="28575" cap="flat" cmpd="sng">
                <a:solidFill>
                  <a:srgbClr val="BAC8D3"/>
                </a:solidFill>
                <a:prstDash val="solid"/>
                <a:round/>
                <a:headEnd type="none" w="med" len="med"/>
                <a:tailEnd type="none" w="med" len="med"/>
              </a:ln>
            </p:spPr>
          </p:cxnSp>
        </p:grpSp>
      </p:grpSp>
      <p:grpSp>
        <p:nvGrpSpPr>
          <p:cNvPr id="5102" name="Google Shape;5102;p72"/>
          <p:cNvGrpSpPr/>
          <p:nvPr/>
        </p:nvGrpSpPr>
        <p:grpSpPr>
          <a:xfrm>
            <a:off x="2555919" y="2726205"/>
            <a:ext cx="1268144" cy="592394"/>
            <a:chOff x="238125" y="1188750"/>
            <a:chExt cx="7140450" cy="3335550"/>
          </a:xfrm>
        </p:grpSpPr>
        <p:sp>
          <p:nvSpPr>
            <p:cNvPr id="5103" name="Google Shape;5103;p72"/>
            <p:cNvSpPr/>
            <p:nvPr/>
          </p:nvSpPr>
          <p:spPr>
            <a:xfrm>
              <a:off x="238125" y="1188750"/>
              <a:ext cx="3507025" cy="1584000"/>
            </a:xfrm>
            <a:custGeom>
              <a:avLst/>
              <a:gdLst/>
              <a:ahLst/>
              <a:cxnLst/>
              <a:rect l="l" t="t" r="r" b="b"/>
              <a:pathLst>
                <a:path w="140281" h="63360" extrusionOk="0">
                  <a:moveTo>
                    <a:pt x="4021" y="0"/>
                  </a:moveTo>
                  <a:cubicBezTo>
                    <a:pt x="1801" y="6"/>
                    <a:pt x="6" y="1801"/>
                    <a:pt x="0" y="4021"/>
                  </a:cubicBezTo>
                  <a:lnTo>
                    <a:pt x="0" y="59338"/>
                  </a:lnTo>
                  <a:cubicBezTo>
                    <a:pt x="6" y="61552"/>
                    <a:pt x="1801" y="63354"/>
                    <a:pt x="4021" y="63359"/>
                  </a:cubicBezTo>
                  <a:lnTo>
                    <a:pt x="98272" y="63359"/>
                  </a:lnTo>
                  <a:cubicBezTo>
                    <a:pt x="99963" y="41512"/>
                    <a:pt x="118098" y="24204"/>
                    <a:pt x="140280" y="23813"/>
                  </a:cubicBezTo>
                  <a:lnTo>
                    <a:pt x="140280" y="4021"/>
                  </a:lnTo>
                  <a:cubicBezTo>
                    <a:pt x="140275" y="1801"/>
                    <a:pt x="138474" y="6"/>
                    <a:pt x="136259"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4" name="Google Shape;5104;p72"/>
            <p:cNvSpPr/>
            <p:nvPr/>
          </p:nvSpPr>
          <p:spPr>
            <a:xfrm>
              <a:off x="238125" y="2940300"/>
              <a:ext cx="3507025" cy="1584000"/>
            </a:xfrm>
            <a:custGeom>
              <a:avLst/>
              <a:gdLst/>
              <a:ahLst/>
              <a:cxnLst/>
              <a:rect l="l" t="t" r="r" b="b"/>
              <a:pathLst>
                <a:path w="140281" h="63360" extrusionOk="0">
                  <a:moveTo>
                    <a:pt x="4021" y="1"/>
                  </a:moveTo>
                  <a:cubicBezTo>
                    <a:pt x="1801" y="6"/>
                    <a:pt x="6" y="1808"/>
                    <a:pt x="0" y="4022"/>
                  </a:cubicBezTo>
                  <a:lnTo>
                    <a:pt x="0" y="59339"/>
                  </a:lnTo>
                  <a:cubicBezTo>
                    <a:pt x="6" y="61559"/>
                    <a:pt x="1801" y="63354"/>
                    <a:pt x="4021" y="63360"/>
                  </a:cubicBezTo>
                  <a:lnTo>
                    <a:pt x="136259" y="63360"/>
                  </a:lnTo>
                  <a:cubicBezTo>
                    <a:pt x="138474" y="63354"/>
                    <a:pt x="140275" y="61559"/>
                    <a:pt x="140280" y="59339"/>
                  </a:cubicBezTo>
                  <a:lnTo>
                    <a:pt x="140280" y="39547"/>
                  </a:lnTo>
                  <a:cubicBezTo>
                    <a:pt x="118098" y="39155"/>
                    <a:pt x="99963" y="21848"/>
                    <a:pt x="9827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5" name="Google Shape;5105;p72"/>
            <p:cNvSpPr/>
            <p:nvPr/>
          </p:nvSpPr>
          <p:spPr>
            <a:xfrm>
              <a:off x="3871550" y="1188750"/>
              <a:ext cx="3507025" cy="1584000"/>
            </a:xfrm>
            <a:custGeom>
              <a:avLst/>
              <a:gdLst/>
              <a:ahLst/>
              <a:cxnLst/>
              <a:rect l="l" t="t" r="r" b="b"/>
              <a:pathLst>
                <a:path w="140281" h="63360" extrusionOk="0">
                  <a:moveTo>
                    <a:pt x="4022" y="0"/>
                  </a:moveTo>
                  <a:cubicBezTo>
                    <a:pt x="1807" y="6"/>
                    <a:pt x="6" y="1801"/>
                    <a:pt x="0" y="4021"/>
                  </a:cubicBezTo>
                  <a:lnTo>
                    <a:pt x="0" y="24017"/>
                  </a:lnTo>
                  <a:cubicBezTo>
                    <a:pt x="20553" y="26066"/>
                    <a:pt x="36886" y="42675"/>
                    <a:pt x="38494" y="63359"/>
                  </a:cubicBezTo>
                  <a:lnTo>
                    <a:pt x="136260" y="63359"/>
                  </a:lnTo>
                  <a:cubicBezTo>
                    <a:pt x="138480" y="63354"/>
                    <a:pt x="140275" y="61552"/>
                    <a:pt x="140281" y="59338"/>
                  </a:cubicBezTo>
                  <a:lnTo>
                    <a:pt x="140281" y="4021"/>
                  </a:lnTo>
                  <a:cubicBezTo>
                    <a:pt x="140275" y="1801"/>
                    <a:pt x="138480" y="6"/>
                    <a:pt x="13626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6" name="Google Shape;5106;p72"/>
            <p:cNvSpPr/>
            <p:nvPr/>
          </p:nvSpPr>
          <p:spPr>
            <a:xfrm>
              <a:off x="3871550" y="2940300"/>
              <a:ext cx="3507025" cy="1584000"/>
            </a:xfrm>
            <a:custGeom>
              <a:avLst/>
              <a:gdLst/>
              <a:ahLst/>
              <a:cxnLst/>
              <a:rect l="l" t="t" r="r" b="b"/>
              <a:pathLst>
                <a:path w="140281" h="63360" extrusionOk="0">
                  <a:moveTo>
                    <a:pt x="38494" y="1"/>
                  </a:moveTo>
                  <a:cubicBezTo>
                    <a:pt x="36886" y="20680"/>
                    <a:pt x="20553" y="37294"/>
                    <a:pt x="0" y="39343"/>
                  </a:cubicBezTo>
                  <a:lnTo>
                    <a:pt x="0" y="59339"/>
                  </a:lnTo>
                  <a:cubicBezTo>
                    <a:pt x="6" y="61559"/>
                    <a:pt x="1807" y="63354"/>
                    <a:pt x="4022" y="63360"/>
                  </a:cubicBezTo>
                  <a:lnTo>
                    <a:pt x="136260" y="63360"/>
                  </a:lnTo>
                  <a:cubicBezTo>
                    <a:pt x="138480" y="63354"/>
                    <a:pt x="140275" y="61559"/>
                    <a:pt x="140281" y="59339"/>
                  </a:cubicBezTo>
                  <a:lnTo>
                    <a:pt x="140281" y="4022"/>
                  </a:lnTo>
                  <a:cubicBezTo>
                    <a:pt x="140275" y="1808"/>
                    <a:pt x="138480" y="6"/>
                    <a:pt x="136260"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7" name="Google Shape;5107;p72"/>
            <p:cNvSpPr/>
            <p:nvPr/>
          </p:nvSpPr>
          <p:spPr>
            <a:xfrm>
              <a:off x="2842425" y="1934600"/>
              <a:ext cx="1843850" cy="1843850"/>
            </a:xfrm>
            <a:custGeom>
              <a:avLst/>
              <a:gdLst/>
              <a:ahLst/>
              <a:cxnLst/>
              <a:rect l="l" t="t" r="r" b="b"/>
              <a:pathLst>
                <a:path w="73754" h="73754" extrusionOk="0">
                  <a:moveTo>
                    <a:pt x="36880" y="0"/>
                  </a:moveTo>
                  <a:cubicBezTo>
                    <a:pt x="36621" y="0"/>
                    <a:pt x="36362" y="6"/>
                    <a:pt x="36108" y="11"/>
                  </a:cubicBezTo>
                  <a:cubicBezTo>
                    <a:pt x="17253" y="397"/>
                    <a:pt x="1834" y="15011"/>
                    <a:pt x="154" y="33525"/>
                  </a:cubicBezTo>
                  <a:cubicBezTo>
                    <a:pt x="55" y="34627"/>
                    <a:pt x="0" y="35745"/>
                    <a:pt x="0" y="36874"/>
                  </a:cubicBezTo>
                  <a:cubicBezTo>
                    <a:pt x="0" y="38009"/>
                    <a:pt x="55" y="39122"/>
                    <a:pt x="154" y="40229"/>
                  </a:cubicBezTo>
                  <a:cubicBezTo>
                    <a:pt x="1834" y="58749"/>
                    <a:pt x="17253" y="73357"/>
                    <a:pt x="36108" y="73743"/>
                  </a:cubicBezTo>
                  <a:cubicBezTo>
                    <a:pt x="36362" y="73748"/>
                    <a:pt x="36621" y="73754"/>
                    <a:pt x="36880" y="73754"/>
                  </a:cubicBezTo>
                  <a:cubicBezTo>
                    <a:pt x="38312" y="73754"/>
                    <a:pt x="39744" y="73666"/>
                    <a:pt x="41165" y="73500"/>
                  </a:cubicBezTo>
                  <a:cubicBezTo>
                    <a:pt x="58391" y="71495"/>
                    <a:pt x="72030" y="57581"/>
                    <a:pt x="73600" y="40229"/>
                  </a:cubicBezTo>
                  <a:cubicBezTo>
                    <a:pt x="73699" y="39127"/>
                    <a:pt x="73754" y="38009"/>
                    <a:pt x="73754" y="36874"/>
                  </a:cubicBezTo>
                  <a:cubicBezTo>
                    <a:pt x="73754" y="35745"/>
                    <a:pt x="73699" y="34632"/>
                    <a:pt x="73600" y="33525"/>
                  </a:cubicBezTo>
                  <a:cubicBezTo>
                    <a:pt x="72024" y="16173"/>
                    <a:pt x="58391" y="2259"/>
                    <a:pt x="41165" y="254"/>
                  </a:cubicBezTo>
                  <a:cubicBezTo>
                    <a:pt x="39744" y="88"/>
                    <a:pt x="38312" y="0"/>
                    <a:pt x="36880"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08" name="Google Shape;5108;p72"/>
          <p:cNvGrpSpPr/>
          <p:nvPr/>
        </p:nvGrpSpPr>
        <p:grpSpPr>
          <a:xfrm>
            <a:off x="6663819" y="2728360"/>
            <a:ext cx="1053944" cy="590147"/>
            <a:chOff x="238125" y="1335475"/>
            <a:chExt cx="5418735" cy="3034175"/>
          </a:xfrm>
        </p:grpSpPr>
        <p:sp>
          <p:nvSpPr>
            <p:cNvPr id="5109" name="Google Shape;5109;p72"/>
            <p:cNvSpPr/>
            <p:nvPr/>
          </p:nvSpPr>
          <p:spPr>
            <a:xfrm>
              <a:off x="3669985" y="1335475"/>
              <a:ext cx="1986875" cy="3034175"/>
            </a:xfrm>
            <a:custGeom>
              <a:avLst/>
              <a:gdLst/>
              <a:ahLst/>
              <a:cxnLst/>
              <a:rect l="l" t="t" r="r" b="b"/>
              <a:pathLst>
                <a:path w="79475" h="121367" extrusionOk="0">
                  <a:moveTo>
                    <a:pt x="1" y="0"/>
                  </a:moveTo>
                  <a:lnTo>
                    <a:pt x="1" y="38997"/>
                  </a:lnTo>
                  <a:cubicBezTo>
                    <a:pt x="588" y="44011"/>
                    <a:pt x="2425" y="48797"/>
                    <a:pt x="5360" y="52918"/>
                  </a:cubicBezTo>
                  <a:lnTo>
                    <a:pt x="9329" y="58469"/>
                  </a:lnTo>
                  <a:cubicBezTo>
                    <a:pt x="10541" y="59694"/>
                    <a:pt x="10541" y="61672"/>
                    <a:pt x="9329" y="62897"/>
                  </a:cubicBezTo>
                  <a:lnTo>
                    <a:pt x="5360" y="68448"/>
                  </a:lnTo>
                  <a:cubicBezTo>
                    <a:pt x="2425" y="72557"/>
                    <a:pt x="588" y="77355"/>
                    <a:pt x="1" y="82370"/>
                  </a:cubicBezTo>
                  <a:lnTo>
                    <a:pt x="1" y="121366"/>
                  </a:lnTo>
                  <a:lnTo>
                    <a:pt x="68743" y="121366"/>
                  </a:lnTo>
                  <a:lnTo>
                    <a:pt x="68743" y="85815"/>
                  </a:lnTo>
                  <a:cubicBezTo>
                    <a:pt x="68743" y="79588"/>
                    <a:pt x="70682" y="73514"/>
                    <a:pt x="74293" y="68448"/>
                  </a:cubicBezTo>
                  <a:lnTo>
                    <a:pt x="78249" y="62897"/>
                  </a:lnTo>
                  <a:cubicBezTo>
                    <a:pt x="79474" y="61672"/>
                    <a:pt x="79474" y="59694"/>
                    <a:pt x="78249" y="58469"/>
                  </a:cubicBezTo>
                  <a:lnTo>
                    <a:pt x="74293" y="52918"/>
                  </a:lnTo>
                  <a:cubicBezTo>
                    <a:pt x="70669" y="47840"/>
                    <a:pt x="68730" y="41778"/>
                    <a:pt x="68730" y="35551"/>
                  </a:cubicBezTo>
                  <a:lnTo>
                    <a:pt x="68730"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0" name="Google Shape;5110;p72"/>
            <p:cNvSpPr/>
            <p:nvPr/>
          </p:nvSpPr>
          <p:spPr>
            <a:xfrm>
              <a:off x="1956350" y="1335475"/>
              <a:ext cx="1984950" cy="3034175"/>
            </a:xfrm>
            <a:custGeom>
              <a:avLst/>
              <a:gdLst/>
              <a:ahLst/>
              <a:cxnLst/>
              <a:rect l="l" t="t" r="r" b="b"/>
              <a:pathLst>
                <a:path w="79398" h="121367" extrusionOk="0">
                  <a:moveTo>
                    <a:pt x="0" y="0"/>
                  </a:moveTo>
                  <a:lnTo>
                    <a:pt x="0" y="35551"/>
                  </a:lnTo>
                  <a:cubicBezTo>
                    <a:pt x="0" y="41778"/>
                    <a:pt x="1940" y="47852"/>
                    <a:pt x="5564" y="52918"/>
                  </a:cubicBezTo>
                  <a:lnTo>
                    <a:pt x="9520" y="58469"/>
                  </a:lnTo>
                  <a:cubicBezTo>
                    <a:pt x="10745" y="59694"/>
                    <a:pt x="10745" y="61672"/>
                    <a:pt x="9520" y="62897"/>
                  </a:cubicBezTo>
                  <a:lnTo>
                    <a:pt x="5564" y="68448"/>
                  </a:lnTo>
                  <a:cubicBezTo>
                    <a:pt x="1952" y="73514"/>
                    <a:pt x="0" y="79588"/>
                    <a:pt x="0" y="85815"/>
                  </a:cubicBezTo>
                  <a:lnTo>
                    <a:pt x="0" y="121366"/>
                  </a:lnTo>
                  <a:lnTo>
                    <a:pt x="68665" y="121366"/>
                  </a:lnTo>
                  <a:lnTo>
                    <a:pt x="68665" y="85815"/>
                  </a:lnTo>
                  <a:cubicBezTo>
                    <a:pt x="68665" y="79588"/>
                    <a:pt x="70605" y="73514"/>
                    <a:pt x="74216" y="68448"/>
                  </a:cubicBezTo>
                  <a:lnTo>
                    <a:pt x="78185" y="62897"/>
                  </a:lnTo>
                  <a:cubicBezTo>
                    <a:pt x="79397" y="61672"/>
                    <a:pt x="79397" y="59694"/>
                    <a:pt x="78185" y="58469"/>
                  </a:cubicBezTo>
                  <a:lnTo>
                    <a:pt x="74216" y="52918"/>
                  </a:lnTo>
                  <a:cubicBezTo>
                    <a:pt x="70605" y="47840"/>
                    <a:pt x="68665" y="41778"/>
                    <a:pt x="68665" y="35551"/>
                  </a:cubicBezTo>
                  <a:lnTo>
                    <a:pt x="68665"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1" name="Google Shape;5111;p72"/>
            <p:cNvSpPr/>
            <p:nvPr/>
          </p:nvSpPr>
          <p:spPr>
            <a:xfrm>
              <a:off x="238125" y="1335475"/>
              <a:ext cx="1986850" cy="3034175"/>
            </a:xfrm>
            <a:custGeom>
              <a:avLst/>
              <a:gdLst/>
              <a:ahLst/>
              <a:cxnLst/>
              <a:rect l="l" t="t" r="r" b="b"/>
              <a:pathLst>
                <a:path w="79474" h="121367" extrusionOk="0">
                  <a:moveTo>
                    <a:pt x="0" y="0"/>
                  </a:moveTo>
                  <a:lnTo>
                    <a:pt x="0" y="121366"/>
                  </a:lnTo>
                  <a:lnTo>
                    <a:pt x="68729" y="121366"/>
                  </a:lnTo>
                  <a:lnTo>
                    <a:pt x="68729" y="85815"/>
                  </a:lnTo>
                  <a:cubicBezTo>
                    <a:pt x="68729" y="79588"/>
                    <a:pt x="70669" y="73514"/>
                    <a:pt x="74293" y="68448"/>
                  </a:cubicBezTo>
                  <a:lnTo>
                    <a:pt x="78249" y="62897"/>
                  </a:lnTo>
                  <a:cubicBezTo>
                    <a:pt x="79474" y="61672"/>
                    <a:pt x="79474" y="59694"/>
                    <a:pt x="78249" y="58469"/>
                  </a:cubicBezTo>
                  <a:lnTo>
                    <a:pt x="74293" y="52918"/>
                  </a:lnTo>
                  <a:cubicBezTo>
                    <a:pt x="70669" y="47840"/>
                    <a:pt x="68729" y="41778"/>
                    <a:pt x="68729" y="35551"/>
                  </a:cubicBezTo>
                  <a:lnTo>
                    <a:pt x="68729"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12" name="Google Shape;5112;p72"/>
          <p:cNvGrpSpPr/>
          <p:nvPr/>
        </p:nvGrpSpPr>
        <p:grpSpPr>
          <a:xfrm>
            <a:off x="4094628" y="3533259"/>
            <a:ext cx="1268207" cy="638939"/>
            <a:chOff x="3967651" y="3645904"/>
            <a:chExt cx="1479304" cy="745292"/>
          </a:xfrm>
        </p:grpSpPr>
        <p:grpSp>
          <p:nvGrpSpPr>
            <p:cNvPr id="5113" name="Google Shape;5113;p72"/>
            <p:cNvGrpSpPr/>
            <p:nvPr/>
          </p:nvGrpSpPr>
          <p:grpSpPr>
            <a:xfrm>
              <a:off x="3967651" y="4009026"/>
              <a:ext cx="1479304" cy="382170"/>
              <a:chOff x="3967651" y="4009026"/>
              <a:chExt cx="1479304" cy="382170"/>
            </a:xfrm>
          </p:grpSpPr>
          <p:grpSp>
            <p:nvGrpSpPr>
              <p:cNvPr id="5114" name="Google Shape;5114;p72"/>
              <p:cNvGrpSpPr/>
              <p:nvPr/>
            </p:nvGrpSpPr>
            <p:grpSpPr>
              <a:xfrm>
                <a:off x="4892216" y="4195630"/>
                <a:ext cx="554739" cy="195566"/>
                <a:chOff x="3604375" y="4892160"/>
                <a:chExt cx="1651500" cy="582215"/>
              </a:xfrm>
            </p:grpSpPr>
            <p:sp>
              <p:nvSpPr>
                <p:cNvPr id="5115" name="Google Shape;5115;p72"/>
                <p:cNvSpPr/>
                <p:nvPr/>
              </p:nvSpPr>
              <p:spPr>
                <a:xfrm>
                  <a:off x="3604375" y="4892160"/>
                  <a:ext cx="1651500" cy="146825"/>
                </a:xfrm>
                <a:custGeom>
                  <a:avLst/>
                  <a:gdLst/>
                  <a:ahLst/>
                  <a:cxnLst/>
                  <a:rect l="l" t="t" r="r" b="b"/>
                  <a:pathLst>
                    <a:path w="66060" h="5873" extrusionOk="0">
                      <a:moveTo>
                        <a:pt x="1" y="0"/>
                      </a:moveTo>
                      <a:lnTo>
                        <a:pt x="7340" y="5872"/>
                      </a:lnTo>
                      <a:lnTo>
                        <a:pt x="66060" y="5872"/>
                      </a:lnTo>
                      <a:lnTo>
                        <a:pt x="51382"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6" name="Google Shape;5116;p72"/>
                <p:cNvSpPr/>
                <p:nvPr/>
              </p:nvSpPr>
              <p:spPr>
                <a:xfrm>
                  <a:off x="3787875" y="5033975"/>
                  <a:ext cx="1468000" cy="440400"/>
                </a:xfrm>
                <a:custGeom>
                  <a:avLst/>
                  <a:gdLst/>
                  <a:ahLst/>
                  <a:cxnLst/>
                  <a:rect l="l" t="t" r="r" b="b"/>
                  <a:pathLst>
                    <a:path w="58720" h="17616" extrusionOk="0">
                      <a:moveTo>
                        <a:pt x="0" y="0"/>
                      </a:moveTo>
                      <a:lnTo>
                        <a:pt x="0" y="17615"/>
                      </a:lnTo>
                      <a:lnTo>
                        <a:pt x="58720" y="17615"/>
                      </a:lnTo>
                      <a:lnTo>
                        <a:pt x="58720"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17" name="Google Shape;5117;p72"/>
              <p:cNvGrpSpPr/>
              <p:nvPr/>
            </p:nvGrpSpPr>
            <p:grpSpPr>
              <a:xfrm>
                <a:off x="3967651" y="4146303"/>
                <a:ext cx="579402" cy="244893"/>
                <a:chOff x="851875" y="4745310"/>
                <a:chExt cx="1724925" cy="729065"/>
              </a:xfrm>
            </p:grpSpPr>
            <p:sp>
              <p:nvSpPr>
                <p:cNvPr id="5118" name="Google Shape;5118;p72"/>
                <p:cNvSpPr/>
                <p:nvPr/>
              </p:nvSpPr>
              <p:spPr>
                <a:xfrm>
                  <a:off x="851925" y="4745310"/>
                  <a:ext cx="1724875" cy="146875"/>
                </a:xfrm>
                <a:custGeom>
                  <a:avLst/>
                  <a:gdLst/>
                  <a:ahLst/>
                  <a:cxnLst/>
                  <a:rect l="l" t="t" r="r" b="b"/>
                  <a:pathLst>
                    <a:path w="68995" h="5875" extrusionOk="0">
                      <a:moveTo>
                        <a:pt x="14679" y="0"/>
                      </a:moveTo>
                      <a:lnTo>
                        <a:pt x="1" y="5874"/>
                      </a:lnTo>
                      <a:lnTo>
                        <a:pt x="58718" y="5874"/>
                      </a:lnTo>
                      <a:lnTo>
                        <a:pt x="68994"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9" name="Google Shape;5119;p72"/>
                <p:cNvSpPr/>
                <p:nvPr/>
              </p:nvSpPr>
              <p:spPr>
                <a:xfrm>
                  <a:off x="851875" y="4887175"/>
                  <a:ext cx="1468025" cy="587200"/>
                </a:xfrm>
                <a:custGeom>
                  <a:avLst/>
                  <a:gdLst/>
                  <a:ahLst/>
                  <a:cxnLst/>
                  <a:rect l="l" t="t" r="r" b="b"/>
                  <a:pathLst>
                    <a:path w="58721" h="23488" extrusionOk="0">
                      <a:moveTo>
                        <a:pt x="0" y="0"/>
                      </a:moveTo>
                      <a:lnTo>
                        <a:pt x="0" y="23487"/>
                      </a:lnTo>
                      <a:lnTo>
                        <a:pt x="58720" y="23487"/>
                      </a:lnTo>
                      <a:lnTo>
                        <a:pt x="58720"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20" name="Google Shape;5120;p72"/>
              <p:cNvGrpSpPr/>
              <p:nvPr/>
            </p:nvGrpSpPr>
            <p:grpSpPr>
              <a:xfrm>
                <a:off x="4460753" y="4009026"/>
                <a:ext cx="493110" cy="382170"/>
                <a:chOff x="2319875" y="4336625"/>
                <a:chExt cx="1468025" cy="1137750"/>
              </a:xfrm>
            </p:grpSpPr>
            <p:sp>
              <p:nvSpPr>
                <p:cNvPr id="5121" name="Google Shape;5121;p72"/>
                <p:cNvSpPr/>
                <p:nvPr/>
              </p:nvSpPr>
              <p:spPr>
                <a:xfrm>
                  <a:off x="2319875" y="4336625"/>
                  <a:ext cx="1468025" cy="146875"/>
                </a:xfrm>
                <a:custGeom>
                  <a:avLst/>
                  <a:gdLst/>
                  <a:ahLst/>
                  <a:cxnLst/>
                  <a:rect l="l" t="t" r="r" b="b"/>
                  <a:pathLst>
                    <a:path w="58721" h="5875" extrusionOk="0">
                      <a:moveTo>
                        <a:pt x="14681" y="0"/>
                      </a:moveTo>
                      <a:lnTo>
                        <a:pt x="0" y="5874"/>
                      </a:lnTo>
                      <a:lnTo>
                        <a:pt x="58720" y="5874"/>
                      </a:lnTo>
                      <a:lnTo>
                        <a:pt x="44042"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2" name="Google Shape;5122;p72"/>
                <p:cNvSpPr/>
                <p:nvPr/>
              </p:nvSpPr>
              <p:spPr>
                <a:xfrm>
                  <a:off x="2319875" y="4483425"/>
                  <a:ext cx="1468025" cy="990950"/>
                </a:xfrm>
                <a:custGeom>
                  <a:avLst/>
                  <a:gdLst/>
                  <a:ahLst/>
                  <a:cxnLst/>
                  <a:rect l="l" t="t" r="r" b="b"/>
                  <a:pathLst>
                    <a:path w="58721" h="39638" extrusionOk="0">
                      <a:moveTo>
                        <a:pt x="0" y="0"/>
                      </a:moveTo>
                      <a:lnTo>
                        <a:pt x="0" y="39637"/>
                      </a:lnTo>
                      <a:lnTo>
                        <a:pt x="58720" y="39637"/>
                      </a:lnTo>
                      <a:lnTo>
                        <a:pt x="58720" y="0"/>
                      </a:lnTo>
                      <a:close/>
                    </a:path>
                  </a:pathLst>
                </a:custGeom>
                <a:solidFill>
                  <a:srgbClr val="DBE2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123" name="Google Shape;5123;p72"/>
            <p:cNvGrpSpPr/>
            <p:nvPr/>
          </p:nvGrpSpPr>
          <p:grpSpPr>
            <a:xfrm>
              <a:off x="4479443" y="3645904"/>
              <a:ext cx="455965" cy="388789"/>
              <a:chOff x="2957425" y="238100"/>
              <a:chExt cx="1910200" cy="1628775"/>
            </a:xfrm>
          </p:grpSpPr>
          <p:sp>
            <p:nvSpPr>
              <p:cNvPr id="5124" name="Google Shape;5124;p72"/>
              <p:cNvSpPr/>
              <p:nvPr/>
            </p:nvSpPr>
            <p:spPr>
              <a:xfrm>
                <a:off x="4035900" y="239600"/>
                <a:ext cx="831725" cy="906350"/>
              </a:xfrm>
              <a:custGeom>
                <a:avLst/>
                <a:gdLst/>
                <a:ahLst/>
                <a:cxnLst/>
                <a:rect l="l" t="t" r="r" b="b"/>
                <a:pathLst>
                  <a:path w="33269" h="36254" extrusionOk="0">
                    <a:moveTo>
                      <a:pt x="22705" y="0"/>
                    </a:moveTo>
                    <a:cubicBezTo>
                      <a:pt x="21111" y="0"/>
                      <a:pt x="19679" y="297"/>
                      <a:pt x="18461" y="685"/>
                    </a:cubicBezTo>
                    <a:cubicBezTo>
                      <a:pt x="17166" y="1102"/>
                      <a:pt x="15926" y="1669"/>
                      <a:pt x="14763" y="2373"/>
                    </a:cubicBezTo>
                    <a:cubicBezTo>
                      <a:pt x="13810" y="2945"/>
                      <a:pt x="13109" y="3505"/>
                      <a:pt x="12609" y="3900"/>
                    </a:cubicBezTo>
                    <a:lnTo>
                      <a:pt x="11977" y="4448"/>
                    </a:lnTo>
                    <a:lnTo>
                      <a:pt x="14023" y="6907"/>
                    </a:lnTo>
                    <a:lnTo>
                      <a:pt x="14679" y="6385"/>
                    </a:lnTo>
                    <a:cubicBezTo>
                      <a:pt x="15052" y="6124"/>
                      <a:pt x="15622" y="5698"/>
                      <a:pt x="16443" y="5255"/>
                    </a:cubicBezTo>
                    <a:cubicBezTo>
                      <a:pt x="17250" y="4815"/>
                      <a:pt x="18260" y="4326"/>
                      <a:pt x="19466" y="3977"/>
                    </a:cubicBezTo>
                    <a:cubicBezTo>
                      <a:pt x="20363" y="3713"/>
                      <a:pt x="21373" y="3535"/>
                      <a:pt x="22421" y="3535"/>
                    </a:cubicBezTo>
                    <a:cubicBezTo>
                      <a:pt x="22772" y="3535"/>
                      <a:pt x="23127" y="3555"/>
                      <a:pt x="23483" y="3599"/>
                    </a:cubicBezTo>
                    <a:cubicBezTo>
                      <a:pt x="24177" y="3661"/>
                      <a:pt x="24938" y="3905"/>
                      <a:pt x="25537" y="4168"/>
                    </a:cubicBezTo>
                    <a:cubicBezTo>
                      <a:pt x="25740" y="4271"/>
                      <a:pt x="25982" y="4377"/>
                      <a:pt x="26159" y="4475"/>
                    </a:cubicBezTo>
                    <a:cubicBezTo>
                      <a:pt x="26289" y="4568"/>
                      <a:pt x="26415" y="4659"/>
                      <a:pt x="26552" y="4740"/>
                    </a:cubicBezTo>
                    <a:cubicBezTo>
                      <a:pt x="26818" y="4941"/>
                      <a:pt x="27160" y="5171"/>
                      <a:pt x="27411" y="5458"/>
                    </a:cubicBezTo>
                    <a:cubicBezTo>
                      <a:pt x="28529" y="6528"/>
                      <a:pt x="29264" y="8171"/>
                      <a:pt x="29427" y="9930"/>
                    </a:cubicBezTo>
                    <a:cubicBezTo>
                      <a:pt x="29508" y="10808"/>
                      <a:pt x="29448" y="11723"/>
                      <a:pt x="29211" y="12589"/>
                    </a:cubicBezTo>
                    <a:cubicBezTo>
                      <a:pt x="29087" y="13020"/>
                      <a:pt x="28946" y="13451"/>
                      <a:pt x="28747" y="13853"/>
                    </a:cubicBezTo>
                    <a:lnTo>
                      <a:pt x="28677" y="14006"/>
                    </a:lnTo>
                    <a:cubicBezTo>
                      <a:pt x="28677" y="14006"/>
                      <a:pt x="28651" y="14062"/>
                      <a:pt x="28653" y="14062"/>
                    </a:cubicBezTo>
                    <a:cubicBezTo>
                      <a:pt x="28654" y="14062"/>
                      <a:pt x="28658" y="14055"/>
                      <a:pt x="28668" y="14038"/>
                    </a:cubicBezTo>
                    <a:lnTo>
                      <a:pt x="28668" y="14038"/>
                    </a:lnTo>
                    <a:lnTo>
                      <a:pt x="28618" y="14131"/>
                    </a:lnTo>
                    <a:lnTo>
                      <a:pt x="28409" y="14504"/>
                    </a:lnTo>
                    <a:cubicBezTo>
                      <a:pt x="28270" y="14744"/>
                      <a:pt x="28177" y="14878"/>
                      <a:pt x="28045" y="15084"/>
                    </a:cubicBezTo>
                    <a:cubicBezTo>
                      <a:pt x="26952" y="16678"/>
                      <a:pt x="25336" y="18021"/>
                      <a:pt x="23512" y="19098"/>
                    </a:cubicBezTo>
                    <a:cubicBezTo>
                      <a:pt x="21688" y="20170"/>
                      <a:pt x="19591" y="20984"/>
                      <a:pt x="17487" y="21695"/>
                    </a:cubicBezTo>
                    <a:cubicBezTo>
                      <a:pt x="15371" y="22408"/>
                      <a:pt x="13207" y="23019"/>
                      <a:pt x="11089" y="23679"/>
                    </a:cubicBezTo>
                    <a:cubicBezTo>
                      <a:pt x="9119" y="24319"/>
                      <a:pt x="6955" y="24728"/>
                      <a:pt x="4860" y="25736"/>
                    </a:cubicBezTo>
                    <a:cubicBezTo>
                      <a:pt x="3800" y="26233"/>
                      <a:pt x="2785" y="26940"/>
                      <a:pt x="1988" y="27763"/>
                    </a:cubicBezTo>
                    <a:cubicBezTo>
                      <a:pt x="1179" y="28589"/>
                      <a:pt x="468" y="29604"/>
                      <a:pt x="180" y="30868"/>
                    </a:cubicBezTo>
                    <a:cubicBezTo>
                      <a:pt x="32" y="31488"/>
                      <a:pt x="1" y="32165"/>
                      <a:pt x="135" y="32795"/>
                    </a:cubicBezTo>
                    <a:cubicBezTo>
                      <a:pt x="259" y="33436"/>
                      <a:pt x="470" y="33968"/>
                      <a:pt x="882" y="34540"/>
                    </a:cubicBezTo>
                    <a:cubicBezTo>
                      <a:pt x="1657" y="35540"/>
                      <a:pt x="2675" y="36002"/>
                      <a:pt x="3620" y="36184"/>
                    </a:cubicBezTo>
                    <a:cubicBezTo>
                      <a:pt x="3889" y="36231"/>
                      <a:pt x="4153" y="36254"/>
                      <a:pt x="4411" y="36254"/>
                    </a:cubicBezTo>
                    <a:cubicBezTo>
                      <a:pt x="5087" y="36254"/>
                      <a:pt x="5719" y="36098"/>
                      <a:pt x="6270" y="35808"/>
                    </a:cubicBezTo>
                    <a:cubicBezTo>
                      <a:pt x="6643" y="35617"/>
                      <a:pt x="6971" y="35351"/>
                      <a:pt x="7235" y="35026"/>
                    </a:cubicBezTo>
                    <a:cubicBezTo>
                      <a:pt x="7500" y="34722"/>
                      <a:pt x="7682" y="34200"/>
                      <a:pt x="7701" y="33901"/>
                    </a:cubicBezTo>
                    <a:cubicBezTo>
                      <a:pt x="7768" y="33237"/>
                      <a:pt x="7644" y="32706"/>
                      <a:pt x="7441" y="32268"/>
                    </a:cubicBezTo>
                    <a:cubicBezTo>
                      <a:pt x="7247" y="31835"/>
                      <a:pt x="6962" y="31483"/>
                      <a:pt x="6636" y="31342"/>
                    </a:cubicBezTo>
                    <a:cubicBezTo>
                      <a:pt x="6470" y="31265"/>
                      <a:pt x="6319" y="31239"/>
                      <a:pt x="6193" y="31239"/>
                    </a:cubicBezTo>
                    <a:cubicBezTo>
                      <a:pt x="6075" y="31239"/>
                      <a:pt x="5979" y="31261"/>
                      <a:pt x="5911" y="31284"/>
                    </a:cubicBezTo>
                    <a:lnTo>
                      <a:pt x="5700" y="31378"/>
                    </a:lnTo>
                    <a:cubicBezTo>
                      <a:pt x="5674" y="31404"/>
                      <a:pt x="6095" y="31342"/>
                      <a:pt x="6354" y="31717"/>
                    </a:cubicBezTo>
                    <a:cubicBezTo>
                      <a:pt x="6598" y="32045"/>
                      <a:pt x="6634" y="32854"/>
                      <a:pt x="6301" y="33558"/>
                    </a:cubicBezTo>
                    <a:cubicBezTo>
                      <a:pt x="6212" y="33840"/>
                      <a:pt x="5743" y="34057"/>
                      <a:pt x="5206" y="34057"/>
                    </a:cubicBezTo>
                    <a:cubicBezTo>
                      <a:pt x="4902" y="34057"/>
                      <a:pt x="4577" y="33987"/>
                      <a:pt x="4286" y="33822"/>
                    </a:cubicBezTo>
                    <a:cubicBezTo>
                      <a:pt x="3874" y="33620"/>
                      <a:pt x="3520" y="33237"/>
                      <a:pt x="3414" y="32898"/>
                    </a:cubicBezTo>
                    <a:cubicBezTo>
                      <a:pt x="3366" y="32720"/>
                      <a:pt x="3345" y="32536"/>
                      <a:pt x="3350" y="32352"/>
                    </a:cubicBezTo>
                    <a:cubicBezTo>
                      <a:pt x="3347" y="32156"/>
                      <a:pt x="3400" y="31959"/>
                      <a:pt x="3474" y="31739"/>
                    </a:cubicBezTo>
                    <a:cubicBezTo>
                      <a:pt x="3778" y="30851"/>
                      <a:pt x="4927" y="29589"/>
                      <a:pt x="6390" y="28955"/>
                    </a:cubicBezTo>
                    <a:cubicBezTo>
                      <a:pt x="7922" y="28220"/>
                      <a:pt x="9954" y="27823"/>
                      <a:pt x="12149" y="27157"/>
                    </a:cubicBezTo>
                    <a:cubicBezTo>
                      <a:pt x="14212" y="26537"/>
                      <a:pt x="16407" y="25946"/>
                      <a:pt x="18650" y="25219"/>
                    </a:cubicBezTo>
                    <a:cubicBezTo>
                      <a:pt x="20896" y="24481"/>
                      <a:pt x="23193" y="23644"/>
                      <a:pt x="25412" y="22377"/>
                    </a:cubicBezTo>
                    <a:cubicBezTo>
                      <a:pt x="27617" y="21130"/>
                      <a:pt x="29683" y="19416"/>
                      <a:pt x="31179" y="17202"/>
                    </a:cubicBezTo>
                    <a:cubicBezTo>
                      <a:pt x="31361" y="16927"/>
                      <a:pt x="31576" y="16577"/>
                      <a:pt x="31720" y="16321"/>
                    </a:cubicBezTo>
                    <a:lnTo>
                      <a:pt x="31926" y="15945"/>
                    </a:lnTo>
                    <a:lnTo>
                      <a:pt x="31976" y="15852"/>
                    </a:lnTo>
                    <a:lnTo>
                      <a:pt x="32055" y="15687"/>
                    </a:lnTo>
                    <a:lnTo>
                      <a:pt x="32160" y="15450"/>
                    </a:lnTo>
                    <a:cubicBezTo>
                      <a:pt x="32459" y="14827"/>
                      <a:pt x="32673" y="14179"/>
                      <a:pt x="32850" y="13528"/>
                    </a:cubicBezTo>
                    <a:cubicBezTo>
                      <a:pt x="33192" y="12218"/>
                      <a:pt x="33269" y="10875"/>
                      <a:pt x="33142" y="9583"/>
                    </a:cubicBezTo>
                    <a:cubicBezTo>
                      <a:pt x="32883" y="7000"/>
                      <a:pt x="31780" y="4549"/>
                      <a:pt x="29994" y="2837"/>
                    </a:cubicBezTo>
                    <a:cubicBezTo>
                      <a:pt x="29783" y="2615"/>
                      <a:pt x="29556" y="2411"/>
                      <a:pt x="29309" y="2227"/>
                    </a:cubicBezTo>
                    <a:cubicBezTo>
                      <a:pt x="29060" y="2040"/>
                      <a:pt x="28862" y="1846"/>
                      <a:pt x="28570" y="1676"/>
                    </a:cubicBezTo>
                    <a:cubicBezTo>
                      <a:pt x="28292" y="1502"/>
                      <a:pt x="28010" y="1337"/>
                      <a:pt x="27732" y="1176"/>
                    </a:cubicBezTo>
                    <a:cubicBezTo>
                      <a:pt x="27488" y="1054"/>
                      <a:pt x="27289" y="975"/>
                      <a:pt x="27066" y="872"/>
                    </a:cubicBezTo>
                    <a:cubicBezTo>
                      <a:pt x="25934" y="398"/>
                      <a:pt x="24917" y="147"/>
                      <a:pt x="23871" y="54"/>
                    </a:cubicBezTo>
                    <a:cubicBezTo>
                      <a:pt x="23474" y="17"/>
                      <a:pt x="23085" y="0"/>
                      <a:pt x="2270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5" name="Google Shape;5125;p72"/>
              <p:cNvSpPr/>
              <p:nvPr/>
            </p:nvSpPr>
            <p:spPr>
              <a:xfrm>
                <a:off x="4062725" y="270525"/>
                <a:ext cx="775400" cy="855625"/>
              </a:xfrm>
              <a:custGeom>
                <a:avLst/>
                <a:gdLst/>
                <a:ahLst/>
                <a:cxnLst/>
                <a:rect l="l" t="t" r="r" b="b"/>
                <a:pathLst>
                  <a:path w="31016" h="34225" extrusionOk="0">
                    <a:moveTo>
                      <a:pt x="4627" y="30141"/>
                    </a:moveTo>
                    <a:cubicBezTo>
                      <a:pt x="4626" y="30143"/>
                      <a:pt x="4626" y="30145"/>
                      <a:pt x="4628" y="30145"/>
                    </a:cubicBezTo>
                    <a:lnTo>
                      <a:pt x="4628" y="30145"/>
                    </a:lnTo>
                    <a:cubicBezTo>
                      <a:pt x="4627" y="30144"/>
                      <a:pt x="4627" y="30143"/>
                      <a:pt x="4627" y="30141"/>
                    </a:cubicBezTo>
                    <a:close/>
                    <a:moveTo>
                      <a:pt x="4628" y="30145"/>
                    </a:moveTo>
                    <a:cubicBezTo>
                      <a:pt x="4629" y="30146"/>
                      <a:pt x="4631" y="30147"/>
                      <a:pt x="4633" y="30147"/>
                    </a:cubicBezTo>
                    <a:cubicBezTo>
                      <a:pt x="4634" y="30147"/>
                      <a:pt x="4634" y="30147"/>
                      <a:pt x="4636" y="30147"/>
                    </a:cubicBezTo>
                    <a:lnTo>
                      <a:pt x="4636" y="30147"/>
                    </a:lnTo>
                    <a:cubicBezTo>
                      <a:pt x="4635" y="30147"/>
                      <a:pt x="4635" y="30147"/>
                      <a:pt x="4635" y="30147"/>
                    </a:cubicBezTo>
                    <a:cubicBezTo>
                      <a:pt x="4632" y="30147"/>
                      <a:pt x="4630" y="30146"/>
                      <a:pt x="4628" y="30145"/>
                    </a:cubicBezTo>
                    <a:close/>
                    <a:moveTo>
                      <a:pt x="21530" y="0"/>
                    </a:moveTo>
                    <a:cubicBezTo>
                      <a:pt x="20130" y="0"/>
                      <a:pt x="18844" y="256"/>
                      <a:pt x="17738" y="602"/>
                    </a:cubicBezTo>
                    <a:cubicBezTo>
                      <a:pt x="16529" y="983"/>
                      <a:pt x="15368" y="1502"/>
                      <a:pt x="14279" y="2146"/>
                    </a:cubicBezTo>
                    <a:cubicBezTo>
                      <a:pt x="13369" y="2670"/>
                      <a:pt x="12713" y="3183"/>
                      <a:pt x="12258" y="3530"/>
                    </a:cubicBezTo>
                    <a:lnTo>
                      <a:pt x="11617" y="4068"/>
                    </a:lnTo>
                    <a:lnTo>
                      <a:pt x="12234" y="4813"/>
                    </a:lnTo>
                    <a:lnTo>
                      <a:pt x="12881" y="4279"/>
                    </a:lnTo>
                    <a:cubicBezTo>
                      <a:pt x="13297" y="3973"/>
                      <a:pt x="13912" y="3496"/>
                      <a:pt x="14779" y="3008"/>
                    </a:cubicBezTo>
                    <a:cubicBezTo>
                      <a:pt x="15808" y="2412"/>
                      <a:pt x="16902" y="1936"/>
                      <a:pt x="18039" y="1588"/>
                    </a:cubicBezTo>
                    <a:cubicBezTo>
                      <a:pt x="19049" y="1281"/>
                      <a:pt x="20205" y="1064"/>
                      <a:pt x="21437" y="1064"/>
                    </a:cubicBezTo>
                    <a:cubicBezTo>
                      <a:pt x="21800" y="1064"/>
                      <a:pt x="22170" y="1083"/>
                      <a:pt x="22544" y="1124"/>
                    </a:cubicBezTo>
                    <a:cubicBezTo>
                      <a:pt x="23363" y="1198"/>
                      <a:pt x="24213" y="1442"/>
                      <a:pt x="24998" y="1782"/>
                    </a:cubicBezTo>
                    <a:cubicBezTo>
                      <a:pt x="25206" y="1883"/>
                      <a:pt x="25433" y="1981"/>
                      <a:pt x="25634" y="2089"/>
                    </a:cubicBezTo>
                    <a:lnTo>
                      <a:pt x="26183" y="2433"/>
                    </a:lnTo>
                    <a:cubicBezTo>
                      <a:pt x="26537" y="2694"/>
                      <a:pt x="26927" y="2962"/>
                      <a:pt x="27241" y="3305"/>
                    </a:cubicBezTo>
                    <a:cubicBezTo>
                      <a:pt x="28593" y="4597"/>
                      <a:pt x="29462" y="6522"/>
                      <a:pt x="29663" y="8571"/>
                    </a:cubicBezTo>
                    <a:cubicBezTo>
                      <a:pt x="29888" y="10637"/>
                      <a:pt x="29323" y="12791"/>
                      <a:pt x="28083" y="14598"/>
                    </a:cubicBezTo>
                    <a:cubicBezTo>
                      <a:pt x="26853" y="16415"/>
                      <a:pt x="25081" y="17897"/>
                      <a:pt x="23116" y="19029"/>
                    </a:cubicBezTo>
                    <a:cubicBezTo>
                      <a:pt x="21151" y="20168"/>
                      <a:pt x="18980" y="20987"/>
                      <a:pt x="16826" y="21708"/>
                    </a:cubicBezTo>
                    <a:cubicBezTo>
                      <a:pt x="14664" y="22423"/>
                      <a:pt x="12488" y="23024"/>
                      <a:pt x="10389" y="23666"/>
                    </a:cubicBezTo>
                    <a:cubicBezTo>
                      <a:pt x="8338" y="24314"/>
                      <a:pt x="6224" y="24716"/>
                      <a:pt x="4321" y="25624"/>
                    </a:cubicBezTo>
                    <a:cubicBezTo>
                      <a:pt x="3368" y="26069"/>
                      <a:pt x="2495" y="26677"/>
                      <a:pt x="1791" y="27395"/>
                    </a:cubicBezTo>
                    <a:cubicBezTo>
                      <a:pt x="1082" y="28106"/>
                      <a:pt x="508" y="28965"/>
                      <a:pt x="259" y="29935"/>
                    </a:cubicBezTo>
                    <a:cubicBezTo>
                      <a:pt x="0" y="30909"/>
                      <a:pt x="170" y="31941"/>
                      <a:pt x="694" y="32731"/>
                    </a:cubicBezTo>
                    <a:cubicBezTo>
                      <a:pt x="1235" y="33501"/>
                      <a:pt x="2023" y="33935"/>
                      <a:pt x="2782" y="34121"/>
                    </a:cubicBezTo>
                    <a:cubicBezTo>
                      <a:pt x="3070" y="34191"/>
                      <a:pt x="3358" y="34225"/>
                      <a:pt x="3638" y="34225"/>
                    </a:cubicBezTo>
                    <a:cubicBezTo>
                      <a:pt x="4106" y="34225"/>
                      <a:pt x="4553" y="34131"/>
                      <a:pt x="4946" y="33954"/>
                    </a:cubicBezTo>
                    <a:cubicBezTo>
                      <a:pt x="5250" y="33820"/>
                      <a:pt x="5523" y="33623"/>
                      <a:pt x="5748" y="33379"/>
                    </a:cubicBezTo>
                    <a:cubicBezTo>
                      <a:pt x="5965" y="33145"/>
                      <a:pt x="6087" y="32805"/>
                      <a:pt x="6138" y="32544"/>
                    </a:cubicBezTo>
                    <a:cubicBezTo>
                      <a:pt x="6332" y="31462"/>
                      <a:pt x="5963" y="30567"/>
                      <a:pt x="5465" y="30236"/>
                    </a:cubicBezTo>
                    <a:cubicBezTo>
                      <a:pt x="5261" y="30119"/>
                      <a:pt x="5087" y="30085"/>
                      <a:pt x="4953" y="30085"/>
                    </a:cubicBezTo>
                    <a:cubicBezTo>
                      <a:pt x="4777" y="30085"/>
                      <a:pt x="4666" y="30143"/>
                      <a:pt x="4636" y="30147"/>
                    </a:cubicBezTo>
                    <a:lnTo>
                      <a:pt x="4636" y="30147"/>
                    </a:lnTo>
                    <a:cubicBezTo>
                      <a:pt x="4659" y="30146"/>
                      <a:pt x="4725" y="30130"/>
                      <a:pt x="4819" y="30130"/>
                    </a:cubicBezTo>
                    <a:cubicBezTo>
                      <a:pt x="4961" y="30130"/>
                      <a:pt x="5166" y="30167"/>
                      <a:pt x="5381" y="30349"/>
                    </a:cubicBezTo>
                    <a:cubicBezTo>
                      <a:pt x="5760" y="30682"/>
                      <a:pt x="5968" y="31534"/>
                      <a:pt x="5719" y="32443"/>
                    </a:cubicBezTo>
                    <a:cubicBezTo>
                      <a:pt x="5587" y="33111"/>
                      <a:pt x="4764" y="33560"/>
                      <a:pt x="3860" y="33560"/>
                    </a:cubicBezTo>
                    <a:cubicBezTo>
                      <a:pt x="3569" y="33560"/>
                      <a:pt x="3269" y="33514"/>
                      <a:pt x="2980" y="33413"/>
                    </a:cubicBezTo>
                    <a:cubicBezTo>
                      <a:pt x="2382" y="33216"/>
                      <a:pt x="1798" y="32805"/>
                      <a:pt x="1458" y="32235"/>
                    </a:cubicBezTo>
                    <a:cubicBezTo>
                      <a:pt x="1125" y="31682"/>
                      <a:pt x="1044" y="30904"/>
                      <a:pt x="1252" y="30198"/>
                    </a:cubicBezTo>
                    <a:cubicBezTo>
                      <a:pt x="1688" y="28745"/>
                      <a:pt x="3091" y="27381"/>
                      <a:pt x="4783" y="26591"/>
                    </a:cubicBezTo>
                    <a:cubicBezTo>
                      <a:pt x="6511" y="25758"/>
                      <a:pt x="8589" y="25356"/>
                      <a:pt x="10703" y="24695"/>
                    </a:cubicBezTo>
                    <a:cubicBezTo>
                      <a:pt x="12785" y="24061"/>
                      <a:pt x="14968" y="23460"/>
                      <a:pt x="17166" y="22734"/>
                    </a:cubicBezTo>
                    <a:cubicBezTo>
                      <a:pt x="19361" y="22002"/>
                      <a:pt x="21587" y="21171"/>
                      <a:pt x="23662" y="19972"/>
                    </a:cubicBezTo>
                    <a:cubicBezTo>
                      <a:pt x="25730" y="18782"/>
                      <a:pt x="27636" y="17205"/>
                      <a:pt x="28990" y="15211"/>
                    </a:cubicBezTo>
                    <a:cubicBezTo>
                      <a:pt x="30357" y="13236"/>
                      <a:pt x="31015" y="10761"/>
                      <a:pt x="30757" y="8468"/>
                    </a:cubicBezTo>
                    <a:cubicBezTo>
                      <a:pt x="30537" y="6175"/>
                      <a:pt x="29567" y="4006"/>
                      <a:pt x="28016" y="2517"/>
                    </a:cubicBezTo>
                    <a:cubicBezTo>
                      <a:pt x="27652" y="2122"/>
                      <a:pt x="27221" y="1818"/>
                      <a:pt x="26791" y="1507"/>
                    </a:cubicBezTo>
                    <a:lnTo>
                      <a:pt x="26108" y="1091"/>
                    </a:lnTo>
                    <a:cubicBezTo>
                      <a:pt x="25888" y="976"/>
                      <a:pt x="25673" y="887"/>
                      <a:pt x="25457" y="787"/>
                    </a:cubicBezTo>
                    <a:cubicBezTo>
                      <a:pt x="24512" y="384"/>
                      <a:pt x="23585" y="138"/>
                      <a:pt x="22659" y="56"/>
                    </a:cubicBezTo>
                    <a:cubicBezTo>
                      <a:pt x="22276" y="18"/>
                      <a:pt x="21899" y="0"/>
                      <a:pt x="21530" y="0"/>
                    </a:cubicBezTo>
                    <a:close/>
                  </a:path>
                </a:pathLst>
              </a:custGeom>
              <a:solidFill>
                <a:srgbClr val="DBE2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6" name="Google Shape;5126;p72"/>
              <p:cNvSpPr/>
              <p:nvPr/>
            </p:nvSpPr>
            <p:spPr>
              <a:xfrm>
                <a:off x="2957425" y="254350"/>
                <a:ext cx="842900" cy="896500"/>
              </a:xfrm>
              <a:custGeom>
                <a:avLst/>
                <a:gdLst/>
                <a:ahLst/>
                <a:cxnLst/>
                <a:rect l="l" t="t" r="r" b="b"/>
                <a:pathLst>
                  <a:path w="33716" h="35860" extrusionOk="0">
                    <a:moveTo>
                      <a:pt x="10613" y="1"/>
                    </a:moveTo>
                    <a:cubicBezTo>
                      <a:pt x="10145" y="1"/>
                      <a:pt x="9663" y="27"/>
                      <a:pt x="9169" y="83"/>
                    </a:cubicBezTo>
                    <a:cubicBezTo>
                      <a:pt x="8120" y="196"/>
                      <a:pt x="7110" y="471"/>
                      <a:pt x="5987" y="969"/>
                    </a:cubicBezTo>
                    <a:cubicBezTo>
                      <a:pt x="5769" y="1077"/>
                      <a:pt x="5573" y="1158"/>
                      <a:pt x="5329" y="1288"/>
                    </a:cubicBezTo>
                    <a:cubicBezTo>
                      <a:pt x="5054" y="1453"/>
                      <a:pt x="4776" y="1623"/>
                      <a:pt x="4501" y="1805"/>
                    </a:cubicBezTo>
                    <a:cubicBezTo>
                      <a:pt x="4211" y="1982"/>
                      <a:pt x="4020" y="2180"/>
                      <a:pt x="3773" y="2374"/>
                    </a:cubicBezTo>
                    <a:cubicBezTo>
                      <a:pt x="3531" y="2561"/>
                      <a:pt x="3306" y="2769"/>
                      <a:pt x="3103" y="2997"/>
                    </a:cubicBezTo>
                    <a:cubicBezTo>
                      <a:pt x="1353" y="4746"/>
                      <a:pt x="305" y="7222"/>
                      <a:pt x="101" y="9807"/>
                    </a:cubicBezTo>
                    <a:cubicBezTo>
                      <a:pt x="1" y="11104"/>
                      <a:pt x="108" y="12445"/>
                      <a:pt x="477" y="13744"/>
                    </a:cubicBezTo>
                    <a:cubicBezTo>
                      <a:pt x="669" y="14393"/>
                      <a:pt x="896" y="15037"/>
                      <a:pt x="1207" y="15655"/>
                    </a:cubicBezTo>
                    <a:lnTo>
                      <a:pt x="1317" y="15887"/>
                    </a:lnTo>
                    <a:lnTo>
                      <a:pt x="1399" y="16050"/>
                    </a:lnTo>
                    <a:lnTo>
                      <a:pt x="1454" y="16143"/>
                    </a:lnTo>
                    <a:lnTo>
                      <a:pt x="1664" y="16514"/>
                    </a:lnTo>
                    <a:cubicBezTo>
                      <a:pt x="1815" y="16768"/>
                      <a:pt x="2038" y="17112"/>
                      <a:pt x="2227" y="17383"/>
                    </a:cubicBezTo>
                    <a:cubicBezTo>
                      <a:pt x="3768" y="19563"/>
                      <a:pt x="5870" y="21234"/>
                      <a:pt x="8101" y="22431"/>
                    </a:cubicBezTo>
                    <a:cubicBezTo>
                      <a:pt x="10346" y="23652"/>
                      <a:pt x="12661" y="24439"/>
                      <a:pt x="14923" y="25131"/>
                    </a:cubicBezTo>
                    <a:cubicBezTo>
                      <a:pt x="17183" y="25811"/>
                      <a:pt x="19387" y="26354"/>
                      <a:pt x="21465" y="26929"/>
                    </a:cubicBezTo>
                    <a:cubicBezTo>
                      <a:pt x="23674" y="27549"/>
                      <a:pt x="25714" y="27901"/>
                      <a:pt x="27263" y="28605"/>
                    </a:cubicBezTo>
                    <a:cubicBezTo>
                      <a:pt x="28737" y="29208"/>
                      <a:pt x="29912" y="30443"/>
                      <a:pt x="30235" y="31324"/>
                    </a:cubicBezTo>
                    <a:cubicBezTo>
                      <a:pt x="30314" y="31544"/>
                      <a:pt x="30372" y="31738"/>
                      <a:pt x="30372" y="31934"/>
                    </a:cubicBezTo>
                    <a:cubicBezTo>
                      <a:pt x="30382" y="32118"/>
                      <a:pt x="30362" y="32303"/>
                      <a:pt x="30319" y="32482"/>
                    </a:cubicBezTo>
                    <a:cubicBezTo>
                      <a:pt x="30221" y="32825"/>
                      <a:pt x="29876" y="33215"/>
                      <a:pt x="29470" y="33423"/>
                    </a:cubicBezTo>
                    <a:cubicBezTo>
                      <a:pt x="29168" y="33604"/>
                      <a:pt x="28826" y="33680"/>
                      <a:pt x="28510" y="33680"/>
                    </a:cubicBezTo>
                    <a:cubicBezTo>
                      <a:pt x="27991" y="33680"/>
                      <a:pt x="27541" y="33476"/>
                      <a:pt x="27447" y="33203"/>
                    </a:cubicBezTo>
                    <a:cubicBezTo>
                      <a:pt x="27102" y="32509"/>
                      <a:pt x="27119" y="31700"/>
                      <a:pt x="27356" y="31364"/>
                    </a:cubicBezTo>
                    <a:cubicBezTo>
                      <a:pt x="27607" y="30981"/>
                      <a:pt x="28028" y="31037"/>
                      <a:pt x="28000" y="31010"/>
                    </a:cubicBezTo>
                    <a:lnTo>
                      <a:pt x="27789" y="30922"/>
                    </a:lnTo>
                    <a:cubicBezTo>
                      <a:pt x="27724" y="30901"/>
                      <a:pt x="27634" y="30882"/>
                      <a:pt x="27526" y="30882"/>
                    </a:cubicBezTo>
                    <a:cubicBezTo>
                      <a:pt x="27395" y="30882"/>
                      <a:pt x="27238" y="30910"/>
                      <a:pt x="27064" y="30996"/>
                    </a:cubicBezTo>
                    <a:cubicBezTo>
                      <a:pt x="26741" y="31144"/>
                      <a:pt x="26465" y="31501"/>
                      <a:pt x="26279" y="31937"/>
                    </a:cubicBezTo>
                    <a:cubicBezTo>
                      <a:pt x="26087" y="32379"/>
                      <a:pt x="25975" y="32913"/>
                      <a:pt x="26056" y="33576"/>
                    </a:cubicBezTo>
                    <a:cubicBezTo>
                      <a:pt x="26082" y="33875"/>
                      <a:pt x="26274" y="34392"/>
                      <a:pt x="26544" y="34692"/>
                    </a:cubicBezTo>
                    <a:cubicBezTo>
                      <a:pt x="26815" y="35010"/>
                      <a:pt x="27150" y="35269"/>
                      <a:pt x="27526" y="35453"/>
                    </a:cubicBezTo>
                    <a:cubicBezTo>
                      <a:pt x="28058" y="35717"/>
                      <a:pt x="28661" y="35859"/>
                      <a:pt x="29301" y="35859"/>
                    </a:cubicBezTo>
                    <a:cubicBezTo>
                      <a:pt x="29589" y="35859"/>
                      <a:pt x="29884" y="35831"/>
                      <a:pt x="30183" y="35771"/>
                    </a:cubicBezTo>
                    <a:cubicBezTo>
                      <a:pt x="31126" y="35568"/>
                      <a:pt x="32134" y="35087"/>
                      <a:pt x="32885" y="34067"/>
                    </a:cubicBezTo>
                    <a:cubicBezTo>
                      <a:pt x="33287" y="33485"/>
                      <a:pt x="33484" y="32951"/>
                      <a:pt x="33596" y="32308"/>
                    </a:cubicBezTo>
                    <a:cubicBezTo>
                      <a:pt x="33716" y="31673"/>
                      <a:pt x="33670" y="30998"/>
                      <a:pt x="33510" y="30381"/>
                    </a:cubicBezTo>
                    <a:cubicBezTo>
                      <a:pt x="33194" y="29124"/>
                      <a:pt x="32462" y="28123"/>
                      <a:pt x="31638" y="27317"/>
                    </a:cubicBezTo>
                    <a:cubicBezTo>
                      <a:pt x="30822" y="26508"/>
                      <a:pt x="29793" y="25825"/>
                      <a:pt x="28723" y="25349"/>
                    </a:cubicBezTo>
                    <a:cubicBezTo>
                      <a:pt x="26604" y="24389"/>
                      <a:pt x="24436" y="24025"/>
                      <a:pt x="22451" y="23427"/>
                    </a:cubicBezTo>
                    <a:cubicBezTo>
                      <a:pt x="20318" y="22812"/>
                      <a:pt x="18143" y="22249"/>
                      <a:pt x="16012" y="21581"/>
                    </a:cubicBezTo>
                    <a:cubicBezTo>
                      <a:pt x="13894" y="20914"/>
                      <a:pt x="11778" y="20148"/>
                      <a:pt x="9935" y="19113"/>
                    </a:cubicBezTo>
                    <a:cubicBezTo>
                      <a:pt x="8084" y="18075"/>
                      <a:pt x="6442" y="16765"/>
                      <a:pt x="5315" y="15193"/>
                    </a:cubicBezTo>
                    <a:cubicBezTo>
                      <a:pt x="5178" y="14991"/>
                      <a:pt x="5082" y="14862"/>
                      <a:pt x="4939" y="14625"/>
                    </a:cubicBezTo>
                    <a:lnTo>
                      <a:pt x="4723" y="14254"/>
                    </a:lnTo>
                    <a:lnTo>
                      <a:pt x="4679" y="14181"/>
                    </a:lnTo>
                    <a:lnTo>
                      <a:pt x="4679" y="14181"/>
                    </a:lnTo>
                    <a:cubicBezTo>
                      <a:pt x="4682" y="14186"/>
                      <a:pt x="4684" y="14188"/>
                      <a:pt x="4684" y="14188"/>
                    </a:cubicBezTo>
                    <a:cubicBezTo>
                      <a:pt x="4687" y="14188"/>
                      <a:pt x="4659" y="14132"/>
                      <a:pt x="4659" y="14132"/>
                    </a:cubicBezTo>
                    <a:lnTo>
                      <a:pt x="4587" y="13979"/>
                    </a:lnTo>
                    <a:cubicBezTo>
                      <a:pt x="4379" y="13582"/>
                      <a:pt x="4228" y="13156"/>
                      <a:pt x="4096" y="12727"/>
                    </a:cubicBezTo>
                    <a:cubicBezTo>
                      <a:pt x="3838" y="11865"/>
                      <a:pt x="3761" y="10953"/>
                      <a:pt x="3823" y="10072"/>
                    </a:cubicBezTo>
                    <a:cubicBezTo>
                      <a:pt x="3948" y="8311"/>
                      <a:pt x="4649" y="6654"/>
                      <a:pt x="5743" y="5558"/>
                    </a:cubicBezTo>
                    <a:cubicBezTo>
                      <a:pt x="5987" y="5268"/>
                      <a:pt x="6325" y="5029"/>
                      <a:pt x="6586" y="4823"/>
                    </a:cubicBezTo>
                    <a:cubicBezTo>
                      <a:pt x="6720" y="4737"/>
                      <a:pt x="6847" y="4646"/>
                      <a:pt x="6971" y="4550"/>
                    </a:cubicBezTo>
                    <a:cubicBezTo>
                      <a:pt x="7148" y="4447"/>
                      <a:pt x="7388" y="4335"/>
                      <a:pt x="7589" y="4229"/>
                    </a:cubicBezTo>
                    <a:cubicBezTo>
                      <a:pt x="8180" y="3952"/>
                      <a:pt x="8936" y="3693"/>
                      <a:pt x="9631" y="3614"/>
                    </a:cubicBezTo>
                    <a:cubicBezTo>
                      <a:pt x="10052" y="3554"/>
                      <a:pt x="10473" y="3527"/>
                      <a:pt x="10888" y="3527"/>
                    </a:cubicBezTo>
                    <a:cubicBezTo>
                      <a:pt x="11865" y="3527"/>
                      <a:pt x="12809" y="3678"/>
                      <a:pt x="13654" y="3909"/>
                    </a:cubicBezTo>
                    <a:cubicBezTo>
                      <a:pt x="14866" y="4232"/>
                      <a:pt x="15888" y="4699"/>
                      <a:pt x="16704" y="5120"/>
                    </a:cubicBezTo>
                    <a:cubicBezTo>
                      <a:pt x="17532" y="5546"/>
                      <a:pt x="18111" y="5960"/>
                      <a:pt x="18492" y="6214"/>
                    </a:cubicBezTo>
                    <a:lnTo>
                      <a:pt x="19157" y="6721"/>
                    </a:lnTo>
                    <a:lnTo>
                      <a:pt x="21151" y="4222"/>
                    </a:lnTo>
                    <a:lnTo>
                      <a:pt x="20507" y="3686"/>
                    </a:lnTo>
                    <a:cubicBezTo>
                      <a:pt x="19998" y="3303"/>
                      <a:pt x="19287" y="2757"/>
                      <a:pt x="18322" y="2207"/>
                    </a:cubicBezTo>
                    <a:cubicBezTo>
                      <a:pt x="17144" y="1527"/>
                      <a:pt x="15892" y="986"/>
                      <a:pt x="14590" y="598"/>
                    </a:cubicBezTo>
                    <a:cubicBezTo>
                      <a:pt x="13435" y="258"/>
                      <a:pt x="12094" y="1"/>
                      <a:pt x="1061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7" name="Google Shape;5127;p72"/>
              <p:cNvSpPr/>
              <p:nvPr/>
            </p:nvSpPr>
            <p:spPr>
              <a:xfrm>
                <a:off x="2987525" y="285250"/>
                <a:ext cx="786050" cy="845950"/>
              </a:xfrm>
              <a:custGeom>
                <a:avLst/>
                <a:gdLst/>
                <a:ahLst/>
                <a:cxnLst/>
                <a:rect l="l" t="t" r="r" b="b"/>
                <a:pathLst>
                  <a:path w="31442" h="33838" extrusionOk="0">
                    <a:moveTo>
                      <a:pt x="26798" y="29774"/>
                    </a:moveTo>
                    <a:cubicBezTo>
                      <a:pt x="26799" y="29776"/>
                      <a:pt x="26799" y="29778"/>
                      <a:pt x="26798" y="29779"/>
                    </a:cubicBezTo>
                    <a:lnTo>
                      <a:pt x="26798" y="29779"/>
                    </a:lnTo>
                    <a:cubicBezTo>
                      <a:pt x="26799" y="29778"/>
                      <a:pt x="26799" y="29776"/>
                      <a:pt x="26798" y="29774"/>
                    </a:cubicBezTo>
                    <a:close/>
                    <a:moveTo>
                      <a:pt x="26798" y="29779"/>
                    </a:moveTo>
                    <a:cubicBezTo>
                      <a:pt x="26797" y="29780"/>
                      <a:pt x="26795" y="29780"/>
                      <a:pt x="26791" y="29780"/>
                    </a:cubicBezTo>
                    <a:lnTo>
                      <a:pt x="26791" y="29780"/>
                    </a:lnTo>
                    <a:cubicBezTo>
                      <a:pt x="26792" y="29780"/>
                      <a:pt x="26793" y="29781"/>
                      <a:pt x="26793" y="29781"/>
                    </a:cubicBezTo>
                    <a:cubicBezTo>
                      <a:pt x="26796" y="29781"/>
                      <a:pt x="26797" y="29780"/>
                      <a:pt x="26798" y="29779"/>
                    </a:cubicBezTo>
                    <a:close/>
                    <a:moveTo>
                      <a:pt x="9497" y="0"/>
                    </a:moveTo>
                    <a:cubicBezTo>
                      <a:pt x="9051" y="0"/>
                      <a:pt x="8593" y="26"/>
                      <a:pt x="8125" y="83"/>
                    </a:cubicBezTo>
                    <a:cubicBezTo>
                      <a:pt x="7203" y="183"/>
                      <a:pt x="6279" y="451"/>
                      <a:pt x="5343" y="873"/>
                    </a:cubicBezTo>
                    <a:cubicBezTo>
                      <a:pt x="5130" y="978"/>
                      <a:pt x="4920" y="1071"/>
                      <a:pt x="4700" y="1191"/>
                    </a:cubicBezTo>
                    <a:lnTo>
                      <a:pt x="4025" y="1622"/>
                    </a:lnTo>
                    <a:cubicBezTo>
                      <a:pt x="3603" y="1940"/>
                      <a:pt x="3180" y="2256"/>
                      <a:pt x="2823" y="2658"/>
                    </a:cubicBezTo>
                    <a:cubicBezTo>
                      <a:pt x="1305" y="4178"/>
                      <a:pt x="381" y="6369"/>
                      <a:pt x="209" y="8664"/>
                    </a:cubicBezTo>
                    <a:cubicBezTo>
                      <a:pt x="1" y="10964"/>
                      <a:pt x="712" y="13423"/>
                      <a:pt x="2122" y="15371"/>
                    </a:cubicBezTo>
                    <a:cubicBezTo>
                      <a:pt x="3517" y="17334"/>
                      <a:pt x="5458" y="18868"/>
                      <a:pt x="7550" y="20015"/>
                    </a:cubicBezTo>
                    <a:cubicBezTo>
                      <a:pt x="9652" y="21171"/>
                      <a:pt x="11895" y="21954"/>
                      <a:pt x="14104" y="22639"/>
                    </a:cubicBezTo>
                    <a:cubicBezTo>
                      <a:pt x="16319" y="23316"/>
                      <a:pt x="18511" y="23869"/>
                      <a:pt x="20608" y="24460"/>
                    </a:cubicBezTo>
                    <a:cubicBezTo>
                      <a:pt x="22736" y="25075"/>
                      <a:pt x="24821" y="25434"/>
                      <a:pt x="26568" y="26229"/>
                    </a:cubicBezTo>
                    <a:cubicBezTo>
                      <a:pt x="28277" y="26981"/>
                      <a:pt x="29709" y="28316"/>
                      <a:pt x="30176" y="29760"/>
                    </a:cubicBezTo>
                    <a:cubicBezTo>
                      <a:pt x="30396" y="30464"/>
                      <a:pt x="30331" y="31242"/>
                      <a:pt x="30011" y="31802"/>
                    </a:cubicBezTo>
                    <a:cubicBezTo>
                      <a:pt x="29683" y="32379"/>
                      <a:pt x="29110" y="32802"/>
                      <a:pt x="28514" y="33010"/>
                    </a:cubicBezTo>
                    <a:cubicBezTo>
                      <a:pt x="28209" y="33125"/>
                      <a:pt x="27890" y="33178"/>
                      <a:pt x="27580" y="33178"/>
                    </a:cubicBezTo>
                    <a:cubicBezTo>
                      <a:pt x="26699" y="33178"/>
                      <a:pt x="25900" y="32750"/>
                      <a:pt x="25757" y="32098"/>
                    </a:cubicBezTo>
                    <a:cubicBezTo>
                      <a:pt x="25486" y="31196"/>
                      <a:pt x="25678" y="30341"/>
                      <a:pt x="26051" y="29999"/>
                    </a:cubicBezTo>
                    <a:cubicBezTo>
                      <a:pt x="26270" y="29804"/>
                      <a:pt x="26483" y="29768"/>
                      <a:pt x="26625" y="29768"/>
                    </a:cubicBezTo>
                    <a:cubicBezTo>
                      <a:pt x="26708" y="29768"/>
                      <a:pt x="26768" y="29780"/>
                      <a:pt x="26790" y="29780"/>
                    </a:cubicBezTo>
                    <a:cubicBezTo>
                      <a:pt x="26790" y="29780"/>
                      <a:pt x="26791" y="29780"/>
                      <a:pt x="26791" y="29780"/>
                    </a:cubicBezTo>
                    <a:lnTo>
                      <a:pt x="26791" y="29780"/>
                    </a:lnTo>
                    <a:cubicBezTo>
                      <a:pt x="26764" y="29777"/>
                      <a:pt x="26659" y="29726"/>
                      <a:pt x="26493" y="29726"/>
                    </a:cubicBezTo>
                    <a:cubicBezTo>
                      <a:pt x="26356" y="29726"/>
                      <a:pt x="26177" y="29761"/>
                      <a:pt x="25965" y="29889"/>
                    </a:cubicBezTo>
                    <a:cubicBezTo>
                      <a:pt x="25477" y="30229"/>
                      <a:pt x="25127" y="31131"/>
                      <a:pt x="25343" y="32211"/>
                    </a:cubicBezTo>
                    <a:cubicBezTo>
                      <a:pt x="25398" y="32470"/>
                      <a:pt x="25527" y="32807"/>
                      <a:pt x="25750" y="33037"/>
                    </a:cubicBezTo>
                    <a:cubicBezTo>
                      <a:pt x="25980" y="33276"/>
                      <a:pt x="26257" y="33465"/>
                      <a:pt x="26564" y="33592"/>
                    </a:cubicBezTo>
                    <a:cubicBezTo>
                      <a:pt x="26941" y="33753"/>
                      <a:pt x="27364" y="33838"/>
                      <a:pt x="27807" y="33838"/>
                    </a:cubicBezTo>
                    <a:cubicBezTo>
                      <a:pt x="28109" y="33838"/>
                      <a:pt x="28419" y="33798"/>
                      <a:pt x="28730" y="33717"/>
                    </a:cubicBezTo>
                    <a:cubicBezTo>
                      <a:pt x="29486" y="33511"/>
                      <a:pt x="30264" y="33063"/>
                      <a:pt x="30788" y="32280"/>
                    </a:cubicBezTo>
                    <a:cubicBezTo>
                      <a:pt x="31296" y="31481"/>
                      <a:pt x="31442" y="30442"/>
                      <a:pt x="31162" y="29475"/>
                    </a:cubicBezTo>
                    <a:cubicBezTo>
                      <a:pt x="30894" y="28510"/>
                      <a:pt x="30303" y="27665"/>
                      <a:pt x="29577" y="26969"/>
                    </a:cubicBezTo>
                    <a:cubicBezTo>
                      <a:pt x="28859" y="26267"/>
                      <a:pt x="27971" y="25679"/>
                      <a:pt x="27009" y="25255"/>
                    </a:cubicBezTo>
                    <a:cubicBezTo>
                      <a:pt x="25089" y="24386"/>
                      <a:pt x="22966" y="24029"/>
                      <a:pt x="20900" y="23426"/>
                    </a:cubicBezTo>
                    <a:cubicBezTo>
                      <a:pt x="18789" y="22828"/>
                      <a:pt x="16601" y="22272"/>
                      <a:pt x="14423" y="21604"/>
                    </a:cubicBezTo>
                    <a:cubicBezTo>
                      <a:pt x="12254" y="20932"/>
                      <a:pt x="10066" y="20159"/>
                      <a:pt x="8077" y="19060"/>
                    </a:cubicBezTo>
                    <a:cubicBezTo>
                      <a:pt x="6090" y="17971"/>
                      <a:pt x="4285" y="16527"/>
                      <a:pt x="3014" y="14737"/>
                    </a:cubicBezTo>
                    <a:cubicBezTo>
                      <a:pt x="1739" y="12956"/>
                      <a:pt x="1128" y="10816"/>
                      <a:pt x="1310" y="8743"/>
                    </a:cubicBezTo>
                    <a:cubicBezTo>
                      <a:pt x="1466" y="6692"/>
                      <a:pt x="2291" y="4750"/>
                      <a:pt x="3618" y="3429"/>
                    </a:cubicBezTo>
                    <a:cubicBezTo>
                      <a:pt x="3924" y="3080"/>
                      <a:pt x="4309" y="2802"/>
                      <a:pt x="4656" y="2536"/>
                    </a:cubicBezTo>
                    <a:lnTo>
                      <a:pt x="5197" y="2177"/>
                    </a:lnTo>
                    <a:cubicBezTo>
                      <a:pt x="5396" y="2065"/>
                      <a:pt x="5621" y="1962"/>
                      <a:pt x="5829" y="1856"/>
                    </a:cubicBezTo>
                    <a:cubicBezTo>
                      <a:pt x="6605" y="1502"/>
                      <a:pt x="7450" y="1236"/>
                      <a:pt x="8266" y="1145"/>
                    </a:cubicBezTo>
                    <a:cubicBezTo>
                      <a:pt x="8716" y="1086"/>
                      <a:pt x="9160" y="1060"/>
                      <a:pt x="9594" y="1060"/>
                    </a:cubicBezTo>
                    <a:cubicBezTo>
                      <a:pt x="10744" y="1060"/>
                      <a:pt x="11825" y="1247"/>
                      <a:pt x="12781" y="1514"/>
                    </a:cubicBezTo>
                    <a:cubicBezTo>
                      <a:pt x="13922" y="1837"/>
                      <a:pt x="15026" y="2290"/>
                      <a:pt x="16067" y="2864"/>
                    </a:cubicBezTo>
                    <a:cubicBezTo>
                      <a:pt x="16943" y="3333"/>
                      <a:pt x="17570" y="3795"/>
                      <a:pt x="17992" y="4094"/>
                    </a:cubicBezTo>
                    <a:lnTo>
                      <a:pt x="18650" y="4614"/>
                    </a:lnTo>
                    <a:lnTo>
                      <a:pt x="19253" y="3858"/>
                    </a:lnTo>
                    <a:lnTo>
                      <a:pt x="18600" y="3333"/>
                    </a:lnTo>
                    <a:cubicBezTo>
                      <a:pt x="18135" y="2996"/>
                      <a:pt x="17470" y="2498"/>
                      <a:pt x="16551" y="1993"/>
                    </a:cubicBezTo>
                    <a:cubicBezTo>
                      <a:pt x="15445" y="1373"/>
                      <a:pt x="14274" y="880"/>
                      <a:pt x="13058" y="523"/>
                    </a:cubicBezTo>
                    <a:cubicBezTo>
                      <a:pt x="12009" y="220"/>
                      <a:pt x="10803" y="0"/>
                      <a:pt x="9497" y="0"/>
                    </a:cubicBezTo>
                    <a:close/>
                  </a:path>
                </a:pathLst>
              </a:custGeom>
              <a:solidFill>
                <a:srgbClr val="DBE2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8" name="Google Shape;5128;p72"/>
              <p:cNvSpPr/>
              <p:nvPr/>
            </p:nvSpPr>
            <p:spPr>
              <a:xfrm>
                <a:off x="3368550" y="238100"/>
                <a:ext cx="1089150" cy="1354050"/>
              </a:xfrm>
              <a:custGeom>
                <a:avLst/>
                <a:gdLst/>
                <a:ahLst/>
                <a:cxnLst/>
                <a:rect l="l" t="t" r="r" b="b"/>
                <a:pathLst>
                  <a:path w="43566" h="54162" extrusionOk="0">
                    <a:moveTo>
                      <a:pt x="40538" y="1"/>
                    </a:moveTo>
                    <a:cubicBezTo>
                      <a:pt x="40536" y="1"/>
                      <a:pt x="40535" y="1"/>
                      <a:pt x="40533" y="1"/>
                    </a:cubicBezTo>
                    <a:lnTo>
                      <a:pt x="23581" y="183"/>
                    </a:lnTo>
                    <a:lnTo>
                      <a:pt x="19703" y="224"/>
                    </a:lnTo>
                    <a:lnTo>
                      <a:pt x="2751" y="406"/>
                    </a:lnTo>
                    <a:cubicBezTo>
                      <a:pt x="2416" y="408"/>
                      <a:pt x="2128" y="645"/>
                      <a:pt x="2061" y="973"/>
                    </a:cubicBezTo>
                    <a:cubicBezTo>
                      <a:pt x="1530" y="3469"/>
                      <a:pt x="0" y="13846"/>
                      <a:pt x="8783" y="22600"/>
                    </a:cubicBezTo>
                    <a:cubicBezTo>
                      <a:pt x="18846" y="32630"/>
                      <a:pt x="19789" y="34399"/>
                      <a:pt x="18887" y="42942"/>
                    </a:cubicBezTo>
                    <a:cubicBezTo>
                      <a:pt x="17982" y="51485"/>
                      <a:pt x="13855" y="54161"/>
                      <a:pt x="13855" y="54161"/>
                    </a:cubicBezTo>
                    <a:lnTo>
                      <a:pt x="22106" y="54072"/>
                    </a:lnTo>
                    <a:lnTo>
                      <a:pt x="22326" y="54070"/>
                    </a:lnTo>
                    <a:lnTo>
                      <a:pt x="30577" y="53982"/>
                    </a:lnTo>
                    <a:cubicBezTo>
                      <a:pt x="30577" y="53982"/>
                      <a:pt x="26396" y="51394"/>
                      <a:pt x="25309" y="42870"/>
                    </a:cubicBezTo>
                    <a:cubicBezTo>
                      <a:pt x="24222" y="34348"/>
                      <a:pt x="25127" y="32560"/>
                      <a:pt x="34972" y="22320"/>
                    </a:cubicBezTo>
                    <a:cubicBezTo>
                      <a:pt x="43566" y="13379"/>
                      <a:pt x="41816" y="3039"/>
                      <a:pt x="41232" y="554"/>
                    </a:cubicBezTo>
                    <a:cubicBezTo>
                      <a:pt x="41158" y="228"/>
                      <a:pt x="40869" y="1"/>
                      <a:pt x="4053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9" name="Google Shape;5129;p72"/>
              <p:cNvSpPr/>
              <p:nvPr/>
            </p:nvSpPr>
            <p:spPr>
              <a:xfrm>
                <a:off x="3588225" y="1559325"/>
                <a:ext cx="673800" cy="265125"/>
              </a:xfrm>
              <a:custGeom>
                <a:avLst/>
                <a:gdLst/>
                <a:ahLst/>
                <a:cxnLst/>
                <a:rect l="l" t="t" r="r" b="b"/>
                <a:pathLst>
                  <a:path w="26952" h="10605" extrusionOk="0">
                    <a:moveTo>
                      <a:pt x="26784" y="0"/>
                    </a:moveTo>
                    <a:lnTo>
                      <a:pt x="58" y="285"/>
                    </a:lnTo>
                    <a:cubicBezTo>
                      <a:pt x="27" y="285"/>
                      <a:pt x="1" y="311"/>
                      <a:pt x="1" y="343"/>
                    </a:cubicBezTo>
                    <a:lnTo>
                      <a:pt x="111" y="10604"/>
                    </a:lnTo>
                    <a:lnTo>
                      <a:pt x="26951" y="10320"/>
                    </a:lnTo>
                    <a:lnTo>
                      <a:pt x="26841" y="58"/>
                    </a:lnTo>
                    <a:cubicBezTo>
                      <a:pt x="26841" y="27"/>
                      <a:pt x="26815" y="0"/>
                      <a:pt x="26784"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0" name="Google Shape;5130;p72"/>
              <p:cNvSpPr/>
              <p:nvPr/>
            </p:nvSpPr>
            <p:spPr>
              <a:xfrm>
                <a:off x="3513850" y="1774875"/>
                <a:ext cx="825300" cy="92000"/>
              </a:xfrm>
              <a:custGeom>
                <a:avLst/>
                <a:gdLst/>
                <a:ahLst/>
                <a:cxnLst/>
                <a:rect l="l" t="t" r="r" b="b"/>
                <a:pathLst>
                  <a:path w="33012" h="3680" extrusionOk="0">
                    <a:moveTo>
                      <a:pt x="32921" y="0"/>
                    </a:moveTo>
                    <a:lnTo>
                      <a:pt x="58" y="350"/>
                    </a:lnTo>
                    <a:cubicBezTo>
                      <a:pt x="27" y="350"/>
                      <a:pt x="0" y="376"/>
                      <a:pt x="0" y="410"/>
                    </a:cubicBezTo>
                    <a:lnTo>
                      <a:pt x="36" y="3680"/>
                    </a:lnTo>
                    <a:lnTo>
                      <a:pt x="33012" y="3328"/>
                    </a:lnTo>
                    <a:lnTo>
                      <a:pt x="32978" y="58"/>
                    </a:lnTo>
                    <a:cubicBezTo>
                      <a:pt x="32978" y="27"/>
                      <a:pt x="32952" y="0"/>
                      <a:pt x="32921" y="0"/>
                    </a:cubicBezTo>
                    <a:close/>
                  </a:path>
                </a:pathLst>
              </a:custGeom>
              <a:solidFill>
                <a:srgbClr val="E7EC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1" name="Google Shape;5131;p72"/>
              <p:cNvSpPr/>
              <p:nvPr/>
            </p:nvSpPr>
            <p:spPr>
              <a:xfrm>
                <a:off x="3466550" y="322000"/>
                <a:ext cx="893500" cy="458025"/>
              </a:xfrm>
              <a:custGeom>
                <a:avLst/>
                <a:gdLst/>
                <a:ahLst/>
                <a:cxnLst/>
                <a:rect l="l" t="t" r="r" b="b"/>
                <a:pathLst>
                  <a:path w="35740" h="18321" extrusionOk="0">
                    <a:moveTo>
                      <a:pt x="34103" y="1"/>
                    </a:moveTo>
                    <a:cubicBezTo>
                      <a:pt x="34097" y="1"/>
                      <a:pt x="34091" y="1"/>
                      <a:pt x="34085" y="1"/>
                    </a:cubicBezTo>
                    <a:lnTo>
                      <a:pt x="18162" y="171"/>
                    </a:lnTo>
                    <a:lnTo>
                      <a:pt x="17351" y="181"/>
                    </a:lnTo>
                    <a:lnTo>
                      <a:pt x="1428" y="350"/>
                    </a:lnTo>
                    <a:cubicBezTo>
                      <a:pt x="834" y="353"/>
                      <a:pt x="348" y="820"/>
                      <a:pt x="320" y="1413"/>
                    </a:cubicBezTo>
                    <a:cubicBezTo>
                      <a:pt x="315" y="1492"/>
                      <a:pt x="312" y="1578"/>
                      <a:pt x="310" y="1667"/>
                    </a:cubicBezTo>
                    <a:cubicBezTo>
                      <a:pt x="1" y="10807"/>
                      <a:pt x="7459" y="18321"/>
                      <a:pt x="16585" y="18321"/>
                    </a:cubicBezTo>
                    <a:cubicBezTo>
                      <a:pt x="16644" y="18321"/>
                      <a:pt x="16703" y="18321"/>
                      <a:pt x="16762" y="18320"/>
                    </a:cubicBezTo>
                    <a:lnTo>
                      <a:pt x="17545" y="18310"/>
                    </a:lnTo>
                    <a:lnTo>
                      <a:pt x="18354" y="18303"/>
                    </a:lnTo>
                    <a:lnTo>
                      <a:pt x="19136" y="18294"/>
                    </a:lnTo>
                    <a:cubicBezTo>
                      <a:pt x="28343" y="18196"/>
                      <a:pt x="35739" y="10485"/>
                      <a:pt x="35229" y="1294"/>
                    </a:cubicBezTo>
                    <a:cubicBezTo>
                      <a:pt x="35225" y="1203"/>
                      <a:pt x="35220" y="1119"/>
                      <a:pt x="35215" y="1040"/>
                    </a:cubicBezTo>
                    <a:cubicBezTo>
                      <a:pt x="35175" y="455"/>
                      <a:pt x="34689" y="1"/>
                      <a:pt x="34103" y="1"/>
                    </a:cubicBezTo>
                    <a:close/>
                  </a:path>
                </a:pathLst>
              </a:custGeom>
              <a:solidFill>
                <a:srgbClr val="DBE2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2" name="Google Shape;5132;p72"/>
              <p:cNvSpPr/>
              <p:nvPr/>
            </p:nvSpPr>
            <p:spPr>
              <a:xfrm>
                <a:off x="3472850" y="260850"/>
                <a:ext cx="874375" cy="56650"/>
              </a:xfrm>
              <a:custGeom>
                <a:avLst/>
                <a:gdLst/>
                <a:ahLst/>
                <a:cxnLst/>
                <a:rect l="l" t="t" r="r" b="b"/>
                <a:pathLst>
                  <a:path w="34975" h="2266" extrusionOk="0">
                    <a:moveTo>
                      <a:pt x="34014" y="1"/>
                    </a:moveTo>
                    <a:cubicBezTo>
                      <a:pt x="34011" y="1"/>
                      <a:pt x="34008" y="1"/>
                      <a:pt x="34005" y="1"/>
                    </a:cubicBezTo>
                    <a:lnTo>
                      <a:pt x="953" y="355"/>
                    </a:lnTo>
                    <a:cubicBezTo>
                      <a:pt x="424" y="360"/>
                      <a:pt x="1" y="791"/>
                      <a:pt x="8" y="1320"/>
                    </a:cubicBezTo>
                    <a:cubicBezTo>
                      <a:pt x="13" y="1843"/>
                      <a:pt x="441" y="2265"/>
                      <a:pt x="964" y="2265"/>
                    </a:cubicBezTo>
                    <a:cubicBezTo>
                      <a:pt x="967" y="2265"/>
                      <a:pt x="969" y="2265"/>
                      <a:pt x="972" y="2265"/>
                    </a:cubicBezTo>
                    <a:lnTo>
                      <a:pt x="34022" y="1913"/>
                    </a:lnTo>
                    <a:cubicBezTo>
                      <a:pt x="34551" y="1906"/>
                      <a:pt x="34975" y="1473"/>
                      <a:pt x="34968" y="946"/>
                    </a:cubicBezTo>
                    <a:cubicBezTo>
                      <a:pt x="34963" y="422"/>
                      <a:pt x="34537" y="1"/>
                      <a:pt x="34014" y="1"/>
                    </a:cubicBezTo>
                    <a:close/>
                  </a:path>
                </a:pathLst>
              </a:custGeom>
              <a:solidFill>
                <a:srgbClr val="DBE2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3" name="Google Shape;5133;p72"/>
              <p:cNvSpPr/>
              <p:nvPr/>
            </p:nvSpPr>
            <p:spPr>
              <a:xfrm>
                <a:off x="3746150" y="421050"/>
                <a:ext cx="332625" cy="316350"/>
              </a:xfrm>
              <a:custGeom>
                <a:avLst/>
                <a:gdLst/>
                <a:ahLst/>
                <a:cxnLst/>
                <a:rect l="l" t="t" r="r" b="b"/>
                <a:pathLst>
                  <a:path w="13305" h="12654" extrusionOk="0">
                    <a:moveTo>
                      <a:pt x="6653" y="1"/>
                    </a:moveTo>
                    <a:lnTo>
                      <a:pt x="4597" y="4166"/>
                    </a:lnTo>
                    <a:lnTo>
                      <a:pt x="1" y="4833"/>
                    </a:lnTo>
                    <a:lnTo>
                      <a:pt x="3325" y="8075"/>
                    </a:lnTo>
                    <a:lnTo>
                      <a:pt x="2540" y="12654"/>
                    </a:lnTo>
                    <a:lnTo>
                      <a:pt x="6653" y="10492"/>
                    </a:lnTo>
                    <a:lnTo>
                      <a:pt x="10765" y="12654"/>
                    </a:lnTo>
                    <a:lnTo>
                      <a:pt x="9978" y="8075"/>
                    </a:lnTo>
                    <a:lnTo>
                      <a:pt x="13305" y="4833"/>
                    </a:lnTo>
                    <a:lnTo>
                      <a:pt x="8709" y="4166"/>
                    </a:lnTo>
                    <a:lnTo>
                      <a:pt x="6653" y="1"/>
                    </a:lnTo>
                    <a:close/>
                    <a:moveTo>
                      <a:pt x="2540" y="12654"/>
                    </a:moveTo>
                    <a:lnTo>
                      <a:pt x="2540" y="12654"/>
                    </a:lnTo>
                    <a:lnTo>
                      <a:pt x="2540" y="12654"/>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134" name="Google Shape;5134;p72"/>
          <p:cNvGrpSpPr/>
          <p:nvPr/>
        </p:nvGrpSpPr>
        <p:grpSpPr>
          <a:xfrm>
            <a:off x="2480742" y="3534460"/>
            <a:ext cx="1243128" cy="637739"/>
            <a:chOff x="2496310" y="3693351"/>
            <a:chExt cx="1342906" cy="688926"/>
          </a:xfrm>
        </p:grpSpPr>
        <p:grpSp>
          <p:nvGrpSpPr>
            <p:cNvPr id="5135" name="Google Shape;5135;p72"/>
            <p:cNvGrpSpPr/>
            <p:nvPr/>
          </p:nvGrpSpPr>
          <p:grpSpPr>
            <a:xfrm>
              <a:off x="2496310" y="3693351"/>
              <a:ext cx="1342906" cy="688875"/>
              <a:chOff x="2496310" y="3693351"/>
              <a:chExt cx="1342906" cy="688875"/>
            </a:xfrm>
          </p:grpSpPr>
          <p:sp>
            <p:nvSpPr>
              <p:cNvPr id="5136" name="Google Shape;5136;p72"/>
              <p:cNvSpPr/>
              <p:nvPr/>
            </p:nvSpPr>
            <p:spPr>
              <a:xfrm>
                <a:off x="2567815" y="3809577"/>
                <a:ext cx="1200140" cy="572649"/>
              </a:xfrm>
              <a:custGeom>
                <a:avLst/>
                <a:gdLst/>
                <a:ahLst/>
                <a:cxnLst/>
                <a:rect l="l" t="t" r="r" b="b"/>
                <a:pathLst>
                  <a:path w="66087" h="33020" extrusionOk="0">
                    <a:moveTo>
                      <a:pt x="33019" y="0"/>
                    </a:moveTo>
                    <a:cubicBezTo>
                      <a:pt x="14818" y="0"/>
                      <a:pt x="0" y="14808"/>
                      <a:pt x="0" y="33019"/>
                    </a:cubicBezTo>
                    <a:lnTo>
                      <a:pt x="1659" y="33019"/>
                    </a:lnTo>
                    <a:cubicBezTo>
                      <a:pt x="1659" y="15718"/>
                      <a:pt x="15718" y="1659"/>
                      <a:pt x="33019" y="1659"/>
                    </a:cubicBezTo>
                    <a:cubicBezTo>
                      <a:pt x="50321" y="1659"/>
                      <a:pt x="64427" y="15718"/>
                      <a:pt x="64427" y="33019"/>
                    </a:cubicBezTo>
                    <a:lnTo>
                      <a:pt x="66086" y="33019"/>
                    </a:lnTo>
                    <a:cubicBezTo>
                      <a:pt x="66086" y="14808"/>
                      <a:pt x="51269" y="0"/>
                      <a:pt x="3301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7" name="Google Shape;5137;p72"/>
              <p:cNvSpPr/>
              <p:nvPr/>
            </p:nvSpPr>
            <p:spPr>
              <a:xfrm>
                <a:off x="3420688" y="3858516"/>
                <a:ext cx="65100" cy="651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8" name="Google Shape;5138;p72"/>
              <p:cNvSpPr/>
              <p:nvPr/>
            </p:nvSpPr>
            <p:spPr>
              <a:xfrm>
                <a:off x="3135700" y="3791751"/>
                <a:ext cx="65100" cy="651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9" name="Google Shape;5139;p72"/>
              <p:cNvSpPr/>
              <p:nvPr/>
            </p:nvSpPr>
            <p:spPr>
              <a:xfrm>
                <a:off x="3620515" y="4032917"/>
                <a:ext cx="65100" cy="651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0" name="Google Shape;5140;p72"/>
              <p:cNvSpPr/>
              <p:nvPr/>
            </p:nvSpPr>
            <p:spPr>
              <a:xfrm>
                <a:off x="2843808" y="3858516"/>
                <a:ext cx="65100" cy="651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1" name="Google Shape;5141;p72"/>
              <p:cNvSpPr/>
              <p:nvPr/>
            </p:nvSpPr>
            <p:spPr>
              <a:xfrm>
                <a:off x="2652010" y="4032917"/>
                <a:ext cx="65100" cy="651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142" name="Google Shape;5142;p72"/>
              <p:cNvCxnSpPr>
                <a:stCxn id="5140" idx="0"/>
              </p:cNvCxnSpPr>
              <p:nvPr/>
            </p:nvCxnSpPr>
            <p:spPr>
              <a:xfrm rot="5400000" flipH="1">
                <a:off x="2741958" y="3724116"/>
                <a:ext cx="68700" cy="200100"/>
              </a:xfrm>
              <a:prstGeom prst="bentConnector2">
                <a:avLst/>
              </a:prstGeom>
              <a:noFill/>
              <a:ln w="19050" cap="flat" cmpd="sng">
                <a:solidFill>
                  <a:srgbClr val="869FB2"/>
                </a:solidFill>
                <a:prstDash val="solid"/>
                <a:round/>
                <a:headEnd type="none" w="med" len="med"/>
                <a:tailEnd type="none" w="med" len="med"/>
              </a:ln>
            </p:spPr>
          </p:cxnSp>
          <p:cxnSp>
            <p:nvCxnSpPr>
              <p:cNvPr id="5143" name="Google Shape;5143;p72"/>
              <p:cNvCxnSpPr>
                <a:stCxn id="5137" idx="0"/>
              </p:cNvCxnSpPr>
              <p:nvPr/>
            </p:nvCxnSpPr>
            <p:spPr>
              <a:xfrm rot="-5400000">
                <a:off x="3512338" y="3723516"/>
                <a:ext cx="75900" cy="194100"/>
              </a:xfrm>
              <a:prstGeom prst="bentConnector2">
                <a:avLst/>
              </a:prstGeom>
              <a:noFill/>
              <a:ln w="19050" cap="flat" cmpd="sng">
                <a:solidFill>
                  <a:srgbClr val="869FB2"/>
                </a:solidFill>
                <a:prstDash val="solid"/>
                <a:round/>
                <a:headEnd type="none" w="med" len="med"/>
                <a:tailEnd type="none" w="med" len="med"/>
              </a:ln>
            </p:spPr>
          </p:cxnSp>
          <p:cxnSp>
            <p:nvCxnSpPr>
              <p:cNvPr id="5144" name="Google Shape;5144;p72"/>
              <p:cNvCxnSpPr>
                <a:stCxn id="5138" idx="0"/>
              </p:cNvCxnSpPr>
              <p:nvPr/>
            </p:nvCxnSpPr>
            <p:spPr>
              <a:xfrm rot="-5400000">
                <a:off x="3119350" y="3742251"/>
                <a:ext cx="98400" cy="600"/>
              </a:xfrm>
              <a:prstGeom prst="bentConnector3">
                <a:avLst>
                  <a:gd name="adj1" fmla="val 50000"/>
                </a:avLst>
              </a:prstGeom>
              <a:noFill/>
              <a:ln w="19050" cap="flat" cmpd="sng">
                <a:solidFill>
                  <a:srgbClr val="869FB2"/>
                </a:solidFill>
                <a:prstDash val="solid"/>
                <a:round/>
                <a:headEnd type="none" w="med" len="med"/>
                <a:tailEnd type="none" w="med" len="med"/>
              </a:ln>
            </p:spPr>
          </p:cxnSp>
          <p:cxnSp>
            <p:nvCxnSpPr>
              <p:cNvPr id="5145" name="Google Shape;5145;p72"/>
              <p:cNvCxnSpPr>
                <a:stCxn id="5141" idx="2"/>
              </p:cNvCxnSpPr>
              <p:nvPr/>
            </p:nvCxnSpPr>
            <p:spPr>
              <a:xfrm flipH="1">
                <a:off x="2496310" y="4065467"/>
                <a:ext cx="155700" cy="600"/>
              </a:xfrm>
              <a:prstGeom prst="bentConnector3">
                <a:avLst>
                  <a:gd name="adj1" fmla="val 50000"/>
                </a:avLst>
              </a:prstGeom>
              <a:noFill/>
              <a:ln w="19050" cap="flat" cmpd="sng">
                <a:solidFill>
                  <a:srgbClr val="869FB2"/>
                </a:solidFill>
                <a:prstDash val="solid"/>
                <a:round/>
                <a:headEnd type="none" w="med" len="med"/>
                <a:tailEnd type="none" w="med" len="med"/>
              </a:ln>
            </p:spPr>
          </p:cxnSp>
          <p:cxnSp>
            <p:nvCxnSpPr>
              <p:cNvPr id="5146" name="Google Shape;5146;p72"/>
              <p:cNvCxnSpPr>
                <a:stCxn id="5139" idx="6"/>
              </p:cNvCxnSpPr>
              <p:nvPr/>
            </p:nvCxnSpPr>
            <p:spPr>
              <a:xfrm>
                <a:off x="3685615" y="4065467"/>
                <a:ext cx="153600" cy="600"/>
              </a:xfrm>
              <a:prstGeom prst="bentConnector3">
                <a:avLst>
                  <a:gd name="adj1" fmla="val 50000"/>
                </a:avLst>
              </a:prstGeom>
              <a:noFill/>
              <a:ln w="19050" cap="flat" cmpd="sng">
                <a:solidFill>
                  <a:srgbClr val="869FB2"/>
                </a:solidFill>
                <a:prstDash val="solid"/>
                <a:round/>
                <a:headEnd type="none" w="med" len="med"/>
                <a:tailEnd type="none" w="med" len="med"/>
              </a:ln>
            </p:spPr>
          </p:cxnSp>
        </p:grpSp>
        <p:grpSp>
          <p:nvGrpSpPr>
            <p:cNvPr id="5147" name="Google Shape;5147;p72"/>
            <p:cNvGrpSpPr/>
            <p:nvPr/>
          </p:nvGrpSpPr>
          <p:grpSpPr>
            <a:xfrm>
              <a:off x="2675275" y="3930557"/>
              <a:ext cx="1003306" cy="451719"/>
              <a:chOff x="2675275" y="4174282"/>
              <a:chExt cx="1003306" cy="451719"/>
            </a:xfrm>
          </p:grpSpPr>
          <p:sp>
            <p:nvSpPr>
              <p:cNvPr id="5148" name="Google Shape;5148;p72"/>
              <p:cNvSpPr/>
              <p:nvPr/>
            </p:nvSpPr>
            <p:spPr>
              <a:xfrm>
                <a:off x="2675275" y="4174282"/>
                <a:ext cx="1003306" cy="451719"/>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9" name="Google Shape;5149;p72"/>
              <p:cNvSpPr/>
              <p:nvPr/>
            </p:nvSpPr>
            <p:spPr>
              <a:xfrm>
                <a:off x="2716046" y="4210984"/>
                <a:ext cx="921789" cy="415018"/>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0" name="Google Shape;5150;p72"/>
              <p:cNvSpPr/>
              <p:nvPr/>
            </p:nvSpPr>
            <p:spPr>
              <a:xfrm>
                <a:off x="2762606" y="4252906"/>
                <a:ext cx="828676" cy="373095"/>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151" name="Google Shape;5151;p72"/>
          <p:cNvGrpSpPr/>
          <p:nvPr/>
        </p:nvGrpSpPr>
        <p:grpSpPr>
          <a:xfrm>
            <a:off x="1654412" y="971306"/>
            <a:ext cx="574511" cy="874709"/>
            <a:chOff x="1715404" y="1112080"/>
            <a:chExt cx="642270" cy="977984"/>
          </a:xfrm>
        </p:grpSpPr>
        <p:grpSp>
          <p:nvGrpSpPr>
            <p:cNvPr id="5152" name="Google Shape;5152;p72"/>
            <p:cNvGrpSpPr/>
            <p:nvPr/>
          </p:nvGrpSpPr>
          <p:grpSpPr>
            <a:xfrm>
              <a:off x="1715404" y="1112080"/>
              <a:ext cx="642270" cy="977984"/>
              <a:chOff x="1715404" y="1112080"/>
              <a:chExt cx="642270" cy="977984"/>
            </a:xfrm>
          </p:grpSpPr>
          <p:sp>
            <p:nvSpPr>
              <p:cNvPr id="5153" name="Google Shape;5153;p72"/>
              <p:cNvSpPr/>
              <p:nvPr/>
            </p:nvSpPr>
            <p:spPr>
              <a:xfrm>
                <a:off x="1715404" y="1112080"/>
                <a:ext cx="642270" cy="642270"/>
              </a:xfrm>
              <a:custGeom>
                <a:avLst/>
                <a:gdLst/>
                <a:ahLst/>
                <a:cxnLst/>
                <a:rect l="l" t="t" r="r" b="b"/>
                <a:pathLst>
                  <a:path w="41544" h="41544" extrusionOk="0">
                    <a:moveTo>
                      <a:pt x="20773" y="3462"/>
                    </a:moveTo>
                    <a:cubicBezTo>
                      <a:pt x="30333" y="3462"/>
                      <a:pt x="38081" y="11211"/>
                      <a:pt x="38081" y="20771"/>
                    </a:cubicBezTo>
                    <a:cubicBezTo>
                      <a:pt x="38081" y="30331"/>
                      <a:pt x="30333" y="38081"/>
                      <a:pt x="20773" y="38081"/>
                    </a:cubicBezTo>
                    <a:cubicBezTo>
                      <a:pt x="11213" y="38081"/>
                      <a:pt x="3462" y="30331"/>
                      <a:pt x="3462" y="20771"/>
                    </a:cubicBezTo>
                    <a:cubicBezTo>
                      <a:pt x="3462" y="11211"/>
                      <a:pt x="11213" y="3462"/>
                      <a:pt x="20773" y="3462"/>
                    </a:cubicBezTo>
                    <a:close/>
                    <a:moveTo>
                      <a:pt x="20773" y="0"/>
                    </a:moveTo>
                    <a:cubicBezTo>
                      <a:pt x="9301" y="0"/>
                      <a:pt x="0" y="9299"/>
                      <a:pt x="0" y="20771"/>
                    </a:cubicBezTo>
                    <a:cubicBezTo>
                      <a:pt x="0" y="32243"/>
                      <a:pt x="9301" y="41543"/>
                      <a:pt x="20773" y="41543"/>
                    </a:cubicBezTo>
                    <a:cubicBezTo>
                      <a:pt x="32245" y="41543"/>
                      <a:pt x="41543" y="32243"/>
                      <a:pt x="41543" y="20771"/>
                    </a:cubicBezTo>
                    <a:cubicBezTo>
                      <a:pt x="41543" y="9299"/>
                      <a:pt x="32245" y="0"/>
                      <a:pt x="20773" y="0"/>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4" name="Google Shape;5154;p72"/>
              <p:cNvSpPr/>
              <p:nvPr/>
            </p:nvSpPr>
            <p:spPr>
              <a:xfrm>
                <a:off x="1956781" y="1714402"/>
                <a:ext cx="9121" cy="375663"/>
              </a:xfrm>
              <a:custGeom>
                <a:avLst/>
                <a:gdLst/>
                <a:ahLst/>
                <a:cxnLst/>
                <a:rect l="l" t="t" r="r" b="b"/>
                <a:pathLst>
                  <a:path w="590" h="24299" extrusionOk="0">
                    <a:moveTo>
                      <a:pt x="0" y="0"/>
                    </a:moveTo>
                    <a:lnTo>
                      <a:pt x="0" y="24299"/>
                    </a:lnTo>
                    <a:lnTo>
                      <a:pt x="589" y="24299"/>
                    </a:lnTo>
                    <a:lnTo>
                      <a:pt x="589" y="0"/>
                    </a:ln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55" name="Google Shape;5155;p72"/>
            <p:cNvGrpSpPr/>
            <p:nvPr/>
          </p:nvGrpSpPr>
          <p:grpSpPr>
            <a:xfrm>
              <a:off x="1768927" y="1165603"/>
              <a:ext cx="535225" cy="851367"/>
              <a:chOff x="1768927" y="1165603"/>
              <a:chExt cx="535225" cy="851367"/>
            </a:xfrm>
          </p:grpSpPr>
          <p:sp>
            <p:nvSpPr>
              <p:cNvPr id="5156" name="Google Shape;5156;p72"/>
              <p:cNvSpPr/>
              <p:nvPr/>
            </p:nvSpPr>
            <p:spPr>
              <a:xfrm>
                <a:off x="1768927" y="1165603"/>
                <a:ext cx="535225" cy="535225"/>
              </a:xfrm>
              <a:custGeom>
                <a:avLst/>
                <a:gdLst/>
                <a:ahLst/>
                <a:cxnLst/>
                <a:rect l="l" t="t" r="r" b="b"/>
                <a:pathLst>
                  <a:path w="34620" h="34620" extrusionOk="0">
                    <a:moveTo>
                      <a:pt x="17311" y="3462"/>
                    </a:moveTo>
                    <a:cubicBezTo>
                      <a:pt x="24959" y="3462"/>
                      <a:pt x="31157" y="9661"/>
                      <a:pt x="31157" y="17309"/>
                    </a:cubicBezTo>
                    <a:cubicBezTo>
                      <a:pt x="31157" y="24957"/>
                      <a:pt x="24959" y="31157"/>
                      <a:pt x="17311" y="31157"/>
                    </a:cubicBezTo>
                    <a:cubicBezTo>
                      <a:pt x="9663" y="31157"/>
                      <a:pt x="3462" y="24957"/>
                      <a:pt x="3462" y="17309"/>
                    </a:cubicBezTo>
                    <a:cubicBezTo>
                      <a:pt x="3462" y="9661"/>
                      <a:pt x="9663" y="3462"/>
                      <a:pt x="17311" y="3462"/>
                    </a:cubicBezTo>
                    <a:close/>
                    <a:moveTo>
                      <a:pt x="17311" y="0"/>
                    </a:moveTo>
                    <a:cubicBezTo>
                      <a:pt x="7751" y="0"/>
                      <a:pt x="0" y="7749"/>
                      <a:pt x="0" y="17309"/>
                    </a:cubicBezTo>
                    <a:cubicBezTo>
                      <a:pt x="0" y="26869"/>
                      <a:pt x="7751" y="34619"/>
                      <a:pt x="17311" y="34619"/>
                    </a:cubicBezTo>
                    <a:cubicBezTo>
                      <a:pt x="26871" y="34619"/>
                      <a:pt x="34619" y="26869"/>
                      <a:pt x="34619" y="17309"/>
                    </a:cubicBezTo>
                    <a:cubicBezTo>
                      <a:pt x="34619" y="7749"/>
                      <a:pt x="26871" y="0"/>
                      <a:pt x="1731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7" name="Google Shape;5157;p72"/>
              <p:cNvSpPr/>
              <p:nvPr/>
            </p:nvSpPr>
            <p:spPr>
              <a:xfrm>
                <a:off x="2006902" y="1668949"/>
                <a:ext cx="9137" cy="348020"/>
              </a:xfrm>
              <a:custGeom>
                <a:avLst/>
                <a:gdLst/>
                <a:ahLst/>
                <a:cxnLst/>
                <a:rect l="l" t="t" r="r" b="b"/>
                <a:pathLst>
                  <a:path w="591" h="22511" extrusionOk="0">
                    <a:moveTo>
                      <a:pt x="1" y="0"/>
                    </a:moveTo>
                    <a:lnTo>
                      <a:pt x="1" y="22510"/>
                    </a:lnTo>
                    <a:lnTo>
                      <a:pt x="590" y="22510"/>
                    </a:lnTo>
                    <a:lnTo>
                      <a:pt x="590"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58" name="Google Shape;5158;p72"/>
            <p:cNvGrpSpPr/>
            <p:nvPr/>
          </p:nvGrpSpPr>
          <p:grpSpPr>
            <a:xfrm>
              <a:off x="1822449" y="1219125"/>
              <a:ext cx="428180" cy="718859"/>
              <a:chOff x="1822449" y="1219125"/>
              <a:chExt cx="428180" cy="718859"/>
            </a:xfrm>
          </p:grpSpPr>
          <p:sp>
            <p:nvSpPr>
              <p:cNvPr id="5159" name="Google Shape;5159;p72"/>
              <p:cNvSpPr/>
              <p:nvPr/>
            </p:nvSpPr>
            <p:spPr>
              <a:xfrm>
                <a:off x="1822449" y="1219125"/>
                <a:ext cx="428180" cy="428180"/>
              </a:xfrm>
              <a:custGeom>
                <a:avLst/>
                <a:gdLst/>
                <a:ahLst/>
                <a:cxnLst/>
                <a:rect l="l" t="t" r="r" b="b"/>
                <a:pathLst>
                  <a:path w="27696" h="27696" extrusionOk="0">
                    <a:moveTo>
                      <a:pt x="13849" y="3462"/>
                    </a:moveTo>
                    <a:cubicBezTo>
                      <a:pt x="19585" y="3462"/>
                      <a:pt x="24233" y="8111"/>
                      <a:pt x="24233" y="13847"/>
                    </a:cubicBezTo>
                    <a:cubicBezTo>
                      <a:pt x="24233" y="19583"/>
                      <a:pt x="19585" y="24233"/>
                      <a:pt x="13849" y="24233"/>
                    </a:cubicBezTo>
                    <a:cubicBezTo>
                      <a:pt x="8113" y="24233"/>
                      <a:pt x="3462" y="19583"/>
                      <a:pt x="3462" y="13847"/>
                    </a:cubicBezTo>
                    <a:cubicBezTo>
                      <a:pt x="3462" y="8111"/>
                      <a:pt x="8113" y="3462"/>
                      <a:pt x="13849" y="3462"/>
                    </a:cubicBezTo>
                    <a:close/>
                    <a:moveTo>
                      <a:pt x="13849" y="0"/>
                    </a:moveTo>
                    <a:cubicBezTo>
                      <a:pt x="6201" y="0"/>
                      <a:pt x="0" y="6199"/>
                      <a:pt x="0" y="13847"/>
                    </a:cubicBezTo>
                    <a:cubicBezTo>
                      <a:pt x="0" y="21495"/>
                      <a:pt x="6201" y="27695"/>
                      <a:pt x="13849" y="27695"/>
                    </a:cubicBezTo>
                    <a:cubicBezTo>
                      <a:pt x="21497" y="27695"/>
                      <a:pt x="27695" y="21495"/>
                      <a:pt x="27695" y="13847"/>
                    </a:cubicBezTo>
                    <a:cubicBezTo>
                      <a:pt x="27695" y="6199"/>
                      <a:pt x="21497" y="0"/>
                      <a:pt x="13849"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0" name="Google Shape;5160;p72"/>
              <p:cNvSpPr/>
              <p:nvPr/>
            </p:nvSpPr>
            <p:spPr>
              <a:xfrm>
                <a:off x="2057039" y="1605996"/>
                <a:ext cx="9121" cy="331988"/>
              </a:xfrm>
              <a:custGeom>
                <a:avLst/>
                <a:gdLst/>
                <a:ahLst/>
                <a:cxnLst/>
                <a:rect l="l" t="t" r="r" b="b"/>
                <a:pathLst>
                  <a:path w="590" h="21474" extrusionOk="0">
                    <a:moveTo>
                      <a:pt x="0" y="0"/>
                    </a:moveTo>
                    <a:lnTo>
                      <a:pt x="0" y="21474"/>
                    </a:lnTo>
                    <a:lnTo>
                      <a:pt x="590" y="21474"/>
                    </a:lnTo>
                    <a:lnTo>
                      <a:pt x="590"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61" name="Google Shape;5161;p72"/>
            <p:cNvGrpSpPr/>
            <p:nvPr/>
          </p:nvGrpSpPr>
          <p:grpSpPr>
            <a:xfrm>
              <a:off x="1875972" y="1272648"/>
              <a:ext cx="321135" cy="586939"/>
              <a:chOff x="1875972" y="1272648"/>
              <a:chExt cx="321135" cy="586939"/>
            </a:xfrm>
          </p:grpSpPr>
          <p:sp>
            <p:nvSpPr>
              <p:cNvPr id="5162" name="Google Shape;5162;p72"/>
              <p:cNvSpPr/>
              <p:nvPr/>
            </p:nvSpPr>
            <p:spPr>
              <a:xfrm>
                <a:off x="1875972" y="1272648"/>
                <a:ext cx="321135" cy="321120"/>
              </a:xfrm>
              <a:custGeom>
                <a:avLst/>
                <a:gdLst/>
                <a:ahLst/>
                <a:cxnLst/>
                <a:rect l="l" t="t" r="r" b="b"/>
                <a:pathLst>
                  <a:path w="20772" h="20771" extrusionOk="0">
                    <a:moveTo>
                      <a:pt x="10387" y="3461"/>
                    </a:moveTo>
                    <a:cubicBezTo>
                      <a:pt x="14211" y="3461"/>
                      <a:pt x="17309" y="6561"/>
                      <a:pt x="17309" y="10385"/>
                    </a:cubicBezTo>
                    <a:cubicBezTo>
                      <a:pt x="17309" y="14209"/>
                      <a:pt x="14211" y="17309"/>
                      <a:pt x="10387" y="17309"/>
                    </a:cubicBezTo>
                    <a:cubicBezTo>
                      <a:pt x="6563" y="17309"/>
                      <a:pt x="3462" y="14209"/>
                      <a:pt x="3462" y="10385"/>
                    </a:cubicBezTo>
                    <a:cubicBezTo>
                      <a:pt x="3462" y="6561"/>
                      <a:pt x="6563" y="3461"/>
                      <a:pt x="10387" y="3461"/>
                    </a:cubicBezTo>
                    <a:close/>
                    <a:moveTo>
                      <a:pt x="10387" y="0"/>
                    </a:moveTo>
                    <a:cubicBezTo>
                      <a:pt x="4651" y="0"/>
                      <a:pt x="0" y="4649"/>
                      <a:pt x="0" y="10385"/>
                    </a:cubicBezTo>
                    <a:cubicBezTo>
                      <a:pt x="0" y="16121"/>
                      <a:pt x="4651" y="20771"/>
                      <a:pt x="10387" y="20771"/>
                    </a:cubicBezTo>
                    <a:cubicBezTo>
                      <a:pt x="16123" y="20771"/>
                      <a:pt x="20771" y="16121"/>
                      <a:pt x="20771" y="10385"/>
                    </a:cubicBezTo>
                    <a:cubicBezTo>
                      <a:pt x="20771" y="4649"/>
                      <a:pt x="16123" y="0"/>
                      <a:pt x="10387"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3" name="Google Shape;5163;p72"/>
              <p:cNvSpPr/>
              <p:nvPr/>
            </p:nvSpPr>
            <p:spPr>
              <a:xfrm>
                <a:off x="2107176" y="1533705"/>
                <a:ext cx="9121" cy="325881"/>
              </a:xfrm>
              <a:custGeom>
                <a:avLst/>
                <a:gdLst/>
                <a:ahLst/>
                <a:cxnLst/>
                <a:rect l="l" t="t" r="r" b="b"/>
                <a:pathLst>
                  <a:path w="590" h="21079" extrusionOk="0">
                    <a:moveTo>
                      <a:pt x="0" y="0"/>
                    </a:moveTo>
                    <a:lnTo>
                      <a:pt x="0" y="21078"/>
                    </a:lnTo>
                    <a:lnTo>
                      <a:pt x="589" y="21078"/>
                    </a:lnTo>
                    <a:lnTo>
                      <a:pt x="589"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164" name="Google Shape;5164;p72"/>
          <p:cNvGrpSpPr/>
          <p:nvPr/>
        </p:nvGrpSpPr>
        <p:grpSpPr>
          <a:xfrm>
            <a:off x="7761573" y="3528028"/>
            <a:ext cx="293855" cy="644170"/>
            <a:chOff x="241025" y="3151575"/>
            <a:chExt cx="293855" cy="644170"/>
          </a:xfrm>
        </p:grpSpPr>
        <p:sp>
          <p:nvSpPr>
            <p:cNvPr id="5165" name="Google Shape;5165;p72"/>
            <p:cNvSpPr/>
            <p:nvPr/>
          </p:nvSpPr>
          <p:spPr>
            <a:xfrm>
              <a:off x="241025" y="3151575"/>
              <a:ext cx="293303" cy="644170"/>
            </a:xfrm>
            <a:custGeom>
              <a:avLst/>
              <a:gdLst/>
              <a:ahLst/>
              <a:cxnLst/>
              <a:rect l="l" t="t" r="r" b="b"/>
              <a:pathLst>
                <a:path w="19117" h="41986" extrusionOk="0">
                  <a:moveTo>
                    <a:pt x="1155" y="1"/>
                  </a:moveTo>
                  <a:cubicBezTo>
                    <a:pt x="516" y="1"/>
                    <a:pt x="1" y="516"/>
                    <a:pt x="1" y="1152"/>
                  </a:cubicBezTo>
                  <a:lnTo>
                    <a:pt x="1" y="35706"/>
                  </a:lnTo>
                  <a:cubicBezTo>
                    <a:pt x="1" y="36344"/>
                    <a:pt x="9559" y="41985"/>
                    <a:pt x="9559" y="41985"/>
                  </a:cubicBezTo>
                  <a:cubicBezTo>
                    <a:pt x="9559" y="41985"/>
                    <a:pt x="19117" y="36344"/>
                    <a:pt x="19117" y="35706"/>
                  </a:cubicBezTo>
                  <a:lnTo>
                    <a:pt x="19117" y="1152"/>
                  </a:lnTo>
                  <a:cubicBezTo>
                    <a:pt x="19117" y="516"/>
                    <a:pt x="18601" y="1"/>
                    <a:pt x="1796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6" name="Google Shape;5166;p72"/>
            <p:cNvSpPr/>
            <p:nvPr/>
          </p:nvSpPr>
          <p:spPr>
            <a:xfrm>
              <a:off x="241347" y="3252796"/>
              <a:ext cx="293533" cy="164134"/>
            </a:xfrm>
            <a:custGeom>
              <a:avLst/>
              <a:gdLst/>
              <a:ahLst/>
              <a:cxnLst/>
              <a:rect l="l" t="t" r="r" b="b"/>
              <a:pathLst>
                <a:path w="19132" h="10698" extrusionOk="0">
                  <a:moveTo>
                    <a:pt x="1" y="1"/>
                  </a:moveTo>
                  <a:lnTo>
                    <a:pt x="1" y="10698"/>
                  </a:lnTo>
                  <a:lnTo>
                    <a:pt x="19132" y="10698"/>
                  </a:lnTo>
                  <a:lnTo>
                    <a:pt x="19132"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67" name="Google Shape;5167;p72"/>
          <p:cNvGrpSpPr/>
          <p:nvPr/>
        </p:nvGrpSpPr>
        <p:grpSpPr>
          <a:xfrm>
            <a:off x="709557" y="2728028"/>
            <a:ext cx="1779649" cy="591620"/>
            <a:chOff x="246070" y="1983375"/>
            <a:chExt cx="1855347" cy="616849"/>
          </a:xfrm>
        </p:grpSpPr>
        <p:sp>
          <p:nvSpPr>
            <p:cNvPr id="5168" name="Google Shape;5168;p72"/>
            <p:cNvSpPr/>
            <p:nvPr/>
          </p:nvSpPr>
          <p:spPr>
            <a:xfrm>
              <a:off x="1072131" y="1983872"/>
              <a:ext cx="408910" cy="407494"/>
            </a:xfrm>
            <a:custGeom>
              <a:avLst/>
              <a:gdLst/>
              <a:ahLst/>
              <a:cxnLst/>
              <a:rect l="l" t="t" r="r" b="b"/>
              <a:pathLst>
                <a:path w="34090" h="33972" extrusionOk="0">
                  <a:moveTo>
                    <a:pt x="17046" y="1"/>
                  </a:moveTo>
                  <a:cubicBezTo>
                    <a:pt x="16894" y="1"/>
                    <a:pt x="16742" y="59"/>
                    <a:pt x="16626" y="174"/>
                  </a:cubicBezTo>
                  <a:lnTo>
                    <a:pt x="9933" y="6868"/>
                  </a:lnTo>
                  <a:cubicBezTo>
                    <a:pt x="9821" y="6978"/>
                    <a:pt x="9670" y="7041"/>
                    <a:pt x="9512" y="7041"/>
                  </a:cubicBezTo>
                  <a:cubicBezTo>
                    <a:pt x="9354" y="7041"/>
                    <a:pt x="9203" y="6978"/>
                    <a:pt x="9094" y="6868"/>
                  </a:cubicBezTo>
                  <a:lnTo>
                    <a:pt x="9087" y="6861"/>
                  </a:lnTo>
                  <a:cubicBezTo>
                    <a:pt x="8857" y="6629"/>
                    <a:pt x="8642" y="6175"/>
                    <a:pt x="8611" y="5850"/>
                  </a:cubicBezTo>
                  <a:cubicBezTo>
                    <a:pt x="8611" y="5850"/>
                    <a:pt x="8522" y="4941"/>
                    <a:pt x="7959" y="4378"/>
                  </a:cubicBezTo>
                  <a:cubicBezTo>
                    <a:pt x="7469" y="3863"/>
                    <a:pt x="6813" y="3605"/>
                    <a:pt x="6156" y="3605"/>
                  </a:cubicBezTo>
                  <a:cubicBezTo>
                    <a:pt x="5520" y="3605"/>
                    <a:pt x="4883" y="3847"/>
                    <a:pt x="4396" y="4333"/>
                  </a:cubicBezTo>
                  <a:cubicBezTo>
                    <a:pt x="3407" y="5322"/>
                    <a:pt x="3425" y="6932"/>
                    <a:pt x="4435" y="7898"/>
                  </a:cubicBezTo>
                  <a:cubicBezTo>
                    <a:pt x="5002" y="8462"/>
                    <a:pt x="5908" y="8553"/>
                    <a:pt x="5908" y="8553"/>
                  </a:cubicBezTo>
                  <a:cubicBezTo>
                    <a:pt x="6232" y="8583"/>
                    <a:pt x="6687" y="8797"/>
                    <a:pt x="6919" y="9027"/>
                  </a:cubicBezTo>
                  <a:lnTo>
                    <a:pt x="6926" y="9034"/>
                  </a:lnTo>
                  <a:cubicBezTo>
                    <a:pt x="7156" y="9267"/>
                    <a:pt x="7156" y="9642"/>
                    <a:pt x="6926" y="9875"/>
                  </a:cubicBezTo>
                  <a:lnTo>
                    <a:pt x="232" y="16567"/>
                  </a:lnTo>
                  <a:cubicBezTo>
                    <a:pt x="1" y="16798"/>
                    <a:pt x="1" y="17174"/>
                    <a:pt x="232" y="17406"/>
                  </a:cubicBezTo>
                  <a:lnTo>
                    <a:pt x="6411" y="23585"/>
                  </a:lnTo>
                  <a:lnTo>
                    <a:pt x="6926" y="24100"/>
                  </a:lnTo>
                  <a:cubicBezTo>
                    <a:pt x="6969" y="24141"/>
                    <a:pt x="7020" y="24173"/>
                    <a:pt x="7073" y="24197"/>
                  </a:cubicBezTo>
                  <a:cubicBezTo>
                    <a:pt x="7158" y="24244"/>
                    <a:pt x="7250" y="24269"/>
                    <a:pt x="7345" y="24273"/>
                  </a:cubicBezTo>
                  <a:cubicBezTo>
                    <a:pt x="7503" y="24273"/>
                    <a:pt x="7654" y="24211"/>
                    <a:pt x="7765" y="24101"/>
                  </a:cubicBezTo>
                  <a:lnTo>
                    <a:pt x="7839" y="24027"/>
                  </a:lnTo>
                  <a:cubicBezTo>
                    <a:pt x="8069" y="23796"/>
                    <a:pt x="8283" y="23341"/>
                    <a:pt x="8318" y="23013"/>
                  </a:cubicBezTo>
                  <a:cubicBezTo>
                    <a:pt x="8318" y="23013"/>
                    <a:pt x="8405" y="22107"/>
                    <a:pt x="8967" y="21541"/>
                  </a:cubicBezTo>
                  <a:cubicBezTo>
                    <a:pt x="9183" y="21324"/>
                    <a:pt x="9437" y="21149"/>
                    <a:pt x="9717" y="21026"/>
                  </a:cubicBezTo>
                  <a:cubicBezTo>
                    <a:pt x="10047" y="20876"/>
                    <a:pt x="10396" y="20805"/>
                    <a:pt x="10740" y="20805"/>
                  </a:cubicBezTo>
                  <a:cubicBezTo>
                    <a:pt x="11539" y="20805"/>
                    <a:pt x="12316" y="21191"/>
                    <a:pt x="12792" y="21886"/>
                  </a:cubicBezTo>
                  <a:cubicBezTo>
                    <a:pt x="13474" y="22879"/>
                    <a:pt x="13347" y="24218"/>
                    <a:pt x="12490" y="25064"/>
                  </a:cubicBezTo>
                  <a:cubicBezTo>
                    <a:pt x="12119" y="25437"/>
                    <a:pt x="11599" y="25600"/>
                    <a:pt x="11289" y="25668"/>
                  </a:cubicBezTo>
                  <a:cubicBezTo>
                    <a:pt x="11157" y="25704"/>
                    <a:pt x="11023" y="25732"/>
                    <a:pt x="10887" y="25749"/>
                  </a:cubicBezTo>
                  <a:cubicBezTo>
                    <a:pt x="10830" y="25757"/>
                    <a:pt x="10775" y="25769"/>
                    <a:pt x="10722" y="25785"/>
                  </a:cubicBezTo>
                  <a:cubicBezTo>
                    <a:pt x="10456" y="25871"/>
                    <a:pt x="10173" y="26027"/>
                    <a:pt x="10008" y="26193"/>
                  </a:cubicBezTo>
                  <a:lnTo>
                    <a:pt x="9933" y="26265"/>
                  </a:lnTo>
                  <a:cubicBezTo>
                    <a:pt x="9699" y="26497"/>
                    <a:pt x="9699" y="26875"/>
                    <a:pt x="9933" y="27106"/>
                  </a:cubicBezTo>
                  <a:lnTo>
                    <a:pt x="11412" y="28584"/>
                  </a:lnTo>
                  <a:lnTo>
                    <a:pt x="16625" y="33798"/>
                  </a:lnTo>
                  <a:cubicBezTo>
                    <a:pt x="16736" y="33908"/>
                    <a:pt x="16887" y="33972"/>
                    <a:pt x="17043" y="33972"/>
                  </a:cubicBezTo>
                  <a:cubicBezTo>
                    <a:pt x="17198" y="33970"/>
                    <a:pt x="17347" y="33910"/>
                    <a:pt x="17459" y="33802"/>
                  </a:cubicBezTo>
                  <a:lnTo>
                    <a:pt x="20636" y="30627"/>
                  </a:lnTo>
                  <a:lnTo>
                    <a:pt x="24073" y="27189"/>
                  </a:lnTo>
                  <a:cubicBezTo>
                    <a:pt x="24300" y="26955"/>
                    <a:pt x="24300" y="26581"/>
                    <a:pt x="24073" y="26348"/>
                  </a:cubicBezTo>
                  <a:lnTo>
                    <a:pt x="23953" y="26231"/>
                  </a:lnTo>
                  <a:cubicBezTo>
                    <a:pt x="23722" y="26001"/>
                    <a:pt x="23267" y="25783"/>
                    <a:pt x="22942" y="25754"/>
                  </a:cubicBezTo>
                  <a:cubicBezTo>
                    <a:pt x="22942" y="25754"/>
                    <a:pt x="22033" y="25665"/>
                    <a:pt x="21470" y="25100"/>
                  </a:cubicBezTo>
                  <a:cubicBezTo>
                    <a:pt x="20528" y="24086"/>
                    <a:pt x="20569" y="22503"/>
                    <a:pt x="21561" y="21539"/>
                  </a:cubicBezTo>
                  <a:cubicBezTo>
                    <a:pt x="22056" y="21057"/>
                    <a:pt x="22698" y="20816"/>
                    <a:pt x="23340" y="20816"/>
                  </a:cubicBezTo>
                  <a:cubicBezTo>
                    <a:pt x="23985" y="20816"/>
                    <a:pt x="24629" y="21059"/>
                    <a:pt x="25125" y="21544"/>
                  </a:cubicBezTo>
                  <a:cubicBezTo>
                    <a:pt x="25687" y="22107"/>
                    <a:pt x="25774" y="23017"/>
                    <a:pt x="25774" y="23017"/>
                  </a:cubicBezTo>
                  <a:cubicBezTo>
                    <a:pt x="25807" y="23341"/>
                    <a:pt x="26021" y="23796"/>
                    <a:pt x="26253" y="24027"/>
                  </a:cubicBezTo>
                  <a:lnTo>
                    <a:pt x="26325" y="24101"/>
                  </a:lnTo>
                  <a:cubicBezTo>
                    <a:pt x="26441" y="24216"/>
                    <a:pt x="26592" y="24274"/>
                    <a:pt x="26744" y="24274"/>
                  </a:cubicBezTo>
                  <a:cubicBezTo>
                    <a:pt x="26891" y="24274"/>
                    <a:pt x="27038" y="24219"/>
                    <a:pt x="27152" y="24110"/>
                  </a:cubicBezTo>
                  <a:lnTo>
                    <a:pt x="29878" y="21384"/>
                  </a:lnTo>
                  <a:lnTo>
                    <a:pt x="33774" y="17487"/>
                  </a:lnTo>
                  <a:cubicBezTo>
                    <a:pt x="33779" y="17482"/>
                    <a:pt x="33786" y="17482"/>
                    <a:pt x="33791" y="17476"/>
                  </a:cubicBezTo>
                  <a:lnTo>
                    <a:pt x="33860" y="17408"/>
                  </a:lnTo>
                  <a:cubicBezTo>
                    <a:pt x="34090" y="17174"/>
                    <a:pt x="34090" y="16798"/>
                    <a:pt x="33860" y="16567"/>
                  </a:cubicBezTo>
                  <a:lnTo>
                    <a:pt x="27166" y="9875"/>
                  </a:lnTo>
                  <a:cubicBezTo>
                    <a:pt x="26934" y="9643"/>
                    <a:pt x="26934" y="9267"/>
                    <a:pt x="27166" y="9036"/>
                  </a:cubicBezTo>
                  <a:lnTo>
                    <a:pt x="27283" y="8914"/>
                  </a:lnTo>
                  <a:cubicBezTo>
                    <a:pt x="27513" y="8684"/>
                    <a:pt x="27973" y="8469"/>
                    <a:pt x="28297" y="8437"/>
                  </a:cubicBezTo>
                  <a:cubicBezTo>
                    <a:pt x="28297" y="8437"/>
                    <a:pt x="29203" y="8349"/>
                    <a:pt x="29770" y="7786"/>
                  </a:cubicBezTo>
                  <a:cubicBezTo>
                    <a:pt x="30769" y="6818"/>
                    <a:pt x="30782" y="5219"/>
                    <a:pt x="29799" y="4235"/>
                  </a:cubicBezTo>
                  <a:cubicBezTo>
                    <a:pt x="29311" y="3748"/>
                    <a:pt x="28674" y="3505"/>
                    <a:pt x="28036" y="3505"/>
                  </a:cubicBezTo>
                  <a:cubicBezTo>
                    <a:pt x="27385" y="3505"/>
                    <a:pt x="26735" y="3758"/>
                    <a:pt x="26246" y="4263"/>
                  </a:cubicBezTo>
                  <a:cubicBezTo>
                    <a:pt x="25685" y="4826"/>
                    <a:pt x="25594" y="5735"/>
                    <a:pt x="25594" y="5735"/>
                  </a:cubicBezTo>
                  <a:cubicBezTo>
                    <a:pt x="25563" y="6060"/>
                    <a:pt x="25350" y="6514"/>
                    <a:pt x="25119" y="6746"/>
                  </a:cubicBezTo>
                  <a:lnTo>
                    <a:pt x="24998" y="6866"/>
                  </a:lnTo>
                  <a:cubicBezTo>
                    <a:pt x="24883" y="6982"/>
                    <a:pt x="24731" y="7040"/>
                    <a:pt x="24579" y="7040"/>
                  </a:cubicBezTo>
                  <a:cubicBezTo>
                    <a:pt x="24427" y="7040"/>
                    <a:pt x="24275" y="6982"/>
                    <a:pt x="24159" y="6866"/>
                  </a:cubicBezTo>
                  <a:lnTo>
                    <a:pt x="17466" y="174"/>
                  </a:lnTo>
                  <a:cubicBezTo>
                    <a:pt x="17350" y="59"/>
                    <a:pt x="17198" y="1"/>
                    <a:pt x="1704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9" name="Google Shape;5169;p72"/>
            <p:cNvSpPr/>
            <p:nvPr/>
          </p:nvSpPr>
          <p:spPr>
            <a:xfrm>
              <a:off x="1430530" y="2193486"/>
              <a:ext cx="46960" cy="46948"/>
            </a:xfrm>
            <a:custGeom>
              <a:avLst/>
              <a:gdLst/>
              <a:ahLst/>
              <a:cxnLst/>
              <a:rect l="l" t="t" r="r" b="b"/>
              <a:pathLst>
                <a:path w="3915" h="3914" extrusionOk="0">
                  <a:moveTo>
                    <a:pt x="3914" y="1"/>
                  </a:moveTo>
                  <a:lnTo>
                    <a:pt x="3914" y="1"/>
                  </a:lnTo>
                  <a:cubicBezTo>
                    <a:pt x="3909" y="6"/>
                    <a:pt x="3902" y="8"/>
                    <a:pt x="3897" y="13"/>
                  </a:cubicBezTo>
                  <a:lnTo>
                    <a:pt x="1" y="3909"/>
                  </a:lnTo>
                  <a:lnTo>
                    <a:pt x="1" y="3914"/>
                  </a:lnTo>
                  <a:lnTo>
                    <a:pt x="3914"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0" name="Google Shape;5170;p72"/>
            <p:cNvSpPr/>
            <p:nvPr/>
          </p:nvSpPr>
          <p:spPr>
            <a:xfrm>
              <a:off x="1277847" y="2191554"/>
              <a:ext cx="408898" cy="407518"/>
            </a:xfrm>
            <a:custGeom>
              <a:avLst/>
              <a:gdLst/>
              <a:ahLst/>
              <a:cxnLst/>
              <a:rect l="l" t="t" r="r" b="b"/>
              <a:pathLst>
                <a:path w="34089" h="33974" extrusionOk="0">
                  <a:moveTo>
                    <a:pt x="17044" y="0"/>
                  </a:moveTo>
                  <a:cubicBezTo>
                    <a:pt x="16893" y="2"/>
                    <a:pt x="16750" y="60"/>
                    <a:pt x="16640" y="163"/>
                  </a:cubicBezTo>
                  <a:lnTo>
                    <a:pt x="12729" y="4075"/>
                  </a:lnTo>
                  <a:lnTo>
                    <a:pt x="12729" y="4070"/>
                  </a:lnTo>
                  <a:lnTo>
                    <a:pt x="10005" y="6793"/>
                  </a:lnTo>
                  <a:cubicBezTo>
                    <a:pt x="9890" y="6904"/>
                    <a:pt x="9742" y="6959"/>
                    <a:pt x="9595" y="6959"/>
                  </a:cubicBezTo>
                  <a:cubicBezTo>
                    <a:pt x="9444" y="6959"/>
                    <a:pt x="9293" y="6901"/>
                    <a:pt x="9178" y="6787"/>
                  </a:cubicBezTo>
                  <a:lnTo>
                    <a:pt x="9104" y="6713"/>
                  </a:lnTo>
                  <a:cubicBezTo>
                    <a:pt x="8874" y="6481"/>
                    <a:pt x="8660" y="6026"/>
                    <a:pt x="8625" y="5702"/>
                  </a:cubicBezTo>
                  <a:cubicBezTo>
                    <a:pt x="8625" y="5702"/>
                    <a:pt x="8539" y="4792"/>
                    <a:pt x="7976" y="4229"/>
                  </a:cubicBezTo>
                  <a:cubicBezTo>
                    <a:pt x="7478" y="3726"/>
                    <a:pt x="6821" y="3474"/>
                    <a:pt x="6165" y="3474"/>
                  </a:cubicBezTo>
                  <a:cubicBezTo>
                    <a:pt x="5524" y="3474"/>
                    <a:pt x="4883" y="3714"/>
                    <a:pt x="4388" y="4197"/>
                  </a:cubicBezTo>
                  <a:cubicBezTo>
                    <a:pt x="3384" y="5172"/>
                    <a:pt x="3354" y="6775"/>
                    <a:pt x="4322" y="7785"/>
                  </a:cubicBezTo>
                  <a:cubicBezTo>
                    <a:pt x="4884" y="8350"/>
                    <a:pt x="5795" y="8439"/>
                    <a:pt x="5795" y="8439"/>
                  </a:cubicBezTo>
                  <a:cubicBezTo>
                    <a:pt x="6118" y="8468"/>
                    <a:pt x="6573" y="8686"/>
                    <a:pt x="6804" y="8916"/>
                  </a:cubicBezTo>
                  <a:lnTo>
                    <a:pt x="6924" y="9033"/>
                  </a:lnTo>
                  <a:cubicBezTo>
                    <a:pt x="7153" y="9267"/>
                    <a:pt x="7153" y="9641"/>
                    <a:pt x="6924" y="9874"/>
                  </a:cubicBezTo>
                  <a:lnTo>
                    <a:pt x="3488" y="13310"/>
                  </a:lnTo>
                  <a:lnTo>
                    <a:pt x="310" y="16487"/>
                  </a:lnTo>
                  <a:lnTo>
                    <a:pt x="233" y="16566"/>
                  </a:lnTo>
                  <a:cubicBezTo>
                    <a:pt x="1" y="16798"/>
                    <a:pt x="1" y="17174"/>
                    <a:pt x="233" y="17405"/>
                  </a:cubicBezTo>
                  <a:lnTo>
                    <a:pt x="6926" y="24099"/>
                  </a:lnTo>
                  <a:cubicBezTo>
                    <a:pt x="7156" y="24332"/>
                    <a:pt x="7156" y="24706"/>
                    <a:pt x="6926" y="24938"/>
                  </a:cubicBezTo>
                  <a:lnTo>
                    <a:pt x="6919" y="24945"/>
                  </a:lnTo>
                  <a:cubicBezTo>
                    <a:pt x="6688" y="25177"/>
                    <a:pt x="6233" y="25391"/>
                    <a:pt x="5908" y="25420"/>
                  </a:cubicBezTo>
                  <a:cubicBezTo>
                    <a:pt x="5908" y="25420"/>
                    <a:pt x="4999" y="25511"/>
                    <a:pt x="4436" y="26074"/>
                  </a:cubicBezTo>
                  <a:cubicBezTo>
                    <a:pt x="3478" y="27047"/>
                    <a:pt x="3485" y="28613"/>
                    <a:pt x="4451" y="29579"/>
                  </a:cubicBezTo>
                  <a:cubicBezTo>
                    <a:pt x="4938" y="30065"/>
                    <a:pt x="5575" y="30309"/>
                    <a:pt x="6213" y="30309"/>
                  </a:cubicBezTo>
                  <a:cubicBezTo>
                    <a:pt x="6843" y="30309"/>
                    <a:pt x="7473" y="30072"/>
                    <a:pt x="7958" y="29596"/>
                  </a:cubicBezTo>
                  <a:cubicBezTo>
                    <a:pt x="8522" y="29031"/>
                    <a:pt x="8608" y="28125"/>
                    <a:pt x="8608" y="28125"/>
                  </a:cubicBezTo>
                  <a:cubicBezTo>
                    <a:pt x="8642" y="27797"/>
                    <a:pt x="8857" y="27341"/>
                    <a:pt x="9087" y="27111"/>
                  </a:cubicBezTo>
                  <a:lnTo>
                    <a:pt x="9090" y="27107"/>
                  </a:lnTo>
                  <a:cubicBezTo>
                    <a:pt x="9204" y="26996"/>
                    <a:pt x="9355" y="26934"/>
                    <a:pt x="9513" y="26934"/>
                  </a:cubicBezTo>
                  <a:cubicBezTo>
                    <a:pt x="9669" y="26934"/>
                    <a:pt x="9820" y="26996"/>
                    <a:pt x="9930" y="27107"/>
                  </a:cubicBezTo>
                  <a:lnTo>
                    <a:pt x="16623" y="33801"/>
                  </a:lnTo>
                  <a:cubicBezTo>
                    <a:pt x="16741" y="33916"/>
                    <a:pt x="16893" y="33973"/>
                    <a:pt x="17045" y="33973"/>
                  </a:cubicBezTo>
                  <a:cubicBezTo>
                    <a:pt x="17198" y="33973"/>
                    <a:pt x="17350" y="33916"/>
                    <a:pt x="17468" y="33801"/>
                  </a:cubicBezTo>
                  <a:lnTo>
                    <a:pt x="24161" y="27107"/>
                  </a:lnTo>
                  <a:cubicBezTo>
                    <a:pt x="24391" y="26874"/>
                    <a:pt x="24391" y="26500"/>
                    <a:pt x="24161" y="26266"/>
                  </a:cubicBezTo>
                  <a:lnTo>
                    <a:pt x="24082" y="26193"/>
                  </a:lnTo>
                  <a:cubicBezTo>
                    <a:pt x="23852" y="25963"/>
                    <a:pt x="23396" y="25746"/>
                    <a:pt x="23073" y="25714"/>
                  </a:cubicBezTo>
                  <a:cubicBezTo>
                    <a:pt x="23073" y="25714"/>
                    <a:pt x="22167" y="25628"/>
                    <a:pt x="21600" y="25063"/>
                  </a:cubicBezTo>
                  <a:cubicBezTo>
                    <a:pt x="20626" y="24092"/>
                    <a:pt x="20631" y="22513"/>
                    <a:pt x="21600" y="21541"/>
                  </a:cubicBezTo>
                  <a:cubicBezTo>
                    <a:pt x="22087" y="21055"/>
                    <a:pt x="22725" y="20812"/>
                    <a:pt x="23362" y="20812"/>
                  </a:cubicBezTo>
                  <a:cubicBezTo>
                    <a:pt x="24000" y="20812"/>
                    <a:pt x="24637" y="21055"/>
                    <a:pt x="25124" y="21541"/>
                  </a:cubicBezTo>
                  <a:cubicBezTo>
                    <a:pt x="25685" y="22104"/>
                    <a:pt x="25776" y="23016"/>
                    <a:pt x="25776" y="23016"/>
                  </a:cubicBezTo>
                  <a:cubicBezTo>
                    <a:pt x="25805" y="23338"/>
                    <a:pt x="26022" y="23793"/>
                    <a:pt x="26252" y="24025"/>
                  </a:cubicBezTo>
                  <a:lnTo>
                    <a:pt x="26325" y="24099"/>
                  </a:lnTo>
                  <a:cubicBezTo>
                    <a:pt x="26437" y="24209"/>
                    <a:pt x="26588" y="24270"/>
                    <a:pt x="26746" y="24270"/>
                  </a:cubicBezTo>
                  <a:cubicBezTo>
                    <a:pt x="26902" y="24270"/>
                    <a:pt x="27053" y="24209"/>
                    <a:pt x="27165" y="24099"/>
                  </a:cubicBezTo>
                  <a:lnTo>
                    <a:pt x="33858" y="17405"/>
                  </a:lnTo>
                  <a:cubicBezTo>
                    <a:pt x="34088" y="17172"/>
                    <a:pt x="34087" y="16798"/>
                    <a:pt x="33855" y="16566"/>
                  </a:cubicBezTo>
                  <a:lnTo>
                    <a:pt x="28225" y="10937"/>
                  </a:lnTo>
                  <a:lnTo>
                    <a:pt x="27163" y="9874"/>
                  </a:lnTo>
                  <a:cubicBezTo>
                    <a:pt x="27051" y="9763"/>
                    <a:pt x="26900" y="9701"/>
                    <a:pt x="26742" y="9701"/>
                  </a:cubicBezTo>
                  <a:cubicBezTo>
                    <a:pt x="26585" y="9701"/>
                    <a:pt x="26434" y="9763"/>
                    <a:pt x="26322" y="9874"/>
                  </a:cubicBezTo>
                  <a:lnTo>
                    <a:pt x="26252" y="9945"/>
                  </a:lnTo>
                  <a:cubicBezTo>
                    <a:pt x="26022" y="10176"/>
                    <a:pt x="25807" y="10631"/>
                    <a:pt x="25773" y="10959"/>
                  </a:cubicBezTo>
                  <a:cubicBezTo>
                    <a:pt x="25773" y="10959"/>
                    <a:pt x="25687" y="11865"/>
                    <a:pt x="25124" y="12430"/>
                  </a:cubicBezTo>
                  <a:cubicBezTo>
                    <a:pt x="24657" y="12897"/>
                    <a:pt x="24024" y="13159"/>
                    <a:pt x="23363" y="13159"/>
                  </a:cubicBezTo>
                  <a:cubicBezTo>
                    <a:pt x="23351" y="13159"/>
                    <a:pt x="23341" y="13156"/>
                    <a:pt x="23329" y="13156"/>
                  </a:cubicBezTo>
                  <a:cubicBezTo>
                    <a:pt x="23312" y="13156"/>
                    <a:pt x="23293" y="13161"/>
                    <a:pt x="23276" y="13161"/>
                  </a:cubicBezTo>
                  <a:cubicBezTo>
                    <a:pt x="22268" y="13161"/>
                    <a:pt x="21358" y="12553"/>
                    <a:pt x="20974" y="11623"/>
                  </a:cubicBezTo>
                  <a:cubicBezTo>
                    <a:pt x="20588" y="10691"/>
                    <a:pt x="20801" y="9620"/>
                    <a:pt x="21513" y="8908"/>
                  </a:cubicBezTo>
                  <a:cubicBezTo>
                    <a:pt x="22076" y="8345"/>
                    <a:pt x="22987" y="8257"/>
                    <a:pt x="22987" y="8257"/>
                  </a:cubicBezTo>
                  <a:cubicBezTo>
                    <a:pt x="23310" y="8228"/>
                    <a:pt x="23765" y="8010"/>
                    <a:pt x="23996" y="7779"/>
                  </a:cubicBezTo>
                  <a:lnTo>
                    <a:pt x="24117" y="7662"/>
                  </a:lnTo>
                  <a:cubicBezTo>
                    <a:pt x="24345" y="7432"/>
                    <a:pt x="24347" y="7063"/>
                    <a:pt x="24122" y="6831"/>
                  </a:cubicBezTo>
                  <a:lnTo>
                    <a:pt x="23358" y="6067"/>
                  </a:lnTo>
                  <a:lnTo>
                    <a:pt x="17464" y="174"/>
                  </a:lnTo>
                  <a:cubicBezTo>
                    <a:pt x="17353" y="64"/>
                    <a:pt x="17202" y="0"/>
                    <a:pt x="17044"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1" name="Google Shape;5171;p72"/>
            <p:cNvSpPr/>
            <p:nvPr/>
          </p:nvSpPr>
          <p:spPr>
            <a:xfrm>
              <a:off x="1690156" y="2190379"/>
              <a:ext cx="411261" cy="409845"/>
            </a:xfrm>
            <a:custGeom>
              <a:avLst/>
              <a:gdLst/>
              <a:ahLst/>
              <a:cxnLst/>
              <a:rect l="l" t="t" r="r" b="b"/>
              <a:pathLst>
                <a:path w="34286" h="34168" extrusionOk="0">
                  <a:moveTo>
                    <a:pt x="17145" y="1"/>
                  </a:moveTo>
                  <a:cubicBezTo>
                    <a:pt x="16992" y="1"/>
                    <a:pt x="16839" y="59"/>
                    <a:pt x="16722" y="176"/>
                  </a:cubicBezTo>
                  <a:lnTo>
                    <a:pt x="16686" y="210"/>
                  </a:lnTo>
                  <a:cubicBezTo>
                    <a:pt x="16681" y="215"/>
                    <a:pt x="16681" y="220"/>
                    <a:pt x="16676" y="225"/>
                  </a:cubicBezTo>
                  <a:lnTo>
                    <a:pt x="11966" y="4935"/>
                  </a:lnTo>
                  <a:lnTo>
                    <a:pt x="9984" y="6917"/>
                  </a:lnTo>
                  <a:cubicBezTo>
                    <a:pt x="9756" y="7149"/>
                    <a:pt x="9758" y="7521"/>
                    <a:pt x="9988" y="7751"/>
                  </a:cubicBezTo>
                  <a:lnTo>
                    <a:pt x="10048" y="7810"/>
                  </a:lnTo>
                  <a:cubicBezTo>
                    <a:pt x="10290" y="8021"/>
                    <a:pt x="10698" y="8211"/>
                    <a:pt x="11002" y="8239"/>
                  </a:cubicBezTo>
                  <a:cubicBezTo>
                    <a:pt x="11002" y="8239"/>
                    <a:pt x="11759" y="8319"/>
                    <a:pt x="12317" y="8760"/>
                  </a:cubicBezTo>
                  <a:cubicBezTo>
                    <a:pt x="12404" y="8821"/>
                    <a:pt x="12487" y="8887"/>
                    <a:pt x="12562" y="8963"/>
                  </a:cubicBezTo>
                  <a:cubicBezTo>
                    <a:pt x="13552" y="9938"/>
                    <a:pt x="13559" y="11536"/>
                    <a:pt x="12576" y="12516"/>
                  </a:cubicBezTo>
                  <a:cubicBezTo>
                    <a:pt x="12086" y="13006"/>
                    <a:pt x="11445" y="13250"/>
                    <a:pt x="10804" y="13250"/>
                  </a:cubicBezTo>
                  <a:cubicBezTo>
                    <a:pt x="10156" y="13250"/>
                    <a:pt x="9509" y="13001"/>
                    <a:pt x="9018" y="12502"/>
                  </a:cubicBezTo>
                  <a:cubicBezTo>
                    <a:pt x="8939" y="12421"/>
                    <a:pt x="8869" y="12335"/>
                    <a:pt x="8807" y="12241"/>
                  </a:cubicBezTo>
                  <a:cubicBezTo>
                    <a:pt x="8376" y="11683"/>
                    <a:pt x="8300" y="10944"/>
                    <a:pt x="8300" y="10944"/>
                  </a:cubicBezTo>
                  <a:cubicBezTo>
                    <a:pt x="8271" y="10652"/>
                    <a:pt x="8094" y="10264"/>
                    <a:pt x="7894" y="10017"/>
                  </a:cubicBezTo>
                  <a:cubicBezTo>
                    <a:pt x="7890" y="10013"/>
                    <a:pt x="7887" y="10008"/>
                    <a:pt x="7883" y="10005"/>
                  </a:cubicBezTo>
                  <a:lnTo>
                    <a:pt x="7810" y="9933"/>
                  </a:lnTo>
                  <a:cubicBezTo>
                    <a:pt x="7697" y="9818"/>
                    <a:pt x="7544" y="9756"/>
                    <a:pt x="7388" y="9756"/>
                  </a:cubicBezTo>
                  <a:cubicBezTo>
                    <a:pt x="7313" y="9756"/>
                    <a:pt x="7238" y="9770"/>
                    <a:pt x="7166" y="9799"/>
                  </a:cubicBezTo>
                  <a:cubicBezTo>
                    <a:pt x="7096" y="9828"/>
                    <a:pt x="7029" y="9871"/>
                    <a:pt x="6974" y="9924"/>
                  </a:cubicBezTo>
                  <a:lnTo>
                    <a:pt x="5908" y="10990"/>
                  </a:lnTo>
                  <a:lnTo>
                    <a:pt x="282" y="16618"/>
                  </a:lnTo>
                  <a:cubicBezTo>
                    <a:pt x="277" y="16623"/>
                    <a:pt x="270" y="16624"/>
                    <a:pt x="265" y="16628"/>
                  </a:cubicBezTo>
                  <a:lnTo>
                    <a:pt x="236" y="16662"/>
                  </a:lnTo>
                  <a:cubicBezTo>
                    <a:pt x="0" y="16896"/>
                    <a:pt x="0" y="17275"/>
                    <a:pt x="236" y="17510"/>
                  </a:cubicBezTo>
                  <a:lnTo>
                    <a:pt x="6965" y="24238"/>
                  </a:lnTo>
                  <a:cubicBezTo>
                    <a:pt x="7082" y="24355"/>
                    <a:pt x="7235" y="24414"/>
                    <a:pt x="7388" y="24414"/>
                  </a:cubicBezTo>
                  <a:cubicBezTo>
                    <a:pt x="7541" y="24414"/>
                    <a:pt x="7695" y="24355"/>
                    <a:pt x="7811" y="24238"/>
                  </a:cubicBezTo>
                  <a:lnTo>
                    <a:pt x="7882" y="24168"/>
                  </a:lnTo>
                  <a:cubicBezTo>
                    <a:pt x="8115" y="23932"/>
                    <a:pt x="8330" y="23478"/>
                    <a:pt x="8364" y="23150"/>
                  </a:cubicBezTo>
                  <a:cubicBezTo>
                    <a:pt x="8364" y="23150"/>
                    <a:pt x="8450" y="22237"/>
                    <a:pt x="9016" y="21669"/>
                  </a:cubicBezTo>
                  <a:cubicBezTo>
                    <a:pt x="9506" y="21169"/>
                    <a:pt x="10154" y="20919"/>
                    <a:pt x="10803" y="20919"/>
                  </a:cubicBezTo>
                  <a:cubicBezTo>
                    <a:pt x="11444" y="20919"/>
                    <a:pt x="12085" y="21163"/>
                    <a:pt x="12574" y="21653"/>
                  </a:cubicBezTo>
                  <a:cubicBezTo>
                    <a:pt x="13559" y="22637"/>
                    <a:pt x="13552" y="24236"/>
                    <a:pt x="12559" y="25211"/>
                  </a:cubicBezTo>
                  <a:cubicBezTo>
                    <a:pt x="11994" y="25777"/>
                    <a:pt x="11081" y="25867"/>
                    <a:pt x="11081" y="25867"/>
                  </a:cubicBezTo>
                  <a:cubicBezTo>
                    <a:pt x="10753" y="25898"/>
                    <a:pt x="10295" y="26116"/>
                    <a:pt x="10063" y="26346"/>
                  </a:cubicBezTo>
                  <a:lnTo>
                    <a:pt x="9989" y="26419"/>
                  </a:lnTo>
                  <a:cubicBezTo>
                    <a:pt x="9758" y="26653"/>
                    <a:pt x="9758" y="27030"/>
                    <a:pt x="9989" y="27264"/>
                  </a:cubicBezTo>
                  <a:lnTo>
                    <a:pt x="16722" y="33995"/>
                  </a:lnTo>
                  <a:cubicBezTo>
                    <a:pt x="16839" y="34110"/>
                    <a:pt x="16991" y="34168"/>
                    <a:pt x="17144" y="34168"/>
                  </a:cubicBezTo>
                  <a:cubicBezTo>
                    <a:pt x="17296" y="34168"/>
                    <a:pt x="17448" y="34110"/>
                    <a:pt x="17565" y="33995"/>
                  </a:cubicBezTo>
                  <a:lnTo>
                    <a:pt x="24296" y="27264"/>
                  </a:lnTo>
                  <a:cubicBezTo>
                    <a:pt x="24414" y="27148"/>
                    <a:pt x="24567" y="27090"/>
                    <a:pt x="24720" y="27090"/>
                  </a:cubicBezTo>
                  <a:cubicBezTo>
                    <a:pt x="24873" y="27090"/>
                    <a:pt x="25027" y="27148"/>
                    <a:pt x="25144" y="27264"/>
                  </a:cubicBezTo>
                  <a:lnTo>
                    <a:pt x="25264" y="27384"/>
                  </a:lnTo>
                  <a:cubicBezTo>
                    <a:pt x="25496" y="27619"/>
                    <a:pt x="25712" y="28077"/>
                    <a:pt x="25743" y="28402"/>
                  </a:cubicBezTo>
                  <a:cubicBezTo>
                    <a:pt x="25743" y="28402"/>
                    <a:pt x="25832" y="29315"/>
                    <a:pt x="26399" y="29883"/>
                  </a:cubicBezTo>
                  <a:cubicBezTo>
                    <a:pt x="26888" y="30368"/>
                    <a:pt x="27526" y="30611"/>
                    <a:pt x="28165" y="30611"/>
                  </a:cubicBezTo>
                  <a:cubicBezTo>
                    <a:pt x="28806" y="30611"/>
                    <a:pt x="29447" y="30366"/>
                    <a:pt x="29936" y="29878"/>
                  </a:cubicBezTo>
                  <a:cubicBezTo>
                    <a:pt x="30913" y="28901"/>
                    <a:pt x="30914" y="27319"/>
                    <a:pt x="29943" y="26340"/>
                  </a:cubicBezTo>
                  <a:lnTo>
                    <a:pt x="29943" y="26340"/>
                  </a:lnTo>
                  <a:lnTo>
                    <a:pt x="29943" y="26344"/>
                  </a:lnTo>
                  <a:cubicBezTo>
                    <a:pt x="29373" y="25774"/>
                    <a:pt x="28460" y="25688"/>
                    <a:pt x="28460" y="25688"/>
                  </a:cubicBezTo>
                  <a:cubicBezTo>
                    <a:pt x="28132" y="25654"/>
                    <a:pt x="27677" y="25439"/>
                    <a:pt x="27442" y="25206"/>
                  </a:cubicBezTo>
                  <a:lnTo>
                    <a:pt x="27322" y="25084"/>
                  </a:lnTo>
                  <a:cubicBezTo>
                    <a:pt x="27092" y="24851"/>
                    <a:pt x="27092" y="24475"/>
                    <a:pt x="27322" y="24241"/>
                  </a:cubicBezTo>
                  <a:lnTo>
                    <a:pt x="34054" y="17508"/>
                  </a:lnTo>
                  <a:cubicBezTo>
                    <a:pt x="34285" y="17275"/>
                    <a:pt x="34285" y="16897"/>
                    <a:pt x="34054" y="16664"/>
                  </a:cubicBezTo>
                  <a:lnTo>
                    <a:pt x="27322" y="9933"/>
                  </a:lnTo>
                  <a:cubicBezTo>
                    <a:pt x="27090" y="9698"/>
                    <a:pt x="27090" y="9320"/>
                    <a:pt x="27322" y="9085"/>
                  </a:cubicBezTo>
                  <a:lnTo>
                    <a:pt x="27327" y="9081"/>
                  </a:lnTo>
                  <a:cubicBezTo>
                    <a:pt x="27559" y="8848"/>
                    <a:pt x="28017" y="8635"/>
                    <a:pt x="28345" y="8601"/>
                  </a:cubicBezTo>
                  <a:cubicBezTo>
                    <a:pt x="28345" y="8601"/>
                    <a:pt x="29258" y="8515"/>
                    <a:pt x="29825" y="7947"/>
                  </a:cubicBezTo>
                  <a:cubicBezTo>
                    <a:pt x="30817" y="6972"/>
                    <a:pt x="30823" y="5372"/>
                    <a:pt x="29840" y="4389"/>
                  </a:cubicBezTo>
                  <a:cubicBezTo>
                    <a:pt x="29350" y="3899"/>
                    <a:pt x="28709" y="3655"/>
                    <a:pt x="28068" y="3655"/>
                  </a:cubicBezTo>
                  <a:cubicBezTo>
                    <a:pt x="27420" y="3655"/>
                    <a:pt x="26771" y="3905"/>
                    <a:pt x="26280" y="4404"/>
                  </a:cubicBezTo>
                  <a:cubicBezTo>
                    <a:pt x="25716" y="4969"/>
                    <a:pt x="25628" y="5887"/>
                    <a:pt x="25628" y="5887"/>
                  </a:cubicBezTo>
                  <a:cubicBezTo>
                    <a:pt x="25596" y="6210"/>
                    <a:pt x="25381" y="6670"/>
                    <a:pt x="25146" y="6903"/>
                  </a:cubicBezTo>
                  <a:lnTo>
                    <a:pt x="25144" y="6907"/>
                  </a:lnTo>
                  <a:cubicBezTo>
                    <a:pt x="25027" y="7023"/>
                    <a:pt x="24873" y="7081"/>
                    <a:pt x="24720" y="7081"/>
                  </a:cubicBezTo>
                  <a:cubicBezTo>
                    <a:pt x="24567" y="7081"/>
                    <a:pt x="24414" y="7023"/>
                    <a:pt x="24296" y="6907"/>
                  </a:cubicBezTo>
                  <a:lnTo>
                    <a:pt x="17567" y="176"/>
                  </a:lnTo>
                  <a:cubicBezTo>
                    <a:pt x="17450" y="59"/>
                    <a:pt x="17297" y="1"/>
                    <a:pt x="17145" y="1"/>
                  </a:cubicBezTo>
                  <a:close/>
                </a:path>
              </a:pathLst>
            </a:custGeom>
            <a:solidFill>
              <a:srgbClr val="DBE3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2" name="Google Shape;5172;p72"/>
            <p:cNvSpPr/>
            <p:nvPr/>
          </p:nvSpPr>
          <p:spPr>
            <a:xfrm>
              <a:off x="1484068" y="1984268"/>
              <a:ext cx="408862" cy="407494"/>
            </a:xfrm>
            <a:custGeom>
              <a:avLst/>
              <a:gdLst/>
              <a:ahLst/>
              <a:cxnLst/>
              <a:rect l="l" t="t" r="r" b="b"/>
              <a:pathLst>
                <a:path w="34086" h="33972" extrusionOk="0">
                  <a:moveTo>
                    <a:pt x="17043" y="1"/>
                  </a:moveTo>
                  <a:cubicBezTo>
                    <a:pt x="16887" y="1"/>
                    <a:pt x="16736" y="61"/>
                    <a:pt x="16624" y="172"/>
                  </a:cubicBezTo>
                  <a:lnTo>
                    <a:pt x="9932" y="6866"/>
                  </a:lnTo>
                  <a:cubicBezTo>
                    <a:pt x="9701" y="7099"/>
                    <a:pt x="9701" y="7475"/>
                    <a:pt x="9932" y="7709"/>
                  </a:cubicBezTo>
                  <a:lnTo>
                    <a:pt x="10003" y="7779"/>
                  </a:lnTo>
                  <a:cubicBezTo>
                    <a:pt x="10235" y="8009"/>
                    <a:pt x="10689" y="8223"/>
                    <a:pt x="11014" y="8254"/>
                  </a:cubicBezTo>
                  <a:cubicBezTo>
                    <a:pt x="11014" y="8254"/>
                    <a:pt x="11923" y="8345"/>
                    <a:pt x="12486" y="8907"/>
                  </a:cubicBezTo>
                  <a:cubicBezTo>
                    <a:pt x="13430" y="9883"/>
                    <a:pt x="13420" y="11436"/>
                    <a:pt x="12459" y="12397"/>
                  </a:cubicBezTo>
                  <a:cubicBezTo>
                    <a:pt x="11973" y="12885"/>
                    <a:pt x="11335" y="13129"/>
                    <a:pt x="10697" y="13129"/>
                  </a:cubicBezTo>
                  <a:cubicBezTo>
                    <a:pt x="10074" y="13129"/>
                    <a:pt x="9450" y="12896"/>
                    <a:pt x="8968" y="12430"/>
                  </a:cubicBezTo>
                  <a:cubicBezTo>
                    <a:pt x="8402" y="11864"/>
                    <a:pt x="8314" y="10958"/>
                    <a:pt x="8314" y="10958"/>
                  </a:cubicBezTo>
                  <a:cubicBezTo>
                    <a:pt x="8280" y="10633"/>
                    <a:pt x="8067" y="10178"/>
                    <a:pt x="7835" y="9948"/>
                  </a:cubicBezTo>
                  <a:lnTo>
                    <a:pt x="7765" y="9873"/>
                  </a:lnTo>
                  <a:cubicBezTo>
                    <a:pt x="7653" y="9763"/>
                    <a:pt x="7502" y="9701"/>
                    <a:pt x="7344" y="9699"/>
                  </a:cubicBezTo>
                  <a:cubicBezTo>
                    <a:pt x="7186" y="9699"/>
                    <a:pt x="7037" y="9763"/>
                    <a:pt x="6926" y="9873"/>
                  </a:cubicBezTo>
                  <a:lnTo>
                    <a:pt x="232" y="16566"/>
                  </a:lnTo>
                  <a:cubicBezTo>
                    <a:pt x="0" y="16800"/>
                    <a:pt x="0" y="17174"/>
                    <a:pt x="232" y="17406"/>
                  </a:cubicBezTo>
                  <a:lnTo>
                    <a:pt x="6170" y="23347"/>
                  </a:lnTo>
                  <a:lnTo>
                    <a:pt x="6167" y="23347"/>
                  </a:lnTo>
                  <a:lnTo>
                    <a:pt x="6929" y="24109"/>
                  </a:lnTo>
                  <a:cubicBezTo>
                    <a:pt x="7154" y="24343"/>
                    <a:pt x="7152" y="24712"/>
                    <a:pt x="6924" y="24942"/>
                  </a:cubicBezTo>
                  <a:lnTo>
                    <a:pt x="6805" y="25059"/>
                  </a:lnTo>
                  <a:cubicBezTo>
                    <a:pt x="6574" y="25290"/>
                    <a:pt x="6119" y="25508"/>
                    <a:pt x="5794" y="25537"/>
                  </a:cubicBezTo>
                  <a:cubicBezTo>
                    <a:pt x="5794" y="25537"/>
                    <a:pt x="4883" y="25625"/>
                    <a:pt x="4322" y="26188"/>
                  </a:cubicBezTo>
                  <a:cubicBezTo>
                    <a:pt x="3610" y="26900"/>
                    <a:pt x="3397" y="27971"/>
                    <a:pt x="3781" y="28903"/>
                  </a:cubicBezTo>
                  <a:cubicBezTo>
                    <a:pt x="4167" y="29833"/>
                    <a:pt x="5075" y="30441"/>
                    <a:pt x="6083" y="30441"/>
                  </a:cubicBezTo>
                  <a:cubicBezTo>
                    <a:pt x="6102" y="30441"/>
                    <a:pt x="6119" y="30436"/>
                    <a:pt x="6138" y="30436"/>
                  </a:cubicBezTo>
                  <a:cubicBezTo>
                    <a:pt x="6148" y="30436"/>
                    <a:pt x="6158" y="30437"/>
                    <a:pt x="6170" y="30437"/>
                  </a:cubicBezTo>
                  <a:cubicBezTo>
                    <a:pt x="6173" y="30437"/>
                    <a:pt x="6175" y="30437"/>
                    <a:pt x="6177" y="30437"/>
                  </a:cubicBezTo>
                  <a:cubicBezTo>
                    <a:pt x="6835" y="30437"/>
                    <a:pt x="7466" y="30175"/>
                    <a:pt x="7933" y="29710"/>
                  </a:cubicBezTo>
                  <a:cubicBezTo>
                    <a:pt x="8494" y="29145"/>
                    <a:pt x="8582" y="28239"/>
                    <a:pt x="8582" y="28239"/>
                  </a:cubicBezTo>
                  <a:cubicBezTo>
                    <a:pt x="8614" y="27911"/>
                    <a:pt x="8829" y="27456"/>
                    <a:pt x="9059" y="27225"/>
                  </a:cubicBezTo>
                  <a:lnTo>
                    <a:pt x="9129" y="27154"/>
                  </a:lnTo>
                  <a:cubicBezTo>
                    <a:pt x="9243" y="27043"/>
                    <a:pt x="9394" y="26981"/>
                    <a:pt x="9551" y="26981"/>
                  </a:cubicBezTo>
                  <a:cubicBezTo>
                    <a:pt x="9708" y="26981"/>
                    <a:pt x="9859" y="27043"/>
                    <a:pt x="9970" y="27154"/>
                  </a:cubicBezTo>
                  <a:lnTo>
                    <a:pt x="11033" y="28217"/>
                  </a:lnTo>
                  <a:lnTo>
                    <a:pt x="11033" y="28211"/>
                  </a:lnTo>
                  <a:lnTo>
                    <a:pt x="16621" y="33800"/>
                  </a:lnTo>
                  <a:cubicBezTo>
                    <a:pt x="16734" y="33909"/>
                    <a:pt x="16885" y="33971"/>
                    <a:pt x="17043" y="33971"/>
                  </a:cubicBezTo>
                  <a:cubicBezTo>
                    <a:pt x="17192" y="33970"/>
                    <a:pt x="17337" y="33913"/>
                    <a:pt x="17445" y="33810"/>
                  </a:cubicBezTo>
                  <a:cubicBezTo>
                    <a:pt x="17450" y="33805"/>
                    <a:pt x="17457" y="33803"/>
                    <a:pt x="17462" y="33800"/>
                  </a:cubicBezTo>
                  <a:lnTo>
                    <a:pt x="23088" y="28172"/>
                  </a:lnTo>
                  <a:lnTo>
                    <a:pt x="24154" y="27106"/>
                  </a:lnTo>
                  <a:cubicBezTo>
                    <a:pt x="24209" y="27053"/>
                    <a:pt x="24274" y="27010"/>
                    <a:pt x="24346" y="26981"/>
                  </a:cubicBezTo>
                  <a:cubicBezTo>
                    <a:pt x="24418" y="26951"/>
                    <a:pt x="24494" y="26937"/>
                    <a:pt x="24569" y="26937"/>
                  </a:cubicBezTo>
                  <a:cubicBezTo>
                    <a:pt x="24724" y="26937"/>
                    <a:pt x="24876" y="26998"/>
                    <a:pt x="24990" y="27113"/>
                  </a:cubicBezTo>
                  <a:lnTo>
                    <a:pt x="25063" y="27187"/>
                  </a:lnTo>
                  <a:cubicBezTo>
                    <a:pt x="25067" y="27190"/>
                    <a:pt x="25070" y="27195"/>
                    <a:pt x="25074" y="27199"/>
                  </a:cubicBezTo>
                  <a:cubicBezTo>
                    <a:pt x="25274" y="27444"/>
                    <a:pt x="25450" y="27834"/>
                    <a:pt x="25480" y="28124"/>
                  </a:cubicBezTo>
                  <a:cubicBezTo>
                    <a:pt x="25480" y="28124"/>
                    <a:pt x="25556" y="28865"/>
                    <a:pt x="25985" y="29423"/>
                  </a:cubicBezTo>
                  <a:cubicBezTo>
                    <a:pt x="26049" y="29516"/>
                    <a:pt x="26119" y="29603"/>
                    <a:pt x="26198" y="29684"/>
                  </a:cubicBezTo>
                  <a:cubicBezTo>
                    <a:pt x="26689" y="30182"/>
                    <a:pt x="27336" y="30431"/>
                    <a:pt x="27983" y="30431"/>
                  </a:cubicBezTo>
                  <a:cubicBezTo>
                    <a:pt x="28624" y="30431"/>
                    <a:pt x="29265" y="30187"/>
                    <a:pt x="29754" y="29698"/>
                  </a:cubicBezTo>
                  <a:cubicBezTo>
                    <a:pt x="30737" y="28716"/>
                    <a:pt x="30732" y="27120"/>
                    <a:pt x="29742" y="26143"/>
                  </a:cubicBezTo>
                  <a:cubicBezTo>
                    <a:pt x="29667" y="26069"/>
                    <a:pt x="29584" y="26001"/>
                    <a:pt x="29497" y="25941"/>
                  </a:cubicBezTo>
                  <a:cubicBezTo>
                    <a:pt x="28937" y="25500"/>
                    <a:pt x="28182" y="25421"/>
                    <a:pt x="28182" y="25421"/>
                  </a:cubicBezTo>
                  <a:cubicBezTo>
                    <a:pt x="27878" y="25392"/>
                    <a:pt x="27470" y="25203"/>
                    <a:pt x="27226" y="24990"/>
                  </a:cubicBezTo>
                  <a:lnTo>
                    <a:pt x="27168" y="24932"/>
                  </a:lnTo>
                  <a:cubicBezTo>
                    <a:pt x="26938" y="24703"/>
                    <a:pt x="26936" y="24331"/>
                    <a:pt x="27164" y="24099"/>
                  </a:cubicBezTo>
                  <a:lnTo>
                    <a:pt x="29146" y="22115"/>
                  </a:lnTo>
                  <a:lnTo>
                    <a:pt x="33856" y="17407"/>
                  </a:lnTo>
                  <a:cubicBezTo>
                    <a:pt x="33861" y="17402"/>
                    <a:pt x="33861" y="17397"/>
                    <a:pt x="33866" y="17392"/>
                  </a:cubicBezTo>
                  <a:cubicBezTo>
                    <a:pt x="34086" y="17160"/>
                    <a:pt x="34081" y="16795"/>
                    <a:pt x="33856" y="16566"/>
                  </a:cubicBezTo>
                  <a:lnTo>
                    <a:pt x="27162" y="9873"/>
                  </a:lnTo>
                  <a:cubicBezTo>
                    <a:pt x="27052" y="9764"/>
                    <a:pt x="26905" y="9701"/>
                    <a:pt x="26750" y="9701"/>
                  </a:cubicBezTo>
                  <a:cubicBezTo>
                    <a:pt x="26748" y="9701"/>
                    <a:pt x="26746" y="9701"/>
                    <a:pt x="26744" y="9701"/>
                  </a:cubicBezTo>
                  <a:cubicBezTo>
                    <a:pt x="26586" y="9701"/>
                    <a:pt x="26435" y="9763"/>
                    <a:pt x="26323" y="9873"/>
                  </a:cubicBezTo>
                  <a:lnTo>
                    <a:pt x="26249" y="9948"/>
                  </a:lnTo>
                  <a:cubicBezTo>
                    <a:pt x="26019" y="10178"/>
                    <a:pt x="25803" y="10635"/>
                    <a:pt x="25774" y="10961"/>
                  </a:cubicBezTo>
                  <a:cubicBezTo>
                    <a:pt x="25774" y="10961"/>
                    <a:pt x="25685" y="11869"/>
                    <a:pt x="25122" y="12434"/>
                  </a:cubicBezTo>
                  <a:cubicBezTo>
                    <a:pt x="24634" y="12928"/>
                    <a:pt x="23990" y="13175"/>
                    <a:pt x="23347" y="13175"/>
                  </a:cubicBezTo>
                  <a:cubicBezTo>
                    <a:pt x="22709" y="13175"/>
                    <a:pt x="22072" y="12932"/>
                    <a:pt x="21586" y="12446"/>
                  </a:cubicBezTo>
                  <a:cubicBezTo>
                    <a:pt x="20608" y="11467"/>
                    <a:pt x="20613" y="9881"/>
                    <a:pt x="21598" y="8910"/>
                  </a:cubicBezTo>
                  <a:cubicBezTo>
                    <a:pt x="22163" y="8347"/>
                    <a:pt x="23071" y="8258"/>
                    <a:pt x="23071" y="8258"/>
                  </a:cubicBezTo>
                  <a:cubicBezTo>
                    <a:pt x="23395" y="8227"/>
                    <a:pt x="23850" y="8014"/>
                    <a:pt x="24080" y="7782"/>
                  </a:cubicBezTo>
                  <a:lnTo>
                    <a:pt x="24159" y="7709"/>
                  </a:lnTo>
                  <a:cubicBezTo>
                    <a:pt x="24389" y="7475"/>
                    <a:pt x="24389" y="7099"/>
                    <a:pt x="24159" y="6866"/>
                  </a:cubicBezTo>
                  <a:lnTo>
                    <a:pt x="17465" y="172"/>
                  </a:lnTo>
                  <a:cubicBezTo>
                    <a:pt x="17352" y="63"/>
                    <a:pt x="17201" y="1"/>
                    <a:pt x="1704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3" name="Google Shape;5173;p72"/>
            <p:cNvSpPr/>
            <p:nvPr/>
          </p:nvSpPr>
          <p:spPr>
            <a:xfrm flipH="1">
              <a:off x="865779" y="2190662"/>
              <a:ext cx="408898" cy="407518"/>
            </a:xfrm>
            <a:custGeom>
              <a:avLst/>
              <a:gdLst/>
              <a:ahLst/>
              <a:cxnLst/>
              <a:rect l="l" t="t" r="r" b="b"/>
              <a:pathLst>
                <a:path w="34089" h="33974" extrusionOk="0">
                  <a:moveTo>
                    <a:pt x="17044" y="0"/>
                  </a:moveTo>
                  <a:cubicBezTo>
                    <a:pt x="16893" y="2"/>
                    <a:pt x="16750" y="60"/>
                    <a:pt x="16640" y="163"/>
                  </a:cubicBezTo>
                  <a:lnTo>
                    <a:pt x="12729" y="4075"/>
                  </a:lnTo>
                  <a:lnTo>
                    <a:pt x="12729" y="4070"/>
                  </a:lnTo>
                  <a:lnTo>
                    <a:pt x="10005" y="6793"/>
                  </a:lnTo>
                  <a:cubicBezTo>
                    <a:pt x="9890" y="6904"/>
                    <a:pt x="9742" y="6959"/>
                    <a:pt x="9595" y="6959"/>
                  </a:cubicBezTo>
                  <a:cubicBezTo>
                    <a:pt x="9444" y="6959"/>
                    <a:pt x="9293" y="6901"/>
                    <a:pt x="9178" y="6787"/>
                  </a:cubicBezTo>
                  <a:lnTo>
                    <a:pt x="9104" y="6713"/>
                  </a:lnTo>
                  <a:cubicBezTo>
                    <a:pt x="8874" y="6481"/>
                    <a:pt x="8660" y="6026"/>
                    <a:pt x="8625" y="5702"/>
                  </a:cubicBezTo>
                  <a:cubicBezTo>
                    <a:pt x="8625" y="5702"/>
                    <a:pt x="8539" y="4792"/>
                    <a:pt x="7976" y="4229"/>
                  </a:cubicBezTo>
                  <a:cubicBezTo>
                    <a:pt x="7478" y="3726"/>
                    <a:pt x="6821" y="3474"/>
                    <a:pt x="6165" y="3474"/>
                  </a:cubicBezTo>
                  <a:cubicBezTo>
                    <a:pt x="5524" y="3474"/>
                    <a:pt x="4883" y="3714"/>
                    <a:pt x="4388" y="4197"/>
                  </a:cubicBezTo>
                  <a:cubicBezTo>
                    <a:pt x="3384" y="5172"/>
                    <a:pt x="3354" y="6775"/>
                    <a:pt x="4322" y="7785"/>
                  </a:cubicBezTo>
                  <a:cubicBezTo>
                    <a:pt x="4884" y="8350"/>
                    <a:pt x="5795" y="8439"/>
                    <a:pt x="5795" y="8439"/>
                  </a:cubicBezTo>
                  <a:cubicBezTo>
                    <a:pt x="6118" y="8468"/>
                    <a:pt x="6573" y="8686"/>
                    <a:pt x="6804" y="8916"/>
                  </a:cubicBezTo>
                  <a:lnTo>
                    <a:pt x="6924" y="9033"/>
                  </a:lnTo>
                  <a:cubicBezTo>
                    <a:pt x="7153" y="9267"/>
                    <a:pt x="7153" y="9641"/>
                    <a:pt x="6924" y="9874"/>
                  </a:cubicBezTo>
                  <a:lnTo>
                    <a:pt x="3488" y="13310"/>
                  </a:lnTo>
                  <a:lnTo>
                    <a:pt x="310" y="16487"/>
                  </a:lnTo>
                  <a:lnTo>
                    <a:pt x="233" y="16566"/>
                  </a:lnTo>
                  <a:cubicBezTo>
                    <a:pt x="1" y="16798"/>
                    <a:pt x="1" y="17174"/>
                    <a:pt x="233" y="17405"/>
                  </a:cubicBezTo>
                  <a:lnTo>
                    <a:pt x="6926" y="24099"/>
                  </a:lnTo>
                  <a:cubicBezTo>
                    <a:pt x="7156" y="24332"/>
                    <a:pt x="7156" y="24706"/>
                    <a:pt x="6926" y="24938"/>
                  </a:cubicBezTo>
                  <a:lnTo>
                    <a:pt x="6919" y="24945"/>
                  </a:lnTo>
                  <a:cubicBezTo>
                    <a:pt x="6688" y="25177"/>
                    <a:pt x="6233" y="25391"/>
                    <a:pt x="5908" y="25420"/>
                  </a:cubicBezTo>
                  <a:cubicBezTo>
                    <a:pt x="5908" y="25420"/>
                    <a:pt x="4999" y="25511"/>
                    <a:pt x="4436" y="26074"/>
                  </a:cubicBezTo>
                  <a:cubicBezTo>
                    <a:pt x="3478" y="27047"/>
                    <a:pt x="3485" y="28613"/>
                    <a:pt x="4451" y="29579"/>
                  </a:cubicBezTo>
                  <a:cubicBezTo>
                    <a:pt x="4938" y="30065"/>
                    <a:pt x="5575" y="30309"/>
                    <a:pt x="6213" y="30309"/>
                  </a:cubicBezTo>
                  <a:cubicBezTo>
                    <a:pt x="6843" y="30309"/>
                    <a:pt x="7473" y="30072"/>
                    <a:pt x="7958" y="29596"/>
                  </a:cubicBezTo>
                  <a:cubicBezTo>
                    <a:pt x="8522" y="29031"/>
                    <a:pt x="8608" y="28125"/>
                    <a:pt x="8608" y="28125"/>
                  </a:cubicBezTo>
                  <a:cubicBezTo>
                    <a:pt x="8642" y="27797"/>
                    <a:pt x="8857" y="27341"/>
                    <a:pt x="9087" y="27111"/>
                  </a:cubicBezTo>
                  <a:lnTo>
                    <a:pt x="9090" y="27107"/>
                  </a:lnTo>
                  <a:cubicBezTo>
                    <a:pt x="9204" y="26996"/>
                    <a:pt x="9355" y="26934"/>
                    <a:pt x="9513" y="26934"/>
                  </a:cubicBezTo>
                  <a:cubicBezTo>
                    <a:pt x="9669" y="26934"/>
                    <a:pt x="9820" y="26996"/>
                    <a:pt x="9930" y="27107"/>
                  </a:cubicBezTo>
                  <a:lnTo>
                    <a:pt x="16623" y="33801"/>
                  </a:lnTo>
                  <a:cubicBezTo>
                    <a:pt x="16741" y="33916"/>
                    <a:pt x="16893" y="33973"/>
                    <a:pt x="17045" y="33973"/>
                  </a:cubicBezTo>
                  <a:cubicBezTo>
                    <a:pt x="17198" y="33973"/>
                    <a:pt x="17350" y="33916"/>
                    <a:pt x="17468" y="33801"/>
                  </a:cubicBezTo>
                  <a:lnTo>
                    <a:pt x="24161" y="27107"/>
                  </a:lnTo>
                  <a:cubicBezTo>
                    <a:pt x="24391" y="26874"/>
                    <a:pt x="24391" y="26500"/>
                    <a:pt x="24161" y="26266"/>
                  </a:cubicBezTo>
                  <a:lnTo>
                    <a:pt x="24082" y="26193"/>
                  </a:lnTo>
                  <a:cubicBezTo>
                    <a:pt x="23852" y="25963"/>
                    <a:pt x="23396" y="25746"/>
                    <a:pt x="23073" y="25714"/>
                  </a:cubicBezTo>
                  <a:cubicBezTo>
                    <a:pt x="23073" y="25714"/>
                    <a:pt x="22167" y="25628"/>
                    <a:pt x="21600" y="25063"/>
                  </a:cubicBezTo>
                  <a:cubicBezTo>
                    <a:pt x="20626" y="24092"/>
                    <a:pt x="20631" y="22513"/>
                    <a:pt x="21600" y="21541"/>
                  </a:cubicBezTo>
                  <a:cubicBezTo>
                    <a:pt x="22087" y="21055"/>
                    <a:pt x="22725" y="20812"/>
                    <a:pt x="23362" y="20812"/>
                  </a:cubicBezTo>
                  <a:cubicBezTo>
                    <a:pt x="24000" y="20812"/>
                    <a:pt x="24637" y="21055"/>
                    <a:pt x="25124" y="21541"/>
                  </a:cubicBezTo>
                  <a:cubicBezTo>
                    <a:pt x="25685" y="22104"/>
                    <a:pt x="25776" y="23016"/>
                    <a:pt x="25776" y="23016"/>
                  </a:cubicBezTo>
                  <a:cubicBezTo>
                    <a:pt x="25805" y="23338"/>
                    <a:pt x="26022" y="23793"/>
                    <a:pt x="26252" y="24025"/>
                  </a:cubicBezTo>
                  <a:lnTo>
                    <a:pt x="26325" y="24099"/>
                  </a:lnTo>
                  <a:cubicBezTo>
                    <a:pt x="26437" y="24209"/>
                    <a:pt x="26588" y="24270"/>
                    <a:pt x="26746" y="24270"/>
                  </a:cubicBezTo>
                  <a:cubicBezTo>
                    <a:pt x="26902" y="24270"/>
                    <a:pt x="27053" y="24209"/>
                    <a:pt x="27165" y="24099"/>
                  </a:cubicBezTo>
                  <a:lnTo>
                    <a:pt x="33858" y="17405"/>
                  </a:lnTo>
                  <a:cubicBezTo>
                    <a:pt x="34088" y="17172"/>
                    <a:pt x="34087" y="16798"/>
                    <a:pt x="33855" y="16566"/>
                  </a:cubicBezTo>
                  <a:lnTo>
                    <a:pt x="28225" y="10937"/>
                  </a:lnTo>
                  <a:lnTo>
                    <a:pt x="27163" y="9874"/>
                  </a:lnTo>
                  <a:cubicBezTo>
                    <a:pt x="27051" y="9763"/>
                    <a:pt x="26900" y="9701"/>
                    <a:pt x="26742" y="9701"/>
                  </a:cubicBezTo>
                  <a:cubicBezTo>
                    <a:pt x="26585" y="9701"/>
                    <a:pt x="26434" y="9763"/>
                    <a:pt x="26322" y="9874"/>
                  </a:cubicBezTo>
                  <a:lnTo>
                    <a:pt x="26252" y="9945"/>
                  </a:lnTo>
                  <a:cubicBezTo>
                    <a:pt x="26022" y="10176"/>
                    <a:pt x="25807" y="10631"/>
                    <a:pt x="25773" y="10959"/>
                  </a:cubicBezTo>
                  <a:cubicBezTo>
                    <a:pt x="25773" y="10959"/>
                    <a:pt x="25687" y="11865"/>
                    <a:pt x="25124" y="12430"/>
                  </a:cubicBezTo>
                  <a:cubicBezTo>
                    <a:pt x="24657" y="12897"/>
                    <a:pt x="24024" y="13159"/>
                    <a:pt x="23363" y="13159"/>
                  </a:cubicBezTo>
                  <a:cubicBezTo>
                    <a:pt x="23351" y="13159"/>
                    <a:pt x="23341" y="13156"/>
                    <a:pt x="23329" y="13156"/>
                  </a:cubicBezTo>
                  <a:cubicBezTo>
                    <a:pt x="23312" y="13156"/>
                    <a:pt x="23293" y="13161"/>
                    <a:pt x="23276" y="13161"/>
                  </a:cubicBezTo>
                  <a:cubicBezTo>
                    <a:pt x="22268" y="13161"/>
                    <a:pt x="21358" y="12553"/>
                    <a:pt x="20974" y="11623"/>
                  </a:cubicBezTo>
                  <a:cubicBezTo>
                    <a:pt x="20588" y="10691"/>
                    <a:pt x="20801" y="9620"/>
                    <a:pt x="21513" y="8908"/>
                  </a:cubicBezTo>
                  <a:cubicBezTo>
                    <a:pt x="22076" y="8345"/>
                    <a:pt x="22987" y="8257"/>
                    <a:pt x="22987" y="8257"/>
                  </a:cubicBezTo>
                  <a:cubicBezTo>
                    <a:pt x="23310" y="8228"/>
                    <a:pt x="23765" y="8010"/>
                    <a:pt x="23996" y="7779"/>
                  </a:cubicBezTo>
                  <a:lnTo>
                    <a:pt x="24117" y="7662"/>
                  </a:lnTo>
                  <a:cubicBezTo>
                    <a:pt x="24345" y="7432"/>
                    <a:pt x="24347" y="7063"/>
                    <a:pt x="24122" y="6831"/>
                  </a:cubicBezTo>
                  <a:lnTo>
                    <a:pt x="23358" y="6067"/>
                  </a:lnTo>
                  <a:lnTo>
                    <a:pt x="17464" y="174"/>
                  </a:lnTo>
                  <a:cubicBezTo>
                    <a:pt x="17353" y="64"/>
                    <a:pt x="17202" y="0"/>
                    <a:pt x="17044"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4" name="Google Shape;5174;p72"/>
            <p:cNvSpPr/>
            <p:nvPr/>
          </p:nvSpPr>
          <p:spPr>
            <a:xfrm>
              <a:off x="246070" y="1983826"/>
              <a:ext cx="408910" cy="407494"/>
            </a:xfrm>
            <a:custGeom>
              <a:avLst/>
              <a:gdLst/>
              <a:ahLst/>
              <a:cxnLst/>
              <a:rect l="l" t="t" r="r" b="b"/>
              <a:pathLst>
                <a:path w="34090" h="33972" extrusionOk="0">
                  <a:moveTo>
                    <a:pt x="17046" y="1"/>
                  </a:moveTo>
                  <a:cubicBezTo>
                    <a:pt x="16894" y="1"/>
                    <a:pt x="16742" y="59"/>
                    <a:pt x="16626" y="174"/>
                  </a:cubicBezTo>
                  <a:lnTo>
                    <a:pt x="9933" y="6868"/>
                  </a:lnTo>
                  <a:cubicBezTo>
                    <a:pt x="9821" y="6978"/>
                    <a:pt x="9670" y="7041"/>
                    <a:pt x="9512" y="7041"/>
                  </a:cubicBezTo>
                  <a:cubicBezTo>
                    <a:pt x="9354" y="7041"/>
                    <a:pt x="9203" y="6978"/>
                    <a:pt x="9094" y="6868"/>
                  </a:cubicBezTo>
                  <a:lnTo>
                    <a:pt x="9087" y="6861"/>
                  </a:lnTo>
                  <a:cubicBezTo>
                    <a:pt x="8857" y="6629"/>
                    <a:pt x="8642" y="6175"/>
                    <a:pt x="8611" y="5850"/>
                  </a:cubicBezTo>
                  <a:cubicBezTo>
                    <a:pt x="8611" y="5850"/>
                    <a:pt x="8522" y="4941"/>
                    <a:pt x="7959" y="4378"/>
                  </a:cubicBezTo>
                  <a:cubicBezTo>
                    <a:pt x="7469" y="3863"/>
                    <a:pt x="6813" y="3605"/>
                    <a:pt x="6156" y="3605"/>
                  </a:cubicBezTo>
                  <a:cubicBezTo>
                    <a:pt x="5520" y="3605"/>
                    <a:pt x="4883" y="3847"/>
                    <a:pt x="4396" y="4333"/>
                  </a:cubicBezTo>
                  <a:cubicBezTo>
                    <a:pt x="3407" y="5322"/>
                    <a:pt x="3425" y="6932"/>
                    <a:pt x="4435" y="7898"/>
                  </a:cubicBezTo>
                  <a:cubicBezTo>
                    <a:pt x="5002" y="8462"/>
                    <a:pt x="5908" y="8553"/>
                    <a:pt x="5908" y="8553"/>
                  </a:cubicBezTo>
                  <a:cubicBezTo>
                    <a:pt x="6232" y="8583"/>
                    <a:pt x="6687" y="8797"/>
                    <a:pt x="6919" y="9027"/>
                  </a:cubicBezTo>
                  <a:lnTo>
                    <a:pt x="6926" y="9034"/>
                  </a:lnTo>
                  <a:cubicBezTo>
                    <a:pt x="7156" y="9267"/>
                    <a:pt x="7156" y="9642"/>
                    <a:pt x="6926" y="9875"/>
                  </a:cubicBezTo>
                  <a:lnTo>
                    <a:pt x="232" y="16567"/>
                  </a:lnTo>
                  <a:cubicBezTo>
                    <a:pt x="1" y="16798"/>
                    <a:pt x="1" y="17174"/>
                    <a:pt x="232" y="17406"/>
                  </a:cubicBezTo>
                  <a:lnTo>
                    <a:pt x="6411" y="23585"/>
                  </a:lnTo>
                  <a:lnTo>
                    <a:pt x="6926" y="24100"/>
                  </a:lnTo>
                  <a:cubicBezTo>
                    <a:pt x="6969" y="24141"/>
                    <a:pt x="7020" y="24173"/>
                    <a:pt x="7073" y="24197"/>
                  </a:cubicBezTo>
                  <a:cubicBezTo>
                    <a:pt x="7158" y="24244"/>
                    <a:pt x="7250" y="24269"/>
                    <a:pt x="7345" y="24273"/>
                  </a:cubicBezTo>
                  <a:cubicBezTo>
                    <a:pt x="7503" y="24273"/>
                    <a:pt x="7654" y="24211"/>
                    <a:pt x="7765" y="24101"/>
                  </a:cubicBezTo>
                  <a:lnTo>
                    <a:pt x="7839" y="24027"/>
                  </a:lnTo>
                  <a:cubicBezTo>
                    <a:pt x="8069" y="23796"/>
                    <a:pt x="8283" y="23341"/>
                    <a:pt x="8318" y="23013"/>
                  </a:cubicBezTo>
                  <a:cubicBezTo>
                    <a:pt x="8318" y="23013"/>
                    <a:pt x="8405" y="22107"/>
                    <a:pt x="8967" y="21541"/>
                  </a:cubicBezTo>
                  <a:cubicBezTo>
                    <a:pt x="9183" y="21324"/>
                    <a:pt x="9437" y="21149"/>
                    <a:pt x="9717" y="21026"/>
                  </a:cubicBezTo>
                  <a:cubicBezTo>
                    <a:pt x="10047" y="20876"/>
                    <a:pt x="10396" y="20805"/>
                    <a:pt x="10740" y="20805"/>
                  </a:cubicBezTo>
                  <a:cubicBezTo>
                    <a:pt x="11539" y="20805"/>
                    <a:pt x="12316" y="21191"/>
                    <a:pt x="12792" y="21886"/>
                  </a:cubicBezTo>
                  <a:cubicBezTo>
                    <a:pt x="13474" y="22879"/>
                    <a:pt x="13347" y="24218"/>
                    <a:pt x="12490" y="25064"/>
                  </a:cubicBezTo>
                  <a:cubicBezTo>
                    <a:pt x="12119" y="25437"/>
                    <a:pt x="11599" y="25600"/>
                    <a:pt x="11289" y="25668"/>
                  </a:cubicBezTo>
                  <a:cubicBezTo>
                    <a:pt x="11157" y="25704"/>
                    <a:pt x="11023" y="25732"/>
                    <a:pt x="10887" y="25749"/>
                  </a:cubicBezTo>
                  <a:cubicBezTo>
                    <a:pt x="10830" y="25757"/>
                    <a:pt x="10775" y="25769"/>
                    <a:pt x="10722" y="25785"/>
                  </a:cubicBezTo>
                  <a:cubicBezTo>
                    <a:pt x="10456" y="25871"/>
                    <a:pt x="10173" y="26027"/>
                    <a:pt x="10008" y="26193"/>
                  </a:cubicBezTo>
                  <a:lnTo>
                    <a:pt x="9933" y="26265"/>
                  </a:lnTo>
                  <a:cubicBezTo>
                    <a:pt x="9699" y="26497"/>
                    <a:pt x="9699" y="26875"/>
                    <a:pt x="9933" y="27106"/>
                  </a:cubicBezTo>
                  <a:lnTo>
                    <a:pt x="11412" y="28584"/>
                  </a:lnTo>
                  <a:lnTo>
                    <a:pt x="16625" y="33798"/>
                  </a:lnTo>
                  <a:cubicBezTo>
                    <a:pt x="16736" y="33908"/>
                    <a:pt x="16887" y="33972"/>
                    <a:pt x="17043" y="33972"/>
                  </a:cubicBezTo>
                  <a:cubicBezTo>
                    <a:pt x="17198" y="33970"/>
                    <a:pt x="17347" y="33910"/>
                    <a:pt x="17459" y="33802"/>
                  </a:cubicBezTo>
                  <a:lnTo>
                    <a:pt x="20636" y="30627"/>
                  </a:lnTo>
                  <a:lnTo>
                    <a:pt x="24073" y="27189"/>
                  </a:lnTo>
                  <a:cubicBezTo>
                    <a:pt x="24300" y="26955"/>
                    <a:pt x="24300" y="26581"/>
                    <a:pt x="24073" y="26348"/>
                  </a:cubicBezTo>
                  <a:lnTo>
                    <a:pt x="23953" y="26231"/>
                  </a:lnTo>
                  <a:cubicBezTo>
                    <a:pt x="23722" y="26001"/>
                    <a:pt x="23267" y="25783"/>
                    <a:pt x="22942" y="25754"/>
                  </a:cubicBezTo>
                  <a:cubicBezTo>
                    <a:pt x="22942" y="25754"/>
                    <a:pt x="22033" y="25665"/>
                    <a:pt x="21470" y="25100"/>
                  </a:cubicBezTo>
                  <a:cubicBezTo>
                    <a:pt x="20528" y="24086"/>
                    <a:pt x="20569" y="22503"/>
                    <a:pt x="21561" y="21539"/>
                  </a:cubicBezTo>
                  <a:cubicBezTo>
                    <a:pt x="22056" y="21057"/>
                    <a:pt x="22698" y="20816"/>
                    <a:pt x="23340" y="20816"/>
                  </a:cubicBezTo>
                  <a:cubicBezTo>
                    <a:pt x="23985" y="20816"/>
                    <a:pt x="24629" y="21059"/>
                    <a:pt x="25125" y="21544"/>
                  </a:cubicBezTo>
                  <a:cubicBezTo>
                    <a:pt x="25687" y="22107"/>
                    <a:pt x="25774" y="23017"/>
                    <a:pt x="25774" y="23017"/>
                  </a:cubicBezTo>
                  <a:cubicBezTo>
                    <a:pt x="25807" y="23341"/>
                    <a:pt x="26021" y="23796"/>
                    <a:pt x="26253" y="24027"/>
                  </a:cubicBezTo>
                  <a:lnTo>
                    <a:pt x="26325" y="24101"/>
                  </a:lnTo>
                  <a:cubicBezTo>
                    <a:pt x="26441" y="24216"/>
                    <a:pt x="26592" y="24274"/>
                    <a:pt x="26744" y="24274"/>
                  </a:cubicBezTo>
                  <a:cubicBezTo>
                    <a:pt x="26891" y="24274"/>
                    <a:pt x="27038" y="24219"/>
                    <a:pt x="27152" y="24110"/>
                  </a:cubicBezTo>
                  <a:lnTo>
                    <a:pt x="29878" y="21384"/>
                  </a:lnTo>
                  <a:lnTo>
                    <a:pt x="33774" y="17487"/>
                  </a:lnTo>
                  <a:cubicBezTo>
                    <a:pt x="33779" y="17482"/>
                    <a:pt x="33786" y="17482"/>
                    <a:pt x="33791" y="17476"/>
                  </a:cubicBezTo>
                  <a:lnTo>
                    <a:pt x="33860" y="17408"/>
                  </a:lnTo>
                  <a:cubicBezTo>
                    <a:pt x="34090" y="17174"/>
                    <a:pt x="34090" y="16798"/>
                    <a:pt x="33860" y="16567"/>
                  </a:cubicBezTo>
                  <a:lnTo>
                    <a:pt x="27166" y="9875"/>
                  </a:lnTo>
                  <a:cubicBezTo>
                    <a:pt x="26934" y="9643"/>
                    <a:pt x="26934" y="9267"/>
                    <a:pt x="27166" y="9036"/>
                  </a:cubicBezTo>
                  <a:lnTo>
                    <a:pt x="27283" y="8914"/>
                  </a:lnTo>
                  <a:cubicBezTo>
                    <a:pt x="27513" y="8684"/>
                    <a:pt x="27973" y="8469"/>
                    <a:pt x="28297" y="8437"/>
                  </a:cubicBezTo>
                  <a:cubicBezTo>
                    <a:pt x="28297" y="8437"/>
                    <a:pt x="29203" y="8349"/>
                    <a:pt x="29770" y="7786"/>
                  </a:cubicBezTo>
                  <a:cubicBezTo>
                    <a:pt x="30769" y="6818"/>
                    <a:pt x="30782" y="5219"/>
                    <a:pt x="29799" y="4235"/>
                  </a:cubicBezTo>
                  <a:cubicBezTo>
                    <a:pt x="29311" y="3748"/>
                    <a:pt x="28674" y="3505"/>
                    <a:pt x="28036" y="3505"/>
                  </a:cubicBezTo>
                  <a:cubicBezTo>
                    <a:pt x="27385" y="3505"/>
                    <a:pt x="26735" y="3758"/>
                    <a:pt x="26246" y="4263"/>
                  </a:cubicBezTo>
                  <a:cubicBezTo>
                    <a:pt x="25685" y="4826"/>
                    <a:pt x="25594" y="5735"/>
                    <a:pt x="25594" y="5735"/>
                  </a:cubicBezTo>
                  <a:cubicBezTo>
                    <a:pt x="25563" y="6060"/>
                    <a:pt x="25350" y="6514"/>
                    <a:pt x="25119" y="6746"/>
                  </a:cubicBezTo>
                  <a:lnTo>
                    <a:pt x="24998" y="6866"/>
                  </a:lnTo>
                  <a:cubicBezTo>
                    <a:pt x="24883" y="6982"/>
                    <a:pt x="24731" y="7040"/>
                    <a:pt x="24579" y="7040"/>
                  </a:cubicBezTo>
                  <a:cubicBezTo>
                    <a:pt x="24427" y="7040"/>
                    <a:pt x="24275" y="6982"/>
                    <a:pt x="24159" y="6866"/>
                  </a:cubicBezTo>
                  <a:lnTo>
                    <a:pt x="17466" y="174"/>
                  </a:lnTo>
                  <a:cubicBezTo>
                    <a:pt x="17350" y="59"/>
                    <a:pt x="17198" y="1"/>
                    <a:pt x="1704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5" name="Google Shape;5175;p72"/>
            <p:cNvSpPr/>
            <p:nvPr/>
          </p:nvSpPr>
          <p:spPr>
            <a:xfrm flipH="1">
              <a:off x="659595" y="1983375"/>
              <a:ext cx="408862" cy="407494"/>
            </a:xfrm>
            <a:custGeom>
              <a:avLst/>
              <a:gdLst/>
              <a:ahLst/>
              <a:cxnLst/>
              <a:rect l="l" t="t" r="r" b="b"/>
              <a:pathLst>
                <a:path w="34086" h="33972" extrusionOk="0">
                  <a:moveTo>
                    <a:pt x="17043" y="1"/>
                  </a:moveTo>
                  <a:cubicBezTo>
                    <a:pt x="16887" y="1"/>
                    <a:pt x="16736" y="61"/>
                    <a:pt x="16624" y="172"/>
                  </a:cubicBezTo>
                  <a:lnTo>
                    <a:pt x="9932" y="6866"/>
                  </a:lnTo>
                  <a:cubicBezTo>
                    <a:pt x="9701" y="7099"/>
                    <a:pt x="9701" y="7475"/>
                    <a:pt x="9932" y="7709"/>
                  </a:cubicBezTo>
                  <a:lnTo>
                    <a:pt x="10003" y="7779"/>
                  </a:lnTo>
                  <a:cubicBezTo>
                    <a:pt x="10235" y="8009"/>
                    <a:pt x="10689" y="8223"/>
                    <a:pt x="11014" y="8254"/>
                  </a:cubicBezTo>
                  <a:cubicBezTo>
                    <a:pt x="11014" y="8254"/>
                    <a:pt x="11923" y="8345"/>
                    <a:pt x="12486" y="8907"/>
                  </a:cubicBezTo>
                  <a:cubicBezTo>
                    <a:pt x="13430" y="9883"/>
                    <a:pt x="13420" y="11436"/>
                    <a:pt x="12459" y="12397"/>
                  </a:cubicBezTo>
                  <a:cubicBezTo>
                    <a:pt x="11973" y="12885"/>
                    <a:pt x="11335" y="13129"/>
                    <a:pt x="10697" y="13129"/>
                  </a:cubicBezTo>
                  <a:cubicBezTo>
                    <a:pt x="10074" y="13129"/>
                    <a:pt x="9450" y="12896"/>
                    <a:pt x="8968" y="12430"/>
                  </a:cubicBezTo>
                  <a:cubicBezTo>
                    <a:pt x="8402" y="11864"/>
                    <a:pt x="8314" y="10958"/>
                    <a:pt x="8314" y="10958"/>
                  </a:cubicBezTo>
                  <a:cubicBezTo>
                    <a:pt x="8280" y="10633"/>
                    <a:pt x="8067" y="10178"/>
                    <a:pt x="7835" y="9948"/>
                  </a:cubicBezTo>
                  <a:lnTo>
                    <a:pt x="7765" y="9873"/>
                  </a:lnTo>
                  <a:cubicBezTo>
                    <a:pt x="7653" y="9763"/>
                    <a:pt x="7502" y="9701"/>
                    <a:pt x="7344" y="9699"/>
                  </a:cubicBezTo>
                  <a:cubicBezTo>
                    <a:pt x="7186" y="9699"/>
                    <a:pt x="7037" y="9763"/>
                    <a:pt x="6926" y="9873"/>
                  </a:cubicBezTo>
                  <a:lnTo>
                    <a:pt x="232" y="16566"/>
                  </a:lnTo>
                  <a:cubicBezTo>
                    <a:pt x="0" y="16800"/>
                    <a:pt x="0" y="17174"/>
                    <a:pt x="232" y="17406"/>
                  </a:cubicBezTo>
                  <a:lnTo>
                    <a:pt x="6170" y="23347"/>
                  </a:lnTo>
                  <a:lnTo>
                    <a:pt x="6167" y="23347"/>
                  </a:lnTo>
                  <a:lnTo>
                    <a:pt x="6929" y="24109"/>
                  </a:lnTo>
                  <a:cubicBezTo>
                    <a:pt x="7154" y="24343"/>
                    <a:pt x="7152" y="24712"/>
                    <a:pt x="6924" y="24942"/>
                  </a:cubicBezTo>
                  <a:lnTo>
                    <a:pt x="6805" y="25059"/>
                  </a:lnTo>
                  <a:cubicBezTo>
                    <a:pt x="6574" y="25290"/>
                    <a:pt x="6119" y="25508"/>
                    <a:pt x="5794" y="25537"/>
                  </a:cubicBezTo>
                  <a:cubicBezTo>
                    <a:pt x="5794" y="25537"/>
                    <a:pt x="4883" y="25625"/>
                    <a:pt x="4322" y="26188"/>
                  </a:cubicBezTo>
                  <a:cubicBezTo>
                    <a:pt x="3610" y="26900"/>
                    <a:pt x="3397" y="27971"/>
                    <a:pt x="3781" y="28903"/>
                  </a:cubicBezTo>
                  <a:cubicBezTo>
                    <a:pt x="4167" y="29833"/>
                    <a:pt x="5075" y="30441"/>
                    <a:pt x="6083" y="30441"/>
                  </a:cubicBezTo>
                  <a:cubicBezTo>
                    <a:pt x="6102" y="30441"/>
                    <a:pt x="6119" y="30436"/>
                    <a:pt x="6138" y="30436"/>
                  </a:cubicBezTo>
                  <a:cubicBezTo>
                    <a:pt x="6148" y="30436"/>
                    <a:pt x="6158" y="30437"/>
                    <a:pt x="6170" y="30437"/>
                  </a:cubicBezTo>
                  <a:cubicBezTo>
                    <a:pt x="6173" y="30437"/>
                    <a:pt x="6175" y="30437"/>
                    <a:pt x="6177" y="30437"/>
                  </a:cubicBezTo>
                  <a:cubicBezTo>
                    <a:pt x="6835" y="30437"/>
                    <a:pt x="7466" y="30175"/>
                    <a:pt x="7933" y="29710"/>
                  </a:cubicBezTo>
                  <a:cubicBezTo>
                    <a:pt x="8494" y="29145"/>
                    <a:pt x="8582" y="28239"/>
                    <a:pt x="8582" y="28239"/>
                  </a:cubicBezTo>
                  <a:cubicBezTo>
                    <a:pt x="8614" y="27911"/>
                    <a:pt x="8829" y="27456"/>
                    <a:pt x="9059" y="27225"/>
                  </a:cubicBezTo>
                  <a:lnTo>
                    <a:pt x="9129" y="27154"/>
                  </a:lnTo>
                  <a:cubicBezTo>
                    <a:pt x="9243" y="27043"/>
                    <a:pt x="9394" y="26981"/>
                    <a:pt x="9551" y="26981"/>
                  </a:cubicBezTo>
                  <a:cubicBezTo>
                    <a:pt x="9708" y="26981"/>
                    <a:pt x="9859" y="27043"/>
                    <a:pt x="9970" y="27154"/>
                  </a:cubicBezTo>
                  <a:lnTo>
                    <a:pt x="11033" y="28217"/>
                  </a:lnTo>
                  <a:lnTo>
                    <a:pt x="11033" y="28211"/>
                  </a:lnTo>
                  <a:lnTo>
                    <a:pt x="16621" y="33800"/>
                  </a:lnTo>
                  <a:cubicBezTo>
                    <a:pt x="16734" y="33909"/>
                    <a:pt x="16885" y="33971"/>
                    <a:pt x="17043" y="33971"/>
                  </a:cubicBezTo>
                  <a:cubicBezTo>
                    <a:pt x="17192" y="33970"/>
                    <a:pt x="17337" y="33913"/>
                    <a:pt x="17445" y="33810"/>
                  </a:cubicBezTo>
                  <a:cubicBezTo>
                    <a:pt x="17450" y="33805"/>
                    <a:pt x="17457" y="33803"/>
                    <a:pt x="17462" y="33800"/>
                  </a:cubicBezTo>
                  <a:lnTo>
                    <a:pt x="23088" y="28172"/>
                  </a:lnTo>
                  <a:lnTo>
                    <a:pt x="24154" y="27106"/>
                  </a:lnTo>
                  <a:cubicBezTo>
                    <a:pt x="24209" y="27053"/>
                    <a:pt x="24274" y="27010"/>
                    <a:pt x="24346" y="26981"/>
                  </a:cubicBezTo>
                  <a:cubicBezTo>
                    <a:pt x="24418" y="26951"/>
                    <a:pt x="24494" y="26937"/>
                    <a:pt x="24569" y="26937"/>
                  </a:cubicBezTo>
                  <a:cubicBezTo>
                    <a:pt x="24724" y="26937"/>
                    <a:pt x="24876" y="26998"/>
                    <a:pt x="24990" y="27113"/>
                  </a:cubicBezTo>
                  <a:lnTo>
                    <a:pt x="25063" y="27187"/>
                  </a:lnTo>
                  <a:cubicBezTo>
                    <a:pt x="25067" y="27190"/>
                    <a:pt x="25070" y="27195"/>
                    <a:pt x="25074" y="27199"/>
                  </a:cubicBezTo>
                  <a:cubicBezTo>
                    <a:pt x="25274" y="27444"/>
                    <a:pt x="25450" y="27834"/>
                    <a:pt x="25480" y="28124"/>
                  </a:cubicBezTo>
                  <a:cubicBezTo>
                    <a:pt x="25480" y="28124"/>
                    <a:pt x="25556" y="28865"/>
                    <a:pt x="25985" y="29423"/>
                  </a:cubicBezTo>
                  <a:cubicBezTo>
                    <a:pt x="26049" y="29516"/>
                    <a:pt x="26119" y="29603"/>
                    <a:pt x="26198" y="29684"/>
                  </a:cubicBezTo>
                  <a:cubicBezTo>
                    <a:pt x="26689" y="30182"/>
                    <a:pt x="27336" y="30431"/>
                    <a:pt x="27983" y="30431"/>
                  </a:cubicBezTo>
                  <a:cubicBezTo>
                    <a:pt x="28624" y="30431"/>
                    <a:pt x="29265" y="30187"/>
                    <a:pt x="29754" y="29698"/>
                  </a:cubicBezTo>
                  <a:cubicBezTo>
                    <a:pt x="30737" y="28716"/>
                    <a:pt x="30732" y="27120"/>
                    <a:pt x="29742" y="26143"/>
                  </a:cubicBezTo>
                  <a:cubicBezTo>
                    <a:pt x="29667" y="26069"/>
                    <a:pt x="29584" y="26001"/>
                    <a:pt x="29497" y="25941"/>
                  </a:cubicBezTo>
                  <a:cubicBezTo>
                    <a:pt x="28937" y="25500"/>
                    <a:pt x="28182" y="25421"/>
                    <a:pt x="28182" y="25421"/>
                  </a:cubicBezTo>
                  <a:cubicBezTo>
                    <a:pt x="27878" y="25392"/>
                    <a:pt x="27470" y="25203"/>
                    <a:pt x="27226" y="24990"/>
                  </a:cubicBezTo>
                  <a:lnTo>
                    <a:pt x="27168" y="24932"/>
                  </a:lnTo>
                  <a:cubicBezTo>
                    <a:pt x="26938" y="24703"/>
                    <a:pt x="26936" y="24331"/>
                    <a:pt x="27164" y="24099"/>
                  </a:cubicBezTo>
                  <a:lnTo>
                    <a:pt x="29146" y="22115"/>
                  </a:lnTo>
                  <a:lnTo>
                    <a:pt x="33856" y="17407"/>
                  </a:lnTo>
                  <a:cubicBezTo>
                    <a:pt x="33861" y="17402"/>
                    <a:pt x="33861" y="17397"/>
                    <a:pt x="33866" y="17392"/>
                  </a:cubicBezTo>
                  <a:cubicBezTo>
                    <a:pt x="34086" y="17160"/>
                    <a:pt x="34081" y="16795"/>
                    <a:pt x="33856" y="16566"/>
                  </a:cubicBezTo>
                  <a:lnTo>
                    <a:pt x="27162" y="9873"/>
                  </a:lnTo>
                  <a:cubicBezTo>
                    <a:pt x="27052" y="9764"/>
                    <a:pt x="26905" y="9701"/>
                    <a:pt x="26750" y="9701"/>
                  </a:cubicBezTo>
                  <a:cubicBezTo>
                    <a:pt x="26748" y="9701"/>
                    <a:pt x="26746" y="9701"/>
                    <a:pt x="26744" y="9701"/>
                  </a:cubicBezTo>
                  <a:cubicBezTo>
                    <a:pt x="26586" y="9701"/>
                    <a:pt x="26435" y="9763"/>
                    <a:pt x="26323" y="9873"/>
                  </a:cubicBezTo>
                  <a:lnTo>
                    <a:pt x="26249" y="9948"/>
                  </a:lnTo>
                  <a:cubicBezTo>
                    <a:pt x="26019" y="10178"/>
                    <a:pt x="25803" y="10635"/>
                    <a:pt x="25774" y="10961"/>
                  </a:cubicBezTo>
                  <a:cubicBezTo>
                    <a:pt x="25774" y="10961"/>
                    <a:pt x="25685" y="11869"/>
                    <a:pt x="25122" y="12434"/>
                  </a:cubicBezTo>
                  <a:cubicBezTo>
                    <a:pt x="24634" y="12928"/>
                    <a:pt x="23990" y="13175"/>
                    <a:pt x="23347" y="13175"/>
                  </a:cubicBezTo>
                  <a:cubicBezTo>
                    <a:pt x="22709" y="13175"/>
                    <a:pt x="22072" y="12932"/>
                    <a:pt x="21586" y="12446"/>
                  </a:cubicBezTo>
                  <a:cubicBezTo>
                    <a:pt x="20608" y="11467"/>
                    <a:pt x="20613" y="9881"/>
                    <a:pt x="21598" y="8910"/>
                  </a:cubicBezTo>
                  <a:cubicBezTo>
                    <a:pt x="22163" y="8347"/>
                    <a:pt x="23071" y="8258"/>
                    <a:pt x="23071" y="8258"/>
                  </a:cubicBezTo>
                  <a:cubicBezTo>
                    <a:pt x="23395" y="8227"/>
                    <a:pt x="23850" y="8014"/>
                    <a:pt x="24080" y="7782"/>
                  </a:cubicBezTo>
                  <a:lnTo>
                    <a:pt x="24159" y="7709"/>
                  </a:lnTo>
                  <a:cubicBezTo>
                    <a:pt x="24389" y="7475"/>
                    <a:pt x="24389" y="7099"/>
                    <a:pt x="24159" y="6866"/>
                  </a:cubicBezTo>
                  <a:lnTo>
                    <a:pt x="17465" y="172"/>
                  </a:lnTo>
                  <a:cubicBezTo>
                    <a:pt x="17352" y="63"/>
                    <a:pt x="17201" y="1"/>
                    <a:pt x="1704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6" name="Google Shape;5176;p72"/>
            <p:cNvSpPr/>
            <p:nvPr/>
          </p:nvSpPr>
          <p:spPr>
            <a:xfrm flipH="1">
              <a:off x="451107" y="2189486"/>
              <a:ext cx="411261" cy="409845"/>
            </a:xfrm>
            <a:custGeom>
              <a:avLst/>
              <a:gdLst/>
              <a:ahLst/>
              <a:cxnLst/>
              <a:rect l="l" t="t" r="r" b="b"/>
              <a:pathLst>
                <a:path w="34286" h="34168" extrusionOk="0">
                  <a:moveTo>
                    <a:pt x="17145" y="1"/>
                  </a:moveTo>
                  <a:cubicBezTo>
                    <a:pt x="16992" y="1"/>
                    <a:pt x="16839" y="59"/>
                    <a:pt x="16722" y="176"/>
                  </a:cubicBezTo>
                  <a:lnTo>
                    <a:pt x="16686" y="210"/>
                  </a:lnTo>
                  <a:cubicBezTo>
                    <a:pt x="16681" y="215"/>
                    <a:pt x="16681" y="220"/>
                    <a:pt x="16676" y="225"/>
                  </a:cubicBezTo>
                  <a:lnTo>
                    <a:pt x="11966" y="4935"/>
                  </a:lnTo>
                  <a:lnTo>
                    <a:pt x="9984" y="6917"/>
                  </a:lnTo>
                  <a:cubicBezTo>
                    <a:pt x="9756" y="7149"/>
                    <a:pt x="9758" y="7521"/>
                    <a:pt x="9988" y="7751"/>
                  </a:cubicBezTo>
                  <a:lnTo>
                    <a:pt x="10048" y="7810"/>
                  </a:lnTo>
                  <a:cubicBezTo>
                    <a:pt x="10290" y="8021"/>
                    <a:pt x="10698" y="8211"/>
                    <a:pt x="11002" y="8239"/>
                  </a:cubicBezTo>
                  <a:cubicBezTo>
                    <a:pt x="11002" y="8239"/>
                    <a:pt x="11759" y="8319"/>
                    <a:pt x="12317" y="8760"/>
                  </a:cubicBezTo>
                  <a:cubicBezTo>
                    <a:pt x="12404" y="8821"/>
                    <a:pt x="12487" y="8887"/>
                    <a:pt x="12562" y="8963"/>
                  </a:cubicBezTo>
                  <a:cubicBezTo>
                    <a:pt x="13552" y="9938"/>
                    <a:pt x="13559" y="11536"/>
                    <a:pt x="12576" y="12516"/>
                  </a:cubicBezTo>
                  <a:cubicBezTo>
                    <a:pt x="12086" y="13006"/>
                    <a:pt x="11445" y="13250"/>
                    <a:pt x="10804" y="13250"/>
                  </a:cubicBezTo>
                  <a:cubicBezTo>
                    <a:pt x="10156" y="13250"/>
                    <a:pt x="9509" y="13001"/>
                    <a:pt x="9018" y="12502"/>
                  </a:cubicBezTo>
                  <a:cubicBezTo>
                    <a:pt x="8939" y="12421"/>
                    <a:pt x="8869" y="12335"/>
                    <a:pt x="8807" y="12241"/>
                  </a:cubicBezTo>
                  <a:cubicBezTo>
                    <a:pt x="8376" y="11683"/>
                    <a:pt x="8300" y="10944"/>
                    <a:pt x="8300" y="10944"/>
                  </a:cubicBezTo>
                  <a:cubicBezTo>
                    <a:pt x="8271" y="10652"/>
                    <a:pt x="8094" y="10264"/>
                    <a:pt x="7894" y="10017"/>
                  </a:cubicBezTo>
                  <a:cubicBezTo>
                    <a:pt x="7890" y="10013"/>
                    <a:pt x="7887" y="10008"/>
                    <a:pt x="7883" y="10005"/>
                  </a:cubicBezTo>
                  <a:lnTo>
                    <a:pt x="7810" y="9933"/>
                  </a:lnTo>
                  <a:cubicBezTo>
                    <a:pt x="7697" y="9818"/>
                    <a:pt x="7544" y="9756"/>
                    <a:pt x="7388" y="9756"/>
                  </a:cubicBezTo>
                  <a:cubicBezTo>
                    <a:pt x="7313" y="9756"/>
                    <a:pt x="7238" y="9770"/>
                    <a:pt x="7166" y="9799"/>
                  </a:cubicBezTo>
                  <a:cubicBezTo>
                    <a:pt x="7096" y="9828"/>
                    <a:pt x="7029" y="9871"/>
                    <a:pt x="6974" y="9924"/>
                  </a:cubicBezTo>
                  <a:lnTo>
                    <a:pt x="5908" y="10990"/>
                  </a:lnTo>
                  <a:lnTo>
                    <a:pt x="282" y="16618"/>
                  </a:lnTo>
                  <a:cubicBezTo>
                    <a:pt x="277" y="16623"/>
                    <a:pt x="270" y="16624"/>
                    <a:pt x="265" y="16628"/>
                  </a:cubicBezTo>
                  <a:lnTo>
                    <a:pt x="236" y="16662"/>
                  </a:lnTo>
                  <a:cubicBezTo>
                    <a:pt x="0" y="16896"/>
                    <a:pt x="0" y="17275"/>
                    <a:pt x="236" y="17510"/>
                  </a:cubicBezTo>
                  <a:lnTo>
                    <a:pt x="6965" y="24238"/>
                  </a:lnTo>
                  <a:cubicBezTo>
                    <a:pt x="7082" y="24355"/>
                    <a:pt x="7235" y="24414"/>
                    <a:pt x="7388" y="24414"/>
                  </a:cubicBezTo>
                  <a:cubicBezTo>
                    <a:pt x="7541" y="24414"/>
                    <a:pt x="7695" y="24355"/>
                    <a:pt x="7811" y="24238"/>
                  </a:cubicBezTo>
                  <a:lnTo>
                    <a:pt x="7882" y="24168"/>
                  </a:lnTo>
                  <a:cubicBezTo>
                    <a:pt x="8115" y="23932"/>
                    <a:pt x="8330" y="23478"/>
                    <a:pt x="8364" y="23150"/>
                  </a:cubicBezTo>
                  <a:cubicBezTo>
                    <a:pt x="8364" y="23150"/>
                    <a:pt x="8450" y="22237"/>
                    <a:pt x="9016" y="21669"/>
                  </a:cubicBezTo>
                  <a:cubicBezTo>
                    <a:pt x="9506" y="21169"/>
                    <a:pt x="10154" y="20919"/>
                    <a:pt x="10803" y="20919"/>
                  </a:cubicBezTo>
                  <a:cubicBezTo>
                    <a:pt x="11444" y="20919"/>
                    <a:pt x="12085" y="21163"/>
                    <a:pt x="12574" y="21653"/>
                  </a:cubicBezTo>
                  <a:cubicBezTo>
                    <a:pt x="13559" y="22637"/>
                    <a:pt x="13552" y="24236"/>
                    <a:pt x="12559" y="25211"/>
                  </a:cubicBezTo>
                  <a:cubicBezTo>
                    <a:pt x="11994" y="25777"/>
                    <a:pt x="11081" y="25867"/>
                    <a:pt x="11081" y="25867"/>
                  </a:cubicBezTo>
                  <a:cubicBezTo>
                    <a:pt x="10753" y="25898"/>
                    <a:pt x="10295" y="26116"/>
                    <a:pt x="10063" y="26346"/>
                  </a:cubicBezTo>
                  <a:lnTo>
                    <a:pt x="9989" y="26419"/>
                  </a:lnTo>
                  <a:cubicBezTo>
                    <a:pt x="9758" y="26653"/>
                    <a:pt x="9758" y="27030"/>
                    <a:pt x="9989" y="27264"/>
                  </a:cubicBezTo>
                  <a:lnTo>
                    <a:pt x="16722" y="33995"/>
                  </a:lnTo>
                  <a:cubicBezTo>
                    <a:pt x="16839" y="34110"/>
                    <a:pt x="16991" y="34168"/>
                    <a:pt x="17144" y="34168"/>
                  </a:cubicBezTo>
                  <a:cubicBezTo>
                    <a:pt x="17296" y="34168"/>
                    <a:pt x="17448" y="34110"/>
                    <a:pt x="17565" y="33995"/>
                  </a:cubicBezTo>
                  <a:lnTo>
                    <a:pt x="24296" y="27264"/>
                  </a:lnTo>
                  <a:cubicBezTo>
                    <a:pt x="24414" y="27148"/>
                    <a:pt x="24567" y="27090"/>
                    <a:pt x="24720" y="27090"/>
                  </a:cubicBezTo>
                  <a:cubicBezTo>
                    <a:pt x="24873" y="27090"/>
                    <a:pt x="25027" y="27148"/>
                    <a:pt x="25144" y="27264"/>
                  </a:cubicBezTo>
                  <a:lnTo>
                    <a:pt x="25264" y="27384"/>
                  </a:lnTo>
                  <a:cubicBezTo>
                    <a:pt x="25496" y="27619"/>
                    <a:pt x="25712" y="28077"/>
                    <a:pt x="25743" y="28402"/>
                  </a:cubicBezTo>
                  <a:cubicBezTo>
                    <a:pt x="25743" y="28402"/>
                    <a:pt x="25832" y="29315"/>
                    <a:pt x="26399" y="29883"/>
                  </a:cubicBezTo>
                  <a:cubicBezTo>
                    <a:pt x="26888" y="30368"/>
                    <a:pt x="27526" y="30611"/>
                    <a:pt x="28165" y="30611"/>
                  </a:cubicBezTo>
                  <a:cubicBezTo>
                    <a:pt x="28806" y="30611"/>
                    <a:pt x="29447" y="30366"/>
                    <a:pt x="29936" y="29878"/>
                  </a:cubicBezTo>
                  <a:cubicBezTo>
                    <a:pt x="30913" y="28901"/>
                    <a:pt x="30914" y="27319"/>
                    <a:pt x="29943" y="26340"/>
                  </a:cubicBezTo>
                  <a:lnTo>
                    <a:pt x="29943" y="26340"/>
                  </a:lnTo>
                  <a:lnTo>
                    <a:pt x="29943" y="26344"/>
                  </a:lnTo>
                  <a:cubicBezTo>
                    <a:pt x="29373" y="25774"/>
                    <a:pt x="28460" y="25688"/>
                    <a:pt x="28460" y="25688"/>
                  </a:cubicBezTo>
                  <a:cubicBezTo>
                    <a:pt x="28132" y="25654"/>
                    <a:pt x="27677" y="25439"/>
                    <a:pt x="27442" y="25206"/>
                  </a:cubicBezTo>
                  <a:lnTo>
                    <a:pt x="27322" y="25084"/>
                  </a:lnTo>
                  <a:cubicBezTo>
                    <a:pt x="27092" y="24851"/>
                    <a:pt x="27092" y="24475"/>
                    <a:pt x="27322" y="24241"/>
                  </a:cubicBezTo>
                  <a:lnTo>
                    <a:pt x="34054" y="17508"/>
                  </a:lnTo>
                  <a:cubicBezTo>
                    <a:pt x="34285" y="17275"/>
                    <a:pt x="34285" y="16897"/>
                    <a:pt x="34054" y="16664"/>
                  </a:cubicBezTo>
                  <a:lnTo>
                    <a:pt x="27322" y="9933"/>
                  </a:lnTo>
                  <a:cubicBezTo>
                    <a:pt x="27090" y="9698"/>
                    <a:pt x="27090" y="9320"/>
                    <a:pt x="27322" y="9085"/>
                  </a:cubicBezTo>
                  <a:lnTo>
                    <a:pt x="27327" y="9081"/>
                  </a:lnTo>
                  <a:cubicBezTo>
                    <a:pt x="27559" y="8848"/>
                    <a:pt x="28017" y="8635"/>
                    <a:pt x="28345" y="8601"/>
                  </a:cubicBezTo>
                  <a:cubicBezTo>
                    <a:pt x="28345" y="8601"/>
                    <a:pt x="29258" y="8515"/>
                    <a:pt x="29825" y="7947"/>
                  </a:cubicBezTo>
                  <a:cubicBezTo>
                    <a:pt x="30817" y="6972"/>
                    <a:pt x="30823" y="5372"/>
                    <a:pt x="29840" y="4389"/>
                  </a:cubicBezTo>
                  <a:cubicBezTo>
                    <a:pt x="29350" y="3899"/>
                    <a:pt x="28709" y="3655"/>
                    <a:pt x="28068" y="3655"/>
                  </a:cubicBezTo>
                  <a:cubicBezTo>
                    <a:pt x="27420" y="3655"/>
                    <a:pt x="26771" y="3905"/>
                    <a:pt x="26280" y="4404"/>
                  </a:cubicBezTo>
                  <a:cubicBezTo>
                    <a:pt x="25716" y="4969"/>
                    <a:pt x="25628" y="5887"/>
                    <a:pt x="25628" y="5887"/>
                  </a:cubicBezTo>
                  <a:cubicBezTo>
                    <a:pt x="25596" y="6210"/>
                    <a:pt x="25381" y="6670"/>
                    <a:pt x="25146" y="6903"/>
                  </a:cubicBezTo>
                  <a:lnTo>
                    <a:pt x="25144" y="6907"/>
                  </a:lnTo>
                  <a:cubicBezTo>
                    <a:pt x="25027" y="7023"/>
                    <a:pt x="24873" y="7081"/>
                    <a:pt x="24720" y="7081"/>
                  </a:cubicBezTo>
                  <a:cubicBezTo>
                    <a:pt x="24567" y="7081"/>
                    <a:pt x="24414" y="7023"/>
                    <a:pt x="24296" y="6907"/>
                  </a:cubicBezTo>
                  <a:lnTo>
                    <a:pt x="17567" y="176"/>
                  </a:lnTo>
                  <a:cubicBezTo>
                    <a:pt x="17450" y="59"/>
                    <a:pt x="17297" y="1"/>
                    <a:pt x="17145" y="1"/>
                  </a:cubicBezTo>
                  <a:close/>
                </a:path>
              </a:pathLst>
            </a:custGeom>
            <a:solidFill>
              <a:srgbClr val="DBE3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77" name="Google Shape;5177;p72"/>
          <p:cNvGrpSpPr/>
          <p:nvPr/>
        </p:nvGrpSpPr>
        <p:grpSpPr>
          <a:xfrm>
            <a:off x="2320424" y="971306"/>
            <a:ext cx="711055" cy="745993"/>
            <a:chOff x="2496269" y="1171698"/>
            <a:chExt cx="761953" cy="799392"/>
          </a:xfrm>
        </p:grpSpPr>
        <p:grpSp>
          <p:nvGrpSpPr>
            <p:cNvPr id="5178" name="Google Shape;5178;p72"/>
            <p:cNvGrpSpPr/>
            <p:nvPr/>
          </p:nvGrpSpPr>
          <p:grpSpPr>
            <a:xfrm>
              <a:off x="2496269" y="1171698"/>
              <a:ext cx="761953" cy="723022"/>
              <a:chOff x="2496269" y="1171698"/>
              <a:chExt cx="761953" cy="723022"/>
            </a:xfrm>
          </p:grpSpPr>
          <p:sp>
            <p:nvSpPr>
              <p:cNvPr id="5179" name="Google Shape;5179;p72"/>
              <p:cNvSpPr/>
              <p:nvPr/>
            </p:nvSpPr>
            <p:spPr>
              <a:xfrm>
                <a:off x="2727495" y="1360642"/>
                <a:ext cx="175877" cy="207414"/>
              </a:xfrm>
              <a:custGeom>
                <a:avLst/>
                <a:gdLst/>
                <a:ahLst/>
                <a:cxnLst/>
                <a:rect l="l" t="t" r="r" b="b"/>
                <a:pathLst>
                  <a:path w="27928" h="32936" extrusionOk="0">
                    <a:moveTo>
                      <a:pt x="23" y="1"/>
                    </a:moveTo>
                    <a:cubicBezTo>
                      <a:pt x="8" y="305"/>
                      <a:pt x="0" y="607"/>
                      <a:pt x="0" y="910"/>
                    </a:cubicBezTo>
                    <a:cubicBezTo>
                      <a:pt x="0" y="18582"/>
                      <a:pt x="10658" y="32913"/>
                      <a:pt x="23811" y="32936"/>
                    </a:cubicBezTo>
                    <a:cubicBezTo>
                      <a:pt x="23827" y="32889"/>
                      <a:pt x="23841" y="32840"/>
                      <a:pt x="23857" y="32793"/>
                    </a:cubicBezTo>
                    <a:cubicBezTo>
                      <a:pt x="27927" y="20274"/>
                      <a:pt x="17588" y="5690"/>
                      <a:pt x="767" y="228"/>
                    </a:cubicBezTo>
                    <a:cubicBezTo>
                      <a:pt x="522" y="146"/>
                      <a:pt x="273" y="70"/>
                      <a:pt x="23" y="1"/>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0" name="Google Shape;5180;p72"/>
              <p:cNvSpPr/>
              <p:nvPr/>
            </p:nvSpPr>
            <p:spPr>
              <a:xfrm>
                <a:off x="2730750" y="1408371"/>
                <a:ext cx="108720" cy="144761"/>
              </a:xfrm>
              <a:custGeom>
                <a:avLst/>
                <a:gdLst/>
                <a:ahLst/>
                <a:cxnLst/>
                <a:rect l="l" t="t" r="r" b="b"/>
                <a:pathLst>
                  <a:path w="17264" h="22987" extrusionOk="0">
                    <a:moveTo>
                      <a:pt x="0" y="0"/>
                    </a:moveTo>
                    <a:lnTo>
                      <a:pt x="0" y="0"/>
                    </a:lnTo>
                    <a:cubicBezTo>
                      <a:pt x="1651" y="10456"/>
                      <a:pt x="7099" y="19031"/>
                      <a:pt x="14312" y="22986"/>
                    </a:cubicBezTo>
                    <a:cubicBezTo>
                      <a:pt x="14397" y="22780"/>
                      <a:pt x="14469" y="22572"/>
                      <a:pt x="14539" y="22357"/>
                    </a:cubicBezTo>
                    <a:cubicBezTo>
                      <a:pt x="17263" y="13961"/>
                      <a:pt x="10821" y="4262"/>
                      <a:pt x="0"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81" name="Google Shape;5181;p72"/>
              <p:cNvGrpSpPr/>
              <p:nvPr/>
            </p:nvGrpSpPr>
            <p:grpSpPr>
              <a:xfrm>
                <a:off x="2496269" y="1171698"/>
                <a:ext cx="761953" cy="723022"/>
                <a:chOff x="2496269" y="1120652"/>
                <a:chExt cx="761953" cy="723022"/>
              </a:xfrm>
            </p:grpSpPr>
            <p:grpSp>
              <p:nvGrpSpPr>
                <p:cNvPr id="5182" name="Google Shape;5182;p72"/>
                <p:cNvGrpSpPr/>
                <p:nvPr/>
              </p:nvGrpSpPr>
              <p:grpSpPr>
                <a:xfrm>
                  <a:off x="2496269" y="1120652"/>
                  <a:ext cx="761953" cy="723022"/>
                  <a:chOff x="2496269" y="1120652"/>
                  <a:chExt cx="761953" cy="723022"/>
                </a:xfrm>
              </p:grpSpPr>
              <p:grpSp>
                <p:nvGrpSpPr>
                  <p:cNvPr id="5183" name="Google Shape;5183;p72"/>
                  <p:cNvGrpSpPr/>
                  <p:nvPr/>
                </p:nvGrpSpPr>
                <p:grpSpPr>
                  <a:xfrm>
                    <a:off x="2496269" y="1304589"/>
                    <a:ext cx="407089" cy="305057"/>
                    <a:chOff x="2496269" y="1304589"/>
                    <a:chExt cx="407089" cy="305057"/>
                  </a:xfrm>
                </p:grpSpPr>
                <p:sp>
                  <p:nvSpPr>
                    <p:cNvPr id="5184" name="Google Shape;5184;p72"/>
                    <p:cNvSpPr/>
                    <p:nvPr/>
                  </p:nvSpPr>
                  <p:spPr>
                    <a:xfrm>
                      <a:off x="2496269" y="1304589"/>
                      <a:ext cx="407089" cy="305057"/>
                    </a:xfrm>
                    <a:custGeom>
                      <a:avLst/>
                      <a:gdLst/>
                      <a:ahLst/>
                      <a:cxnLst/>
                      <a:rect l="l" t="t" r="r" b="b"/>
                      <a:pathLst>
                        <a:path w="64643" h="48441" extrusionOk="0">
                          <a:moveTo>
                            <a:pt x="30753" y="1"/>
                          </a:moveTo>
                          <a:cubicBezTo>
                            <a:pt x="19553" y="1"/>
                            <a:pt x="7984" y="7486"/>
                            <a:pt x="2667" y="11431"/>
                          </a:cubicBezTo>
                          <a:cubicBezTo>
                            <a:pt x="790" y="12823"/>
                            <a:pt x="1" y="15251"/>
                            <a:pt x="700" y="17481"/>
                          </a:cubicBezTo>
                          <a:cubicBezTo>
                            <a:pt x="3088" y="25083"/>
                            <a:pt x="9784" y="42156"/>
                            <a:pt x="22752" y="46368"/>
                          </a:cubicBezTo>
                          <a:cubicBezTo>
                            <a:pt x="27079" y="47774"/>
                            <a:pt x="31415" y="48440"/>
                            <a:pt x="35536" y="48440"/>
                          </a:cubicBezTo>
                          <a:cubicBezTo>
                            <a:pt x="47434" y="48440"/>
                            <a:pt x="57553" y="42892"/>
                            <a:pt x="60574" y="33591"/>
                          </a:cubicBezTo>
                          <a:cubicBezTo>
                            <a:pt x="64643" y="21069"/>
                            <a:pt x="54305" y="6487"/>
                            <a:pt x="37486" y="1023"/>
                          </a:cubicBezTo>
                          <a:cubicBezTo>
                            <a:pt x="35294" y="311"/>
                            <a:pt x="33031" y="1"/>
                            <a:pt x="30753" y="1"/>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5" name="Google Shape;5185;p72"/>
                    <p:cNvSpPr/>
                    <p:nvPr/>
                  </p:nvSpPr>
                  <p:spPr>
                    <a:xfrm>
                      <a:off x="2553035" y="1348798"/>
                      <a:ext cx="287349" cy="215318"/>
                    </a:xfrm>
                    <a:custGeom>
                      <a:avLst/>
                      <a:gdLst/>
                      <a:ahLst/>
                      <a:cxnLst/>
                      <a:rect l="l" t="t" r="r" b="b"/>
                      <a:pathLst>
                        <a:path w="45629" h="34191" extrusionOk="0">
                          <a:moveTo>
                            <a:pt x="21708" y="1"/>
                          </a:moveTo>
                          <a:cubicBezTo>
                            <a:pt x="13802" y="1"/>
                            <a:pt x="5636" y="5284"/>
                            <a:pt x="1883" y="8068"/>
                          </a:cubicBezTo>
                          <a:cubicBezTo>
                            <a:pt x="558" y="9051"/>
                            <a:pt x="1" y="10765"/>
                            <a:pt x="495" y="12338"/>
                          </a:cubicBezTo>
                          <a:cubicBezTo>
                            <a:pt x="2180" y="17705"/>
                            <a:pt x="6907" y="29755"/>
                            <a:pt x="16060" y="32728"/>
                          </a:cubicBezTo>
                          <a:cubicBezTo>
                            <a:pt x="19114" y="33721"/>
                            <a:pt x="22174" y="34191"/>
                            <a:pt x="25083" y="34191"/>
                          </a:cubicBezTo>
                          <a:cubicBezTo>
                            <a:pt x="33482" y="34191"/>
                            <a:pt x="40624" y="30275"/>
                            <a:pt x="42758" y="23710"/>
                          </a:cubicBezTo>
                          <a:cubicBezTo>
                            <a:pt x="45629" y="14872"/>
                            <a:pt x="38332" y="4579"/>
                            <a:pt x="26460" y="722"/>
                          </a:cubicBezTo>
                          <a:cubicBezTo>
                            <a:pt x="24913" y="219"/>
                            <a:pt x="23316" y="1"/>
                            <a:pt x="21708"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86" name="Google Shape;5186;p72"/>
                  <p:cNvGrpSpPr/>
                  <p:nvPr/>
                </p:nvGrpSpPr>
                <p:grpSpPr>
                  <a:xfrm>
                    <a:off x="2586468" y="1493376"/>
                    <a:ext cx="358850" cy="349656"/>
                    <a:chOff x="2586468" y="1493376"/>
                    <a:chExt cx="358850" cy="349656"/>
                  </a:xfrm>
                </p:grpSpPr>
                <p:sp>
                  <p:nvSpPr>
                    <p:cNvPr id="5187" name="Google Shape;5187;p72"/>
                    <p:cNvSpPr/>
                    <p:nvPr/>
                  </p:nvSpPr>
                  <p:spPr>
                    <a:xfrm>
                      <a:off x="2586468" y="1493376"/>
                      <a:ext cx="358850" cy="349656"/>
                    </a:xfrm>
                    <a:custGeom>
                      <a:avLst/>
                      <a:gdLst/>
                      <a:ahLst/>
                      <a:cxnLst/>
                      <a:rect l="l" t="t" r="r" b="b"/>
                      <a:pathLst>
                        <a:path w="56983" h="55523" extrusionOk="0">
                          <a:moveTo>
                            <a:pt x="34707" y="1"/>
                          </a:moveTo>
                          <a:cubicBezTo>
                            <a:pt x="25495" y="1"/>
                            <a:pt x="15173" y="5595"/>
                            <a:pt x="8014" y="15449"/>
                          </a:cubicBezTo>
                          <a:cubicBezTo>
                            <a:pt x="0" y="26478"/>
                            <a:pt x="4618" y="44227"/>
                            <a:pt x="7155" y="51780"/>
                          </a:cubicBezTo>
                          <a:cubicBezTo>
                            <a:pt x="7899" y="53993"/>
                            <a:pt x="9963" y="55495"/>
                            <a:pt x="12300" y="55519"/>
                          </a:cubicBezTo>
                          <a:cubicBezTo>
                            <a:pt x="12540" y="55521"/>
                            <a:pt x="12789" y="55522"/>
                            <a:pt x="13047" y="55522"/>
                          </a:cubicBezTo>
                          <a:cubicBezTo>
                            <a:pt x="21360" y="55522"/>
                            <a:pt x="38815" y="54172"/>
                            <a:pt x="46588" y="43473"/>
                          </a:cubicBezTo>
                          <a:cubicBezTo>
                            <a:pt x="56983" y="29165"/>
                            <a:pt x="56776" y="11292"/>
                            <a:pt x="46123" y="3553"/>
                          </a:cubicBezTo>
                          <a:cubicBezTo>
                            <a:pt x="42808" y="1144"/>
                            <a:pt x="38871" y="1"/>
                            <a:pt x="34707"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8" name="Google Shape;5188;p72"/>
                    <p:cNvSpPr/>
                    <p:nvPr/>
                  </p:nvSpPr>
                  <p:spPr>
                    <a:xfrm>
                      <a:off x="2637642" y="1547125"/>
                      <a:ext cx="253304" cy="246805"/>
                    </a:xfrm>
                    <a:custGeom>
                      <a:avLst/>
                      <a:gdLst/>
                      <a:ahLst/>
                      <a:cxnLst/>
                      <a:rect l="l" t="t" r="r" b="b"/>
                      <a:pathLst>
                        <a:path w="40223" h="39191" extrusionOk="0">
                          <a:moveTo>
                            <a:pt x="24498" y="0"/>
                          </a:moveTo>
                          <a:cubicBezTo>
                            <a:pt x="17996" y="0"/>
                            <a:pt x="10711" y="3949"/>
                            <a:pt x="5658" y="10904"/>
                          </a:cubicBezTo>
                          <a:cubicBezTo>
                            <a:pt x="0" y="18689"/>
                            <a:pt x="3260" y="31216"/>
                            <a:pt x="5050" y="36549"/>
                          </a:cubicBezTo>
                          <a:cubicBezTo>
                            <a:pt x="5576" y="38112"/>
                            <a:pt x="7034" y="39172"/>
                            <a:pt x="8683" y="39188"/>
                          </a:cubicBezTo>
                          <a:cubicBezTo>
                            <a:pt x="8850" y="39189"/>
                            <a:pt x="9023" y="39190"/>
                            <a:pt x="9202" y="39190"/>
                          </a:cubicBezTo>
                          <a:cubicBezTo>
                            <a:pt x="15067" y="39190"/>
                            <a:pt x="27395" y="38240"/>
                            <a:pt x="32884" y="30686"/>
                          </a:cubicBezTo>
                          <a:cubicBezTo>
                            <a:pt x="40222" y="20587"/>
                            <a:pt x="40075" y="7970"/>
                            <a:pt x="32557" y="2508"/>
                          </a:cubicBezTo>
                          <a:cubicBezTo>
                            <a:pt x="30217" y="807"/>
                            <a:pt x="27437" y="0"/>
                            <a:pt x="24498"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89" name="Google Shape;5189;p72"/>
                  <p:cNvGrpSpPr/>
                  <p:nvPr/>
                </p:nvGrpSpPr>
                <p:grpSpPr>
                  <a:xfrm>
                    <a:off x="2807939" y="1494024"/>
                    <a:ext cx="358857" cy="349650"/>
                    <a:chOff x="2807939" y="1494024"/>
                    <a:chExt cx="358857" cy="349650"/>
                  </a:xfrm>
                </p:grpSpPr>
                <p:sp>
                  <p:nvSpPr>
                    <p:cNvPr id="5190" name="Google Shape;5190;p72"/>
                    <p:cNvSpPr/>
                    <p:nvPr/>
                  </p:nvSpPr>
                  <p:spPr>
                    <a:xfrm>
                      <a:off x="2807939" y="1494024"/>
                      <a:ext cx="358857" cy="349650"/>
                    </a:xfrm>
                    <a:custGeom>
                      <a:avLst/>
                      <a:gdLst/>
                      <a:ahLst/>
                      <a:cxnLst/>
                      <a:rect l="l" t="t" r="r" b="b"/>
                      <a:pathLst>
                        <a:path w="56984" h="55522" extrusionOk="0">
                          <a:moveTo>
                            <a:pt x="22278" y="1"/>
                          </a:moveTo>
                          <a:cubicBezTo>
                            <a:pt x="18114" y="1"/>
                            <a:pt x="14176" y="1144"/>
                            <a:pt x="10859" y="3554"/>
                          </a:cubicBezTo>
                          <a:cubicBezTo>
                            <a:pt x="208" y="11292"/>
                            <a:pt x="0" y="29166"/>
                            <a:pt x="10397" y="43474"/>
                          </a:cubicBezTo>
                          <a:cubicBezTo>
                            <a:pt x="18169" y="54172"/>
                            <a:pt x="35625" y="55522"/>
                            <a:pt x="43938" y="55522"/>
                          </a:cubicBezTo>
                          <a:cubicBezTo>
                            <a:pt x="44195" y="55522"/>
                            <a:pt x="44444" y="55521"/>
                            <a:pt x="44684" y="55518"/>
                          </a:cubicBezTo>
                          <a:cubicBezTo>
                            <a:pt x="47019" y="55494"/>
                            <a:pt x="49085" y="53995"/>
                            <a:pt x="49830" y="51779"/>
                          </a:cubicBezTo>
                          <a:cubicBezTo>
                            <a:pt x="52366" y="44227"/>
                            <a:pt x="56984" y="26479"/>
                            <a:pt x="48970" y="15448"/>
                          </a:cubicBezTo>
                          <a:cubicBezTo>
                            <a:pt x="41810" y="5595"/>
                            <a:pt x="31490" y="1"/>
                            <a:pt x="22278"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1" name="Google Shape;5191;p72"/>
                    <p:cNvSpPr/>
                    <p:nvPr/>
                  </p:nvSpPr>
                  <p:spPr>
                    <a:xfrm>
                      <a:off x="2862324" y="1547767"/>
                      <a:ext cx="253292" cy="246805"/>
                    </a:xfrm>
                    <a:custGeom>
                      <a:avLst/>
                      <a:gdLst/>
                      <a:ahLst/>
                      <a:cxnLst/>
                      <a:rect l="l" t="t" r="r" b="b"/>
                      <a:pathLst>
                        <a:path w="40221" h="39191" extrusionOk="0">
                          <a:moveTo>
                            <a:pt x="15724" y="1"/>
                          </a:moveTo>
                          <a:cubicBezTo>
                            <a:pt x="12785" y="1"/>
                            <a:pt x="10006" y="808"/>
                            <a:pt x="7665" y="2508"/>
                          </a:cubicBezTo>
                          <a:cubicBezTo>
                            <a:pt x="146" y="7971"/>
                            <a:pt x="0" y="20586"/>
                            <a:pt x="7339" y="30686"/>
                          </a:cubicBezTo>
                          <a:cubicBezTo>
                            <a:pt x="12827" y="38240"/>
                            <a:pt x="25156" y="39191"/>
                            <a:pt x="31020" y="39191"/>
                          </a:cubicBezTo>
                          <a:cubicBezTo>
                            <a:pt x="31200" y="39191"/>
                            <a:pt x="31373" y="39190"/>
                            <a:pt x="31540" y="39188"/>
                          </a:cubicBezTo>
                          <a:cubicBezTo>
                            <a:pt x="33188" y="39171"/>
                            <a:pt x="34646" y="38111"/>
                            <a:pt x="35173" y="36549"/>
                          </a:cubicBezTo>
                          <a:cubicBezTo>
                            <a:pt x="36962" y="31218"/>
                            <a:pt x="40221" y="18689"/>
                            <a:pt x="34564" y="10904"/>
                          </a:cubicBezTo>
                          <a:cubicBezTo>
                            <a:pt x="29511" y="3949"/>
                            <a:pt x="22226" y="1"/>
                            <a:pt x="15724"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92" name="Google Shape;5192;p72"/>
                  <p:cNvGrpSpPr/>
                  <p:nvPr/>
                </p:nvGrpSpPr>
                <p:grpSpPr>
                  <a:xfrm>
                    <a:off x="2851133" y="1305635"/>
                    <a:ext cx="407089" cy="305057"/>
                    <a:chOff x="2851133" y="1305635"/>
                    <a:chExt cx="407089" cy="305057"/>
                  </a:xfrm>
                </p:grpSpPr>
                <p:sp>
                  <p:nvSpPr>
                    <p:cNvPr id="5193" name="Google Shape;5193;p72"/>
                    <p:cNvSpPr/>
                    <p:nvPr/>
                  </p:nvSpPr>
                  <p:spPr>
                    <a:xfrm>
                      <a:off x="2851133" y="1305635"/>
                      <a:ext cx="407089" cy="305057"/>
                    </a:xfrm>
                    <a:custGeom>
                      <a:avLst/>
                      <a:gdLst/>
                      <a:ahLst/>
                      <a:cxnLst/>
                      <a:rect l="l" t="t" r="r" b="b"/>
                      <a:pathLst>
                        <a:path w="64643" h="48441" extrusionOk="0">
                          <a:moveTo>
                            <a:pt x="33890" y="0"/>
                          </a:moveTo>
                          <a:cubicBezTo>
                            <a:pt x="31613" y="0"/>
                            <a:pt x="29351" y="310"/>
                            <a:pt x="27159" y="1022"/>
                          </a:cubicBezTo>
                          <a:cubicBezTo>
                            <a:pt x="10340" y="6488"/>
                            <a:pt x="1" y="21070"/>
                            <a:pt x="4069" y="33592"/>
                          </a:cubicBezTo>
                          <a:cubicBezTo>
                            <a:pt x="7091" y="42892"/>
                            <a:pt x="17210" y="48440"/>
                            <a:pt x="29109" y="48440"/>
                          </a:cubicBezTo>
                          <a:cubicBezTo>
                            <a:pt x="33230" y="48440"/>
                            <a:pt x="37566" y="47775"/>
                            <a:pt x="41894" y="46368"/>
                          </a:cubicBezTo>
                          <a:cubicBezTo>
                            <a:pt x="54859" y="42156"/>
                            <a:pt x="61556" y="25084"/>
                            <a:pt x="63944" y="17481"/>
                          </a:cubicBezTo>
                          <a:cubicBezTo>
                            <a:pt x="64643" y="15252"/>
                            <a:pt x="63854" y="12824"/>
                            <a:pt x="61978" y="11431"/>
                          </a:cubicBezTo>
                          <a:cubicBezTo>
                            <a:pt x="56659" y="7487"/>
                            <a:pt x="45090" y="0"/>
                            <a:pt x="3389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4" name="Google Shape;5194;p72"/>
                    <p:cNvSpPr/>
                    <p:nvPr/>
                  </p:nvSpPr>
                  <p:spPr>
                    <a:xfrm>
                      <a:off x="2914108" y="1349849"/>
                      <a:ext cx="287349" cy="215324"/>
                    </a:xfrm>
                    <a:custGeom>
                      <a:avLst/>
                      <a:gdLst/>
                      <a:ahLst/>
                      <a:cxnLst/>
                      <a:rect l="l" t="t" r="r" b="b"/>
                      <a:pathLst>
                        <a:path w="45629" h="34192" extrusionOk="0">
                          <a:moveTo>
                            <a:pt x="23922" y="0"/>
                          </a:moveTo>
                          <a:cubicBezTo>
                            <a:pt x="22315" y="0"/>
                            <a:pt x="20718" y="219"/>
                            <a:pt x="19171" y="721"/>
                          </a:cubicBezTo>
                          <a:cubicBezTo>
                            <a:pt x="7297" y="4578"/>
                            <a:pt x="1" y="14871"/>
                            <a:pt x="2873" y="23711"/>
                          </a:cubicBezTo>
                          <a:cubicBezTo>
                            <a:pt x="5006" y="30275"/>
                            <a:pt x="12149" y="34191"/>
                            <a:pt x="20548" y="34191"/>
                          </a:cubicBezTo>
                          <a:cubicBezTo>
                            <a:pt x="23457" y="34191"/>
                            <a:pt x="26517" y="33722"/>
                            <a:pt x="29571" y="32729"/>
                          </a:cubicBezTo>
                          <a:cubicBezTo>
                            <a:pt x="38723" y="29754"/>
                            <a:pt x="43449" y="17704"/>
                            <a:pt x="45134" y="12339"/>
                          </a:cubicBezTo>
                          <a:cubicBezTo>
                            <a:pt x="45629" y="10764"/>
                            <a:pt x="45072" y="9052"/>
                            <a:pt x="43747" y="8069"/>
                          </a:cubicBezTo>
                          <a:cubicBezTo>
                            <a:pt x="39994" y="5284"/>
                            <a:pt x="31827" y="0"/>
                            <a:pt x="23922"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95" name="Google Shape;5195;p72"/>
                  <p:cNvGrpSpPr/>
                  <p:nvPr/>
                </p:nvGrpSpPr>
                <p:grpSpPr>
                  <a:xfrm>
                    <a:off x="2727495" y="1120652"/>
                    <a:ext cx="300271" cy="396358"/>
                    <a:chOff x="2727495" y="1120652"/>
                    <a:chExt cx="300271" cy="396358"/>
                  </a:xfrm>
                </p:grpSpPr>
                <p:sp>
                  <p:nvSpPr>
                    <p:cNvPr id="5196" name="Google Shape;5196;p72"/>
                    <p:cNvSpPr/>
                    <p:nvPr/>
                  </p:nvSpPr>
                  <p:spPr>
                    <a:xfrm>
                      <a:off x="2727495" y="1120652"/>
                      <a:ext cx="300271" cy="396358"/>
                    </a:xfrm>
                    <a:custGeom>
                      <a:avLst/>
                      <a:gdLst/>
                      <a:ahLst/>
                      <a:cxnLst/>
                      <a:rect l="l" t="t" r="r" b="b"/>
                      <a:pathLst>
                        <a:path w="47681" h="62939" extrusionOk="0">
                          <a:moveTo>
                            <a:pt x="23841" y="1"/>
                          </a:moveTo>
                          <a:cubicBezTo>
                            <a:pt x="22726" y="1"/>
                            <a:pt x="21612" y="340"/>
                            <a:pt x="20660" y="1017"/>
                          </a:cubicBezTo>
                          <a:cubicBezTo>
                            <a:pt x="14168" y="5636"/>
                            <a:pt x="0" y="17280"/>
                            <a:pt x="0" y="30914"/>
                          </a:cubicBezTo>
                          <a:cubicBezTo>
                            <a:pt x="0" y="48601"/>
                            <a:pt x="10674" y="62939"/>
                            <a:pt x="23841" y="62939"/>
                          </a:cubicBezTo>
                          <a:cubicBezTo>
                            <a:pt x="37007" y="62939"/>
                            <a:pt x="47681" y="48600"/>
                            <a:pt x="47681" y="30914"/>
                          </a:cubicBezTo>
                          <a:cubicBezTo>
                            <a:pt x="47681" y="17280"/>
                            <a:pt x="33513" y="5636"/>
                            <a:pt x="27022" y="1017"/>
                          </a:cubicBezTo>
                          <a:cubicBezTo>
                            <a:pt x="26069" y="340"/>
                            <a:pt x="24955" y="1"/>
                            <a:pt x="2384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7" name="Google Shape;5197;p72"/>
                    <p:cNvSpPr/>
                    <p:nvPr/>
                  </p:nvSpPr>
                  <p:spPr>
                    <a:xfrm>
                      <a:off x="2771659" y="1178948"/>
                      <a:ext cx="211942" cy="279766"/>
                    </a:xfrm>
                    <a:custGeom>
                      <a:avLst/>
                      <a:gdLst/>
                      <a:ahLst/>
                      <a:cxnLst/>
                      <a:rect l="l" t="t" r="r" b="b"/>
                      <a:pathLst>
                        <a:path w="33655" h="44425" extrusionOk="0">
                          <a:moveTo>
                            <a:pt x="16828" y="0"/>
                          </a:moveTo>
                          <a:cubicBezTo>
                            <a:pt x="16042" y="0"/>
                            <a:pt x="15255" y="240"/>
                            <a:pt x="14583" y="718"/>
                          </a:cubicBezTo>
                          <a:cubicBezTo>
                            <a:pt x="10001" y="3978"/>
                            <a:pt x="1" y="12199"/>
                            <a:pt x="1" y="21821"/>
                          </a:cubicBezTo>
                          <a:cubicBezTo>
                            <a:pt x="1" y="34304"/>
                            <a:pt x="7534" y="44424"/>
                            <a:pt x="16828" y="44424"/>
                          </a:cubicBezTo>
                          <a:cubicBezTo>
                            <a:pt x="26121" y="44424"/>
                            <a:pt x="33654" y="34304"/>
                            <a:pt x="33654" y="21821"/>
                          </a:cubicBezTo>
                          <a:cubicBezTo>
                            <a:pt x="33654" y="12197"/>
                            <a:pt x="23654" y="3978"/>
                            <a:pt x="19072" y="718"/>
                          </a:cubicBezTo>
                          <a:cubicBezTo>
                            <a:pt x="18401" y="240"/>
                            <a:pt x="17615" y="0"/>
                            <a:pt x="16828"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198" name="Google Shape;5198;p72"/>
                <p:cNvGrpSpPr/>
                <p:nvPr/>
              </p:nvGrpSpPr>
              <p:grpSpPr>
                <a:xfrm>
                  <a:off x="2722305" y="1350460"/>
                  <a:ext cx="308357" cy="308344"/>
                  <a:chOff x="2722305" y="1350460"/>
                  <a:chExt cx="308357" cy="308344"/>
                </a:xfrm>
              </p:grpSpPr>
              <p:sp>
                <p:nvSpPr>
                  <p:cNvPr id="5199" name="Google Shape;5199;p72"/>
                  <p:cNvSpPr/>
                  <p:nvPr/>
                </p:nvSpPr>
                <p:spPr>
                  <a:xfrm>
                    <a:off x="2722305" y="1350460"/>
                    <a:ext cx="308357" cy="308344"/>
                  </a:xfrm>
                  <a:custGeom>
                    <a:avLst/>
                    <a:gdLst/>
                    <a:ahLst/>
                    <a:cxnLst/>
                    <a:rect l="l" t="t" r="r" b="b"/>
                    <a:pathLst>
                      <a:path w="48965" h="48963" extrusionOk="0">
                        <a:moveTo>
                          <a:pt x="24483" y="0"/>
                        </a:moveTo>
                        <a:cubicBezTo>
                          <a:pt x="17990" y="0"/>
                          <a:pt x="11762" y="2578"/>
                          <a:pt x="7172" y="7170"/>
                        </a:cubicBezTo>
                        <a:cubicBezTo>
                          <a:pt x="2580" y="11762"/>
                          <a:pt x="0" y="17988"/>
                          <a:pt x="0" y="24481"/>
                        </a:cubicBezTo>
                        <a:cubicBezTo>
                          <a:pt x="0" y="30974"/>
                          <a:pt x="2580" y="37202"/>
                          <a:pt x="7172" y="41792"/>
                        </a:cubicBezTo>
                        <a:cubicBezTo>
                          <a:pt x="11762" y="46384"/>
                          <a:pt x="17990" y="48962"/>
                          <a:pt x="24483" y="48962"/>
                        </a:cubicBezTo>
                        <a:cubicBezTo>
                          <a:pt x="30976" y="48962"/>
                          <a:pt x="37202" y="46384"/>
                          <a:pt x="41794" y="41792"/>
                        </a:cubicBezTo>
                        <a:cubicBezTo>
                          <a:pt x="46386" y="37202"/>
                          <a:pt x="48964" y="30974"/>
                          <a:pt x="48964" y="24481"/>
                        </a:cubicBezTo>
                        <a:cubicBezTo>
                          <a:pt x="48964" y="17988"/>
                          <a:pt x="46386" y="11762"/>
                          <a:pt x="41794" y="7170"/>
                        </a:cubicBezTo>
                        <a:cubicBezTo>
                          <a:pt x="37202" y="2578"/>
                          <a:pt x="30976" y="0"/>
                          <a:pt x="2448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00" name="Google Shape;5200;p72"/>
                  <p:cNvGrpSpPr/>
                  <p:nvPr/>
                </p:nvGrpSpPr>
                <p:grpSpPr>
                  <a:xfrm>
                    <a:off x="2725064" y="1364529"/>
                    <a:ext cx="297954" cy="280182"/>
                    <a:chOff x="2725064" y="1364529"/>
                    <a:chExt cx="297954" cy="280182"/>
                  </a:xfrm>
                </p:grpSpPr>
                <p:sp>
                  <p:nvSpPr>
                    <p:cNvPr id="5201" name="Google Shape;5201;p72"/>
                    <p:cNvSpPr/>
                    <p:nvPr/>
                  </p:nvSpPr>
                  <p:spPr>
                    <a:xfrm>
                      <a:off x="2743100" y="1541306"/>
                      <a:ext cx="133551" cy="103405"/>
                    </a:xfrm>
                    <a:custGeom>
                      <a:avLst/>
                      <a:gdLst/>
                      <a:ahLst/>
                      <a:cxnLst/>
                      <a:rect l="l" t="t" r="r" b="b"/>
                      <a:pathLst>
                        <a:path w="21207" h="16420" extrusionOk="0">
                          <a:moveTo>
                            <a:pt x="3036" y="0"/>
                          </a:moveTo>
                          <a:lnTo>
                            <a:pt x="0" y="986"/>
                          </a:lnTo>
                          <a:cubicBezTo>
                            <a:pt x="722" y="3230"/>
                            <a:pt x="1796" y="5346"/>
                            <a:pt x="3182" y="7254"/>
                          </a:cubicBezTo>
                          <a:cubicBezTo>
                            <a:pt x="7535" y="13245"/>
                            <a:pt x="14318" y="16420"/>
                            <a:pt x="21196" y="16420"/>
                          </a:cubicBezTo>
                          <a:cubicBezTo>
                            <a:pt x="21200" y="16420"/>
                            <a:pt x="21203" y="16420"/>
                            <a:pt x="21207" y="16420"/>
                          </a:cubicBezTo>
                          <a:lnTo>
                            <a:pt x="21207" y="13228"/>
                          </a:lnTo>
                          <a:cubicBezTo>
                            <a:pt x="21203" y="13228"/>
                            <a:pt x="21200" y="13228"/>
                            <a:pt x="21196" y="13228"/>
                          </a:cubicBezTo>
                          <a:cubicBezTo>
                            <a:pt x="15304" y="13228"/>
                            <a:pt x="9492" y="10509"/>
                            <a:pt x="5763" y="5378"/>
                          </a:cubicBezTo>
                          <a:cubicBezTo>
                            <a:pt x="4574" y="3741"/>
                            <a:pt x="3654" y="1926"/>
                            <a:pt x="3036"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2" name="Google Shape;5202;p72"/>
                    <p:cNvSpPr/>
                    <p:nvPr/>
                  </p:nvSpPr>
                  <p:spPr>
                    <a:xfrm>
                      <a:off x="2946887" y="1391180"/>
                      <a:ext cx="76130" cy="156241"/>
                    </a:xfrm>
                    <a:custGeom>
                      <a:avLst/>
                      <a:gdLst/>
                      <a:ahLst/>
                      <a:cxnLst/>
                      <a:rect l="l" t="t" r="r" b="b"/>
                      <a:pathLst>
                        <a:path w="12089" h="24810" extrusionOk="0">
                          <a:moveTo>
                            <a:pt x="1876" y="0"/>
                          </a:moveTo>
                          <a:lnTo>
                            <a:pt x="0" y="2583"/>
                          </a:lnTo>
                          <a:cubicBezTo>
                            <a:pt x="1626" y="3761"/>
                            <a:pt x="3057" y="5189"/>
                            <a:pt x="4237" y="6815"/>
                          </a:cubicBezTo>
                          <a:cubicBezTo>
                            <a:pt x="7945" y="11917"/>
                            <a:pt x="8749" y="18242"/>
                            <a:pt x="6967" y="23823"/>
                          </a:cubicBezTo>
                          <a:lnTo>
                            <a:pt x="10002" y="24809"/>
                          </a:lnTo>
                          <a:cubicBezTo>
                            <a:pt x="12089" y="18290"/>
                            <a:pt x="11151" y="10899"/>
                            <a:pt x="6820" y="4938"/>
                          </a:cubicBezTo>
                          <a:cubicBezTo>
                            <a:pt x="5442" y="3041"/>
                            <a:pt x="3774" y="1375"/>
                            <a:pt x="1876"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3" name="Google Shape;5203;p72"/>
                    <p:cNvSpPr/>
                    <p:nvPr/>
                  </p:nvSpPr>
                  <p:spPr>
                    <a:xfrm>
                      <a:off x="2794481" y="1364529"/>
                      <a:ext cx="164226" cy="42924"/>
                    </a:xfrm>
                    <a:custGeom>
                      <a:avLst/>
                      <a:gdLst/>
                      <a:ahLst/>
                      <a:cxnLst/>
                      <a:rect l="l" t="t" r="r" b="b"/>
                      <a:pathLst>
                        <a:path w="26078" h="6816" extrusionOk="0">
                          <a:moveTo>
                            <a:pt x="12998" y="1"/>
                          </a:moveTo>
                          <a:cubicBezTo>
                            <a:pt x="8487" y="1"/>
                            <a:pt x="3935" y="1369"/>
                            <a:pt x="0" y="4210"/>
                          </a:cubicBezTo>
                          <a:lnTo>
                            <a:pt x="1876" y="6793"/>
                          </a:lnTo>
                          <a:cubicBezTo>
                            <a:pt x="5245" y="4363"/>
                            <a:pt x="9141" y="3193"/>
                            <a:pt x="13002" y="3193"/>
                          </a:cubicBezTo>
                          <a:cubicBezTo>
                            <a:pt x="16976" y="3193"/>
                            <a:pt x="20914" y="4433"/>
                            <a:pt x="24201" y="6815"/>
                          </a:cubicBezTo>
                          <a:lnTo>
                            <a:pt x="26077" y="4232"/>
                          </a:lnTo>
                          <a:cubicBezTo>
                            <a:pt x="22239" y="1449"/>
                            <a:pt x="17641" y="1"/>
                            <a:pt x="1299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4" name="Google Shape;5204;p72"/>
                    <p:cNvSpPr/>
                    <p:nvPr/>
                  </p:nvSpPr>
                  <p:spPr>
                    <a:xfrm>
                      <a:off x="2876645" y="1541193"/>
                      <a:ext cx="133243" cy="103518"/>
                    </a:xfrm>
                    <a:custGeom>
                      <a:avLst/>
                      <a:gdLst/>
                      <a:ahLst/>
                      <a:cxnLst/>
                      <a:rect l="l" t="t" r="r" b="b"/>
                      <a:pathLst>
                        <a:path w="21158" h="16438" extrusionOk="0">
                          <a:moveTo>
                            <a:pt x="18123" y="1"/>
                          </a:moveTo>
                          <a:cubicBezTo>
                            <a:pt x="16894" y="3864"/>
                            <a:pt x="14459" y="7233"/>
                            <a:pt x="11175" y="9612"/>
                          </a:cubicBezTo>
                          <a:cubicBezTo>
                            <a:pt x="7931" y="11974"/>
                            <a:pt x="4021" y="13246"/>
                            <a:pt x="8" y="13246"/>
                          </a:cubicBezTo>
                          <a:cubicBezTo>
                            <a:pt x="6" y="13246"/>
                            <a:pt x="3" y="13246"/>
                            <a:pt x="1" y="13246"/>
                          </a:cubicBezTo>
                          <a:lnTo>
                            <a:pt x="1" y="16438"/>
                          </a:lnTo>
                          <a:cubicBezTo>
                            <a:pt x="4532" y="16436"/>
                            <a:pt x="9106" y="15060"/>
                            <a:pt x="13053" y="12192"/>
                          </a:cubicBezTo>
                          <a:cubicBezTo>
                            <a:pt x="17030" y="9301"/>
                            <a:pt x="19767" y="5338"/>
                            <a:pt x="21157" y="988"/>
                          </a:cubicBezTo>
                          <a:lnTo>
                            <a:pt x="18123"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5" name="Google Shape;5205;p72"/>
                    <p:cNvSpPr/>
                    <p:nvPr/>
                  </p:nvSpPr>
                  <p:spPr>
                    <a:xfrm>
                      <a:off x="2725064" y="1391035"/>
                      <a:ext cx="81238" cy="156487"/>
                    </a:xfrm>
                    <a:custGeom>
                      <a:avLst/>
                      <a:gdLst/>
                      <a:ahLst/>
                      <a:cxnLst/>
                      <a:rect l="l" t="t" r="r" b="b"/>
                      <a:pathLst>
                        <a:path w="12900" h="24849" extrusionOk="0">
                          <a:moveTo>
                            <a:pt x="11023" y="1"/>
                          </a:moveTo>
                          <a:cubicBezTo>
                            <a:pt x="11006" y="13"/>
                            <a:pt x="10987" y="26"/>
                            <a:pt x="10967" y="39"/>
                          </a:cubicBezTo>
                          <a:cubicBezTo>
                            <a:pt x="2989" y="5836"/>
                            <a:pt x="1" y="15945"/>
                            <a:pt x="2866" y="24848"/>
                          </a:cubicBezTo>
                          <a:lnTo>
                            <a:pt x="5900" y="23861"/>
                          </a:lnTo>
                          <a:cubicBezTo>
                            <a:pt x="3451" y="16238"/>
                            <a:pt x="6012" y="7585"/>
                            <a:pt x="12845" y="2622"/>
                          </a:cubicBezTo>
                          <a:cubicBezTo>
                            <a:pt x="12862" y="2608"/>
                            <a:pt x="12882" y="2597"/>
                            <a:pt x="12899" y="2584"/>
                          </a:cubicBezTo>
                          <a:lnTo>
                            <a:pt x="11023" y="1"/>
                          </a:ln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sp>
          <p:nvSpPr>
            <p:cNvPr id="5206" name="Google Shape;5206;p72"/>
            <p:cNvSpPr/>
            <p:nvPr/>
          </p:nvSpPr>
          <p:spPr>
            <a:xfrm>
              <a:off x="2621966" y="1245876"/>
              <a:ext cx="114832" cy="86149"/>
            </a:xfrm>
            <a:custGeom>
              <a:avLst/>
              <a:gdLst/>
              <a:ahLst/>
              <a:cxnLst/>
              <a:rect l="l" t="t" r="r" b="b"/>
              <a:pathLst>
                <a:path w="10285" h="7716" extrusionOk="0">
                  <a:moveTo>
                    <a:pt x="10284" y="1"/>
                  </a:moveTo>
                  <a:lnTo>
                    <a:pt x="7413" y="282"/>
                  </a:lnTo>
                  <a:lnTo>
                    <a:pt x="7949" y="1144"/>
                  </a:lnTo>
                  <a:cubicBezTo>
                    <a:pt x="4966" y="2788"/>
                    <a:pt x="2280" y="4920"/>
                    <a:pt x="0" y="7451"/>
                  </a:cubicBezTo>
                  <a:lnTo>
                    <a:pt x="294" y="7716"/>
                  </a:lnTo>
                  <a:cubicBezTo>
                    <a:pt x="2547" y="5212"/>
                    <a:pt x="5206" y="3102"/>
                    <a:pt x="8156" y="1479"/>
                  </a:cubicBezTo>
                  <a:lnTo>
                    <a:pt x="8760" y="245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7" name="Google Shape;5207;p72"/>
            <p:cNvSpPr/>
            <p:nvPr/>
          </p:nvSpPr>
          <p:spPr>
            <a:xfrm>
              <a:off x="2517909" y="1600456"/>
              <a:ext cx="54396" cy="134951"/>
            </a:xfrm>
            <a:custGeom>
              <a:avLst/>
              <a:gdLst/>
              <a:ahLst/>
              <a:cxnLst/>
              <a:rect l="l" t="t" r="r" b="b"/>
              <a:pathLst>
                <a:path w="4872" h="12087" extrusionOk="0">
                  <a:moveTo>
                    <a:pt x="4871" y="11889"/>
                  </a:moveTo>
                  <a:cubicBezTo>
                    <a:pt x="3186" y="8971"/>
                    <a:pt x="2004" y="5793"/>
                    <a:pt x="1370" y="2482"/>
                  </a:cubicBezTo>
                  <a:lnTo>
                    <a:pt x="2481" y="2209"/>
                  </a:lnTo>
                  <a:lnTo>
                    <a:pt x="620" y="0"/>
                  </a:lnTo>
                  <a:lnTo>
                    <a:pt x="1" y="2820"/>
                  </a:lnTo>
                  <a:lnTo>
                    <a:pt x="987" y="2578"/>
                  </a:lnTo>
                  <a:cubicBezTo>
                    <a:pt x="1629" y="5923"/>
                    <a:pt x="2827" y="9136"/>
                    <a:pt x="4530" y="12087"/>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8" name="Google Shape;5208;p72"/>
            <p:cNvSpPr/>
            <p:nvPr/>
          </p:nvSpPr>
          <p:spPr>
            <a:xfrm>
              <a:off x="3174265" y="1614044"/>
              <a:ext cx="46346" cy="135275"/>
            </a:xfrm>
            <a:custGeom>
              <a:avLst/>
              <a:gdLst/>
              <a:ahLst/>
              <a:cxnLst/>
              <a:rect l="l" t="t" r="r" b="b"/>
              <a:pathLst>
                <a:path w="4151" h="12116" extrusionOk="0">
                  <a:moveTo>
                    <a:pt x="4150" y="41"/>
                  </a:moveTo>
                  <a:lnTo>
                    <a:pt x="3759" y="0"/>
                  </a:lnTo>
                  <a:cubicBezTo>
                    <a:pt x="3405" y="3350"/>
                    <a:pt x="2494" y="6618"/>
                    <a:pt x="1059" y="9668"/>
                  </a:cubicBezTo>
                  <a:lnTo>
                    <a:pt x="0" y="9237"/>
                  </a:lnTo>
                  <a:lnTo>
                    <a:pt x="208" y="12116"/>
                  </a:lnTo>
                  <a:lnTo>
                    <a:pt x="2367" y="10200"/>
                  </a:lnTo>
                  <a:lnTo>
                    <a:pt x="1426" y="9817"/>
                  </a:lnTo>
                  <a:cubicBezTo>
                    <a:pt x="2873" y="6733"/>
                    <a:pt x="3793" y="3429"/>
                    <a:pt x="4150" y="4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9" name="Google Shape;5209;p72"/>
            <p:cNvSpPr/>
            <p:nvPr/>
          </p:nvSpPr>
          <p:spPr>
            <a:xfrm>
              <a:off x="3023194" y="1254350"/>
              <a:ext cx="116417" cy="83525"/>
            </a:xfrm>
            <a:custGeom>
              <a:avLst/>
              <a:gdLst/>
              <a:ahLst/>
              <a:cxnLst/>
              <a:rect l="l" t="t" r="r" b="b"/>
              <a:pathLst>
                <a:path w="10427" h="7481" extrusionOk="0">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0" name="Google Shape;5210;p72"/>
            <p:cNvSpPr/>
            <p:nvPr/>
          </p:nvSpPr>
          <p:spPr>
            <a:xfrm rot="8660313">
              <a:off x="2818264" y="1861446"/>
              <a:ext cx="116433" cy="83536"/>
            </a:xfrm>
            <a:custGeom>
              <a:avLst/>
              <a:gdLst/>
              <a:ahLst/>
              <a:cxnLst/>
              <a:rect l="l" t="t" r="r" b="b"/>
              <a:pathLst>
                <a:path w="10427" h="7481" extrusionOk="0">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11" name="Google Shape;5211;p72"/>
          <p:cNvGrpSpPr/>
          <p:nvPr/>
        </p:nvGrpSpPr>
        <p:grpSpPr>
          <a:xfrm>
            <a:off x="3909124" y="2727412"/>
            <a:ext cx="1569144" cy="591015"/>
            <a:chOff x="3820100" y="3023049"/>
            <a:chExt cx="1303926" cy="491162"/>
          </a:xfrm>
        </p:grpSpPr>
        <p:grpSp>
          <p:nvGrpSpPr>
            <p:cNvPr id="5212" name="Google Shape;5212;p72"/>
            <p:cNvGrpSpPr/>
            <p:nvPr/>
          </p:nvGrpSpPr>
          <p:grpSpPr>
            <a:xfrm>
              <a:off x="3820100" y="3023072"/>
              <a:ext cx="1303926" cy="491139"/>
              <a:chOff x="3820100" y="3023072"/>
              <a:chExt cx="1303926" cy="491139"/>
            </a:xfrm>
          </p:grpSpPr>
          <p:sp>
            <p:nvSpPr>
              <p:cNvPr id="5213" name="Google Shape;5213;p72"/>
              <p:cNvSpPr/>
              <p:nvPr/>
            </p:nvSpPr>
            <p:spPr>
              <a:xfrm>
                <a:off x="3820100" y="3023072"/>
                <a:ext cx="505424" cy="491139"/>
              </a:xfrm>
              <a:custGeom>
                <a:avLst/>
                <a:gdLst/>
                <a:ahLst/>
                <a:cxnLst/>
                <a:rect l="l" t="t" r="r" b="b"/>
                <a:pathLst>
                  <a:path w="45218" h="43940" extrusionOk="0">
                    <a:moveTo>
                      <a:pt x="0" y="0"/>
                    </a:moveTo>
                    <a:cubicBezTo>
                      <a:pt x="0" y="24200"/>
                      <a:pt x="19796" y="43939"/>
                      <a:pt x="44111" y="43939"/>
                    </a:cubicBezTo>
                    <a:lnTo>
                      <a:pt x="45218" y="43939"/>
                    </a:lnTo>
                    <a:lnTo>
                      <a:pt x="45218" y="34795"/>
                    </a:lnTo>
                    <a:lnTo>
                      <a:pt x="44111" y="34795"/>
                    </a:lnTo>
                    <a:cubicBezTo>
                      <a:pt x="24972" y="34795"/>
                      <a:pt x="9345" y="19439"/>
                      <a:pt x="9103" y="450"/>
                    </a:cubicBezTo>
                    <a:cubicBezTo>
                      <a:pt x="9103" y="301"/>
                      <a:pt x="9100" y="150"/>
                      <a:pt x="9100"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4" name="Google Shape;5214;p72"/>
              <p:cNvSpPr/>
              <p:nvPr/>
            </p:nvSpPr>
            <p:spPr>
              <a:xfrm>
                <a:off x="4323828" y="3411976"/>
                <a:ext cx="800197" cy="102229"/>
              </a:xfrm>
              <a:custGeom>
                <a:avLst/>
                <a:gdLst/>
                <a:ahLst/>
                <a:cxnLst/>
                <a:rect l="l" t="t" r="r" b="b"/>
                <a:pathLst>
                  <a:path w="71590" h="9146" extrusionOk="0">
                    <a:moveTo>
                      <a:pt x="1" y="1"/>
                    </a:moveTo>
                    <a:lnTo>
                      <a:pt x="1" y="9145"/>
                    </a:lnTo>
                    <a:lnTo>
                      <a:pt x="71589" y="9145"/>
                    </a:lnTo>
                    <a:lnTo>
                      <a:pt x="71589"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15" name="Google Shape;5215;p72"/>
            <p:cNvGrpSpPr/>
            <p:nvPr/>
          </p:nvGrpSpPr>
          <p:grpSpPr>
            <a:xfrm>
              <a:off x="4132439" y="3023645"/>
              <a:ext cx="393633" cy="177096"/>
              <a:chOff x="4132439" y="3023645"/>
              <a:chExt cx="393633" cy="177096"/>
            </a:xfrm>
          </p:grpSpPr>
          <p:sp>
            <p:nvSpPr>
              <p:cNvPr id="5216" name="Google Shape;5216;p72"/>
              <p:cNvSpPr/>
              <p:nvPr/>
            </p:nvSpPr>
            <p:spPr>
              <a:xfrm>
                <a:off x="4132439" y="3023645"/>
                <a:ext cx="190085" cy="177096"/>
              </a:xfrm>
              <a:custGeom>
                <a:avLst/>
                <a:gdLst/>
                <a:ahLst/>
                <a:cxnLst/>
                <a:rect l="l" t="t" r="r" b="b"/>
                <a:pathLst>
                  <a:path w="17006" h="15844" extrusionOk="0">
                    <a:moveTo>
                      <a:pt x="0" y="1"/>
                    </a:moveTo>
                    <a:cubicBezTo>
                      <a:pt x="0" y="5035"/>
                      <a:pt x="2405" y="9521"/>
                      <a:pt x="6124" y="12423"/>
                    </a:cubicBezTo>
                    <a:cubicBezTo>
                      <a:pt x="8932" y="14639"/>
                      <a:pt x="12404" y="15844"/>
                      <a:pt x="15981" y="15844"/>
                    </a:cubicBezTo>
                    <a:lnTo>
                      <a:pt x="17005" y="15844"/>
                    </a:lnTo>
                    <a:lnTo>
                      <a:pt x="17005" y="6962"/>
                    </a:lnTo>
                    <a:lnTo>
                      <a:pt x="15905" y="6962"/>
                    </a:lnTo>
                    <a:cubicBezTo>
                      <a:pt x="12043" y="6962"/>
                      <a:pt x="8822" y="3862"/>
                      <a:pt x="8822"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7" name="Google Shape;5217;p72"/>
              <p:cNvSpPr/>
              <p:nvPr/>
            </p:nvSpPr>
            <p:spPr>
              <a:xfrm>
                <a:off x="4318649" y="3101461"/>
                <a:ext cx="207423" cy="99267"/>
              </a:xfrm>
              <a:custGeom>
                <a:avLst/>
                <a:gdLst/>
                <a:ahLst/>
                <a:cxnLst/>
                <a:rect l="l" t="t" r="r" b="b"/>
                <a:pathLst>
                  <a:path w="18211" h="8881" extrusionOk="0">
                    <a:moveTo>
                      <a:pt x="0" y="0"/>
                    </a:moveTo>
                    <a:lnTo>
                      <a:pt x="0" y="8880"/>
                    </a:lnTo>
                    <a:lnTo>
                      <a:pt x="18210" y="8880"/>
                    </a:lnTo>
                    <a:lnTo>
                      <a:pt x="18210"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18" name="Google Shape;5218;p72"/>
            <p:cNvGrpSpPr/>
            <p:nvPr/>
          </p:nvGrpSpPr>
          <p:grpSpPr>
            <a:xfrm>
              <a:off x="3921811" y="3023049"/>
              <a:ext cx="1002397" cy="388943"/>
              <a:chOff x="3921811" y="3023049"/>
              <a:chExt cx="1002397" cy="388943"/>
            </a:xfrm>
          </p:grpSpPr>
          <p:sp>
            <p:nvSpPr>
              <p:cNvPr id="5219" name="Google Shape;5219;p72"/>
              <p:cNvSpPr/>
              <p:nvPr/>
            </p:nvSpPr>
            <p:spPr>
              <a:xfrm>
                <a:off x="3921811" y="3023049"/>
                <a:ext cx="403709" cy="388943"/>
              </a:xfrm>
              <a:custGeom>
                <a:avLst/>
                <a:gdLst/>
                <a:ahLst/>
                <a:cxnLst/>
                <a:rect l="l" t="t" r="r" b="b"/>
                <a:pathLst>
                  <a:path w="36118" h="34797" extrusionOk="0">
                    <a:moveTo>
                      <a:pt x="0" y="1"/>
                    </a:moveTo>
                    <a:cubicBezTo>
                      <a:pt x="0" y="152"/>
                      <a:pt x="3" y="301"/>
                      <a:pt x="3" y="452"/>
                    </a:cubicBezTo>
                    <a:cubicBezTo>
                      <a:pt x="245" y="19441"/>
                      <a:pt x="15879" y="34797"/>
                      <a:pt x="35018" y="34797"/>
                    </a:cubicBezTo>
                    <a:lnTo>
                      <a:pt x="36118" y="34797"/>
                    </a:lnTo>
                    <a:lnTo>
                      <a:pt x="36118" y="25652"/>
                    </a:lnTo>
                    <a:lnTo>
                      <a:pt x="34843" y="25652"/>
                    </a:lnTo>
                    <a:lnTo>
                      <a:pt x="34798" y="25632"/>
                    </a:lnTo>
                    <a:cubicBezTo>
                      <a:pt x="20649" y="25575"/>
                      <a:pt x="9181" y="14193"/>
                      <a:pt x="9115" y="123"/>
                    </a:cubicBezTo>
                    <a:cubicBezTo>
                      <a:pt x="9115" y="81"/>
                      <a:pt x="9108" y="42"/>
                      <a:pt x="910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0" name="Google Shape;5220;p72"/>
              <p:cNvSpPr/>
              <p:nvPr/>
            </p:nvSpPr>
            <p:spPr>
              <a:xfrm>
                <a:off x="4322109" y="3309770"/>
                <a:ext cx="602098" cy="102218"/>
              </a:xfrm>
              <a:custGeom>
                <a:avLst/>
                <a:gdLst/>
                <a:ahLst/>
                <a:cxnLst/>
                <a:rect l="l" t="t" r="r" b="b"/>
                <a:pathLst>
                  <a:path w="53867" h="9145" extrusionOk="0">
                    <a:moveTo>
                      <a:pt x="1" y="0"/>
                    </a:moveTo>
                    <a:lnTo>
                      <a:pt x="1" y="9145"/>
                    </a:lnTo>
                    <a:lnTo>
                      <a:pt x="53867" y="9145"/>
                    </a:lnTo>
                    <a:lnTo>
                      <a:pt x="53867"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21" name="Google Shape;5221;p72"/>
            <p:cNvGrpSpPr/>
            <p:nvPr/>
          </p:nvGrpSpPr>
          <p:grpSpPr>
            <a:xfrm>
              <a:off x="4023645" y="3023049"/>
              <a:ext cx="683032" cy="286722"/>
              <a:chOff x="4023645" y="3023049"/>
              <a:chExt cx="683032" cy="286722"/>
            </a:xfrm>
          </p:grpSpPr>
          <p:sp>
            <p:nvSpPr>
              <p:cNvPr id="5222" name="Google Shape;5222;p72"/>
              <p:cNvSpPr/>
              <p:nvPr/>
            </p:nvSpPr>
            <p:spPr>
              <a:xfrm>
                <a:off x="4023645" y="3023049"/>
                <a:ext cx="300664" cy="286524"/>
              </a:xfrm>
              <a:custGeom>
                <a:avLst/>
                <a:gdLst/>
                <a:ahLst/>
                <a:cxnLst/>
                <a:rect l="l" t="t" r="r" b="b"/>
                <a:pathLst>
                  <a:path w="26899" h="25634" extrusionOk="0">
                    <a:moveTo>
                      <a:pt x="1" y="1"/>
                    </a:moveTo>
                    <a:cubicBezTo>
                      <a:pt x="1" y="42"/>
                      <a:pt x="4" y="81"/>
                      <a:pt x="4" y="121"/>
                    </a:cubicBezTo>
                    <a:cubicBezTo>
                      <a:pt x="70" y="14193"/>
                      <a:pt x="11538" y="25575"/>
                      <a:pt x="25687" y="25630"/>
                    </a:cubicBezTo>
                    <a:cubicBezTo>
                      <a:pt x="25723" y="25630"/>
                      <a:pt x="25757" y="25634"/>
                      <a:pt x="25792" y="25634"/>
                    </a:cubicBezTo>
                    <a:lnTo>
                      <a:pt x="26899" y="25634"/>
                    </a:lnTo>
                    <a:lnTo>
                      <a:pt x="26899" y="15842"/>
                    </a:lnTo>
                    <a:lnTo>
                      <a:pt x="25768" y="15842"/>
                    </a:lnTo>
                    <a:cubicBezTo>
                      <a:pt x="22191" y="15842"/>
                      <a:pt x="18719" y="14637"/>
                      <a:pt x="15911" y="12423"/>
                    </a:cubicBezTo>
                    <a:cubicBezTo>
                      <a:pt x="12192" y="9521"/>
                      <a:pt x="9787" y="5035"/>
                      <a:pt x="978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3" name="Google Shape;5223;p72"/>
              <p:cNvSpPr/>
              <p:nvPr/>
            </p:nvSpPr>
            <p:spPr>
              <a:xfrm>
                <a:off x="4314850" y="3200125"/>
                <a:ext cx="391827" cy="109646"/>
              </a:xfrm>
              <a:custGeom>
                <a:avLst/>
                <a:gdLst/>
                <a:ahLst/>
                <a:cxnLst/>
                <a:rect l="l" t="t" r="r" b="b"/>
                <a:pathLst>
                  <a:path w="35055" h="9792" extrusionOk="0">
                    <a:moveTo>
                      <a:pt x="1" y="0"/>
                    </a:moveTo>
                    <a:lnTo>
                      <a:pt x="1" y="88"/>
                    </a:lnTo>
                    <a:lnTo>
                      <a:pt x="1" y="9792"/>
                    </a:lnTo>
                    <a:lnTo>
                      <a:pt x="35054" y="9792"/>
                    </a:lnTo>
                    <a:lnTo>
                      <a:pt x="35054"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24" name="Google Shape;5224;p72"/>
          <p:cNvGrpSpPr/>
          <p:nvPr/>
        </p:nvGrpSpPr>
        <p:grpSpPr>
          <a:xfrm>
            <a:off x="1541246" y="1854257"/>
            <a:ext cx="713522" cy="688025"/>
            <a:chOff x="1706078" y="2092648"/>
            <a:chExt cx="660913" cy="637296"/>
          </a:xfrm>
        </p:grpSpPr>
        <p:sp>
          <p:nvSpPr>
            <p:cNvPr id="5225" name="Google Shape;5225;p72"/>
            <p:cNvSpPr/>
            <p:nvPr/>
          </p:nvSpPr>
          <p:spPr>
            <a:xfrm>
              <a:off x="1745332" y="2158066"/>
              <a:ext cx="571867" cy="571878"/>
            </a:xfrm>
            <a:custGeom>
              <a:avLst/>
              <a:gdLst/>
              <a:ahLst/>
              <a:cxnLst/>
              <a:rect l="l" t="t" r="r" b="b"/>
              <a:pathLst>
                <a:path w="107747" h="107749" extrusionOk="0">
                  <a:moveTo>
                    <a:pt x="53874" y="11565"/>
                  </a:moveTo>
                  <a:cubicBezTo>
                    <a:pt x="77238" y="11565"/>
                    <a:pt x="96182" y="30509"/>
                    <a:pt x="96182" y="53873"/>
                  </a:cubicBezTo>
                  <a:cubicBezTo>
                    <a:pt x="96182" y="77240"/>
                    <a:pt x="77240" y="96182"/>
                    <a:pt x="53874" y="96182"/>
                  </a:cubicBezTo>
                  <a:cubicBezTo>
                    <a:pt x="30507" y="96182"/>
                    <a:pt x="11565" y="77240"/>
                    <a:pt x="11565" y="53873"/>
                  </a:cubicBezTo>
                  <a:cubicBezTo>
                    <a:pt x="11565" y="30509"/>
                    <a:pt x="30507" y="11565"/>
                    <a:pt x="53874" y="11565"/>
                  </a:cubicBezTo>
                  <a:close/>
                  <a:moveTo>
                    <a:pt x="53874" y="1"/>
                  </a:moveTo>
                  <a:cubicBezTo>
                    <a:pt x="24120" y="1"/>
                    <a:pt x="1" y="24120"/>
                    <a:pt x="1" y="53873"/>
                  </a:cubicBezTo>
                  <a:cubicBezTo>
                    <a:pt x="1" y="83626"/>
                    <a:pt x="24120" y="107748"/>
                    <a:pt x="53874" y="107748"/>
                  </a:cubicBezTo>
                  <a:cubicBezTo>
                    <a:pt x="83625" y="107748"/>
                    <a:pt x="107746" y="83626"/>
                    <a:pt x="107746" y="53873"/>
                  </a:cubicBezTo>
                  <a:cubicBezTo>
                    <a:pt x="107746" y="24120"/>
                    <a:pt x="83627" y="1"/>
                    <a:pt x="5387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26" name="Google Shape;5226;p72"/>
            <p:cNvGrpSpPr/>
            <p:nvPr/>
          </p:nvGrpSpPr>
          <p:grpSpPr>
            <a:xfrm>
              <a:off x="1706078" y="2092648"/>
              <a:ext cx="660913" cy="575241"/>
              <a:chOff x="1706078" y="2092648"/>
              <a:chExt cx="660913" cy="575241"/>
            </a:xfrm>
          </p:grpSpPr>
          <p:sp>
            <p:nvSpPr>
              <p:cNvPr id="5227" name="Google Shape;5227;p72"/>
              <p:cNvSpPr/>
              <p:nvPr/>
            </p:nvSpPr>
            <p:spPr>
              <a:xfrm>
                <a:off x="1938891" y="2092648"/>
                <a:ext cx="192041" cy="353676"/>
              </a:xfrm>
              <a:custGeom>
                <a:avLst/>
                <a:gdLst/>
                <a:ahLst/>
                <a:cxnLst/>
                <a:rect l="l" t="t" r="r" b="b"/>
                <a:pathLst>
                  <a:path w="36183" h="66637" extrusionOk="0">
                    <a:moveTo>
                      <a:pt x="18094" y="1"/>
                    </a:moveTo>
                    <a:cubicBezTo>
                      <a:pt x="8801" y="1"/>
                      <a:pt x="1202" y="7552"/>
                      <a:pt x="1202" y="16877"/>
                    </a:cubicBezTo>
                    <a:cubicBezTo>
                      <a:pt x="1202" y="23723"/>
                      <a:pt x="5288" y="29491"/>
                      <a:pt x="11057" y="32260"/>
                    </a:cubicBezTo>
                    <a:cubicBezTo>
                      <a:pt x="13944" y="33580"/>
                      <a:pt x="15864" y="36464"/>
                      <a:pt x="15864" y="39714"/>
                    </a:cubicBezTo>
                    <a:cubicBezTo>
                      <a:pt x="15864" y="42954"/>
                      <a:pt x="13829" y="45963"/>
                      <a:pt x="10817" y="47040"/>
                    </a:cubicBezTo>
                    <a:cubicBezTo>
                      <a:pt x="6250" y="48723"/>
                      <a:pt x="2404" y="51972"/>
                      <a:pt x="1" y="56176"/>
                    </a:cubicBezTo>
                    <a:lnTo>
                      <a:pt x="18155" y="66637"/>
                    </a:lnTo>
                    <a:lnTo>
                      <a:pt x="36182" y="56176"/>
                    </a:lnTo>
                    <a:cubicBezTo>
                      <a:pt x="33779" y="51975"/>
                      <a:pt x="29930" y="48725"/>
                      <a:pt x="25479" y="47040"/>
                    </a:cubicBezTo>
                    <a:cubicBezTo>
                      <a:pt x="22352" y="45966"/>
                      <a:pt x="20316" y="42957"/>
                      <a:pt x="20316" y="39714"/>
                    </a:cubicBezTo>
                    <a:lnTo>
                      <a:pt x="20316" y="39474"/>
                    </a:lnTo>
                    <a:cubicBezTo>
                      <a:pt x="20316" y="36349"/>
                      <a:pt x="22239" y="33578"/>
                      <a:pt x="24998" y="32260"/>
                    </a:cubicBezTo>
                    <a:cubicBezTo>
                      <a:pt x="31250" y="29491"/>
                      <a:pt x="35461" y="22999"/>
                      <a:pt x="34980" y="15676"/>
                    </a:cubicBezTo>
                    <a:cubicBezTo>
                      <a:pt x="34375" y="7376"/>
                      <a:pt x="27644" y="646"/>
                      <a:pt x="19357" y="47"/>
                    </a:cubicBezTo>
                    <a:cubicBezTo>
                      <a:pt x="18933" y="18"/>
                      <a:pt x="18513" y="1"/>
                      <a:pt x="1809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8" name="Google Shape;5228;p72"/>
              <p:cNvSpPr/>
              <p:nvPr/>
            </p:nvSpPr>
            <p:spPr>
              <a:xfrm>
                <a:off x="1706078" y="2390779"/>
                <a:ext cx="329208" cy="277004"/>
              </a:xfrm>
              <a:custGeom>
                <a:avLst/>
                <a:gdLst/>
                <a:ahLst/>
                <a:cxnLst/>
                <a:rect l="l" t="t" r="r" b="b"/>
                <a:pathLst>
                  <a:path w="62027" h="52191" extrusionOk="0">
                    <a:moveTo>
                      <a:pt x="43872" y="1"/>
                    </a:moveTo>
                    <a:cubicBezTo>
                      <a:pt x="41468" y="4212"/>
                      <a:pt x="40629" y="9019"/>
                      <a:pt x="41353" y="13829"/>
                    </a:cubicBezTo>
                    <a:cubicBezTo>
                      <a:pt x="41946" y="17069"/>
                      <a:pt x="40389" y="20321"/>
                      <a:pt x="37504" y="21878"/>
                    </a:cubicBezTo>
                    <a:lnTo>
                      <a:pt x="37379" y="22004"/>
                    </a:lnTo>
                    <a:cubicBezTo>
                      <a:pt x="36131" y="22712"/>
                      <a:pt x="34723" y="23085"/>
                      <a:pt x="33288" y="23090"/>
                    </a:cubicBezTo>
                    <a:cubicBezTo>
                      <a:pt x="31652" y="23095"/>
                      <a:pt x="30056" y="22587"/>
                      <a:pt x="28724" y="21638"/>
                    </a:cubicBezTo>
                    <a:cubicBezTo>
                      <a:pt x="25815" y="19553"/>
                      <a:pt x="22344" y="18435"/>
                      <a:pt x="18815" y="18435"/>
                    </a:cubicBezTo>
                    <a:cubicBezTo>
                      <a:pt x="15632" y="18435"/>
                      <a:pt x="12399" y="19345"/>
                      <a:pt x="9490" y="21282"/>
                    </a:cubicBezTo>
                    <a:cubicBezTo>
                      <a:pt x="2520" y="25965"/>
                      <a:pt x="1" y="35101"/>
                      <a:pt x="3721" y="42677"/>
                    </a:cubicBezTo>
                    <a:cubicBezTo>
                      <a:pt x="6677" y="48755"/>
                      <a:pt x="12664" y="52191"/>
                      <a:pt x="18840" y="52191"/>
                    </a:cubicBezTo>
                    <a:cubicBezTo>
                      <a:pt x="21707" y="52191"/>
                      <a:pt x="24613" y="51450"/>
                      <a:pt x="27282" y="49890"/>
                    </a:cubicBezTo>
                    <a:cubicBezTo>
                      <a:pt x="33291" y="46525"/>
                      <a:pt x="36303" y="40151"/>
                      <a:pt x="35694" y="33659"/>
                    </a:cubicBezTo>
                    <a:cubicBezTo>
                      <a:pt x="35456" y="30534"/>
                      <a:pt x="37024" y="27407"/>
                      <a:pt x="39783" y="25852"/>
                    </a:cubicBezTo>
                    <a:cubicBezTo>
                      <a:pt x="41044" y="25114"/>
                      <a:pt x="42424" y="24748"/>
                      <a:pt x="43786" y="24748"/>
                    </a:cubicBezTo>
                    <a:cubicBezTo>
                      <a:pt x="45537" y="24748"/>
                      <a:pt x="47261" y="25356"/>
                      <a:pt x="48676" y="26573"/>
                    </a:cubicBezTo>
                    <a:cubicBezTo>
                      <a:pt x="52525" y="29572"/>
                      <a:pt x="57216" y="31255"/>
                      <a:pt x="62026" y="31255"/>
                    </a:cubicBezTo>
                    <a:lnTo>
                      <a:pt x="62026" y="10461"/>
                    </a:ln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9" name="Google Shape;5229;p72"/>
              <p:cNvSpPr/>
              <p:nvPr/>
            </p:nvSpPr>
            <p:spPr>
              <a:xfrm>
                <a:off x="2035235" y="2390779"/>
                <a:ext cx="331756" cy="277110"/>
              </a:xfrm>
              <a:custGeom>
                <a:avLst/>
                <a:gdLst/>
                <a:ahLst/>
                <a:cxnLst/>
                <a:rect l="l" t="t" r="r" b="b"/>
                <a:pathLst>
                  <a:path w="62507" h="52211" extrusionOk="0">
                    <a:moveTo>
                      <a:pt x="18030" y="1"/>
                    </a:moveTo>
                    <a:lnTo>
                      <a:pt x="0" y="10461"/>
                    </a:lnTo>
                    <a:lnTo>
                      <a:pt x="0" y="31253"/>
                    </a:lnTo>
                    <a:cubicBezTo>
                      <a:pt x="4807" y="31253"/>
                      <a:pt x="9489" y="29570"/>
                      <a:pt x="13222" y="26570"/>
                    </a:cubicBezTo>
                    <a:cubicBezTo>
                      <a:pt x="15722" y="24434"/>
                      <a:pt x="19307" y="24145"/>
                      <a:pt x="22118" y="25849"/>
                    </a:cubicBezTo>
                    <a:lnTo>
                      <a:pt x="22359" y="25965"/>
                    </a:lnTo>
                    <a:cubicBezTo>
                      <a:pt x="25003" y="27532"/>
                      <a:pt x="26560" y="30534"/>
                      <a:pt x="26204" y="33659"/>
                    </a:cubicBezTo>
                    <a:cubicBezTo>
                      <a:pt x="25599" y="40389"/>
                      <a:pt x="28964" y="47244"/>
                      <a:pt x="35578" y="50486"/>
                    </a:cubicBezTo>
                    <a:cubicBezTo>
                      <a:pt x="37877" y="51619"/>
                      <a:pt x="40405" y="52210"/>
                      <a:pt x="42968" y="52208"/>
                    </a:cubicBezTo>
                    <a:cubicBezTo>
                      <a:pt x="48435" y="52208"/>
                      <a:pt x="53755" y="49544"/>
                      <a:pt x="56978" y="44840"/>
                    </a:cubicBezTo>
                    <a:cubicBezTo>
                      <a:pt x="62506" y="36540"/>
                      <a:pt x="59862" y="25484"/>
                      <a:pt x="51447" y="20674"/>
                    </a:cubicBezTo>
                    <a:cubicBezTo>
                      <a:pt x="48774" y="19149"/>
                      <a:pt x="45855" y="18413"/>
                      <a:pt x="42983" y="18413"/>
                    </a:cubicBezTo>
                    <a:cubicBezTo>
                      <a:pt x="39520" y="18413"/>
                      <a:pt x="36121" y="19482"/>
                      <a:pt x="33290" y="21523"/>
                    </a:cubicBezTo>
                    <a:cubicBezTo>
                      <a:pt x="30671" y="23429"/>
                      <a:pt x="27161" y="23571"/>
                      <a:pt x="24397" y="21878"/>
                    </a:cubicBezTo>
                    <a:cubicBezTo>
                      <a:pt x="21510" y="20321"/>
                      <a:pt x="19955" y="17069"/>
                      <a:pt x="20549" y="13829"/>
                    </a:cubicBezTo>
                    <a:cubicBezTo>
                      <a:pt x="21272" y="9019"/>
                      <a:pt x="20433" y="4212"/>
                      <a:pt x="18030"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30" name="Google Shape;5230;p72"/>
          <p:cNvGrpSpPr/>
          <p:nvPr/>
        </p:nvGrpSpPr>
        <p:grpSpPr>
          <a:xfrm>
            <a:off x="6303104" y="971806"/>
            <a:ext cx="1317459" cy="684168"/>
            <a:chOff x="238125" y="999450"/>
            <a:chExt cx="7140700" cy="3708225"/>
          </a:xfrm>
        </p:grpSpPr>
        <p:sp>
          <p:nvSpPr>
            <p:cNvPr id="5231" name="Google Shape;5231;p72"/>
            <p:cNvSpPr/>
            <p:nvPr/>
          </p:nvSpPr>
          <p:spPr>
            <a:xfrm>
              <a:off x="2171975" y="3872925"/>
              <a:ext cx="7900" cy="25"/>
            </a:xfrm>
            <a:custGeom>
              <a:avLst/>
              <a:gdLst/>
              <a:ahLst/>
              <a:cxnLst/>
              <a:rect l="l" t="t" r="r" b="b"/>
              <a:pathLst>
                <a:path w="316" h="1" extrusionOk="0">
                  <a:moveTo>
                    <a:pt x="316" y="0"/>
                  </a:moveTo>
                  <a:lnTo>
                    <a:pt x="1"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2" name="Google Shape;5232;p72"/>
            <p:cNvSpPr/>
            <p:nvPr/>
          </p:nvSpPr>
          <p:spPr>
            <a:xfrm>
              <a:off x="2180300" y="999450"/>
              <a:ext cx="3256350" cy="3708225"/>
            </a:xfrm>
            <a:custGeom>
              <a:avLst/>
              <a:gdLst/>
              <a:ahLst/>
              <a:cxnLst/>
              <a:rect l="l" t="t" r="r" b="b"/>
              <a:pathLst>
                <a:path w="130254" h="148329" extrusionOk="0">
                  <a:moveTo>
                    <a:pt x="130254" y="0"/>
                  </a:moveTo>
                  <a:cubicBezTo>
                    <a:pt x="90641" y="0"/>
                    <a:pt x="69506" y="34788"/>
                    <a:pt x="50871" y="65485"/>
                  </a:cubicBezTo>
                  <a:cubicBezTo>
                    <a:pt x="32725" y="95360"/>
                    <a:pt x="19404" y="114939"/>
                    <a:pt x="0" y="114939"/>
                  </a:cubicBezTo>
                  <a:cubicBezTo>
                    <a:pt x="9213" y="114939"/>
                    <a:pt x="16695" y="122421"/>
                    <a:pt x="16695" y="131634"/>
                  </a:cubicBezTo>
                  <a:cubicBezTo>
                    <a:pt x="16695" y="140846"/>
                    <a:pt x="9213" y="148328"/>
                    <a:pt x="0" y="148328"/>
                  </a:cubicBezTo>
                  <a:cubicBezTo>
                    <a:pt x="39630" y="148328"/>
                    <a:pt x="60765" y="113541"/>
                    <a:pt x="79400" y="82844"/>
                  </a:cubicBezTo>
                  <a:cubicBezTo>
                    <a:pt x="97528" y="52951"/>
                    <a:pt x="110867" y="33372"/>
                    <a:pt x="130254" y="33372"/>
                  </a:cubicBezTo>
                  <a:cubicBezTo>
                    <a:pt x="121041" y="33075"/>
                    <a:pt x="113804" y="25383"/>
                    <a:pt x="114083" y="16170"/>
                  </a:cubicBezTo>
                  <a:cubicBezTo>
                    <a:pt x="114346" y="7360"/>
                    <a:pt x="121425" y="280"/>
                    <a:pt x="130254"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3" name="Google Shape;5233;p72"/>
            <p:cNvSpPr/>
            <p:nvPr/>
          </p:nvSpPr>
          <p:spPr>
            <a:xfrm>
              <a:off x="238125" y="2853750"/>
              <a:ext cx="2358675" cy="1853475"/>
            </a:xfrm>
            <a:custGeom>
              <a:avLst/>
              <a:gdLst/>
              <a:ahLst/>
              <a:cxnLst/>
              <a:rect l="l" t="t" r="r" b="b"/>
              <a:pathLst>
                <a:path w="94347" h="74139" extrusionOk="0">
                  <a:moveTo>
                    <a:pt x="33354" y="1"/>
                  </a:moveTo>
                  <a:cubicBezTo>
                    <a:pt x="33354" y="9196"/>
                    <a:pt x="25872" y="16661"/>
                    <a:pt x="16642" y="16661"/>
                  </a:cubicBezTo>
                  <a:cubicBezTo>
                    <a:pt x="7482" y="16661"/>
                    <a:pt x="0" y="9196"/>
                    <a:pt x="0" y="1"/>
                  </a:cubicBezTo>
                  <a:lnTo>
                    <a:pt x="0" y="1"/>
                  </a:lnTo>
                  <a:cubicBezTo>
                    <a:pt x="0" y="40872"/>
                    <a:pt x="34858" y="74139"/>
                    <a:pt x="77670" y="74139"/>
                  </a:cubicBezTo>
                  <a:cubicBezTo>
                    <a:pt x="86882" y="74139"/>
                    <a:pt x="94347" y="66657"/>
                    <a:pt x="94347" y="57444"/>
                  </a:cubicBezTo>
                  <a:cubicBezTo>
                    <a:pt x="94347" y="48214"/>
                    <a:pt x="86882" y="40767"/>
                    <a:pt x="77670" y="40767"/>
                  </a:cubicBezTo>
                  <a:lnTo>
                    <a:pt x="77355" y="40767"/>
                  </a:lnTo>
                  <a:cubicBezTo>
                    <a:pt x="53073" y="40610"/>
                    <a:pt x="33354" y="22394"/>
                    <a:pt x="33354"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4" name="Google Shape;5234;p72"/>
            <p:cNvSpPr/>
            <p:nvPr/>
          </p:nvSpPr>
          <p:spPr>
            <a:xfrm>
              <a:off x="238125" y="999450"/>
              <a:ext cx="1942200" cy="2270400"/>
            </a:xfrm>
            <a:custGeom>
              <a:avLst/>
              <a:gdLst/>
              <a:ahLst/>
              <a:cxnLst/>
              <a:rect l="l" t="t" r="r" b="b"/>
              <a:pathLst>
                <a:path w="77688" h="90816" extrusionOk="0">
                  <a:moveTo>
                    <a:pt x="77687" y="0"/>
                  </a:moveTo>
                  <a:cubicBezTo>
                    <a:pt x="34858" y="0"/>
                    <a:pt x="0" y="33249"/>
                    <a:pt x="0" y="74138"/>
                  </a:cubicBezTo>
                  <a:cubicBezTo>
                    <a:pt x="0" y="83368"/>
                    <a:pt x="7482" y="90815"/>
                    <a:pt x="16695" y="90815"/>
                  </a:cubicBezTo>
                  <a:cubicBezTo>
                    <a:pt x="25925" y="90815"/>
                    <a:pt x="33372" y="83351"/>
                    <a:pt x="33389" y="74138"/>
                  </a:cubicBezTo>
                  <a:lnTo>
                    <a:pt x="33389" y="74120"/>
                  </a:lnTo>
                  <a:cubicBezTo>
                    <a:pt x="33389" y="51654"/>
                    <a:pt x="53222" y="33378"/>
                    <a:pt x="77639" y="33354"/>
                  </a:cubicBezTo>
                  <a:lnTo>
                    <a:pt x="77639" y="33354"/>
                  </a:lnTo>
                  <a:cubicBezTo>
                    <a:pt x="77644" y="33354"/>
                    <a:pt x="77650" y="33354"/>
                    <a:pt x="77655" y="33354"/>
                  </a:cubicBezTo>
                  <a:cubicBezTo>
                    <a:pt x="77666" y="33354"/>
                    <a:pt x="77676" y="33354"/>
                    <a:pt x="77687" y="33354"/>
                  </a:cubicBezTo>
                  <a:cubicBezTo>
                    <a:pt x="77671" y="33354"/>
                    <a:pt x="77655" y="33354"/>
                    <a:pt x="77639" y="33354"/>
                  </a:cubicBezTo>
                  <a:lnTo>
                    <a:pt x="77639" y="33354"/>
                  </a:lnTo>
                  <a:cubicBezTo>
                    <a:pt x="68431" y="33346"/>
                    <a:pt x="60992" y="25874"/>
                    <a:pt x="60992" y="16695"/>
                  </a:cubicBezTo>
                  <a:cubicBezTo>
                    <a:pt x="60992" y="7482"/>
                    <a:pt x="68457" y="0"/>
                    <a:pt x="77687"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5" name="Google Shape;5235;p72"/>
            <p:cNvSpPr/>
            <p:nvPr/>
          </p:nvSpPr>
          <p:spPr>
            <a:xfrm>
              <a:off x="3808250" y="2852875"/>
              <a:ext cx="25" cy="25"/>
            </a:xfrm>
            <a:custGeom>
              <a:avLst/>
              <a:gdLst/>
              <a:ahLst/>
              <a:cxnLst/>
              <a:rect l="l" t="t" r="r" b="b"/>
              <a:pathLst>
                <a:path w="1" h="1" extrusionOk="0">
                  <a:moveTo>
                    <a:pt x="0" y="1"/>
                  </a:moveTo>
                  <a:close/>
                </a:path>
              </a:pathLst>
            </a:custGeom>
            <a:solidFill>
              <a:srgbClr val="DB63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6" name="Google Shape;5236;p72"/>
            <p:cNvSpPr/>
            <p:nvPr/>
          </p:nvSpPr>
          <p:spPr>
            <a:xfrm>
              <a:off x="1762475" y="999450"/>
              <a:ext cx="2386250" cy="2044875"/>
            </a:xfrm>
            <a:custGeom>
              <a:avLst/>
              <a:gdLst/>
              <a:ahLst/>
              <a:cxnLst/>
              <a:rect l="l" t="t" r="r" b="b"/>
              <a:pathLst>
                <a:path w="95450" h="81795" extrusionOk="0">
                  <a:moveTo>
                    <a:pt x="16696" y="0"/>
                  </a:moveTo>
                  <a:cubicBezTo>
                    <a:pt x="7465" y="0"/>
                    <a:pt x="1" y="7482"/>
                    <a:pt x="1" y="16695"/>
                  </a:cubicBezTo>
                  <a:cubicBezTo>
                    <a:pt x="1" y="25925"/>
                    <a:pt x="7465" y="33389"/>
                    <a:pt x="16696" y="33389"/>
                  </a:cubicBezTo>
                  <a:cubicBezTo>
                    <a:pt x="36030" y="33389"/>
                    <a:pt x="49473" y="53038"/>
                    <a:pt x="66325" y="80781"/>
                  </a:cubicBezTo>
                  <a:cubicBezTo>
                    <a:pt x="66552" y="81130"/>
                    <a:pt x="66762" y="81463"/>
                    <a:pt x="67007" y="81795"/>
                  </a:cubicBezTo>
                  <a:cubicBezTo>
                    <a:pt x="63021" y="74086"/>
                    <a:pt x="65643" y="64471"/>
                    <a:pt x="73178" y="59891"/>
                  </a:cubicBezTo>
                  <a:cubicBezTo>
                    <a:pt x="75886" y="58251"/>
                    <a:pt x="78874" y="57469"/>
                    <a:pt x="81824" y="57469"/>
                  </a:cubicBezTo>
                  <a:cubicBezTo>
                    <a:pt x="87083" y="57469"/>
                    <a:pt x="92224" y="59953"/>
                    <a:pt x="95449" y="64488"/>
                  </a:cubicBezTo>
                  <a:cubicBezTo>
                    <a:pt x="95274" y="64139"/>
                    <a:pt x="95064" y="63789"/>
                    <a:pt x="94855" y="63439"/>
                  </a:cubicBezTo>
                  <a:cubicBezTo>
                    <a:pt x="77653" y="35190"/>
                    <a:pt x="56291" y="0"/>
                    <a:pt x="16696" y="0"/>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7" name="Google Shape;5237;p72"/>
            <p:cNvSpPr/>
            <p:nvPr/>
          </p:nvSpPr>
          <p:spPr>
            <a:xfrm>
              <a:off x="3338000" y="2435975"/>
              <a:ext cx="2101275" cy="2271250"/>
            </a:xfrm>
            <a:custGeom>
              <a:avLst/>
              <a:gdLst/>
              <a:ahLst/>
              <a:cxnLst/>
              <a:rect l="l" t="t" r="r" b="b"/>
              <a:pathLst>
                <a:path w="84051" h="90850" extrusionOk="0">
                  <a:moveTo>
                    <a:pt x="84011" y="57465"/>
                  </a:moveTo>
                  <a:cubicBezTo>
                    <a:pt x="83994" y="57465"/>
                    <a:pt x="83972" y="57469"/>
                    <a:pt x="83946" y="57478"/>
                  </a:cubicBezTo>
                  <a:lnTo>
                    <a:pt x="84050" y="57478"/>
                  </a:lnTo>
                  <a:cubicBezTo>
                    <a:pt x="84042" y="57469"/>
                    <a:pt x="84029" y="57465"/>
                    <a:pt x="84011" y="57465"/>
                  </a:cubicBezTo>
                  <a:close/>
                  <a:moveTo>
                    <a:pt x="18801" y="0"/>
                  </a:moveTo>
                  <a:cubicBezTo>
                    <a:pt x="15851" y="0"/>
                    <a:pt x="12864" y="784"/>
                    <a:pt x="10157" y="2430"/>
                  </a:cubicBezTo>
                  <a:cubicBezTo>
                    <a:pt x="2622" y="7027"/>
                    <a:pt x="0" y="16625"/>
                    <a:pt x="3986" y="24334"/>
                  </a:cubicBezTo>
                  <a:cubicBezTo>
                    <a:pt x="4161" y="24683"/>
                    <a:pt x="4370" y="25033"/>
                    <a:pt x="4563" y="25348"/>
                  </a:cubicBezTo>
                  <a:cubicBezTo>
                    <a:pt x="23198" y="56062"/>
                    <a:pt x="44333" y="90850"/>
                    <a:pt x="83963" y="90850"/>
                  </a:cubicBezTo>
                  <a:cubicBezTo>
                    <a:pt x="74750" y="90850"/>
                    <a:pt x="67268" y="83368"/>
                    <a:pt x="67268" y="74155"/>
                  </a:cubicBezTo>
                  <a:cubicBezTo>
                    <a:pt x="67268" y="64925"/>
                    <a:pt x="74750" y="57478"/>
                    <a:pt x="83946" y="57478"/>
                  </a:cubicBezTo>
                  <a:cubicBezTo>
                    <a:pt x="64541" y="57478"/>
                    <a:pt x="51220" y="37899"/>
                    <a:pt x="33075" y="8024"/>
                  </a:cubicBezTo>
                  <a:cubicBezTo>
                    <a:pt x="32865" y="7674"/>
                    <a:pt x="32638" y="7342"/>
                    <a:pt x="32428" y="7027"/>
                  </a:cubicBezTo>
                  <a:cubicBezTo>
                    <a:pt x="29202" y="2491"/>
                    <a:pt x="24061" y="0"/>
                    <a:pt x="18801"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8" name="Google Shape;5238;p72"/>
            <p:cNvSpPr/>
            <p:nvPr/>
          </p:nvSpPr>
          <p:spPr>
            <a:xfrm>
              <a:off x="5019250" y="2852875"/>
              <a:ext cx="2359150" cy="1854350"/>
            </a:xfrm>
            <a:custGeom>
              <a:avLst/>
              <a:gdLst/>
              <a:ahLst/>
              <a:cxnLst/>
              <a:rect l="l" t="t" r="r" b="b"/>
              <a:pathLst>
                <a:path w="94366" h="74174" extrusionOk="0">
                  <a:moveTo>
                    <a:pt x="94365" y="18"/>
                  </a:moveTo>
                  <a:cubicBezTo>
                    <a:pt x="94365" y="47"/>
                    <a:pt x="94365" y="76"/>
                    <a:pt x="94365" y="105"/>
                  </a:cubicBezTo>
                  <a:lnTo>
                    <a:pt x="94365" y="105"/>
                  </a:lnTo>
                  <a:cubicBezTo>
                    <a:pt x="94365" y="76"/>
                    <a:pt x="94365" y="47"/>
                    <a:pt x="94365" y="18"/>
                  </a:cubicBezTo>
                  <a:close/>
                  <a:moveTo>
                    <a:pt x="60993" y="1"/>
                  </a:moveTo>
                  <a:cubicBezTo>
                    <a:pt x="60993" y="22447"/>
                    <a:pt x="41187" y="40715"/>
                    <a:pt x="16800" y="40785"/>
                  </a:cubicBezTo>
                  <a:lnTo>
                    <a:pt x="16696" y="40785"/>
                  </a:lnTo>
                  <a:cubicBezTo>
                    <a:pt x="7465" y="40785"/>
                    <a:pt x="1" y="48249"/>
                    <a:pt x="1" y="57479"/>
                  </a:cubicBezTo>
                  <a:cubicBezTo>
                    <a:pt x="1" y="66692"/>
                    <a:pt x="7483" y="74174"/>
                    <a:pt x="16696" y="74174"/>
                  </a:cubicBezTo>
                  <a:cubicBezTo>
                    <a:pt x="59495" y="74174"/>
                    <a:pt x="94316" y="40954"/>
                    <a:pt x="94365" y="105"/>
                  </a:cubicBezTo>
                  <a:lnTo>
                    <a:pt x="94365" y="105"/>
                  </a:lnTo>
                  <a:cubicBezTo>
                    <a:pt x="94336" y="9278"/>
                    <a:pt x="86872" y="16696"/>
                    <a:pt x="77688" y="16696"/>
                  </a:cubicBezTo>
                  <a:cubicBezTo>
                    <a:pt x="68458" y="16696"/>
                    <a:pt x="60993" y="9231"/>
                    <a:pt x="6099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9" name="Google Shape;5239;p72"/>
            <p:cNvSpPr/>
            <p:nvPr/>
          </p:nvSpPr>
          <p:spPr>
            <a:xfrm>
              <a:off x="5025375" y="999450"/>
              <a:ext cx="2353450" cy="2270825"/>
            </a:xfrm>
            <a:custGeom>
              <a:avLst/>
              <a:gdLst/>
              <a:ahLst/>
              <a:cxnLst/>
              <a:rect l="l" t="t" r="r" b="b"/>
              <a:pathLst>
                <a:path w="94138" h="90833" extrusionOk="0">
                  <a:moveTo>
                    <a:pt x="16451" y="0"/>
                  </a:moveTo>
                  <a:cubicBezTo>
                    <a:pt x="7640" y="280"/>
                    <a:pt x="560" y="7360"/>
                    <a:pt x="280" y="16170"/>
                  </a:cubicBezTo>
                  <a:cubicBezTo>
                    <a:pt x="1" y="25400"/>
                    <a:pt x="7238" y="33092"/>
                    <a:pt x="16451" y="33372"/>
                  </a:cubicBezTo>
                  <a:lnTo>
                    <a:pt x="16520" y="33372"/>
                  </a:lnTo>
                  <a:cubicBezTo>
                    <a:pt x="40907" y="33389"/>
                    <a:pt x="60748" y="51675"/>
                    <a:pt x="60748" y="74138"/>
                  </a:cubicBezTo>
                  <a:cubicBezTo>
                    <a:pt x="60748" y="83368"/>
                    <a:pt x="68213" y="90833"/>
                    <a:pt x="77443" y="90833"/>
                  </a:cubicBezTo>
                  <a:cubicBezTo>
                    <a:pt x="86656" y="90833"/>
                    <a:pt x="94138" y="83368"/>
                    <a:pt x="94138" y="74138"/>
                  </a:cubicBezTo>
                  <a:cubicBezTo>
                    <a:pt x="94138" y="33249"/>
                    <a:pt x="59280" y="0"/>
                    <a:pt x="1645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Movie Maker Animation Studios Style Workshop by Slidesgo">
  <a:themeElements>
    <a:clrScheme name="Simple Light">
      <a:dk1>
        <a:srgbClr val="FFFFFF"/>
      </a:dk1>
      <a:lt1>
        <a:srgbClr val="FFFFFF"/>
      </a:lt1>
      <a:dk2>
        <a:srgbClr val="3A2345"/>
      </a:dk2>
      <a:lt2>
        <a:srgbClr val="FFFFFF"/>
      </a:lt2>
      <a:accent1>
        <a:srgbClr val="FFD966"/>
      </a:accent1>
      <a:accent2>
        <a:srgbClr val="FE8327"/>
      </a:accent2>
      <a:accent3>
        <a:srgbClr val="C5143A"/>
      </a:accent3>
      <a:accent4>
        <a:srgbClr val="9253A7"/>
      </a:accent4>
      <a:accent5>
        <a:srgbClr val="999999"/>
      </a:accent5>
      <a:accent6>
        <a:srgbClr val="000000"/>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309</TotalTime>
  <Words>1288</Words>
  <Application>Microsoft Office PowerPoint</Application>
  <PresentationFormat>On-screen Show (16:9)</PresentationFormat>
  <Paragraphs>218</Paragraphs>
  <Slides>39</Slides>
  <Notes>38</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39</vt:i4>
      </vt:variant>
    </vt:vector>
  </HeadingPairs>
  <TitlesOfParts>
    <vt:vector size="49" baseType="lpstr">
      <vt:lpstr>Proxima Nova Semibold</vt:lpstr>
      <vt:lpstr>Righteous</vt:lpstr>
      <vt:lpstr>Calibri</vt:lpstr>
      <vt:lpstr>Comic Neue</vt:lpstr>
      <vt:lpstr>Bebas Neue</vt:lpstr>
      <vt:lpstr>Proxima Nova</vt:lpstr>
      <vt:lpstr>Roboto Medium</vt:lpstr>
      <vt:lpstr>Arial</vt:lpstr>
      <vt:lpstr>Movie Maker Animation Studios Style Workshop by Slidesgo</vt:lpstr>
      <vt:lpstr>Slidesgo Final Pages</vt:lpstr>
      <vt:lpstr>Auditions Analysis System</vt:lpstr>
      <vt:lpstr>Architecture Recap</vt:lpstr>
      <vt:lpstr>Implementation Overview</vt:lpstr>
      <vt:lpstr>Overview</vt:lpstr>
      <vt:lpstr>Implementation Overview – System Workflow</vt:lpstr>
      <vt:lpstr>Functional Coverage Mapping</vt:lpstr>
      <vt:lpstr>Code Structure &amp; Core Modules</vt:lpstr>
      <vt:lpstr>Architecture vs Implementation Alignment</vt:lpstr>
      <vt:lpstr>Design Rationale &amp; Technical Background</vt:lpstr>
      <vt:lpstr>Design Rationale - Architecture</vt:lpstr>
      <vt:lpstr>Alternatives Acknowledgement</vt:lpstr>
      <vt:lpstr>Evaluation Methodology</vt:lpstr>
      <vt:lpstr>System Stability &amp; Risks</vt:lpstr>
      <vt:lpstr>Challenges &amp; Next Steps</vt:lpstr>
      <vt:lpstr>Live Demo</vt:lpstr>
      <vt:lpstr>CONTENTS OF THIS TEMPLATE</vt:lpstr>
      <vt:lpstr>Theoretical lesson</vt:lpstr>
      <vt:lpstr>INTRODUCTION</vt:lpstr>
      <vt:lpstr>IMPORTANT LESSON</vt:lpstr>
      <vt:lpstr>WHAT IS THIS TOPIC ABOUT?</vt:lpstr>
      <vt:lpstr>Mercury</vt:lpstr>
      <vt:lpstr>Mercury</vt:lpstr>
      <vt:lpstr>Mercury</vt:lpstr>
      <vt:lpstr>RECOMMENDATIONS</vt:lpstr>
      <vt:lpstr>AWESOME WORDS</vt:lpstr>
      <vt:lpstr>A PICTURE IS WORTH A THOUSAND WORDS</vt:lpstr>
      <vt:lpstr>A PICTURE ALWAYS REINFORCES THE CONCEPT</vt:lpstr>
      <vt:lpstr>DESKTOP SOFTWARE</vt:lpstr>
      <vt:lpstr>150,000</vt:lpstr>
      <vt:lpstr>9h 55m 23s</vt:lpstr>
      <vt:lpstr>MOVIE PRODUCTION TIMELINE</vt:lpstr>
      <vt:lpstr>PRACTICAL EXERCISE</vt:lpstr>
      <vt:lpstr>TOPIC DATA</vt:lpstr>
      <vt:lpstr>INTERNATIONAL WORKSHOP</vt:lpstr>
      <vt:lpstr>FILLED CINEMA ICON PACK</vt:lpstr>
      <vt:lpstr>ALTERNATIVE RESOURCES</vt:lpstr>
      <vt:lpstr>ALTERNATIVE RESOURCES</vt:lpstr>
      <vt:lpstr>RESOURCES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MOVIE MAKER ANIMATION STUDIOS STYLE</dc:title>
  <cp:lastModifiedBy>Mira William</cp:lastModifiedBy>
  <cp:revision>20</cp:revision>
  <dcterms:modified xsi:type="dcterms:W3CDTF">2026-03-28T00:23:18Z</dcterms:modified>
</cp:coreProperties>
</file>