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41"/>
  </p:notesMasterIdLst>
  <p:sldIdLst>
    <p:sldId id="256" r:id="rId3"/>
    <p:sldId id="261" r:id="rId4"/>
    <p:sldId id="277" r:id="rId5"/>
    <p:sldId id="270" r:id="rId6"/>
    <p:sldId id="269" r:id="rId7"/>
    <p:sldId id="303" r:id="rId8"/>
    <p:sldId id="295" r:id="rId9"/>
    <p:sldId id="264" r:id="rId10"/>
    <p:sldId id="296" r:id="rId11"/>
    <p:sldId id="260" r:id="rId12"/>
    <p:sldId id="297" r:id="rId13"/>
    <p:sldId id="298" r:id="rId14"/>
    <p:sldId id="259" r:id="rId15"/>
    <p:sldId id="276" r:id="rId16"/>
    <p:sldId id="304" r:id="rId17"/>
    <p:sldId id="299" r:id="rId18"/>
    <p:sldId id="265" r:id="rId19"/>
    <p:sldId id="300" r:id="rId20"/>
    <p:sldId id="284" r:id="rId21"/>
    <p:sldId id="285" r:id="rId22"/>
    <p:sldId id="302" r:id="rId23"/>
    <p:sldId id="257" r:id="rId24"/>
    <p:sldId id="258" r:id="rId25"/>
    <p:sldId id="262" r:id="rId26"/>
    <p:sldId id="263" r:id="rId27"/>
    <p:sldId id="266" r:id="rId28"/>
    <p:sldId id="267" r:id="rId29"/>
    <p:sldId id="268" r:id="rId30"/>
    <p:sldId id="272" r:id="rId31"/>
    <p:sldId id="273" r:id="rId32"/>
    <p:sldId id="274" r:id="rId33"/>
    <p:sldId id="275" r:id="rId34"/>
    <p:sldId id="278" r:id="rId35"/>
    <p:sldId id="279" r:id="rId36"/>
    <p:sldId id="280" r:id="rId37"/>
    <p:sldId id="282" r:id="rId38"/>
    <p:sldId id="283" r:id="rId39"/>
    <p:sldId id="294" r:id="rId40"/>
  </p:sldIdLst>
  <p:sldSz cx="9144000" cy="5143500" type="screen16x9"/>
  <p:notesSz cx="6858000" cy="9144000"/>
  <p:embeddedFontLst>
    <p:embeddedFont>
      <p:font typeface="Roboto Medium" panose="020B0604020202020204" charset="0"/>
      <p:regular r:id="rId42"/>
      <p:bold r:id="rId43"/>
      <p:italic r:id="rId44"/>
      <p:boldItalic r:id="rId45"/>
    </p:embeddedFont>
    <p:embeddedFont>
      <p:font typeface="Righteous" panose="020B0604020202020204" charset="0"/>
      <p:regular r:id="rId46"/>
    </p:embeddedFont>
    <p:embeddedFont>
      <p:font typeface="Proxima Nova" panose="020B0604020202020204" charset="0"/>
      <p:regular r:id="rId47"/>
      <p:bold r:id="rId48"/>
      <p:italic r:id="rId49"/>
      <p:boldItalic r:id="rId50"/>
    </p:embeddedFont>
    <p:embeddedFont>
      <p:font typeface="Comic Neue" panose="020B0604020202020204" charset="0"/>
      <p:regular r:id="rId51"/>
      <p:bold r:id="rId52"/>
      <p:italic r:id="rId53"/>
      <p:boldItalic r:id="rId54"/>
    </p:embeddedFont>
    <p:embeddedFont>
      <p:font typeface="Proxima Nova Semibold" panose="020B0604020202020204" charset="0"/>
      <p:regular r:id="rId55"/>
      <p:bold r:id="rId56"/>
      <p:boldItalic r:id="rId57"/>
    </p:embeddedFont>
    <p:embeddedFont>
      <p:font typeface="Calibri" panose="020F0502020204030204" pitchFamily="34" charset="0"/>
      <p:regular r:id="rId58"/>
      <p:bold r:id="rId59"/>
      <p:italic r:id="rId60"/>
      <p:boldItalic r:id="rId61"/>
    </p:embeddedFont>
    <p:embeddedFont>
      <p:font typeface="Bebas Neue" panose="020B0604020202020204" charset="0"/>
      <p:regular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showGuides="1">
      <p:cViewPr varScale="1">
        <p:scale>
          <a:sx n="112" d="100"/>
          <a:sy n="112" d="100"/>
        </p:scale>
        <p:origin x="538"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font" Target="fonts/font17.fntdata"/><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font" Target="fonts/font20.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1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5.fntdata"/><Relationship Id="rId59" Type="http://schemas.openxmlformats.org/officeDocument/2006/relationships/font" Target="fonts/font18.fntdata"/><Relationship Id="rId20" Type="http://schemas.openxmlformats.org/officeDocument/2006/relationships/slide" Target="slides/slide18.xml"/><Relationship Id="rId41" Type="http://schemas.openxmlformats.org/officeDocument/2006/relationships/notesMaster" Target="notesMasters/notesMaster1.xml"/><Relationship Id="rId54" Type="http://schemas.openxmlformats.org/officeDocument/2006/relationships/font" Target="fonts/font13.fntdata"/><Relationship Id="rId62" Type="http://schemas.openxmlformats.org/officeDocument/2006/relationships/font" Target="fonts/font21.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font" Target="fonts/font19.fntdata"/><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5.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2.png"/><Relationship Id="rId6" Type="http://schemas.openxmlformats.org/officeDocument/2006/relationships/image" Target="../media/image6.svg"/><Relationship Id="rId11" Type="http://schemas.openxmlformats.org/officeDocument/2006/relationships/image" Target="../media/image17.png"/><Relationship Id="rId5" Type="http://schemas.openxmlformats.org/officeDocument/2006/relationships/image" Target="../media/image14.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6.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5.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2.png"/><Relationship Id="rId6" Type="http://schemas.openxmlformats.org/officeDocument/2006/relationships/image" Target="../media/image6.svg"/><Relationship Id="rId11" Type="http://schemas.openxmlformats.org/officeDocument/2006/relationships/image" Target="../media/image17.png"/><Relationship Id="rId5" Type="http://schemas.openxmlformats.org/officeDocument/2006/relationships/image" Target="../media/image14.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6.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a:solidFill>
                <a:srgbClr val="0070C0"/>
              </a:solidFill>
            </a:rPr>
            <a:t>Accepts video input (live camera or recorded)</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Accepts video input (live camera or recorded)</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ecc07f8bc7_0_8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ecc07f8bc7_0_8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394329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ecaf1dbea9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ecaf1dbea9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ecc07f8bc7_0_9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ecc07f8bc7_0_9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ecc07f8bc7_0_9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ecc07f8bc7_0_9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ecaf1dbea9_0_1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ecaf1dbea9_0_1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eef566d8a0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eef566d8a0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eefd4d17d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eefd4d17d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0"/>
        <p:cNvGrpSpPr/>
        <p:nvPr/>
      </p:nvGrpSpPr>
      <p:grpSpPr>
        <a:xfrm>
          <a:off x="0" y="0"/>
          <a:ext cx="0" cy="0"/>
          <a:chOff x="0" y="0"/>
          <a:chExt cx="0" cy="0"/>
        </a:xfrm>
      </p:grpSpPr>
      <p:sp>
        <p:nvSpPr>
          <p:cNvPr id="701" name="Google Shape;701;geefd4d17d7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2" name="Google Shape;702;geefd4d17d7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eef566d8a0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eef566d8a0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eef566d8a0_1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eef566d8a0_1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8"/>
        <p:cNvGrpSpPr/>
        <p:nvPr/>
      </p:nvGrpSpPr>
      <p:grpSpPr>
        <a:xfrm>
          <a:off x="0" y="0"/>
          <a:ext cx="0" cy="0"/>
          <a:chOff x="0" y="0"/>
          <a:chExt cx="0" cy="0"/>
        </a:xfrm>
      </p:grpSpPr>
      <p:sp>
        <p:nvSpPr>
          <p:cNvPr id="819" name="Google Shape;819;geef566d8a0_1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0" name="Google Shape;820;geef566d8a0_1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eea622f044_0_18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eea622f044_0_18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7"/>
        <p:cNvGrpSpPr/>
        <p:nvPr/>
      </p:nvGrpSpPr>
      <p:grpSpPr>
        <a:xfrm>
          <a:off x="0" y="0"/>
          <a:ext cx="0" cy="0"/>
          <a:chOff x="0" y="0"/>
          <a:chExt cx="0" cy="0"/>
        </a:xfrm>
      </p:grpSpPr>
      <p:sp>
        <p:nvSpPr>
          <p:cNvPr id="1038" name="Google Shape;1038;geefd4d17d7_1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9" name="Google Shape;1039;geefd4d17d7_1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5"/>
        <p:cNvGrpSpPr/>
        <p:nvPr/>
      </p:nvGrpSpPr>
      <p:grpSpPr>
        <a:xfrm>
          <a:off x="0" y="0"/>
          <a:ext cx="0" cy="0"/>
          <a:chOff x="0" y="0"/>
          <a:chExt cx="0" cy="0"/>
        </a:xfrm>
      </p:grpSpPr>
      <p:sp>
        <p:nvSpPr>
          <p:cNvPr id="4836" name="Google Shape;4836;geea622f044_0_130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37" name="Google Shape;4837;geea622f044_0_130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6"/>
        <p:cNvGrpSpPr/>
        <p:nvPr/>
      </p:nvGrpSpPr>
      <p:grpSpPr>
        <a:xfrm>
          <a:off x="0" y="0"/>
          <a:ext cx="0" cy="0"/>
          <a:chOff x="0" y="0"/>
          <a:chExt cx="0" cy="0"/>
        </a:xfrm>
      </p:grpSpPr>
      <p:pic>
        <p:nvPicPr>
          <p:cNvPr id="67" name="Google Shape;67;p6"/>
          <p:cNvPicPr preferRelativeResize="0"/>
          <p:nvPr/>
        </p:nvPicPr>
        <p:blipFill>
          <a:blip r:embed="rId2">
            <a:alphaModFix/>
          </a:blip>
          <a:stretch>
            <a:fillRect/>
          </a:stretch>
        </p:blipFill>
        <p:spPr>
          <a:xfrm>
            <a:off x="-60662" y="-34126"/>
            <a:ext cx="9265325" cy="5211751"/>
          </a:xfrm>
          <a:prstGeom prst="rect">
            <a:avLst/>
          </a:prstGeom>
          <a:noFill/>
          <a:ln>
            <a:noFill/>
          </a:ln>
        </p:spPr>
      </p:pic>
      <p:sp>
        <p:nvSpPr>
          <p:cNvPr id="68" name="Google Shape;68;p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69" name="Google Shape;69;p6"/>
          <p:cNvGrpSpPr/>
          <p:nvPr/>
        </p:nvGrpSpPr>
        <p:grpSpPr>
          <a:xfrm>
            <a:off x="433300" y="880932"/>
            <a:ext cx="8130275" cy="3954494"/>
            <a:chOff x="433300" y="880932"/>
            <a:chExt cx="8130275" cy="3954494"/>
          </a:xfrm>
        </p:grpSpPr>
        <p:sp>
          <p:nvSpPr>
            <p:cNvPr id="70" name="Google Shape;70;p6"/>
            <p:cNvSpPr/>
            <p:nvPr/>
          </p:nvSpPr>
          <p:spPr>
            <a:xfrm flipH="1">
              <a:off x="8454375"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6"/>
            <p:cNvSpPr/>
            <p:nvPr/>
          </p:nvSpPr>
          <p:spPr>
            <a:xfrm flipH="1">
              <a:off x="7996050" y="1634900"/>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6"/>
            <p:cNvSpPr/>
            <p:nvPr/>
          </p:nvSpPr>
          <p:spPr>
            <a:xfrm flipH="1">
              <a:off x="8124450" y="3348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flipH="1">
              <a:off x="5704350" y="44717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6"/>
            <p:cNvSpPr/>
            <p:nvPr/>
          </p:nvSpPr>
          <p:spPr>
            <a:xfrm flipH="1">
              <a:off x="1085825"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6"/>
            <p:cNvSpPr/>
            <p:nvPr/>
          </p:nvSpPr>
          <p:spPr>
            <a:xfrm flipH="1">
              <a:off x="433300"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6"/>
            <p:cNvSpPr/>
            <p:nvPr/>
          </p:nvSpPr>
          <p:spPr>
            <a:xfrm flipH="1">
              <a:off x="604375"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6"/>
            <p:cNvSpPr/>
            <p:nvPr/>
          </p:nvSpPr>
          <p:spPr>
            <a:xfrm flipH="1">
              <a:off x="3268275" y="469862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92"/>
        <p:cNvGrpSpPr/>
        <p:nvPr/>
      </p:nvGrpSpPr>
      <p:grpSpPr>
        <a:xfrm>
          <a:off x="0" y="0"/>
          <a:ext cx="0" cy="0"/>
          <a:chOff x="0" y="0"/>
          <a:chExt cx="0" cy="0"/>
        </a:xfrm>
      </p:grpSpPr>
      <p:pic>
        <p:nvPicPr>
          <p:cNvPr id="93" name="Google Shape;93;p8"/>
          <p:cNvPicPr preferRelativeResize="0"/>
          <p:nvPr/>
        </p:nvPicPr>
        <p:blipFill>
          <a:blip r:embed="rId2">
            <a:alphaModFix/>
          </a:blip>
          <a:stretch>
            <a:fillRect/>
          </a:stretch>
        </p:blipFill>
        <p:spPr>
          <a:xfrm>
            <a:off x="-66499" y="-60663"/>
            <a:ext cx="9276999" cy="5264826"/>
          </a:xfrm>
          <a:prstGeom prst="rect">
            <a:avLst/>
          </a:prstGeom>
          <a:noFill/>
          <a:ln>
            <a:noFill/>
          </a:ln>
        </p:spPr>
      </p:pic>
      <p:sp>
        <p:nvSpPr>
          <p:cNvPr id="94" name="Google Shape;94;p8"/>
          <p:cNvSpPr txBox="1">
            <a:spLocks noGrp="1"/>
          </p:cNvSpPr>
          <p:nvPr>
            <p:ph type="title"/>
          </p:nvPr>
        </p:nvSpPr>
        <p:spPr>
          <a:xfrm>
            <a:off x="995400" y="1003950"/>
            <a:ext cx="7153200" cy="31356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8500">
                <a:solidFill>
                  <a:schemeClr val="lt2"/>
                </a:solidFill>
              </a:defRPr>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95" name="Google Shape;95;p8"/>
          <p:cNvGrpSpPr/>
          <p:nvPr/>
        </p:nvGrpSpPr>
        <p:grpSpPr>
          <a:xfrm>
            <a:off x="605925" y="636392"/>
            <a:ext cx="7478425" cy="3798933"/>
            <a:chOff x="605925" y="636392"/>
            <a:chExt cx="7478425" cy="3798933"/>
          </a:xfrm>
        </p:grpSpPr>
        <p:sp>
          <p:nvSpPr>
            <p:cNvPr id="96" name="Google Shape;96;p8"/>
            <p:cNvSpPr/>
            <p:nvPr/>
          </p:nvSpPr>
          <p:spPr>
            <a:xfrm>
              <a:off x="3624375"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8"/>
            <p:cNvSpPr/>
            <p:nvPr/>
          </p:nvSpPr>
          <p:spPr>
            <a:xfrm>
              <a:off x="7930150" y="939750"/>
              <a:ext cx="154200" cy="1932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8"/>
            <p:cNvSpPr/>
            <p:nvPr/>
          </p:nvSpPr>
          <p:spPr>
            <a:xfrm>
              <a:off x="3992875" y="6363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a:off x="7952650" y="27317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8"/>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8"/>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8"/>
            <p:cNvSpPr/>
            <p:nvPr/>
          </p:nvSpPr>
          <p:spPr>
            <a:xfrm>
              <a:off x="1496875" y="32793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8"/>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21"/>
        <p:cNvGrpSpPr/>
        <p:nvPr/>
      </p:nvGrpSpPr>
      <p:grpSpPr>
        <a:xfrm>
          <a:off x="0" y="0"/>
          <a:ext cx="0" cy="0"/>
          <a:chOff x="0" y="0"/>
          <a:chExt cx="0" cy="0"/>
        </a:xfrm>
      </p:grpSpPr>
      <p:pic>
        <p:nvPicPr>
          <p:cNvPr id="122" name="Google Shape;122;p11"/>
          <p:cNvPicPr preferRelativeResize="0"/>
          <p:nvPr/>
        </p:nvPicPr>
        <p:blipFill>
          <a:blip r:embed="rId2">
            <a:alphaModFix/>
          </a:blip>
          <a:stretch>
            <a:fillRect/>
          </a:stretch>
        </p:blipFill>
        <p:spPr>
          <a:xfrm>
            <a:off x="-96437" y="-64538"/>
            <a:ext cx="9336875" cy="5272576"/>
          </a:xfrm>
          <a:prstGeom prst="rect">
            <a:avLst/>
          </a:prstGeom>
          <a:noFill/>
          <a:ln>
            <a:noFill/>
          </a:ln>
        </p:spPr>
      </p:pic>
      <p:sp>
        <p:nvSpPr>
          <p:cNvPr id="123" name="Google Shape;123;p11"/>
          <p:cNvSpPr txBox="1">
            <a:spLocks noGrp="1"/>
          </p:cNvSpPr>
          <p:nvPr>
            <p:ph type="title" hasCustomPrompt="1"/>
          </p:nvPr>
        </p:nvSpPr>
        <p:spPr>
          <a:xfrm>
            <a:off x="1284000" y="1558475"/>
            <a:ext cx="6576000" cy="15111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11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4" name="Google Shape;124;p11"/>
          <p:cNvSpPr txBox="1">
            <a:spLocks noGrp="1"/>
          </p:cNvSpPr>
          <p:nvPr>
            <p:ph type="subTitle" idx="1"/>
          </p:nvPr>
        </p:nvSpPr>
        <p:spPr>
          <a:xfrm>
            <a:off x="1284000" y="3069625"/>
            <a:ext cx="6576000" cy="444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125" name="Google Shape;125;p11"/>
          <p:cNvGrpSpPr/>
          <p:nvPr/>
        </p:nvGrpSpPr>
        <p:grpSpPr>
          <a:xfrm>
            <a:off x="682125" y="430125"/>
            <a:ext cx="7402225" cy="4005200"/>
            <a:chOff x="682125" y="430125"/>
            <a:chExt cx="7402225" cy="4005200"/>
          </a:xfrm>
        </p:grpSpPr>
        <p:sp>
          <p:nvSpPr>
            <p:cNvPr id="126" name="Google Shape;126;p11"/>
            <p:cNvSpPr/>
            <p:nvPr/>
          </p:nvSpPr>
          <p:spPr>
            <a:xfrm>
              <a:off x="3624375"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1"/>
            <p:cNvSpPr/>
            <p:nvPr/>
          </p:nvSpPr>
          <p:spPr>
            <a:xfrm>
              <a:off x="7930150" y="939750"/>
              <a:ext cx="154200" cy="1932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1"/>
            <p:cNvSpPr/>
            <p:nvPr/>
          </p:nvSpPr>
          <p:spPr>
            <a:xfrm>
              <a:off x="3992875" y="636404"/>
              <a:ext cx="302100" cy="37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1"/>
            <p:cNvSpPr/>
            <p:nvPr/>
          </p:nvSpPr>
          <p:spPr>
            <a:xfrm>
              <a:off x="7952650" y="27317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11"/>
            <p:cNvSpPr/>
            <p:nvPr/>
          </p:nvSpPr>
          <p:spPr>
            <a:xfrm>
              <a:off x="1723900" y="430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11"/>
            <p:cNvSpPr/>
            <p:nvPr/>
          </p:nvSpPr>
          <p:spPr>
            <a:xfrm>
              <a:off x="682125" y="2582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1"/>
            <p:cNvSpPr/>
            <p:nvPr/>
          </p:nvSpPr>
          <p:spPr>
            <a:xfrm>
              <a:off x="1425750" y="351422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1"/>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1"/>
            <p:cNvSpPr/>
            <p:nvPr/>
          </p:nvSpPr>
          <p:spPr>
            <a:xfrm>
              <a:off x="4953150" y="96795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BLANK_1_1_1_3_1">
    <p:spTree>
      <p:nvGrpSpPr>
        <p:cNvPr id="1" name="Shape 219"/>
        <p:cNvGrpSpPr/>
        <p:nvPr/>
      </p:nvGrpSpPr>
      <p:grpSpPr>
        <a:xfrm>
          <a:off x="0" y="0"/>
          <a:ext cx="0" cy="0"/>
          <a:chOff x="0" y="0"/>
          <a:chExt cx="0" cy="0"/>
        </a:xfrm>
      </p:grpSpPr>
      <p:pic>
        <p:nvPicPr>
          <p:cNvPr id="220" name="Google Shape;220;p18"/>
          <p:cNvPicPr preferRelativeResize="0"/>
          <p:nvPr/>
        </p:nvPicPr>
        <p:blipFill>
          <a:blip r:embed="rId2">
            <a:alphaModFix/>
          </a:blip>
          <a:stretch>
            <a:fillRect/>
          </a:stretch>
        </p:blipFill>
        <p:spPr>
          <a:xfrm>
            <a:off x="-60662" y="-34126"/>
            <a:ext cx="9265325" cy="5211751"/>
          </a:xfrm>
          <a:prstGeom prst="rect">
            <a:avLst/>
          </a:prstGeom>
          <a:noFill/>
          <a:ln>
            <a:noFill/>
          </a:ln>
        </p:spPr>
      </p:pic>
      <p:sp>
        <p:nvSpPr>
          <p:cNvPr id="221" name="Google Shape;221;p18"/>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22" name="Google Shape;222;p18"/>
          <p:cNvGrpSpPr/>
          <p:nvPr/>
        </p:nvGrpSpPr>
        <p:grpSpPr>
          <a:xfrm>
            <a:off x="280900" y="880932"/>
            <a:ext cx="8524250" cy="4000843"/>
            <a:chOff x="280900" y="880932"/>
            <a:chExt cx="8524250" cy="4000843"/>
          </a:xfrm>
        </p:grpSpPr>
        <p:sp>
          <p:nvSpPr>
            <p:cNvPr id="223" name="Google Shape;223;p18"/>
            <p:cNvSpPr/>
            <p:nvPr/>
          </p:nvSpPr>
          <p:spPr>
            <a:xfrm flipH="1">
              <a:off x="8454375"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8"/>
            <p:cNvSpPr/>
            <p:nvPr/>
          </p:nvSpPr>
          <p:spPr>
            <a:xfrm flipH="1">
              <a:off x="8695950" y="2942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8"/>
            <p:cNvSpPr/>
            <p:nvPr/>
          </p:nvSpPr>
          <p:spPr>
            <a:xfrm flipH="1">
              <a:off x="6402825" y="465227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8"/>
            <p:cNvSpPr/>
            <p:nvPr/>
          </p:nvSpPr>
          <p:spPr>
            <a:xfrm flipH="1">
              <a:off x="1085825"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8"/>
            <p:cNvSpPr/>
            <p:nvPr/>
          </p:nvSpPr>
          <p:spPr>
            <a:xfrm flipH="1">
              <a:off x="280900"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8"/>
            <p:cNvSpPr/>
            <p:nvPr/>
          </p:nvSpPr>
          <p:spPr>
            <a:xfrm flipH="1">
              <a:off x="451975"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8"/>
            <p:cNvSpPr/>
            <p:nvPr/>
          </p:nvSpPr>
          <p:spPr>
            <a:xfrm flipH="1">
              <a:off x="3268275" y="469862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1_1">
    <p:spTree>
      <p:nvGrpSpPr>
        <p:cNvPr id="1" name="Shape 244"/>
        <p:cNvGrpSpPr/>
        <p:nvPr/>
      </p:nvGrpSpPr>
      <p:grpSpPr>
        <a:xfrm>
          <a:off x="0" y="0"/>
          <a:ext cx="0" cy="0"/>
          <a:chOff x="0" y="0"/>
          <a:chExt cx="0" cy="0"/>
        </a:xfrm>
      </p:grpSpPr>
      <p:pic>
        <p:nvPicPr>
          <p:cNvPr id="245" name="Google Shape;245;p20"/>
          <p:cNvPicPr preferRelativeResize="0"/>
          <p:nvPr/>
        </p:nvPicPr>
        <p:blipFill>
          <a:blip r:embed="rId2">
            <a:alphaModFix/>
          </a:blip>
          <a:stretch>
            <a:fillRect/>
          </a:stretch>
        </p:blipFill>
        <p:spPr>
          <a:xfrm>
            <a:off x="-64449" y="-36250"/>
            <a:ext cx="9272899" cy="5216000"/>
          </a:xfrm>
          <a:prstGeom prst="rect">
            <a:avLst/>
          </a:prstGeom>
          <a:noFill/>
          <a:ln>
            <a:noFill/>
          </a:ln>
        </p:spPr>
      </p:pic>
      <p:sp>
        <p:nvSpPr>
          <p:cNvPr id="246" name="Google Shape;246;p20"/>
          <p:cNvSpPr txBox="1">
            <a:spLocks noGrp="1"/>
          </p:cNvSpPr>
          <p:nvPr>
            <p:ph type="subTitle" idx="1"/>
          </p:nvPr>
        </p:nvSpPr>
        <p:spPr>
          <a:xfrm>
            <a:off x="791300" y="2744425"/>
            <a:ext cx="3447300" cy="82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7" name="Google Shape;247;p20"/>
          <p:cNvSpPr txBox="1">
            <a:spLocks noGrp="1"/>
          </p:cNvSpPr>
          <p:nvPr>
            <p:ph type="title"/>
          </p:nvPr>
        </p:nvSpPr>
        <p:spPr>
          <a:xfrm>
            <a:off x="791300" y="1577375"/>
            <a:ext cx="3447300" cy="1132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48" name="Google Shape;248;p20"/>
          <p:cNvGrpSpPr/>
          <p:nvPr/>
        </p:nvGrpSpPr>
        <p:grpSpPr>
          <a:xfrm>
            <a:off x="895225" y="568700"/>
            <a:ext cx="7905200" cy="3820300"/>
            <a:chOff x="895225" y="568700"/>
            <a:chExt cx="7905200" cy="3820300"/>
          </a:xfrm>
        </p:grpSpPr>
        <p:sp>
          <p:nvSpPr>
            <p:cNvPr id="249" name="Google Shape;249;p20"/>
            <p:cNvSpPr/>
            <p:nvPr/>
          </p:nvSpPr>
          <p:spPr>
            <a:xfrm>
              <a:off x="8691225" y="195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 name="Google Shape;250;p20"/>
            <p:cNvGrpSpPr/>
            <p:nvPr/>
          </p:nvGrpSpPr>
          <p:grpSpPr>
            <a:xfrm>
              <a:off x="895225" y="568700"/>
              <a:ext cx="7533675" cy="3820300"/>
              <a:chOff x="895225" y="568700"/>
              <a:chExt cx="7533675" cy="3820300"/>
            </a:xfrm>
          </p:grpSpPr>
          <p:sp>
            <p:nvSpPr>
              <p:cNvPr id="251" name="Google Shape;251;p20"/>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0"/>
              <p:cNvSpPr/>
              <p:nvPr/>
            </p:nvSpPr>
            <p:spPr>
              <a:xfrm>
                <a:off x="895225" y="108289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0"/>
              <p:cNvSpPr/>
              <p:nvPr/>
            </p:nvSpPr>
            <p:spPr>
              <a:xfrm>
                <a:off x="1412975" y="8272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0"/>
              <p:cNvSpPr/>
              <p:nvPr/>
            </p:nvSpPr>
            <p:spPr>
              <a:xfrm>
                <a:off x="7966300" y="3989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0"/>
              <p:cNvSpPr/>
              <p:nvPr/>
            </p:nvSpPr>
            <p:spPr>
              <a:xfrm>
                <a:off x="2544475" y="4252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0"/>
              <p:cNvSpPr/>
              <p:nvPr/>
            </p:nvSpPr>
            <p:spPr>
              <a:xfrm>
                <a:off x="4646900" y="406980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0"/>
              <p:cNvSpPr/>
              <p:nvPr/>
            </p:nvSpPr>
            <p:spPr>
              <a:xfrm>
                <a:off x="1065000" y="4020000"/>
                <a:ext cx="164100" cy="205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0"/>
              <p:cNvSpPr/>
              <p:nvPr/>
            </p:nvSpPr>
            <p:spPr>
              <a:xfrm>
                <a:off x="4944775" y="5687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0"/>
              <p:cNvSpPr/>
              <p:nvPr/>
            </p:nvSpPr>
            <p:spPr>
              <a:xfrm>
                <a:off x="3508475" y="10828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1_1_1">
    <p:spTree>
      <p:nvGrpSpPr>
        <p:cNvPr id="1" name="Shape 260"/>
        <p:cNvGrpSpPr/>
        <p:nvPr/>
      </p:nvGrpSpPr>
      <p:grpSpPr>
        <a:xfrm>
          <a:off x="0" y="0"/>
          <a:ext cx="0" cy="0"/>
          <a:chOff x="0" y="0"/>
          <a:chExt cx="0" cy="0"/>
        </a:xfrm>
      </p:grpSpPr>
      <p:pic>
        <p:nvPicPr>
          <p:cNvPr id="261" name="Google Shape;261;p21"/>
          <p:cNvPicPr preferRelativeResize="0"/>
          <p:nvPr/>
        </p:nvPicPr>
        <p:blipFill>
          <a:blip r:embed="rId2">
            <a:alphaModFix/>
          </a:blip>
          <a:stretch>
            <a:fillRect/>
          </a:stretch>
        </p:blipFill>
        <p:spPr>
          <a:xfrm flipH="1">
            <a:off x="-93299" y="-71225"/>
            <a:ext cx="9330599" cy="5285950"/>
          </a:xfrm>
          <a:prstGeom prst="rect">
            <a:avLst/>
          </a:prstGeom>
          <a:noFill/>
          <a:ln>
            <a:noFill/>
          </a:ln>
        </p:spPr>
      </p:pic>
      <p:sp>
        <p:nvSpPr>
          <p:cNvPr id="262" name="Google Shape;262;p21"/>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3" name="Google Shape;263;p21"/>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64" name="Google Shape;264;p21"/>
          <p:cNvGrpSpPr/>
          <p:nvPr/>
        </p:nvGrpSpPr>
        <p:grpSpPr>
          <a:xfrm>
            <a:off x="661225" y="880913"/>
            <a:ext cx="7822275" cy="4047087"/>
            <a:chOff x="661225" y="880913"/>
            <a:chExt cx="7822275" cy="4047087"/>
          </a:xfrm>
        </p:grpSpPr>
        <p:sp>
          <p:nvSpPr>
            <p:cNvPr id="265" name="Google Shape;265;p21"/>
            <p:cNvSpPr/>
            <p:nvPr/>
          </p:nvSpPr>
          <p:spPr>
            <a:xfrm>
              <a:off x="661225" y="15764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1"/>
            <p:cNvSpPr/>
            <p:nvPr/>
          </p:nvSpPr>
          <p:spPr>
            <a:xfrm>
              <a:off x="1461725" y="8809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1"/>
            <p:cNvSpPr/>
            <p:nvPr/>
          </p:nvSpPr>
          <p:spPr>
            <a:xfrm>
              <a:off x="867625" y="4286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1"/>
            <p:cNvSpPr/>
            <p:nvPr/>
          </p:nvSpPr>
          <p:spPr>
            <a:xfrm>
              <a:off x="7961225" y="10177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1"/>
            <p:cNvSpPr/>
            <p:nvPr/>
          </p:nvSpPr>
          <p:spPr>
            <a:xfrm>
              <a:off x="8222500" y="18847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1"/>
            <p:cNvSpPr/>
            <p:nvPr/>
          </p:nvSpPr>
          <p:spPr>
            <a:xfrm>
              <a:off x="8374300" y="34603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1"/>
            <p:cNvSpPr/>
            <p:nvPr/>
          </p:nvSpPr>
          <p:spPr>
            <a:xfrm>
              <a:off x="3305275" y="4722499"/>
              <a:ext cx="164100" cy="205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1"/>
            <p:cNvSpPr/>
            <p:nvPr/>
          </p:nvSpPr>
          <p:spPr>
            <a:xfrm>
              <a:off x="7550625" y="4608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87"/>
        <p:cNvGrpSpPr/>
        <p:nvPr/>
      </p:nvGrpSpPr>
      <p:grpSpPr>
        <a:xfrm>
          <a:off x="0" y="0"/>
          <a:ext cx="0" cy="0"/>
          <a:chOff x="0" y="0"/>
          <a:chExt cx="0" cy="0"/>
        </a:xfrm>
      </p:grpSpPr>
      <p:pic>
        <p:nvPicPr>
          <p:cNvPr id="288" name="Google Shape;288;p23"/>
          <p:cNvPicPr preferRelativeResize="0"/>
          <p:nvPr/>
        </p:nvPicPr>
        <p:blipFill rotWithShape="1">
          <a:blip r:embed="rId2">
            <a:alphaModFix/>
          </a:blip>
          <a:srcRect l="7607" r="12901" b="18526"/>
          <a:stretch/>
        </p:blipFill>
        <p:spPr>
          <a:xfrm>
            <a:off x="-60600" y="-34200"/>
            <a:ext cx="9265200" cy="5211900"/>
          </a:xfrm>
          <a:prstGeom prst="rect">
            <a:avLst/>
          </a:prstGeom>
          <a:noFill/>
          <a:ln>
            <a:noFill/>
          </a:ln>
        </p:spPr>
      </p:pic>
      <p:sp>
        <p:nvSpPr>
          <p:cNvPr id="289" name="Google Shape;289;p23"/>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0" name="Google Shape;290;p23"/>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1" name="Google Shape;291;p23"/>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2" name="Google Shape;292;p23"/>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23"/>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4" name="Google Shape;294;p23"/>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5" name="Google Shape;295;p23"/>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96" name="Google Shape;296;p23"/>
          <p:cNvGrpSpPr/>
          <p:nvPr/>
        </p:nvGrpSpPr>
        <p:grpSpPr>
          <a:xfrm>
            <a:off x="370975" y="479233"/>
            <a:ext cx="8280000" cy="4197655"/>
            <a:chOff x="370975" y="479233"/>
            <a:chExt cx="8280000" cy="4197655"/>
          </a:xfrm>
        </p:grpSpPr>
        <p:sp>
          <p:nvSpPr>
            <p:cNvPr id="297" name="Google Shape;297;p23"/>
            <p:cNvSpPr/>
            <p:nvPr/>
          </p:nvSpPr>
          <p:spPr>
            <a:xfrm>
              <a:off x="8297125" y="4792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3"/>
            <p:cNvSpPr/>
            <p:nvPr/>
          </p:nvSpPr>
          <p:spPr>
            <a:xfrm>
              <a:off x="8162400" y="25957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3"/>
            <p:cNvSpPr/>
            <p:nvPr/>
          </p:nvSpPr>
          <p:spPr>
            <a:xfrm>
              <a:off x="370975" y="28529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3"/>
            <p:cNvSpPr/>
            <p:nvPr/>
          </p:nvSpPr>
          <p:spPr>
            <a:xfrm>
              <a:off x="558300" y="38566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3"/>
            <p:cNvSpPr/>
            <p:nvPr/>
          </p:nvSpPr>
          <p:spPr>
            <a:xfrm>
              <a:off x="3149100" y="45400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3"/>
            <p:cNvSpPr/>
            <p:nvPr/>
          </p:nvSpPr>
          <p:spPr>
            <a:xfrm>
              <a:off x="872400" y="15201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3"/>
            <p:cNvSpPr/>
            <p:nvPr/>
          </p:nvSpPr>
          <p:spPr>
            <a:xfrm>
              <a:off x="5667375" y="4219575"/>
              <a:ext cx="279300" cy="3021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305"/>
        <p:cNvGrpSpPr/>
        <p:nvPr/>
      </p:nvGrpSpPr>
      <p:grpSpPr>
        <a:xfrm>
          <a:off x="0" y="0"/>
          <a:ext cx="0" cy="0"/>
          <a:chOff x="0" y="0"/>
          <a:chExt cx="0" cy="0"/>
        </a:xfrm>
      </p:grpSpPr>
      <p:pic>
        <p:nvPicPr>
          <p:cNvPr id="306" name="Google Shape;306;p24"/>
          <p:cNvPicPr preferRelativeResize="0"/>
          <p:nvPr/>
        </p:nvPicPr>
        <p:blipFill>
          <a:blip r:embed="rId2">
            <a:alphaModFix/>
          </a:blip>
          <a:stretch>
            <a:fillRect/>
          </a:stretch>
        </p:blipFill>
        <p:spPr>
          <a:xfrm>
            <a:off x="-129162" y="-107662"/>
            <a:ext cx="9402324" cy="5358824"/>
          </a:xfrm>
          <a:prstGeom prst="rect">
            <a:avLst/>
          </a:prstGeom>
          <a:noFill/>
          <a:ln>
            <a:noFill/>
          </a:ln>
        </p:spPr>
      </p:pic>
      <p:sp>
        <p:nvSpPr>
          <p:cNvPr id="307" name="Google Shape;307;p24"/>
          <p:cNvSpPr txBox="1">
            <a:spLocks noGrp="1"/>
          </p:cNvSpPr>
          <p:nvPr>
            <p:ph type="title"/>
          </p:nvPr>
        </p:nvSpPr>
        <p:spPr>
          <a:xfrm>
            <a:off x="1959913" y="1420275"/>
            <a:ext cx="2477100" cy="5277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08" name="Google Shape;308;p24"/>
          <p:cNvSpPr txBox="1">
            <a:spLocks noGrp="1"/>
          </p:cNvSpPr>
          <p:nvPr>
            <p:ph type="subTitle" idx="1"/>
          </p:nvPr>
        </p:nvSpPr>
        <p:spPr>
          <a:xfrm>
            <a:off x="1959913" y="1912385"/>
            <a:ext cx="2477100" cy="716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24"/>
          <p:cNvSpPr txBox="1">
            <a:spLocks noGrp="1"/>
          </p:cNvSpPr>
          <p:nvPr>
            <p:ph type="title" idx="2"/>
          </p:nvPr>
        </p:nvSpPr>
        <p:spPr>
          <a:xfrm>
            <a:off x="4706965" y="1420275"/>
            <a:ext cx="2477100" cy="5277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0" name="Google Shape;310;p24"/>
          <p:cNvSpPr txBox="1">
            <a:spLocks noGrp="1"/>
          </p:cNvSpPr>
          <p:nvPr>
            <p:ph type="subTitle" idx="3"/>
          </p:nvPr>
        </p:nvSpPr>
        <p:spPr>
          <a:xfrm>
            <a:off x="4706965" y="1912385"/>
            <a:ext cx="2477100" cy="7164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1" name="Google Shape;311;p24"/>
          <p:cNvSpPr txBox="1">
            <a:spLocks noGrp="1"/>
          </p:cNvSpPr>
          <p:nvPr>
            <p:ph type="title" idx="4"/>
          </p:nvPr>
        </p:nvSpPr>
        <p:spPr>
          <a:xfrm>
            <a:off x="1959913" y="2963850"/>
            <a:ext cx="2477100" cy="5277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2" name="Google Shape;312;p24"/>
          <p:cNvSpPr txBox="1">
            <a:spLocks noGrp="1"/>
          </p:cNvSpPr>
          <p:nvPr>
            <p:ph type="subTitle" idx="5"/>
          </p:nvPr>
        </p:nvSpPr>
        <p:spPr>
          <a:xfrm>
            <a:off x="1959913" y="3454986"/>
            <a:ext cx="2477100" cy="716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3" name="Google Shape;313;p24"/>
          <p:cNvSpPr txBox="1">
            <a:spLocks noGrp="1"/>
          </p:cNvSpPr>
          <p:nvPr>
            <p:ph type="title" idx="6"/>
          </p:nvPr>
        </p:nvSpPr>
        <p:spPr>
          <a:xfrm>
            <a:off x="4706965" y="2963850"/>
            <a:ext cx="2477100" cy="5277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4" name="Google Shape;314;p24"/>
          <p:cNvSpPr txBox="1">
            <a:spLocks noGrp="1"/>
          </p:cNvSpPr>
          <p:nvPr>
            <p:ph type="subTitle" idx="7"/>
          </p:nvPr>
        </p:nvSpPr>
        <p:spPr>
          <a:xfrm>
            <a:off x="4706965" y="3454986"/>
            <a:ext cx="2477100" cy="7164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5" name="Google Shape;315;p24"/>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16" name="Google Shape;316;p24"/>
          <p:cNvGrpSpPr/>
          <p:nvPr/>
        </p:nvGrpSpPr>
        <p:grpSpPr>
          <a:xfrm>
            <a:off x="501150" y="398200"/>
            <a:ext cx="8221750" cy="4453350"/>
            <a:chOff x="501150" y="398200"/>
            <a:chExt cx="8221750" cy="4453350"/>
          </a:xfrm>
        </p:grpSpPr>
        <p:sp>
          <p:nvSpPr>
            <p:cNvPr id="317" name="Google Shape;317;p2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4"/>
            <p:cNvSpPr/>
            <p:nvPr/>
          </p:nvSpPr>
          <p:spPr>
            <a:xfrm>
              <a:off x="501150" y="29794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4"/>
            <p:cNvSpPr/>
            <p:nvPr/>
          </p:nvSpPr>
          <p:spPr>
            <a:xfrm>
              <a:off x="2047375"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4"/>
            <p:cNvSpPr/>
            <p:nvPr/>
          </p:nvSpPr>
          <p:spPr>
            <a:xfrm>
              <a:off x="8578450" y="311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4"/>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4"/>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4"/>
            <p:cNvSpPr/>
            <p:nvPr/>
          </p:nvSpPr>
          <p:spPr>
            <a:xfrm>
              <a:off x="4984125" y="47147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343"/>
        <p:cNvGrpSpPr/>
        <p:nvPr/>
      </p:nvGrpSpPr>
      <p:grpSpPr>
        <a:xfrm>
          <a:off x="0" y="0"/>
          <a:ext cx="0" cy="0"/>
          <a:chOff x="0" y="0"/>
          <a:chExt cx="0" cy="0"/>
        </a:xfrm>
      </p:grpSpPr>
      <p:pic>
        <p:nvPicPr>
          <p:cNvPr id="344" name="Google Shape;344;p26"/>
          <p:cNvPicPr preferRelativeResize="0"/>
          <p:nvPr/>
        </p:nvPicPr>
        <p:blipFill rotWithShape="1">
          <a:blip r:embed="rId2">
            <a:alphaModFix/>
          </a:blip>
          <a:srcRect l="7607" r="12901" b="18526"/>
          <a:stretch/>
        </p:blipFill>
        <p:spPr>
          <a:xfrm flipH="1">
            <a:off x="-47100" y="-26550"/>
            <a:ext cx="9238200" cy="5196600"/>
          </a:xfrm>
          <a:prstGeom prst="rect">
            <a:avLst/>
          </a:prstGeom>
          <a:noFill/>
          <a:ln>
            <a:noFill/>
          </a:ln>
        </p:spPr>
      </p:pic>
      <p:sp>
        <p:nvSpPr>
          <p:cNvPr id="345" name="Google Shape;345;p26"/>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6" name="Google Shape;346;p26"/>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7" name="Google Shape;347;p26"/>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8" name="Google Shape;348;p26"/>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9" name="Google Shape;349;p26"/>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0" name="Google Shape;350;p26"/>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1" name="Google Shape;351;p26"/>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2" name="Google Shape;352;p26"/>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3" name="Google Shape;353;p26"/>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4" name="Google Shape;354;p26"/>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5" name="Google Shape;355;p26"/>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6" name="Google Shape;356;p26"/>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7" name="Google Shape;357;p26"/>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six columns 1">
  <p:cSld name="BLANK_1_1_1_1_1_2">
    <p:spTree>
      <p:nvGrpSpPr>
        <p:cNvPr id="1" name="Shape 358"/>
        <p:cNvGrpSpPr/>
        <p:nvPr/>
      </p:nvGrpSpPr>
      <p:grpSpPr>
        <a:xfrm>
          <a:off x="0" y="0"/>
          <a:ext cx="0" cy="0"/>
          <a:chOff x="0" y="0"/>
          <a:chExt cx="0" cy="0"/>
        </a:xfrm>
      </p:grpSpPr>
      <p:pic>
        <p:nvPicPr>
          <p:cNvPr id="359" name="Google Shape;359;p27"/>
          <p:cNvPicPr preferRelativeResize="0"/>
          <p:nvPr/>
        </p:nvPicPr>
        <p:blipFill>
          <a:blip r:embed="rId2">
            <a:alphaModFix/>
          </a:blip>
          <a:stretch>
            <a:fillRect/>
          </a:stretch>
        </p:blipFill>
        <p:spPr>
          <a:xfrm>
            <a:off x="-67401" y="-37913"/>
            <a:ext cx="9278802" cy="5219326"/>
          </a:xfrm>
          <a:prstGeom prst="rect">
            <a:avLst/>
          </a:prstGeom>
          <a:noFill/>
          <a:ln>
            <a:noFill/>
          </a:ln>
        </p:spPr>
      </p:pic>
      <p:sp>
        <p:nvSpPr>
          <p:cNvPr id="360" name="Google Shape;360;p27"/>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1" name="Google Shape;361;p27"/>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2" name="Google Shape;362;p27"/>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3" name="Google Shape;363;p27"/>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4" name="Google Shape;364;p27"/>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5" name="Google Shape;365;p27"/>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6" name="Google Shape;366;p27"/>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7" name="Google Shape;367;p27"/>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8" name="Google Shape;368;p27"/>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9" name="Google Shape;369;p27"/>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0" name="Google Shape;370;p27"/>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71" name="Google Shape;371;p27"/>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2" name="Google Shape;372;p27"/>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73" name="Google Shape;373;p27"/>
          <p:cNvGrpSpPr/>
          <p:nvPr/>
        </p:nvGrpSpPr>
        <p:grpSpPr>
          <a:xfrm>
            <a:off x="555250" y="403007"/>
            <a:ext cx="8306250" cy="4340393"/>
            <a:chOff x="555250" y="403007"/>
            <a:chExt cx="8306250" cy="4340393"/>
          </a:xfrm>
        </p:grpSpPr>
        <p:sp>
          <p:nvSpPr>
            <p:cNvPr id="374" name="Google Shape;374;p27"/>
            <p:cNvSpPr/>
            <p:nvPr/>
          </p:nvSpPr>
          <p:spPr>
            <a:xfrm>
              <a:off x="1662625" y="40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7"/>
            <p:cNvSpPr/>
            <p:nvPr/>
          </p:nvSpPr>
          <p:spPr>
            <a:xfrm>
              <a:off x="3182550" y="1913400"/>
              <a:ext cx="158400" cy="19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7"/>
            <p:cNvSpPr/>
            <p:nvPr/>
          </p:nvSpPr>
          <p:spPr>
            <a:xfrm>
              <a:off x="555250" y="1012050"/>
              <a:ext cx="158400" cy="19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7"/>
            <p:cNvSpPr/>
            <p:nvPr/>
          </p:nvSpPr>
          <p:spPr>
            <a:xfrm>
              <a:off x="749000" y="3606200"/>
              <a:ext cx="278100" cy="34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7"/>
            <p:cNvSpPr/>
            <p:nvPr/>
          </p:nvSpPr>
          <p:spPr>
            <a:xfrm>
              <a:off x="7764100" y="692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7"/>
            <p:cNvSpPr/>
            <p:nvPr/>
          </p:nvSpPr>
          <p:spPr>
            <a:xfrm>
              <a:off x="8655100" y="223023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7"/>
            <p:cNvSpPr/>
            <p:nvPr/>
          </p:nvSpPr>
          <p:spPr>
            <a:xfrm>
              <a:off x="8545900" y="3880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7"/>
            <p:cNvSpPr/>
            <p:nvPr/>
          </p:nvSpPr>
          <p:spPr>
            <a:xfrm>
              <a:off x="2924725" y="460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Numbers and text">
  <p:cSld name="BLANK_1_1_1_1_1_1">
    <p:spTree>
      <p:nvGrpSpPr>
        <p:cNvPr id="1" name="Shape 382"/>
        <p:cNvGrpSpPr/>
        <p:nvPr/>
      </p:nvGrpSpPr>
      <p:grpSpPr>
        <a:xfrm>
          <a:off x="0" y="0"/>
          <a:ext cx="0" cy="0"/>
          <a:chOff x="0" y="0"/>
          <a:chExt cx="0" cy="0"/>
        </a:xfrm>
      </p:grpSpPr>
      <p:pic>
        <p:nvPicPr>
          <p:cNvPr id="383" name="Google Shape;383;p28"/>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384" name="Google Shape;384;p28"/>
          <p:cNvSpPr txBox="1">
            <a:spLocks noGrp="1"/>
          </p:cNvSpPr>
          <p:nvPr>
            <p:ph type="title" hasCustomPrompt="1"/>
          </p:nvPr>
        </p:nvSpPr>
        <p:spPr>
          <a:xfrm>
            <a:off x="1284000" y="540000"/>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5" name="Google Shape;385;p28"/>
          <p:cNvSpPr txBox="1">
            <a:spLocks noGrp="1"/>
          </p:cNvSpPr>
          <p:nvPr>
            <p:ph type="subTitle" idx="1"/>
          </p:nvPr>
        </p:nvSpPr>
        <p:spPr>
          <a:xfrm>
            <a:off x="1284000" y="1322225"/>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86" name="Google Shape;386;p28"/>
          <p:cNvSpPr txBox="1">
            <a:spLocks noGrp="1"/>
          </p:cNvSpPr>
          <p:nvPr>
            <p:ph type="title" idx="2" hasCustomPrompt="1"/>
          </p:nvPr>
        </p:nvSpPr>
        <p:spPr>
          <a:xfrm>
            <a:off x="1284000" y="1996138"/>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solidFill>
                  <a:schemeClr val="accen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7" name="Google Shape;387;p28"/>
          <p:cNvSpPr txBox="1">
            <a:spLocks noGrp="1"/>
          </p:cNvSpPr>
          <p:nvPr>
            <p:ph type="subTitle" idx="3"/>
          </p:nvPr>
        </p:nvSpPr>
        <p:spPr>
          <a:xfrm>
            <a:off x="1284000" y="2778363"/>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88" name="Google Shape;388;p28"/>
          <p:cNvSpPr txBox="1">
            <a:spLocks noGrp="1"/>
          </p:cNvSpPr>
          <p:nvPr>
            <p:ph type="title" idx="4" hasCustomPrompt="1"/>
          </p:nvPr>
        </p:nvSpPr>
        <p:spPr>
          <a:xfrm>
            <a:off x="1284000" y="3452288"/>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9" name="Google Shape;389;p28"/>
          <p:cNvSpPr txBox="1">
            <a:spLocks noGrp="1"/>
          </p:cNvSpPr>
          <p:nvPr>
            <p:ph type="subTitle" idx="5"/>
          </p:nvPr>
        </p:nvSpPr>
        <p:spPr>
          <a:xfrm>
            <a:off x="1284000" y="4234513"/>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90" name="Google Shape;390;p28"/>
          <p:cNvGrpSpPr/>
          <p:nvPr/>
        </p:nvGrpSpPr>
        <p:grpSpPr>
          <a:xfrm>
            <a:off x="752025" y="290850"/>
            <a:ext cx="7590950" cy="4618750"/>
            <a:chOff x="752025" y="290850"/>
            <a:chExt cx="7590950" cy="4618750"/>
          </a:xfrm>
        </p:grpSpPr>
        <p:sp>
          <p:nvSpPr>
            <p:cNvPr id="391" name="Google Shape;391;p28"/>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8"/>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8"/>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8"/>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8"/>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8"/>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8"/>
            <p:cNvSpPr/>
            <p:nvPr/>
          </p:nvSpPr>
          <p:spPr>
            <a:xfrm>
              <a:off x="5100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8"/>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6" r:id="rId27"/>
    <p:sldLayoutId id="2147483681" r:id="rId2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25"/>
        <p:cNvGrpSpPr/>
        <p:nvPr/>
      </p:nvGrpSpPr>
      <p:grpSpPr>
        <a:xfrm>
          <a:off x="0" y="0"/>
          <a:ext cx="0" cy="0"/>
          <a:chOff x="0" y="0"/>
          <a:chExt cx="0" cy="0"/>
        </a:xfrm>
      </p:grpSpPr>
      <p:sp>
        <p:nvSpPr>
          <p:cNvPr id="426" name="Google Shape;426;p31"/>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427" name="Google Shape;427;p31"/>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3.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0.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8" Type="http://schemas.openxmlformats.org/officeDocument/2006/relationships/slide" Target="slide20.xml"/><Relationship Id="rId13" Type="http://schemas.openxmlformats.org/officeDocument/2006/relationships/slide" Target="slide37.xml"/><Relationship Id="rId3" Type="http://schemas.openxmlformats.org/officeDocument/2006/relationships/hyperlink" Target="http://bit.ly/2Tynxth" TargetMode="External"/><Relationship Id="rId7" Type="http://schemas.openxmlformats.org/officeDocument/2006/relationships/slide" Target="slide28.xml"/><Relationship Id="rId12" Type="http://schemas.openxmlformats.org/officeDocument/2006/relationships/hyperlink" Target="https://storyset.com/?utm_source=slidesgo_template&amp;utm_medium=referral-link&amp;utm_campaign=slidesgo_contents_of_this_template&amp;utm_term=storyset&amp;utm_content=storyset"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slide" Target="slide19.xml"/><Relationship Id="rId11" Type="http://schemas.openxmlformats.org/officeDocument/2006/relationships/slide" Target="slide36.xml"/><Relationship Id="rId5" Type="http://schemas.openxmlformats.org/officeDocument/2006/relationships/hyperlink" Target="http://bit.ly/33VAFh3" TargetMode="External"/><Relationship Id="rId10" Type="http://schemas.openxmlformats.org/officeDocument/2006/relationships/slide" Target="slide35.xml"/><Relationship Id="rId4" Type="http://schemas.openxmlformats.org/officeDocument/2006/relationships/hyperlink" Target="http://bit.ly/30B07Gq" TargetMode="External"/><Relationship Id="rId9" Type="http://schemas.openxmlformats.org/officeDocument/2006/relationships/slide" Target="slide33.xml"/><Relationship Id="rId14" Type="http://schemas.openxmlformats.org/officeDocument/2006/relationships/slide" Target="slide9.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5.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9.xml"/><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9.xml"/></Relationships>
</file>

<file path=ppt/slides/_rels/slide34.xml.rels><?xml version="1.0" encoding="UTF-8" standalone="yes"?>
<Relationships xmlns="http://schemas.openxmlformats.org/package/2006/relationships"><Relationship Id="rId3" Type="http://schemas.openxmlformats.org/officeDocument/2006/relationships/hyperlink" Target="https://docs.google.com/spreadsheets/d/1NCE0FND-EMfs2cU8bcCFUUmggu5CorjwPf3dgUr99j8/copy#gid=1364826426"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3.png"/><Relationship Id="rId7"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14.xml"/><Relationship Id="rId6" Type="http://schemas.openxmlformats.org/officeDocument/2006/relationships/image" Target="../media/image35.png"/><Relationship Id="rId5" Type="http://schemas.openxmlformats.org/officeDocument/2006/relationships/image" Target="../media/image25.png"/><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2271795063"/>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2"/>
          <p:cNvSpPr txBox="1">
            <a:spLocks noGrp="1"/>
          </p:cNvSpPr>
          <p:nvPr>
            <p:ph type="title"/>
          </p:nvPr>
        </p:nvSpPr>
        <p:spPr>
          <a:xfrm>
            <a:off x="1290963" y="1455865"/>
            <a:ext cx="2477100" cy="527700"/>
          </a:xfrm>
          <a:prstGeom prst="rect">
            <a:avLst/>
          </a:prstGeom>
        </p:spPr>
        <p:txBody>
          <a:bodyPr spcFirstLastPara="1" wrap="square" lIns="91425" tIns="91425" rIns="91425" bIns="91425" anchor="ctr" anchorCtr="0">
            <a:noAutofit/>
          </a:bodyPr>
          <a:lstStyle/>
          <a:p>
            <a:pPr lvl="0"/>
            <a:r>
              <a:rPr lang="en-US" sz="2000" dirty="0"/>
              <a:t>Single-Stream Data Pipeline</a:t>
            </a:r>
            <a:endParaRPr sz="2000" dirty="0"/>
          </a:p>
        </p:txBody>
      </p:sp>
      <p:sp>
        <p:nvSpPr>
          <p:cNvPr id="539" name="Google Shape;539;p42"/>
          <p:cNvSpPr txBox="1">
            <a:spLocks noGrp="1"/>
          </p:cNvSpPr>
          <p:nvPr>
            <p:ph type="subTitle" idx="1"/>
          </p:nvPr>
        </p:nvSpPr>
        <p:spPr>
          <a:xfrm>
            <a:off x="1290963" y="1947975"/>
            <a:ext cx="2477100" cy="981728"/>
          </a:xfrm>
          <a:prstGeom prst="rect">
            <a:avLst/>
          </a:prstGeom>
        </p:spPr>
        <p:txBody>
          <a:bodyPr spcFirstLastPara="1" wrap="square" lIns="91425" tIns="91425" rIns="91425" bIns="91425" anchor="ctr" anchorCtr="0">
            <a:noAutofit/>
          </a:bodyPr>
          <a:lstStyle/>
          <a:p>
            <a:pPr marL="0" lvl="0" indent="0"/>
            <a:r>
              <a:rPr lang="en-US" dirty="0"/>
              <a:t>The system currently ingests video data and successfully compiles a unified, single-format feature template.</a:t>
            </a:r>
          </a:p>
        </p:txBody>
      </p:sp>
      <p:sp>
        <p:nvSpPr>
          <p:cNvPr id="540" name="Google Shape;540;p42"/>
          <p:cNvSpPr txBox="1">
            <a:spLocks noGrp="1"/>
          </p:cNvSpPr>
          <p:nvPr>
            <p:ph type="title" idx="2"/>
          </p:nvPr>
        </p:nvSpPr>
        <p:spPr>
          <a:xfrm>
            <a:off x="5384090" y="1420275"/>
            <a:ext cx="2477100" cy="527700"/>
          </a:xfrm>
          <a:prstGeom prst="rect">
            <a:avLst/>
          </a:prstGeom>
        </p:spPr>
        <p:txBody>
          <a:bodyPr spcFirstLastPara="1" wrap="square" lIns="91425" tIns="91425" rIns="91425" bIns="91425" anchor="ctr" anchorCtr="0">
            <a:noAutofit/>
          </a:bodyPr>
          <a:lstStyle/>
          <a:p>
            <a:pPr lvl="0"/>
            <a:r>
              <a:rPr lang="en-US" sz="2000" dirty="0"/>
              <a:t>End-to-End Evaluation</a:t>
            </a:r>
            <a:endParaRPr sz="2000" dirty="0"/>
          </a:p>
        </p:txBody>
      </p:sp>
      <p:sp>
        <p:nvSpPr>
          <p:cNvPr id="541" name="Google Shape;541;p42"/>
          <p:cNvSpPr txBox="1">
            <a:spLocks noGrp="1"/>
          </p:cNvSpPr>
          <p:nvPr>
            <p:ph type="subTitle" idx="3"/>
          </p:nvPr>
        </p:nvSpPr>
        <p:spPr>
          <a:xfrm>
            <a:off x="4606119" y="1912384"/>
            <a:ext cx="3255071" cy="1051465"/>
          </a:xfrm>
          <a:prstGeom prst="rect">
            <a:avLst/>
          </a:prstGeom>
        </p:spPr>
        <p:txBody>
          <a:bodyPr spcFirstLastPara="1" wrap="square" lIns="91425" tIns="91425" rIns="91425" bIns="91425" anchor="ctr" anchorCtr="0">
            <a:noAutofit/>
          </a:bodyPr>
          <a:lstStyle/>
          <a:p>
            <a:r>
              <a:rPr lang="en-US" dirty="0"/>
              <a:t>Successfully routed this unified data format through 8 distinct model architectures, generating comparative metrics.</a:t>
            </a:r>
          </a:p>
        </p:txBody>
      </p:sp>
      <p:sp>
        <p:nvSpPr>
          <p:cNvPr id="542" name="Google Shape;542;p42"/>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Coverage Mapping</a:t>
            </a:r>
            <a:endParaRPr dirty="0"/>
          </a:p>
        </p:txBody>
      </p:sp>
      <p:sp>
        <p:nvSpPr>
          <p:cNvPr id="543" name="Google Shape;543;p42"/>
          <p:cNvSpPr txBox="1">
            <a:spLocks noGrp="1"/>
          </p:cNvSpPr>
          <p:nvPr>
            <p:ph type="title" idx="4"/>
          </p:nvPr>
        </p:nvSpPr>
        <p:spPr>
          <a:xfrm>
            <a:off x="1282788" y="3295774"/>
            <a:ext cx="2477100" cy="527700"/>
          </a:xfrm>
          <a:prstGeom prst="rect">
            <a:avLst/>
          </a:prstGeom>
        </p:spPr>
        <p:txBody>
          <a:bodyPr spcFirstLastPara="1" wrap="square" lIns="91425" tIns="91425" rIns="91425" bIns="91425" anchor="ctr" anchorCtr="0">
            <a:noAutofit/>
          </a:bodyPr>
          <a:lstStyle/>
          <a:p>
            <a:pPr lvl="0"/>
            <a:r>
              <a:rPr lang="en-US" sz="2000" dirty="0"/>
              <a:t>Baseline Establishment</a:t>
            </a:r>
            <a:endParaRPr sz="2000" dirty="0"/>
          </a:p>
        </p:txBody>
      </p:sp>
      <p:sp>
        <p:nvSpPr>
          <p:cNvPr id="544" name="Google Shape;544;p42"/>
          <p:cNvSpPr txBox="1">
            <a:spLocks noGrp="1"/>
          </p:cNvSpPr>
          <p:nvPr>
            <p:ph type="subTitle" idx="5"/>
          </p:nvPr>
        </p:nvSpPr>
        <p:spPr>
          <a:xfrm>
            <a:off x="1282788" y="3786910"/>
            <a:ext cx="2477100" cy="1014656"/>
          </a:xfrm>
          <a:prstGeom prst="rect">
            <a:avLst/>
          </a:prstGeom>
        </p:spPr>
        <p:txBody>
          <a:bodyPr spcFirstLastPara="1" wrap="square" lIns="91425" tIns="91425" rIns="91425" bIns="91425" anchor="ctr" anchorCtr="0">
            <a:noAutofit/>
          </a:bodyPr>
          <a:lstStyle/>
          <a:p>
            <a:pPr marL="0" lvl="0" indent="0">
              <a:buClr>
                <a:schemeClr val="accent6"/>
              </a:buClr>
              <a:buSzPts val="1100"/>
            </a:pPr>
            <a:r>
              <a:rPr lang="en-US" dirty="0"/>
              <a:t>Established a maximum accuracy threshold of 0.60 (CNN_RNN) for single-stream processing</a:t>
            </a:r>
            <a:endParaRPr dirty="0"/>
          </a:p>
        </p:txBody>
      </p:sp>
      <p:sp>
        <p:nvSpPr>
          <p:cNvPr id="545" name="Google Shape;545;p42"/>
          <p:cNvSpPr txBox="1">
            <a:spLocks noGrp="1"/>
          </p:cNvSpPr>
          <p:nvPr>
            <p:ph type="title" idx="6"/>
          </p:nvPr>
        </p:nvSpPr>
        <p:spPr>
          <a:xfrm>
            <a:off x="5384090" y="3295774"/>
            <a:ext cx="2477100" cy="527700"/>
          </a:xfrm>
          <a:prstGeom prst="rect">
            <a:avLst/>
          </a:prstGeom>
        </p:spPr>
        <p:txBody>
          <a:bodyPr spcFirstLastPara="1" wrap="square" lIns="91425" tIns="91425" rIns="91425" bIns="91425" anchor="ctr" anchorCtr="0">
            <a:noAutofit/>
          </a:bodyPr>
          <a:lstStyle/>
          <a:p>
            <a:pPr lvl="0"/>
            <a:r>
              <a:rPr lang="en-US" sz="2000" dirty="0"/>
              <a:t>Constraint Identification</a:t>
            </a:r>
            <a:endParaRPr sz="2000" dirty="0"/>
          </a:p>
        </p:txBody>
      </p:sp>
      <p:sp>
        <p:nvSpPr>
          <p:cNvPr id="546" name="Google Shape;546;p42"/>
          <p:cNvSpPr txBox="1">
            <a:spLocks noGrp="1"/>
          </p:cNvSpPr>
          <p:nvPr>
            <p:ph type="subTitle" idx="7"/>
          </p:nvPr>
        </p:nvSpPr>
        <p:spPr>
          <a:xfrm>
            <a:off x="4371269" y="3664975"/>
            <a:ext cx="3528026" cy="1202082"/>
          </a:xfrm>
          <a:prstGeom prst="rect">
            <a:avLst/>
          </a:prstGeom>
        </p:spPr>
        <p:txBody>
          <a:bodyPr spcFirstLastPara="1" wrap="square" lIns="91425" tIns="91425" rIns="91425" bIns="91425" anchor="ctr" anchorCtr="0">
            <a:noAutofit/>
          </a:bodyPr>
          <a:lstStyle/>
          <a:p>
            <a:pPr marL="0" lvl="0" indent="0"/>
            <a:r>
              <a:rPr lang="en-US" dirty="0"/>
              <a:t>Successfully diagnosed that combining static and temporal features into a single input limits model comprehension, directly informing the next architectural update.</a:t>
            </a:r>
          </a:p>
        </p:txBody>
      </p:sp>
      <p:sp>
        <p:nvSpPr>
          <p:cNvPr id="547" name="Google Shape;547;p42"/>
          <p:cNvSpPr/>
          <p:nvPr/>
        </p:nvSpPr>
        <p:spPr>
          <a:xfrm>
            <a:off x="241575" y="1600641"/>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42"/>
          <p:cNvSpPr/>
          <p:nvPr/>
        </p:nvSpPr>
        <p:spPr>
          <a:xfrm>
            <a:off x="233400" y="3491550"/>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42"/>
          <p:cNvSpPr/>
          <p:nvPr/>
        </p:nvSpPr>
        <p:spPr>
          <a:xfrm>
            <a:off x="7937400" y="1565051"/>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42"/>
          <p:cNvSpPr/>
          <p:nvPr/>
        </p:nvSpPr>
        <p:spPr>
          <a:xfrm>
            <a:off x="7937400" y="3491550"/>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42"/>
          <p:cNvSpPr/>
          <p:nvPr/>
        </p:nvSpPr>
        <p:spPr>
          <a:xfrm>
            <a:off x="455600" y="1829738"/>
            <a:ext cx="459113" cy="515023"/>
          </a:xfrm>
          <a:custGeom>
            <a:avLst/>
            <a:gdLst/>
            <a:ahLst/>
            <a:cxnLst/>
            <a:rect l="l" t="t" r="r" b="b"/>
            <a:pathLst>
              <a:path w="12416" h="13928" extrusionOk="0">
                <a:moveTo>
                  <a:pt x="12415" y="1"/>
                </a:moveTo>
                <a:lnTo>
                  <a:pt x="3880" y="1707"/>
                </a:lnTo>
                <a:lnTo>
                  <a:pt x="3880" y="8798"/>
                </a:lnTo>
                <a:cubicBezTo>
                  <a:pt x="3880" y="8798"/>
                  <a:pt x="3250" y="8429"/>
                  <a:pt x="2749" y="8429"/>
                </a:cubicBezTo>
                <a:cubicBezTo>
                  <a:pt x="1234" y="8429"/>
                  <a:pt x="1" y="9662"/>
                  <a:pt x="1" y="11178"/>
                </a:cubicBezTo>
                <a:cubicBezTo>
                  <a:pt x="1" y="12693"/>
                  <a:pt x="1234" y="13928"/>
                  <a:pt x="2749" y="13928"/>
                </a:cubicBezTo>
                <a:cubicBezTo>
                  <a:pt x="4266" y="13928"/>
                  <a:pt x="5431" y="11178"/>
                  <a:pt x="5431" y="11178"/>
                </a:cubicBezTo>
                <a:lnTo>
                  <a:pt x="5431" y="2800"/>
                </a:lnTo>
                <a:lnTo>
                  <a:pt x="10864" y="1713"/>
                </a:lnTo>
                <a:lnTo>
                  <a:pt x="10864" y="7424"/>
                </a:lnTo>
                <a:cubicBezTo>
                  <a:pt x="10864" y="7424"/>
                  <a:pt x="10123" y="7055"/>
                  <a:pt x="9623" y="7055"/>
                </a:cubicBezTo>
                <a:cubicBezTo>
                  <a:pt x="8106" y="7055"/>
                  <a:pt x="6873" y="8289"/>
                  <a:pt x="6873" y="9804"/>
                </a:cubicBezTo>
                <a:cubicBezTo>
                  <a:pt x="6873" y="11319"/>
                  <a:pt x="8106" y="12554"/>
                  <a:pt x="9623" y="12554"/>
                </a:cubicBezTo>
                <a:cubicBezTo>
                  <a:pt x="11140" y="12554"/>
                  <a:pt x="12415" y="9804"/>
                  <a:pt x="12415" y="9804"/>
                </a:cubicBezTo>
                <a:lnTo>
                  <a:pt x="124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42"/>
          <p:cNvSpPr/>
          <p:nvPr/>
        </p:nvSpPr>
        <p:spPr>
          <a:xfrm>
            <a:off x="8208809" y="1786227"/>
            <a:ext cx="430381" cy="530849"/>
          </a:xfrm>
          <a:custGeom>
            <a:avLst/>
            <a:gdLst/>
            <a:ahLst/>
            <a:cxnLst/>
            <a:rect l="l" t="t" r="r" b="b"/>
            <a:pathLst>
              <a:path w="11639" h="14356" extrusionOk="0">
                <a:moveTo>
                  <a:pt x="6356" y="2140"/>
                </a:moveTo>
                <a:lnTo>
                  <a:pt x="6804" y="3050"/>
                </a:lnTo>
                <a:lnTo>
                  <a:pt x="7807" y="3196"/>
                </a:lnTo>
                <a:lnTo>
                  <a:pt x="7081" y="3903"/>
                </a:lnTo>
                <a:lnTo>
                  <a:pt x="7252" y="4902"/>
                </a:lnTo>
                <a:lnTo>
                  <a:pt x="6354" y="4430"/>
                </a:lnTo>
                <a:lnTo>
                  <a:pt x="5458" y="4902"/>
                </a:lnTo>
                <a:lnTo>
                  <a:pt x="5628" y="3903"/>
                </a:lnTo>
                <a:lnTo>
                  <a:pt x="4902" y="3196"/>
                </a:lnTo>
                <a:lnTo>
                  <a:pt x="5906" y="3050"/>
                </a:lnTo>
                <a:lnTo>
                  <a:pt x="6356" y="2140"/>
                </a:lnTo>
                <a:close/>
                <a:moveTo>
                  <a:pt x="9700" y="5820"/>
                </a:moveTo>
                <a:lnTo>
                  <a:pt x="9700" y="6984"/>
                </a:lnTo>
                <a:lnTo>
                  <a:pt x="3104" y="6984"/>
                </a:lnTo>
                <a:lnTo>
                  <a:pt x="3104" y="5820"/>
                </a:lnTo>
                <a:close/>
                <a:moveTo>
                  <a:pt x="9700" y="8148"/>
                </a:moveTo>
                <a:lnTo>
                  <a:pt x="9700" y="9312"/>
                </a:lnTo>
                <a:lnTo>
                  <a:pt x="3104" y="9312"/>
                </a:lnTo>
                <a:lnTo>
                  <a:pt x="3104" y="8148"/>
                </a:lnTo>
                <a:close/>
                <a:moveTo>
                  <a:pt x="9700" y="10476"/>
                </a:moveTo>
                <a:lnTo>
                  <a:pt x="9700" y="11640"/>
                </a:lnTo>
                <a:lnTo>
                  <a:pt x="3104" y="11640"/>
                </a:lnTo>
                <a:lnTo>
                  <a:pt x="3104" y="10476"/>
                </a:lnTo>
                <a:close/>
                <a:moveTo>
                  <a:pt x="776" y="0"/>
                </a:moveTo>
                <a:lnTo>
                  <a:pt x="776" y="1164"/>
                </a:lnTo>
                <a:lnTo>
                  <a:pt x="1" y="1164"/>
                </a:lnTo>
                <a:lnTo>
                  <a:pt x="1" y="2328"/>
                </a:lnTo>
                <a:lnTo>
                  <a:pt x="776" y="2328"/>
                </a:lnTo>
                <a:lnTo>
                  <a:pt x="776" y="4656"/>
                </a:lnTo>
                <a:lnTo>
                  <a:pt x="1" y="4656"/>
                </a:lnTo>
                <a:lnTo>
                  <a:pt x="1" y="5820"/>
                </a:lnTo>
                <a:lnTo>
                  <a:pt x="776" y="5820"/>
                </a:lnTo>
                <a:lnTo>
                  <a:pt x="776" y="8148"/>
                </a:lnTo>
                <a:lnTo>
                  <a:pt x="1" y="8148"/>
                </a:lnTo>
                <a:lnTo>
                  <a:pt x="1" y="9312"/>
                </a:lnTo>
                <a:lnTo>
                  <a:pt x="776" y="9312"/>
                </a:lnTo>
                <a:lnTo>
                  <a:pt x="776" y="12029"/>
                </a:lnTo>
                <a:lnTo>
                  <a:pt x="1" y="12029"/>
                </a:lnTo>
                <a:lnTo>
                  <a:pt x="1" y="13193"/>
                </a:lnTo>
                <a:lnTo>
                  <a:pt x="776" y="13193"/>
                </a:lnTo>
                <a:lnTo>
                  <a:pt x="776" y="14355"/>
                </a:lnTo>
                <a:lnTo>
                  <a:pt x="11639" y="14355"/>
                </a:lnTo>
                <a:lnTo>
                  <a:pt x="1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 name="Google Shape;553;p42"/>
          <p:cNvGrpSpPr/>
          <p:nvPr/>
        </p:nvGrpSpPr>
        <p:grpSpPr>
          <a:xfrm>
            <a:off x="516673" y="3664975"/>
            <a:ext cx="406654" cy="626350"/>
            <a:chOff x="2558950" y="3797075"/>
            <a:chExt cx="226700" cy="349175"/>
          </a:xfrm>
        </p:grpSpPr>
        <p:sp>
          <p:nvSpPr>
            <p:cNvPr id="554" name="Google Shape;554;p42"/>
            <p:cNvSpPr/>
            <p:nvPr/>
          </p:nvSpPr>
          <p:spPr>
            <a:xfrm>
              <a:off x="2558950" y="3797075"/>
              <a:ext cx="226700" cy="252200"/>
            </a:xfrm>
            <a:custGeom>
              <a:avLst/>
              <a:gdLst/>
              <a:ahLst/>
              <a:cxnLst/>
              <a:rect l="l" t="t" r="r" b="b"/>
              <a:pathLst>
                <a:path w="9068" h="10088" extrusionOk="0">
                  <a:moveTo>
                    <a:pt x="4727" y="3880"/>
                  </a:moveTo>
                  <a:lnTo>
                    <a:pt x="4727" y="5820"/>
                  </a:lnTo>
                  <a:lnTo>
                    <a:pt x="3954" y="5820"/>
                  </a:lnTo>
                  <a:lnTo>
                    <a:pt x="3954" y="3880"/>
                  </a:lnTo>
                  <a:close/>
                  <a:moveTo>
                    <a:pt x="3176" y="1"/>
                  </a:moveTo>
                  <a:lnTo>
                    <a:pt x="3176" y="1940"/>
                  </a:lnTo>
                  <a:lnTo>
                    <a:pt x="1624" y="1940"/>
                  </a:lnTo>
                  <a:lnTo>
                    <a:pt x="1624" y="7642"/>
                  </a:lnTo>
                  <a:lnTo>
                    <a:pt x="0" y="10087"/>
                  </a:lnTo>
                  <a:lnTo>
                    <a:pt x="9068" y="10087"/>
                  </a:lnTo>
                  <a:lnTo>
                    <a:pt x="7444" y="7642"/>
                  </a:lnTo>
                  <a:lnTo>
                    <a:pt x="7444" y="1940"/>
                  </a:lnTo>
                  <a:lnTo>
                    <a:pt x="5891" y="1940"/>
                  </a:lnTo>
                  <a:lnTo>
                    <a:pt x="5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42"/>
            <p:cNvSpPr/>
            <p:nvPr/>
          </p:nvSpPr>
          <p:spPr>
            <a:xfrm>
              <a:off x="2657750" y="4097750"/>
              <a:ext cx="19425" cy="48500"/>
            </a:xfrm>
            <a:custGeom>
              <a:avLst/>
              <a:gdLst/>
              <a:ahLst/>
              <a:cxnLst/>
              <a:rect l="l" t="t" r="r" b="b"/>
              <a:pathLst>
                <a:path w="777" h="1940" extrusionOk="0">
                  <a:moveTo>
                    <a:pt x="0" y="1"/>
                  </a:moveTo>
                  <a:lnTo>
                    <a:pt x="0" y="1940"/>
                  </a:lnTo>
                  <a:lnTo>
                    <a:pt x="777" y="1940"/>
                  </a:lnTo>
                  <a:lnTo>
                    <a:pt x="7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42"/>
            <p:cNvSpPr/>
            <p:nvPr/>
          </p:nvSpPr>
          <p:spPr>
            <a:xfrm>
              <a:off x="2706500" y="4072450"/>
              <a:ext cx="49950" cy="49950"/>
            </a:xfrm>
            <a:custGeom>
              <a:avLst/>
              <a:gdLst/>
              <a:ahLst/>
              <a:cxnLst/>
              <a:rect l="l" t="t" r="r" b="b"/>
              <a:pathLst>
                <a:path w="1998" h="1998" extrusionOk="0">
                  <a:moveTo>
                    <a:pt x="666" y="0"/>
                  </a:moveTo>
                  <a:lnTo>
                    <a:pt x="1" y="667"/>
                  </a:lnTo>
                  <a:lnTo>
                    <a:pt x="1332" y="1997"/>
                  </a:lnTo>
                  <a:lnTo>
                    <a:pt x="1997" y="1332"/>
                  </a:lnTo>
                  <a:lnTo>
                    <a:pt x="6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42"/>
            <p:cNvSpPr/>
            <p:nvPr/>
          </p:nvSpPr>
          <p:spPr>
            <a:xfrm>
              <a:off x="2584425" y="4072450"/>
              <a:ext cx="50000" cy="49975"/>
            </a:xfrm>
            <a:custGeom>
              <a:avLst/>
              <a:gdLst/>
              <a:ahLst/>
              <a:cxnLst/>
              <a:rect l="l" t="t" r="r" b="b"/>
              <a:pathLst>
                <a:path w="2000" h="1999" extrusionOk="0">
                  <a:moveTo>
                    <a:pt x="1332" y="0"/>
                  </a:moveTo>
                  <a:lnTo>
                    <a:pt x="1" y="1332"/>
                  </a:lnTo>
                  <a:lnTo>
                    <a:pt x="667" y="1999"/>
                  </a:lnTo>
                  <a:lnTo>
                    <a:pt x="1999" y="667"/>
                  </a:lnTo>
                  <a:lnTo>
                    <a:pt x="1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8" name="Google Shape;558;p42"/>
          <p:cNvSpPr/>
          <p:nvPr/>
        </p:nvSpPr>
        <p:spPr>
          <a:xfrm>
            <a:off x="8165736" y="3791647"/>
            <a:ext cx="516539" cy="372992"/>
          </a:xfrm>
          <a:custGeom>
            <a:avLst/>
            <a:gdLst/>
            <a:ahLst/>
            <a:cxnLst/>
            <a:rect l="l" t="t" r="r" b="b"/>
            <a:pathLst>
              <a:path w="13969" h="10087" extrusionOk="0">
                <a:moveTo>
                  <a:pt x="6985" y="4655"/>
                </a:moveTo>
                <a:lnTo>
                  <a:pt x="6985" y="5819"/>
                </a:lnTo>
                <a:lnTo>
                  <a:pt x="3493" y="5819"/>
                </a:lnTo>
                <a:lnTo>
                  <a:pt x="3493" y="4655"/>
                </a:lnTo>
                <a:close/>
                <a:moveTo>
                  <a:pt x="1166" y="0"/>
                </a:moveTo>
                <a:lnTo>
                  <a:pt x="1166" y="1164"/>
                </a:lnTo>
                <a:lnTo>
                  <a:pt x="7078" y="1164"/>
                </a:lnTo>
                <a:lnTo>
                  <a:pt x="7932" y="2328"/>
                </a:lnTo>
                <a:lnTo>
                  <a:pt x="1165" y="2328"/>
                </a:lnTo>
                <a:lnTo>
                  <a:pt x="1165" y="4267"/>
                </a:lnTo>
                <a:lnTo>
                  <a:pt x="1" y="4267"/>
                </a:lnTo>
                <a:lnTo>
                  <a:pt x="1" y="6595"/>
                </a:lnTo>
                <a:lnTo>
                  <a:pt x="1165" y="6595"/>
                </a:lnTo>
                <a:lnTo>
                  <a:pt x="1165" y="10087"/>
                </a:lnTo>
                <a:lnTo>
                  <a:pt x="10864" y="10087"/>
                </a:lnTo>
                <a:lnTo>
                  <a:pt x="10864" y="8146"/>
                </a:lnTo>
                <a:lnTo>
                  <a:pt x="11503" y="8146"/>
                </a:lnTo>
                <a:lnTo>
                  <a:pt x="13968" y="9380"/>
                </a:lnTo>
                <a:lnTo>
                  <a:pt x="13968" y="3035"/>
                </a:lnTo>
                <a:lnTo>
                  <a:pt x="11503" y="4267"/>
                </a:lnTo>
                <a:lnTo>
                  <a:pt x="10865" y="4267"/>
                </a:lnTo>
                <a:lnTo>
                  <a:pt x="10865" y="2328"/>
                </a:lnTo>
                <a:lnTo>
                  <a:pt x="9375" y="2328"/>
                </a:lnTo>
                <a:lnTo>
                  <a:pt x="76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3981423" y="334370"/>
            <a:ext cx="4798746" cy="4236921"/>
          </a:xfrm>
          <a:prstGeom prst="rect">
            <a:avLst/>
          </a:prstGeom>
        </p:spPr>
        <p:txBody>
          <a:bodyPr spcFirstLastPara="1" wrap="square" lIns="320025" tIns="91425" rIns="320025" bIns="91425" anchor="ctr" anchorCtr="0">
            <a:noAutofit/>
          </a:bodyPr>
          <a:lstStyle/>
          <a:p>
            <a:pPr marL="285750" lvl="0" indent="-285750" algn="l">
              <a:lnSpc>
                <a:spcPct val="150000"/>
              </a:lnSpc>
              <a:buFont typeface="Arial" panose="020B0604020202020204" pitchFamily="34" charset="0"/>
              <a:buChar char="•"/>
            </a:pPr>
            <a:r>
              <a:rPr lang="en-US" dirty="0">
                <a:solidFill>
                  <a:schemeClr val="lt2"/>
                </a:solidFill>
              </a:rPr>
              <a:t>Unified Feature Extraction Module: Processes raw video and outputs a combined static/temporal data template for training</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Single-Input </a:t>
            </a:r>
            <a:r>
              <a:rPr lang="en-US" dirty="0">
                <a:solidFill>
                  <a:schemeClr val="lt2"/>
                </a:solidFill>
              </a:rPr>
              <a:t>Inference Engine: Houses 8 sequence-modeling architectures (CNN, RNN, LSTM variants) currently configured to process the unified data format</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Diagnostic </a:t>
            </a:r>
            <a:r>
              <a:rPr lang="en-US" dirty="0">
                <a:solidFill>
                  <a:schemeClr val="lt2"/>
                </a:solidFill>
              </a:rPr>
              <a:t>&amp; Reporting Module: Generates the performance matrices (Precision, Recall, F1) that highlighted the limitations of the unified input approach.</a:t>
            </a:r>
            <a:endParaRPr dirty="0">
              <a:solidFill>
                <a:schemeClr val="lt2"/>
              </a:solidFill>
            </a:endParaRPr>
          </a:p>
        </p:txBody>
      </p:sp>
      <p:pic>
        <p:nvPicPr>
          <p:cNvPr id="483" name="Google Shape;483;p38"/>
          <p:cNvPicPr preferRelativeResize="0"/>
          <p:nvPr/>
        </p:nvPicPr>
        <p:blipFill>
          <a:blip r:embed="rId3">
            <a:alphaModFix/>
          </a:blip>
          <a:stretch>
            <a:fillRect/>
          </a:stretch>
        </p:blipFill>
        <p:spPr>
          <a:xfrm rot="1080437">
            <a:off x="2247903" y="797622"/>
            <a:ext cx="1471344" cy="1929305"/>
          </a:xfrm>
          <a:prstGeom prst="rect">
            <a:avLst/>
          </a:prstGeom>
          <a:noFill/>
          <a:ln>
            <a:noFill/>
          </a:ln>
        </p:spPr>
      </p:pic>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4">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5">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6">
            <a:alphaModFix/>
          </a:blip>
          <a:stretch>
            <a:fillRect/>
          </a:stretch>
        </p:blipFill>
        <p:spPr>
          <a:xfrm rot="-1041134">
            <a:off x="1421850" y="1368050"/>
            <a:ext cx="206400" cy="14400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5"/>
            <a:ext cx="4679314" cy="305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smtClean="0">
                <a:solidFill>
                  <a:schemeClr val="dk1"/>
                </a:solidFill>
              </a:rPr>
              <a:t>Why we chose this architecture ?</a:t>
            </a:r>
            <a:endParaRPr sz="1600"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5277961" y="1258563"/>
            <a:ext cx="2735375" cy="313664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3799014443"/>
              </p:ext>
            </p:extLst>
          </p:nvPr>
        </p:nvGraphicFramePr>
        <p:xfrm>
          <a:off x="307075" y="1371069"/>
          <a:ext cx="8265890" cy="2822545"/>
        </p:xfrm>
        <a:graphic>
          <a:graphicData uri="http://schemas.openxmlformats.org/drawingml/2006/table">
            <a:tbl>
              <a:tblPr>
                <a:noFill/>
                <a:tableStyleId>{D53D5DC3-BA4F-48B7-9C4E-EA5A1AA2C53F}</a:tableStyleId>
              </a:tblPr>
              <a:tblGrid>
                <a:gridCol w="1653178">
                  <a:extLst>
                    <a:ext uri="{9D8B030D-6E8A-4147-A177-3AD203B41FA5}">
                      <a16:colId xmlns:a16="http://schemas.microsoft.com/office/drawing/2014/main" val="20000"/>
                    </a:ext>
                  </a:extLst>
                </a:gridCol>
                <a:gridCol w="1902063">
                  <a:extLst>
                    <a:ext uri="{9D8B030D-6E8A-4147-A177-3AD203B41FA5}">
                      <a16:colId xmlns:a16="http://schemas.microsoft.com/office/drawing/2014/main" val="20001"/>
                    </a:ext>
                  </a:extLst>
                </a:gridCol>
                <a:gridCol w="1404293">
                  <a:extLst>
                    <a:ext uri="{9D8B030D-6E8A-4147-A177-3AD203B41FA5}">
                      <a16:colId xmlns:a16="http://schemas.microsoft.com/office/drawing/2014/main" val="20002"/>
                    </a:ext>
                  </a:extLst>
                </a:gridCol>
                <a:gridCol w="3306356">
                  <a:extLst>
                    <a:ext uri="{9D8B030D-6E8A-4147-A177-3AD203B41FA5}">
                      <a16:colId xmlns:a16="http://schemas.microsoft.com/office/drawing/2014/main" val="20003"/>
                    </a:ext>
                  </a:extLst>
                </a:gridCol>
              </a:tblGrid>
              <a:tr h="521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Software</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smtClean="0">
                          <a:solidFill>
                            <a:schemeClr val="tx2"/>
                          </a:solidFill>
                          <a:latin typeface="Comic Neue"/>
                          <a:ea typeface="Comic Neue"/>
                          <a:cs typeface="Comic Neue"/>
                          <a:sym typeface="Comic Neue"/>
                        </a:rPr>
                        <a:t>Structured </a:t>
                      </a:r>
                      <a:r>
                        <a:rPr lang="en-US" sz="1400" dirty="0" smtClean="0">
                          <a:solidFill>
                            <a:schemeClr val="tx2"/>
                          </a:solidFill>
                          <a:latin typeface="Comic Neue"/>
                          <a:ea typeface="Comic Neue"/>
                          <a:cs typeface="Comic Neue"/>
                          <a:sym typeface="Comic Neue"/>
                        </a:rPr>
                        <a:t>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mtClean="0"/>
              <a:t>Technical Background</a:t>
            </a:r>
            <a:endParaRPr dirty="0"/>
          </a:p>
        </p:txBody>
      </p:sp>
      <p:sp>
        <p:nvSpPr>
          <p:cNvPr id="475" name="Google Shape;475;p37"/>
          <p:cNvSpPr txBox="1">
            <a:spLocks noGrp="1"/>
          </p:cNvSpPr>
          <p:nvPr>
            <p:ph type="body" idx="1"/>
          </p:nvPr>
        </p:nvSpPr>
        <p:spPr>
          <a:xfrm>
            <a:off x="219256" y="1087125"/>
            <a:ext cx="5260319" cy="3054300"/>
          </a:xfrm>
          <a:prstGeom prst="rect">
            <a:avLst/>
          </a:prstGeom>
        </p:spPr>
        <p:txBody>
          <a:bodyPr spcFirstLastPara="1" wrap="square" lIns="91425" tIns="91425" rIns="91425" bIns="91425" anchor="t" anchorCtr="0">
            <a:noAutofit/>
          </a:bodyPr>
          <a:lstStyle/>
          <a:p>
            <a:pPr lvl="0">
              <a:spcBef>
                <a:spcPts val="1000"/>
              </a:spcBef>
            </a:pPr>
            <a:r>
              <a:rPr lang="en-US" dirty="0" smtClean="0">
                <a:solidFill>
                  <a:schemeClr val="dk1"/>
                </a:solidFill>
              </a:rPr>
              <a:t>Computer </a:t>
            </a:r>
            <a:r>
              <a:rPr lang="en-US" dirty="0">
                <a:solidFill>
                  <a:schemeClr val="dk1"/>
                </a:solidFill>
              </a:rPr>
              <a:t>Vision Framework: Real-time frame analysis and landmark extraction powered by </a:t>
            </a:r>
            <a:r>
              <a:rPr lang="en-US" dirty="0" err="1">
                <a:solidFill>
                  <a:schemeClr val="dk1"/>
                </a:solidFill>
              </a:rPr>
              <a:t>OpenCV</a:t>
            </a:r>
            <a:r>
              <a:rPr lang="en-US" dirty="0">
                <a:solidFill>
                  <a:schemeClr val="dk1"/>
                </a:solidFill>
              </a:rPr>
              <a:t> and </a:t>
            </a:r>
            <a:r>
              <a:rPr lang="en-US" dirty="0" err="1">
                <a:solidFill>
                  <a:schemeClr val="dk1"/>
                </a:solidFill>
              </a:rPr>
              <a:t>MediaPipe</a:t>
            </a:r>
            <a:r>
              <a:rPr lang="en-US" dirty="0" smtClean="0">
                <a:solidFill>
                  <a:schemeClr val="dk1"/>
                </a:solidFill>
              </a:rPr>
              <a:t>.</a:t>
            </a:r>
          </a:p>
          <a:p>
            <a:pPr lvl="0">
              <a:spcBef>
                <a:spcPts val="1000"/>
              </a:spcBef>
            </a:pPr>
            <a:r>
              <a:rPr lang="en-US" dirty="0" smtClean="0">
                <a:solidFill>
                  <a:schemeClr val="dk1"/>
                </a:solidFill>
              </a:rPr>
              <a:t>Multi-Modal </a:t>
            </a:r>
            <a:r>
              <a:rPr lang="en-US" dirty="0">
                <a:solidFill>
                  <a:schemeClr val="dk1"/>
                </a:solidFill>
              </a:rPr>
              <a:t>AI Analysis: Simultaneous tracking of multiple performance </a:t>
            </a:r>
            <a:r>
              <a:rPr lang="en-US" dirty="0" smtClean="0">
                <a:solidFill>
                  <a:schemeClr val="dk1"/>
                </a:solidFill>
              </a:rPr>
              <a:t>vectors</a:t>
            </a:r>
          </a:p>
          <a:p>
            <a:pPr lvl="0">
              <a:spcBef>
                <a:spcPts val="1000"/>
              </a:spcBef>
            </a:pPr>
            <a:r>
              <a:rPr lang="en-US" dirty="0" smtClean="0">
                <a:solidFill>
                  <a:schemeClr val="dk1"/>
                </a:solidFill>
              </a:rPr>
              <a:t>Facial </a:t>
            </a:r>
            <a:r>
              <a:rPr lang="en-US" dirty="0">
                <a:solidFill>
                  <a:schemeClr val="dk1"/>
                </a:solidFill>
              </a:rPr>
              <a:t>Features: Emotion recognition, eye state, and mouth </a:t>
            </a:r>
            <a:r>
              <a:rPr lang="en-US" dirty="0" err="1">
                <a:solidFill>
                  <a:schemeClr val="dk1"/>
                </a:solidFill>
              </a:rPr>
              <a:t>movement.Body</a:t>
            </a:r>
            <a:r>
              <a:rPr lang="en-US" dirty="0">
                <a:solidFill>
                  <a:schemeClr val="dk1"/>
                </a:solidFill>
              </a:rPr>
              <a:t> Pose: Posture estimation (standing, sitting, leaning) and shoulder/hip alignment</a:t>
            </a:r>
            <a:r>
              <a:rPr lang="en-US" dirty="0" smtClean="0">
                <a:solidFill>
                  <a:schemeClr val="dk1"/>
                </a:solidFill>
              </a:rPr>
              <a:t>.</a:t>
            </a:r>
          </a:p>
          <a:p>
            <a:pPr lvl="0">
              <a:spcBef>
                <a:spcPts val="1000"/>
              </a:spcBef>
            </a:pPr>
            <a:r>
              <a:rPr lang="en-US" dirty="0" smtClean="0">
                <a:solidFill>
                  <a:schemeClr val="dk1"/>
                </a:solidFill>
              </a:rPr>
              <a:t>Gestures</a:t>
            </a:r>
            <a:r>
              <a:rPr lang="en-US" dirty="0">
                <a:solidFill>
                  <a:schemeClr val="dk1"/>
                </a:solidFill>
              </a:rPr>
              <a:t>: Hand tracking and handedness identification</a:t>
            </a:r>
            <a:r>
              <a:rPr lang="en-US" dirty="0" smtClean="0">
                <a:solidFill>
                  <a:schemeClr val="dk1"/>
                </a:solidFill>
              </a:rPr>
              <a:t>.</a:t>
            </a:r>
          </a:p>
          <a:p>
            <a:pPr lvl="0">
              <a:spcBef>
                <a:spcPts val="1000"/>
              </a:spcBef>
            </a:pPr>
            <a:r>
              <a:rPr lang="en-US" dirty="0" smtClean="0">
                <a:solidFill>
                  <a:schemeClr val="dk1"/>
                </a:solidFill>
              </a:rPr>
              <a:t>Machine </a:t>
            </a:r>
            <a:r>
              <a:rPr lang="en-US" dirty="0">
                <a:solidFill>
                  <a:schemeClr val="dk1"/>
                </a:solidFill>
              </a:rPr>
              <a:t>Learning Models: The system implements and compares 8 different models, blending classical ML (</a:t>
            </a:r>
            <a:r>
              <a:rPr lang="en-US" dirty="0" err="1">
                <a:solidFill>
                  <a:schemeClr val="dk1"/>
                </a:solidFill>
              </a:rPr>
              <a:t>PyCaret</a:t>
            </a:r>
            <a:r>
              <a:rPr lang="en-US" dirty="0">
                <a:solidFill>
                  <a:schemeClr val="dk1"/>
                </a:solidFill>
              </a:rPr>
              <a:t>) with deep learning architectures (CNN-LSTM, </a:t>
            </a:r>
            <a:r>
              <a:rPr lang="en-US" dirty="0" err="1">
                <a:solidFill>
                  <a:schemeClr val="dk1"/>
                </a:solidFill>
              </a:rPr>
              <a:t>BiLSTM</a:t>
            </a:r>
            <a:r>
              <a:rPr lang="en-US" dirty="0">
                <a:solidFill>
                  <a:schemeClr val="dk1"/>
                </a:solidFill>
              </a:rPr>
              <a:t>, GRU, etc.).</a:t>
            </a:r>
          </a:p>
        </p:txBody>
      </p:sp>
      <p:pic>
        <p:nvPicPr>
          <p:cNvPr id="476" name="Google Shape;476;p37"/>
          <p:cNvPicPr preferRelativeResize="0"/>
          <p:nvPr/>
        </p:nvPicPr>
        <p:blipFill>
          <a:blip r:embed="rId3">
            <a:alphaModFix/>
          </a:blip>
          <a:stretch>
            <a:fillRect/>
          </a:stretch>
        </p:blipFill>
        <p:spPr>
          <a:xfrm rot="-468998">
            <a:off x="5277961" y="1258563"/>
            <a:ext cx="2735375" cy="3136648"/>
          </a:xfrm>
          <a:prstGeom prst="rect">
            <a:avLst/>
          </a:prstGeom>
          <a:noFill/>
          <a:ln>
            <a:noFill/>
          </a:ln>
        </p:spPr>
      </p:pic>
    </p:spTree>
    <p:extLst>
      <p:ext uri="{BB962C8B-B14F-4D97-AF65-F5344CB8AC3E}">
        <p14:creationId xmlns:p14="http://schemas.microsoft.com/office/powerpoint/2010/main" val="35449579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a:t>
            </a:r>
            <a:r>
              <a:rPr lang="en-US" dirty="0" smtClean="0"/>
              <a:t>Stability, Risks, Challenges &amp;Next Steps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System Stability &amp; Risks</a:t>
            </a:r>
            <a:endParaRPr dirty="0"/>
          </a:p>
        </p:txBody>
      </p:sp>
      <p:sp>
        <p:nvSpPr>
          <p:cNvPr id="1053" name="Google Shape;1053;p62"/>
          <p:cNvSpPr txBox="1">
            <a:spLocks noGrp="1"/>
          </p:cNvSpPr>
          <p:nvPr>
            <p:ph type="body" idx="1"/>
          </p:nvPr>
        </p:nvSpPr>
        <p:spPr>
          <a:xfrm>
            <a:off x="720000" y="1321700"/>
            <a:ext cx="4588979" cy="3286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STABILITY</a:t>
            </a:r>
            <a:r>
              <a:rPr lang="en" sz="1400" dirty="0" smtClean="0">
                <a:solidFill>
                  <a:schemeClr val="dk1"/>
                </a:solidFill>
              </a:rPr>
              <a:t>:</a:t>
            </a:r>
            <a:endParaRPr sz="1400" dirty="0">
              <a:solidFill>
                <a:schemeClr val="dk1"/>
              </a:solidFill>
            </a:endParaRPr>
          </a:p>
          <a:p>
            <a:pPr lvl="0">
              <a:lnSpc>
                <a:spcPct val="150000"/>
              </a:lnSpc>
            </a:pPr>
            <a:r>
              <a:rPr lang="en-US" dirty="0"/>
              <a:t>Uses multiple inputs (video, voice, gestures) → more reliable results</a:t>
            </a:r>
          </a:p>
          <a:p>
            <a:pPr lvl="0">
              <a:lnSpc>
                <a:spcPct val="150000"/>
              </a:lnSpc>
            </a:pPr>
            <a:r>
              <a:rPr lang="en-US" dirty="0"/>
              <a:t>Combines different models to improve accuracy</a:t>
            </a:r>
          </a:p>
          <a:p>
            <a:pPr>
              <a:lnSpc>
                <a:spcPct val="150000"/>
              </a:lnSpc>
            </a:pPr>
            <a:r>
              <a:rPr lang="en-US" dirty="0"/>
              <a:t>Clear processing steps keep the system consistent</a:t>
            </a:r>
            <a:endParaRPr sz="1400" dirty="0">
              <a:solidFill>
                <a:schemeClr val="dk1"/>
              </a:solidFill>
            </a:endParaRPr>
          </a:p>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RISKS</a:t>
            </a:r>
            <a:r>
              <a:rPr lang="en" sz="1400" dirty="0">
                <a:solidFill>
                  <a:schemeClr val="dk1"/>
                </a:solidFill>
              </a:rPr>
              <a:t>:</a:t>
            </a:r>
            <a:endParaRPr sz="1400" dirty="0">
              <a:solidFill>
                <a:schemeClr val="dk1"/>
              </a:solidFill>
            </a:endParaRPr>
          </a:p>
          <a:p>
            <a:pPr marR="50800" lvl="0" indent="-317500">
              <a:lnSpc>
                <a:spcPct val="150000"/>
              </a:lnSpc>
              <a:buSzPts val="1400"/>
            </a:pPr>
            <a:r>
              <a:rPr lang="en-US" dirty="0" smtClean="0">
                <a:solidFill>
                  <a:schemeClr val="hlink"/>
                </a:solidFill>
                <a:uFill>
                  <a:noFill/>
                </a:uFill>
              </a:rPr>
              <a:t>Depends </a:t>
            </a:r>
            <a:r>
              <a:rPr lang="en-US" dirty="0">
                <a:solidFill>
                  <a:schemeClr val="hlink"/>
                </a:solidFill>
                <a:uFill>
                  <a:noFill/>
                </a:uFill>
              </a:rPr>
              <a:t>on good video/audio quality</a:t>
            </a:r>
          </a:p>
          <a:p>
            <a:pPr marR="50800" lvl="0" indent="-317500">
              <a:lnSpc>
                <a:spcPct val="150000"/>
              </a:lnSpc>
              <a:buSzPts val="1400"/>
            </a:pPr>
            <a:r>
              <a:rPr lang="en-US" dirty="0" smtClean="0">
                <a:solidFill>
                  <a:schemeClr val="hlink"/>
                </a:solidFill>
                <a:uFill>
                  <a:noFill/>
                </a:uFill>
              </a:rPr>
              <a:t>May </a:t>
            </a:r>
            <a:r>
              <a:rPr lang="en-US" dirty="0">
                <a:solidFill>
                  <a:schemeClr val="hlink"/>
                </a:solidFill>
                <a:uFill>
                  <a:noFill/>
                </a:uFill>
              </a:rPr>
              <a:t>not perform the same for every person</a:t>
            </a:r>
          </a:p>
          <a:p>
            <a:pPr marR="50800" lvl="0" indent="-317500">
              <a:lnSpc>
                <a:spcPct val="150000"/>
              </a:lnSpc>
              <a:buSzPts val="1400"/>
            </a:pPr>
            <a:r>
              <a:rPr lang="en-US" dirty="0" smtClean="0">
                <a:solidFill>
                  <a:schemeClr val="hlink"/>
                </a:solidFill>
                <a:uFill>
                  <a:noFill/>
                </a:uFill>
              </a:rPr>
              <a:t>Needs </a:t>
            </a:r>
            <a:r>
              <a:rPr lang="en-US" dirty="0">
                <a:solidFill>
                  <a:schemeClr val="hlink"/>
                </a:solidFill>
                <a:uFill>
                  <a:noFill/>
                </a:uFill>
              </a:rPr>
              <a:t>high processing power</a:t>
            </a:r>
          </a:p>
          <a:p>
            <a:pPr marR="50800" lvl="0" indent="-317500">
              <a:lnSpc>
                <a:spcPct val="150000"/>
              </a:lnSpc>
              <a:buSzPts val="1400"/>
            </a:pPr>
            <a:r>
              <a:rPr lang="en-US" dirty="0" smtClean="0">
                <a:solidFill>
                  <a:schemeClr val="hlink"/>
                </a:solidFill>
                <a:uFill>
                  <a:noFill/>
                </a:uFill>
              </a:rPr>
              <a:t>Limited </a:t>
            </a:r>
            <a:r>
              <a:rPr lang="en-US" dirty="0">
                <a:solidFill>
                  <a:schemeClr val="hlink"/>
                </a:solidFill>
                <a:uFill>
                  <a:noFill/>
                </a:uFill>
              </a:rPr>
              <a:t>data can affect accuracy</a:t>
            </a:r>
            <a:endParaRPr lang="en-US" dirty="0">
              <a:solidFill>
                <a:schemeClr val="hlink"/>
              </a:solidFill>
              <a:uFill>
                <a:noFill/>
              </a:uFill>
            </a:endParaRPr>
          </a:p>
        </p:txBody>
      </p:sp>
      <p:pic>
        <p:nvPicPr>
          <p:cNvPr id="1054" name="Google Shape;1054;p62"/>
          <p:cNvPicPr preferRelativeResize="0"/>
          <p:nvPr/>
        </p:nvPicPr>
        <p:blipFill>
          <a:blip r:embed="rId3">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4">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973625"/>
            <a:ext cx="7704000" cy="3932688"/>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CHALLENGES</a:t>
            </a:r>
            <a:r>
              <a:rPr lang="en" dirty="0" smtClean="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Managing </a:t>
            </a:r>
            <a:r>
              <a:rPr lang="en-US" dirty="0">
                <a:solidFill>
                  <a:schemeClr val="dk1"/>
                </a:solidFill>
                <a:uFill>
                  <a:noFill/>
                </a:uFill>
              </a:rPr>
              <a:t>video, audio, and gestures together</a:t>
            </a:r>
          </a:p>
          <a:p>
            <a:pPr marR="50800" lvl="0" indent="-317500">
              <a:lnSpc>
                <a:spcPct val="150000"/>
              </a:lnSpc>
              <a:buSzPts val="1400"/>
            </a:pPr>
            <a:r>
              <a:rPr lang="en-US" dirty="0" smtClean="0">
                <a:solidFill>
                  <a:schemeClr val="dk1"/>
                </a:solidFill>
                <a:uFill>
                  <a:noFill/>
                </a:uFill>
              </a:rPr>
              <a:t>Making </a:t>
            </a:r>
            <a:r>
              <a:rPr lang="en-US" dirty="0">
                <a:solidFill>
                  <a:schemeClr val="dk1"/>
                </a:solidFill>
                <a:uFill>
                  <a:noFill/>
                </a:uFill>
              </a:rPr>
              <a:t>the system fast and smooth</a:t>
            </a:r>
          </a:p>
          <a:p>
            <a:pPr marR="50800" lvl="0" indent="-317500">
              <a:lnSpc>
                <a:spcPct val="150000"/>
              </a:lnSpc>
              <a:buSzPts val="1400"/>
            </a:pPr>
            <a:r>
              <a:rPr lang="en-US" dirty="0" smtClean="0">
                <a:solidFill>
                  <a:schemeClr val="dk1"/>
                </a:solidFill>
                <a:uFill>
                  <a:noFill/>
                </a:uFill>
              </a:rPr>
              <a:t>Limited </a:t>
            </a:r>
            <a:r>
              <a:rPr lang="en-US" dirty="0">
                <a:solidFill>
                  <a:schemeClr val="dk1"/>
                </a:solidFill>
                <a:uFill>
                  <a:noFill/>
                </a:uFill>
              </a:rPr>
              <a:t>and complex dataset</a:t>
            </a:r>
          </a:p>
          <a:p>
            <a:pPr marR="50800" lvl="0" indent="-317500">
              <a:lnSpc>
                <a:spcPct val="150000"/>
              </a:lnSpc>
              <a:buSzPts val="1400"/>
            </a:pPr>
            <a:r>
              <a:rPr lang="en-US" dirty="0" smtClean="0">
                <a:solidFill>
                  <a:schemeClr val="dk1"/>
                </a:solidFill>
                <a:uFill>
                  <a:noFill/>
                </a:uFill>
              </a:rPr>
              <a:t>Choosing </a:t>
            </a:r>
            <a:r>
              <a:rPr lang="en-US" dirty="0">
                <a:solidFill>
                  <a:schemeClr val="dk1"/>
                </a:solidFill>
                <a:uFill>
                  <a:noFill/>
                </a:uFill>
              </a:rPr>
              <a:t>the best model</a:t>
            </a:r>
          </a:p>
          <a:p>
            <a:pPr marL="457200" marR="50800" lvl="0" indent="0" algn="l" rtl="0">
              <a:lnSpc>
                <a:spcPct val="150000"/>
              </a:lnSpc>
              <a:spcBef>
                <a:spcPts val="0"/>
              </a:spcBef>
              <a:spcAft>
                <a:spcPts val="0"/>
              </a:spcAft>
              <a:buNone/>
            </a:pPr>
            <a:endParaRPr dirty="0">
              <a:solidFill>
                <a:schemeClr val="dk1"/>
              </a:solidFill>
            </a:endParaRPr>
          </a:p>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NEXT STEPS</a:t>
            </a:r>
            <a:r>
              <a:rPr lang="en" dirty="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Collect </a:t>
            </a:r>
            <a:r>
              <a:rPr lang="en-US" dirty="0">
                <a:solidFill>
                  <a:schemeClr val="dk1"/>
                </a:solidFill>
                <a:uFill>
                  <a:noFill/>
                </a:uFill>
              </a:rPr>
              <a:t>more and better data</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speed and performance</a:t>
            </a:r>
          </a:p>
          <a:p>
            <a:pPr marR="50800" lvl="0" indent="-317500">
              <a:lnSpc>
                <a:spcPct val="150000"/>
              </a:lnSpc>
              <a:buSzPts val="1400"/>
            </a:pPr>
            <a:r>
              <a:rPr lang="en-US" dirty="0" smtClean="0">
                <a:solidFill>
                  <a:schemeClr val="dk1"/>
                </a:solidFill>
                <a:uFill>
                  <a:noFill/>
                </a:uFill>
              </a:rPr>
              <a:t>Fine-tune </a:t>
            </a:r>
            <a:r>
              <a:rPr lang="en-US" dirty="0">
                <a:solidFill>
                  <a:schemeClr val="dk1"/>
                </a:solidFill>
                <a:uFill>
                  <a:noFill/>
                </a:uFill>
              </a:rPr>
              <a:t>models for higher accuracy</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the user interface</a:t>
            </a:r>
            <a:endParaRPr lang="en-US" dirty="0">
              <a:solidFill>
                <a:schemeClr val="dk1"/>
              </a:solidFill>
              <a:uFill>
                <a:noFill/>
              </a:uFill>
            </a:endParaRPr>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Challenges &amp; Next Steps</a:t>
            </a:r>
            <a:endParaRPr dirty="0"/>
          </a:p>
        </p:txBody>
      </p:sp>
      <p:pic>
        <p:nvPicPr>
          <p:cNvPr id="1062" name="Google Shape;1062;p63"/>
          <p:cNvPicPr preferRelativeResize="0"/>
          <p:nvPr/>
        </p:nvPicPr>
        <p:blipFill>
          <a:blip r:embed="rId3">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4">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09</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21200393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CONTENTS OF THIS TEMPLATE</a:t>
            </a:r>
            <a:endParaRPr/>
          </a:p>
        </p:txBody>
      </p:sp>
      <p:sp>
        <p:nvSpPr>
          <p:cNvPr id="445" name="Google Shape;445;p35"/>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what you’ll find in this </a:t>
            </a:r>
            <a:r>
              <a:rPr lang="en" b="1">
                <a:uFill>
                  <a:noFill/>
                </a:uFill>
                <a:hlinkClick r:id="rId3"/>
              </a:rPr>
              <a:t>Slidesgo</a:t>
            </a:r>
            <a:r>
              <a:rPr lang="en"/>
              <a:t> template: </a:t>
            </a:r>
            <a:endParaRPr/>
          </a:p>
          <a:p>
            <a:pPr marL="457200" lvl="0" indent="-304800" algn="l" rtl="0">
              <a:spcBef>
                <a:spcPts val="0"/>
              </a:spcBef>
              <a:spcAft>
                <a:spcPts val="0"/>
              </a:spcAft>
              <a:buSzPts val="1200"/>
              <a:buAutoNum type="arabicPeriod"/>
            </a:pPr>
            <a:r>
              <a:rPr lang="en"/>
              <a:t>A slide structure based on a Workshop presentation, which you can easily adapt to your needs. For more info on how to edit the template, please visit </a:t>
            </a:r>
            <a:r>
              <a:rPr lang="en" b="1">
                <a:uFill>
                  <a:noFill/>
                </a:uFill>
                <a:hlinkClick r:id="rId4"/>
              </a:rPr>
              <a:t>Slidesgo School</a:t>
            </a:r>
            <a:r>
              <a:rPr lang="en"/>
              <a:t> or read our </a:t>
            </a:r>
            <a:r>
              <a:rPr lang="en" b="1">
                <a:uFill>
                  <a:noFill/>
                </a:uFill>
                <a:hlinkClick r:id="rId5"/>
              </a:rPr>
              <a:t>FAQs</a:t>
            </a:r>
            <a:r>
              <a:rPr lang="en"/>
              <a:t>.</a:t>
            </a:r>
            <a:endParaRPr/>
          </a:p>
          <a:p>
            <a:pPr marL="457200" lvl="0" indent="-304800" algn="l" rtl="0">
              <a:spcBef>
                <a:spcPts val="0"/>
              </a:spcBef>
              <a:spcAft>
                <a:spcPts val="0"/>
              </a:spcAft>
              <a:buSzPts val="1200"/>
              <a:buAutoNum type="arabicPeriod"/>
            </a:pPr>
            <a:r>
              <a:rPr lang="en"/>
              <a:t>An assortment of graphic resources that are suitable for use in the presentation can be found in the </a:t>
            </a:r>
            <a:r>
              <a:rPr lang="en" b="1">
                <a:solidFill>
                  <a:schemeClr val="hlink"/>
                </a:solidFill>
                <a:uFill>
                  <a:noFill/>
                </a:uFill>
                <a:hlinkClick r:id="rId6" action="ppaction://hlinksldjump"/>
              </a:rPr>
              <a:t>alternative resources slide</a:t>
            </a:r>
            <a:r>
              <a:rPr lang="en" b="1"/>
              <a:t>.</a:t>
            </a:r>
            <a:endParaRPr b="1"/>
          </a:p>
          <a:p>
            <a:pPr marL="457200" lvl="0" indent="-304800" algn="l" rtl="0">
              <a:spcBef>
                <a:spcPts val="0"/>
              </a:spcBef>
              <a:spcAft>
                <a:spcPts val="0"/>
              </a:spcAft>
              <a:buSzPts val="1200"/>
              <a:buAutoNum type="arabicPeriod"/>
            </a:pPr>
            <a:r>
              <a:rPr lang="en"/>
              <a:t>A </a:t>
            </a:r>
            <a:r>
              <a:rPr lang="en" b="1">
                <a:solidFill>
                  <a:schemeClr val="hlink"/>
                </a:solidFill>
                <a:uFill>
                  <a:noFill/>
                </a:uFill>
                <a:hlinkClick r:id="rId7" action="ppaction://hlinksldjump"/>
              </a:rPr>
              <a:t>thanks slide</a:t>
            </a:r>
            <a:r>
              <a:rPr lang="en"/>
              <a:t>, which you must keep so that proper credits for our design are given.</a:t>
            </a:r>
            <a:endParaRPr/>
          </a:p>
          <a:p>
            <a:pPr marL="457200" lvl="0" indent="-304800" algn="l" rtl="0">
              <a:spcBef>
                <a:spcPts val="0"/>
              </a:spcBef>
              <a:spcAft>
                <a:spcPts val="0"/>
              </a:spcAft>
              <a:buSzPts val="1200"/>
              <a:buAutoNum type="arabicPeriod"/>
            </a:pPr>
            <a:r>
              <a:rPr lang="en"/>
              <a:t>A </a:t>
            </a:r>
            <a:r>
              <a:rPr lang="en" b="1">
                <a:solidFill>
                  <a:schemeClr val="hlink"/>
                </a:solidFill>
                <a:uFill>
                  <a:noFill/>
                </a:uFill>
                <a:hlinkClick r:id="rId8" action="ppaction://hlinksldjump"/>
              </a:rPr>
              <a:t>resources slide</a:t>
            </a:r>
            <a:r>
              <a:rPr lang="en"/>
              <a:t>, where you’ll find links to all the elements used in the template.</a:t>
            </a:r>
            <a:endParaRPr/>
          </a:p>
          <a:p>
            <a:pPr marL="457200" lvl="0" indent="-304800" algn="l" rtl="0">
              <a:spcBef>
                <a:spcPts val="0"/>
              </a:spcBef>
              <a:spcAft>
                <a:spcPts val="0"/>
              </a:spcAft>
              <a:buSzPts val="1200"/>
              <a:buAutoNum type="arabicPeriod"/>
            </a:pPr>
            <a:r>
              <a:rPr lang="en" b="1">
                <a:solidFill>
                  <a:schemeClr val="hlink"/>
                </a:solidFill>
                <a:uFill>
                  <a:noFill/>
                </a:uFill>
                <a:hlinkClick r:id="rId9" action="ppaction://hlinksldjump"/>
              </a:rPr>
              <a:t>Instructions for use</a:t>
            </a:r>
            <a:r>
              <a:rPr lang="en"/>
              <a:t>.</a:t>
            </a:r>
            <a:endParaRPr/>
          </a:p>
          <a:p>
            <a:pPr marL="457200" lvl="0" indent="-304800" algn="l" rtl="0">
              <a:spcBef>
                <a:spcPts val="0"/>
              </a:spcBef>
              <a:spcAft>
                <a:spcPts val="0"/>
              </a:spcAft>
              <a:buSzPts val="1200"/>
              <a:buAutoNum type="arabicPeriod"/>
            </a:pPr>
            <a:r>
              <a:rPr lang="en"/>
              <a:t>Final slides with:</a:t>
            </a:r>
            <a:endParaRPr/>
          </a:p>
          <a:p>
            <a:pPr marL="914400" lvl="0" indent="-304800" algn="l" rtl="0">
              <a:spcBef>
                <a:spcPts val="0"/>
              </a:spcBef>
              <a:spcAft>
                <a:spcPts val="0"/>
              </a:spcAft>
              <a:buSzPts val="1200"/>
              <a:buChar char="●"/>
            </a:pPr>
            <a:r>
              <a:rPr lang="en"/>
              <a:t>The</a:t>
            </a:r>
            <a:r>
              <a:rPr lang="en">
                <a:solidFill>
                  <a:schemeClr val="hlink"/>
                </a:solidFill>
                <a:uFill>
                  <a:noFill/>
                </a:uFill>
                <a:hlinkClick r:id="rId10" action="ppaction://hlinksldjump"/>
              </a:rPr>
              <a:t> </a:t>
            </a:r>
            <a:r>
              <a:rPr lang="en" b="1">
                <a:solidFill>
                  <a:schemeClr val="hlink"/>
                </a:solidFill>
                <a:uFill>
                  <a:noFill/>
                </a:uFill>
                <a:hlinkClick r:id="rId10" action="ppaction://hlinksldjump"/>
              </a:rPr>
              <a:t>fonts and colors</a:t>
            </a:r>
            <a:r>
              <a:rPr lang="en"/>
              <a:t> used in the template.</a:t>
            </a:r>
            <a:endParaRPr/>
          </a:p>
          <a:p>
            <a:pPr marL="914400" lvl="0" indent="-304800" algn="l" rtl="0">
              <a:spcBef>
                <a:spcPts val="0"/>
              </a:spcBef>
              <a:spcAft>
                <a:spcPts val="0"/>
              </a:spcAft>
              <a:buSzPts val="1200"/>
              <a:buChar char="●"/>
            </a:pPr>
            <a:r>
              <a:rPr lang="en"/>
              <a:t>A </a:t>
            </a:r>
            <a:r>
              <a:rPr lang="en" b="1">
                <a:solidFill>
                  <a:schemeClr val="hlink"/>
                </a:solidFill>
                <a:uFill>
                  <a:noFill/>
                </a:uFill>
                <a:hlinkClick r:id="rId11" action="ppaction://hlinksldjump"/>
              </a:rPr>
              <a:t>selection of illustrations</a:t>
            </a:r>
            <a:r>
              <a:rPr lang="en" b="1"/>
              <a:t>.</a:t>
            </a:r>
            <a:r>
              <a:rPr lang="en"/>
              <a:t> You can also customize and animate them as you wish with the online editor. Visit</a:t>
            </a:r>
            <a:r>
              <a:rPr lang="en" b="1"/>
              <a:t> </a:t>
            </a:r>
            <a:r>
              <a:rPr lang="en" b="1">
                <a:uFill>
                  <a:noFill/>
                </a:uFill>
                <a:hlinkClick r:id="rId12"/>
              </a:rPr>
              <a:t>Storyset</a:t>
            </a:r>
            <a:r>
              <a:rPr lang="en"/>
              <a:t> to find more. </a:t>
            </a:r>
            <a:endParaRPr/>
          </a:p>
          <a:p>
            <a:pPr marL="914400" lvl="0" indent="-304800" algn="l" rtl="0">
              <a:spcBef>
                <a:spcPts val="0"/>
              </a:spcBef>
              <a:spcAft>
                <a:spcPts val="0"/>
              </a:spcAft>
              <a:buSzPts val="1200"/>
              <a:buChar char="●"/>
            </a:pPr>
            <a:r>
              <a:rPr lang="en"/>
              <a:t>More</a:t>
            </a:r>
            <a:r>
              <a:rPr lang="en">
                <a:solidFill>
                  <a:schemeClr val="hlink"/>
                </a:solidFill>
                <a:uFill>
                  <a:noFill/>
                </a:uFill>
                <a:hlinkClick r:id="rId13" action="ppaction://hlinksldjump"/>
              </a:rPr>
              <a:t> </a:t>
            </a:r>
            <a:r>
              <a:rPr lang="en" b="1">
                <a:solidFill>
                  <a:schemeClr val="hlink"/>
                </a:solidFill>
                <a:uFill>
                  <a:noFill/>
                </a:uFill>
                <a:hlinkClick r:id="rId13" action="ppaction://hlinksldjump"/>
              </a:rPr>
              <a:t>infographic resources</a:t>
            </a:r>
            <a:r>
              <a:rPr lang="en">
                <a:solidFill>
                  <a:schemeClr val="hlink"/>
                </a:solidFill>
                <a:uFill>
                  <a:noFill/>
                </a:uFill>
                <a:hlinkClick r:id="rId13" action="ppaction://hlinksldjump"/>
              </a:rPr>
              <a:t>,</a:t>
            </a:r>
            <a:r>
              <a:rPr lang="en"/>
              <a:t> whose size and color can be edited. </a:t>
            </a:r>
            <a:endParaRPr/>
          </a:p>
          <a:p>
            <a:pPr marL="914400" lvl="0" indent="-304800" algn="l" rtl="0">
              <a:spcBef>
                <a:spcPts val="0"/>
              </a:spcBef>
              <a:spcAft>
                <a:spcPts val="0"/>
              </a:spcAft>
              <a:buSzPts val="1200"/>
              <a:buChar char="●"/>
            </a:pPr>
            <a:r>
              <a:rPr lang="en"/>
              <a:t>Sets of </a:t>
            </a:r>
            <a:r>
              <a:rPr lang="en" b="1">
                <a:solidFill>
                  <a:schemeClr val="hlink"/>
                </a:solidFill>
                <a:uFill>
                  <a:noFill/>
                </a:uFill>
                <a:hlinkClick r:id="rId14"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0"/>
              </a:spcBef>
              <a:spcAft>
                <a:spcPts val="0"/>
              </a:spcAft>
              <a:buNone/>
            </a:pPr>
            <a:r>
              <a:rPr lang="en"/>
              <a:t>You can delete this slide when you’re done editing the presentation.</a:t>
            </a:r>
            <a:endParaRPr/>
          </a:p>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Theoretical lesson</a:t>
            </a:r>
            <a:endParaRPr/>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Features of the main topic</a:t>
            </a:r>
            <a:endParaRPr/>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Tips from experts</a:t>
            </a:r>
            <a:endParaRPr/>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9" name="Google Shape;459;p36"/>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460" name="Google Shape;460;p36"/>
          <p:cNvSpPr txBox="1">
            <a:spLocks noGrp="1"/>
          </p:cNvSpPr>
          <p:nvPr>
            <p:ph type="title" idx="13"/>
          </p:nvPr>
        </p:nvSpPr>
        <p:spPr>
          <a:xfrm>
            <a:off x="1181850"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2" name="Google Shape;462;p36"/>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Extra information</a:t>
            </a:r>
            <a:endParaRPr/>
          </a:p>
        </p:txBody>
      </p:sp>
      <p:sp>
        <p:nvSpPr>
          <p:cNvPr id="463" name="Google Shape;463;p36"/>
          <p:cNvSpPr txBox="1">
            <a:spLocks noGrp="1"/>
          </p:cNvSpPr>
          <p:nvPr>
            <p:ph type="title" idx="16"/>
          </p:nvPr>
        </p:nvSpPr>
        <p:spPr>
          <a:xfrm>
            <a:off x="3936481"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5" name="Google Shape;465;p36"/>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a:t>
            </a:r>
            <a:endParaRPr/>
          </a:p>
          <a:p>
            <a:pPr marL="0" lvl="0" indent="0" algn="ctr" rtl="0">
              <a:spcBef>
                <a:spcPts val="0"/>
              </a:spcBef>
              <a:spcAft>
                <a:spcPts val="0"/>
              </a:spcAft>
              <a:buNone/>
            </a:pPr>
            <a:r>
              <a:rPr lang="en"/>
              <a:t>conclusions</a:t>
            </a:r>
            <a:endParaRPr/>
          </a:p>
        </p:txBody>
      </p:sp>
      <p:sp>
        <p:nvSpPr>
          <p:cNvPr id="466" name="Google Shape;466;p36"/>
          <p:cNvSpPr txBox="1">
            <a:spLocks noGrp="1"/>
          </p:cNvSpPr>
          <p:nvPr>
            <p:ph type="title" idx="19"/>
          </p:nvPr>
        </p:nvSpPr>
        <p:spPr>
          <a:xfrm>
            <a:off x="6691137"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467" name="Google Shape;467;p36"/>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a:t>
            </a:r>
            <a:endParaRPr/>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LESSON</a:t>
            </a:r>
            <a:endParaRPr/>
          </a:p>
        </p:txBody>
      </p:sp>
      <p:sp>
        <p:nvSpPr>
          <p:cNvPr id="506" name="Google Shape;506;p40"/>
          <p:cNvSpPr txBox="1">
            <a:spLocks noGrp="1"/>
          </p:cNvSpPr>
          <p:nvPr>
            <p:ph type="subTitle" idx="1"/>
          </p:nvPr>
        </p:nvSpPr>
        <p:spPr>
          <a:xfrm>
            <a:off x="1647050" y="2658820"/>
            <a:ext cx="27420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1</a:t>
            </a:r>
            <a:endParaRPr/>
          </a:p>
        </p:txBody>
      </p:sp>
      <p:sp>
        <p:nvSpPr>
          <p:cNvPr id="507" name="Google Shape;507;p40"/>
          <p:cNvSpPr txBox="1">
            <a:spLocks noGrp="1"/>
          </p:cNvSpPr>
          <p:nvPr>
            <p:ph type="subTitle" idx="2"/>
          </p:nvPr>
        </p:nvSpPr>
        <p:spPr>
          <a:xfrm>
            <a:off x="4753753" y="2658820"/>
            <a:ext cx="27432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2</a:t>
            </a:r>
            <a:endParaRPr/>
          </a:p>
        </p:txBody>
      </p:sp>
      <p:sp>
        <p:nvSpPr>
          <p:cNvPr id="508" name="Google Shape;508;p40"/>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 It’s hot and has a very poisonous atmosphere</a:t>
            </a:r>
            <a:endParaRPr/>
          </a:p>
        </p:txBody>
      </p:sp>
      <p:sp>
        <p:nvSpPr>
          <p:cNvPr id="509" name="Google Shape;509;p40"/>
          <p:cNvSpPr/>
          <p:nvPr/>
        </p:nvSpPr>
        <p:spPr>
          <a:xfrm>
            <a:off x="2516300" y="166480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40"/>
          <p:cNvSpPr/>
          <p:nvPr/>
        </p:nvSpPr>
        <p:spPr>
          <a:xfrm>
            <a:off x="5623603" y="1664800"/>
            <a:ext cx="1003500" cy="1003500"/>
          </a:xfrm>
          <a:prstGeom prst="ellipse">
            <a:avLst/>
          </a:prstGeom>
          <a:solidFill>
            <a:schemeClr val="lt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1" name="Google Shape;511;p40"/>
          <p:cNvGrpSpPr/>
          <p:nvPr/>
        </p:nvGrpSpPr>
        <p:grpSpPr>
          <a:xfrm>
            <a:off x="2720311" y="1910562"/>
            <a:ext cx="595479" cy="529251"/>
            <a:chOff x="1190625" y="528075"/>
            <a:chExt cx="5214350" cy="4634425"/>
          </a:xfrm>
        </p:grpSpPr>
        <p:sp>
          <p:nvSpPr>
            <p:cNvPr id="512" name="Google Shape;512;p40"/>
            <p:cNvSpPr/>
            <p:nvPr/>
          </p:nvSpPr>
          <p:spPr>
            <a:xfrm>
              <a:off x="3225475" y="528075"/>
              <a:ext cx="3179500" cy="3369750"/>
            </a:xfrm>
            <a:custGeom>
              <a:avLst/>
              <a:gdLst/>
              <a:ahLst/>
              <a:cxnLst/>
              <a:rect l="l" t="t" r="r" b="b"/>
              <a:pathLst>
                <a:path w="127180" h="134790" extrusionOk="0">
                  <a:moveTo>
                    <a:pt x="91569" y="45378"/>
                  </a:moveTo>
                  <a:cubicBezTo>
                    <a:pt x="95802" y="45378"/>
                    <a:pt x="99220" y="48797"/>
                    <a:pt x="99220" y="52988"/>
                  </a:cubicBezTo>
                  <a:cubicBezTo>
                    <a:pt x="99220" y="57221"/>
                    <a:pt x="95802" y="60640"/>
                    <a:pt x="91569" y="60640"/>
                  </a:cubicBezTo>
                  <a:cubicBezTo>
                    <a:pt x="87337" y="60640"/>
                    <a:pt x="83959" y="57221"/>
                    <a:pt x="83959" y="52988"/>
                  </a:cubicBezTo>
                  <a:cubicBezTo>
                    <a:pt x="83959" y="48797"/>
                    <a:pt x="87337" y="45378"/>
                    <a:pt x="91569" y="45378"/>
                  </a:cubicBezTo>
                  <a:close/>
                  <a:moveTo>
                    <a:pt x="0" y="1"/>
                  </a:moveTo>
                  <a:lnTo>
                    <a:pt x="0" y="42326"/>
                  </a:lnTo>
                  <a:cubicBezTo>
                    <a:pt x="20349" y="41227"/>
                    <a:pt x="32151" y="38541"/>
                    <a:pt x="32680" y="38419"/>
                  </a:cubicBezTo>
                  <a:lnTo>
                    <a:pt x="42122" y="36058"/>
                  </a:lnTo>
                  <a:lnTo>
                    <a:pt x="61006" y="31378"/>
                  </a:lnTo>
                  <a:lnTo>
                    <a:pt x="61046" y="70936"/>
                  </a:lnTo>
                  <a:cubicBezTo>
                    <a:pt x="61901" y="70855"/>
                    <a:pt x="62715" y="70814"/>
                    <a:pt x="63610" y="70814"/>
                  </a:cubicBezTo>
                  <a:cubicBezTo>
                    <a:pt x="76226" y="70814"/>
                    <a:pt x="86482" y="81070"/>
                    <a:pt x="86482" y="93686"/>
                  </a:cubicBezTo>
                  <a:lnTo>
                    <a:pt x="61046" y="93686"/>
                  </a:lnTo>
                  <a:lnTo>
                    <a:pt x="61046" y="134790"/>
                  </a:lnTo>
                  <a:cubicBezTo>
                    <a:pt x="65116" y="134790"/>
                    <a:pt x="80459" y="131371"/>
                    <a:pt x="95435" y="122540"/>
                  </a:cubicBezTo>
                  <a:cubicBezTo>
                    <a:pt x="116191" y="110249"/>
                    <a:pt x="127179" y="92383"/>
                    <a:pt x="127179" y="70814"/>
                  </a:cubicBezTo>
                  <a:lnTo>
                    <a:pt x="127179" y="9768"/>
                  </a:lnTo>
                  <a:lnTo>
                    <a:pt x="127179" y="1"/>
                  </a:lnTo>
                  <a:lnTo>
                    <a:pt x="117697" y="2361"/>
                  </a:lnTo>
                  <a:cubicBezTo>
                    <a:pt x="117493" y="2402"/>
                    <a:pt x="97633" y="7204"/>
                    <a:pt x="63570" y="7204"/>
                  </a:cubicBezTo>
                  <a:cubicBezTo>
                    <a:pt x="29547" y="7204"/>
                    <a:pt x="9686" y="2402"/>
                    <a:pt x="9483" y="2361"/>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40"/>
            <p:cNvSpPr/>
            <p:nvPr/>
          </p:nvSpPr>
          <p:spPr>
            <a:xfrm>
              <a:off x="1190625" y="1799875"/>
              <a:ext cx="3179475" cy="3362625"/>
            </a:xfrm>
            <a:custGeom>
              <a:avLst/>
              <a:gdLst/>
              <a:ahLst/>
              <a:cxnLst/>
              <a:rect l="l" t="t" r="r" b="b"/>
              <a:pathLst>
                <a:path w="127179" h="134505" extrusionOk="0">
                  <a:moveTo>
                    <a:pt x="35610" y="45378"/>
                  </a:moveTo>
                  <a:cubicBezTo>
                    <a:pt x="39843" y="45378"/>
                    <a:pt x="43261" y="48796"/>
                    <a:pt x="43261" y="52988"/>
                  </a:cubicBezTo>
                  <a:cubicBezTo>
                    <a:pt x="43261" y="57221"/>
                    <a:pt x="39843" y="60639"/>
                    <a:pt x="35610" y="60639"/>
                  </a:cubicBezTo>
                  <a:cubicBezTo>
                    <a:pt x="31378" y="60639"/>
                    <a:pt x="28000" y="57221"/>
                    <a:pt x="28000" y="52988"/>
                  </a:cubicBezTo>
                  <a:cubicBezTo>
                    <a:pt x="28000" y="48796"/>
                    <a:pt x="31378" y="45378"/>
                    <a:pt x="35610" y="45378"/>
                  </a:cubicBezTo>
                  <a:close/>
                  <a:moveTo>
                    <a:pt x="91569" y="45378"/>
                  </a:moveTo>
                  <a:cubicBezTo>
                    <a:pt x="95801" y="45378"/>
                    <a:pt x="99220" y="48796"/>
                    <a:pt x="99220" y="52988"/>
                  </a:cubicBezTo>
                  <a:cubicBezTo>
                    <a:pt x="99220" y="57221"/>
                    <a:pt x="95801" y="60639"/>
                    <a:pt x="91569" y="60639"/>
                  </a:cubicBezTo>
                  <a:cubicBezTo>
                    <a:pt x="87336" y="60639"/>
                    <a:pt x="83958" y="57221"/>
                    <a:pt x="83958" y="52988"/>
                  </a:cubicBezTo>
                  <a:cubicBezTo>
                    <a:pt x="83958" y="48796"/>
                    <a:pt x="87336" y="45378"/>
                    <a:pt x="91569" y="45378"/>
                  </a:cubicBezTo>
                  <a:close/>
                  <a:moveTo>
                    <a:pt x="86482" y="78424"/>
                  </a:moveTo>
                  <a:cubicBezTo>
                    <a:pt x="86482" y="91040"/>
                    <a:pt x="76226" y="101336"/>
                    <a:pt x="63610" y="101336"/>
                  </a:cubicBezTo>
                  <a:cubicBezTo>
                    <a:pt x="50953" y="101336"/>
                    <a:pt x="40697" y="91040"/>
                    <a:pt x="40697" y="78424"/>
                  </a:cubicBezTo>
                  <a:close/>
                  <a:moveTo>
                    <a:pt x="0" y="0"/>
                  </a:moveTo>
                  <a:lnTo>
                    <a:pt x="0" y="70813"/>
                  </a:lnTo>
                  <a:cubicBezTo>
                    <a:pt x="0" y="92383"/>
                    <a:pt x="10988" y="110249"/>
                    <a:pt x="31744" y="122540"/>
                  </a:cubicBezTo>
                  <a:cubicBezTo>
                    <a:pt x="46720" y="131371"/>
                    <a:pt x="61616" y="134138"/>
                    <a:pt x="62226" y="134260"/>
                  </a:cubicBezTo>
                  <a:lnTo>
                    <a:pt x="63610" y="134505"/>
                  </a:lnTo>
                  <a:lnTo>
                    <a:pt x="64953" y="134260"/>
                  </a:lnTo>
                  <a:cubicBezTo>
                    <a:pt x="65563" y="134138"/>
                    <a:pt x="80458" y="131371"/>
                    <a:pt x="95435" y="122540"/>
                  </a:cubicBezTo>
                  <a:cubicBezTo>
                    <a:pt x="116191" y="110249"/>
                    <a:pt x="127179" y="92383"/>
                    <a:pt x="127179" y="70813"/>
                  </a:cubicBezTo>
                  <a:lnTo>
                    <a:pt x="127179" y="9768"/>
                  </a:lnTo>
                  <a:lnTo>
                    <a:pt x="127179" y="0"/>
                  </a:lnTo>
                  <a:lnTo>
                    <a:pt x="117696" y="2361"/>
                  </a:lnTo>
                  <a:cubicBezTo>
                    <a:pt x="117493" y="2401"/>
                    <a:pt x="97633" y="7204"/>
                    <a:pt x="63610" y="7204"/>
                  </a:cubicBezTo>
                  <a:cubicBezTo>
                    <a:pt x="29546" y="7204"/>
                    <a:pt x="9686" y="2401"/>
                    <a:pt x="9482" y="2361"/>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4" name="Google Shape;514;p40"/>
          <p:cNvSpPr/>
          <p:nvPr/>
        </p:nvSpPr>
        <p:spPr>
          <a:xfrm>
            <a:off x="5888499" y="1877300"/>
            <a:ext cx="473707" cy="595777"/>
          </a:xfrm>
          <a:custGeom>
            <a:avLst/>
            <a:gdLst/>
            <a:ahLst/>
            <a:cxnLst/>
            <a:rect l="l" t="t" r="r" b="b"/>
            <a:pathLst>
              <a:path w="166359" h="209228" extrusionOk="0">
                <a:moveTo>
                  <a:pt x="93524" y="98322"/>
                </a:moveTo>
                <a:lnTo>
                  <a:pt x="93524" y="113446"/>
                </a:lnTo>
                <a:lnTo>
                  <a:pt x="48154" y="113446"/>
                </a:lnTo>
                <a:lnTo>
                  <a:pt x="48154" y="98322"/>
                </a:lnTo>
                <a:close/>
                <a:moveTo>
                  <a:pt x="37829" y="0"/>
                </a:moveTo>
                <a:cubicBezTo>
                  <a:pt x="16979" y="0"/>
                  <a:pt x="1" y="16979"/>
                  <a:pt x="1" y="37829"/>
                </a:cubicBezTo>
                <a:cubicBezTo>
                  <a:pt x="1" y="50169"/>
                  <a:pt x="5969" y="61139"/>
                  <a:pt x="15164" y="68076"/>
                </a:cubicBezTo>
                <a:lnTo>
                  <a:pt x="15124" y="68076"/>
                </a:lnTo>
                <a:lnTo>
                  <a:pt x="15124" y="148734"/>
                </a:lnTo>
                <a:lnTo>
                  <a:pt x="46903" y="148734"/>
                </a:lnTo>
                <a:lnTo>
                  <a:pt x="16536" y="209227"/>
                </a:lnTo>
                <a:lnTo>
                  <a:pt x="33434" y="209227"/>
                </a:lnTo>
                <a:lnTo>
                  <a:pt x="63035" y="150347"/>
                </a:lnTo>
                <a:lnTo>
                  <a:pt x="63035" y="209227"/>
                </a:lnTo>
                <a:lnTo>
                  <a:pt x="78159" y="209227"/>
                </a:lnTo>
                <a:lnTo>
                  <a:pt x="78159" y="150347"/>
                </a:lnTo>
                <a:lnTo>
                  <a:pt x="107720" y="209227"/>
                </a:lnTo>
                <a:lnTo>
                  <a:pt x="124658" y="209227"/>
                </a:lnTo>
                <a:lnTo>
                  <a:pt x="94250" y="148734"/>
                </a:lnTo>
                <a:lnTo>
                  <a:pt x="126029" y="148734"/>
                </a:lnTo>
                <a:lnTo>
                  <a:pt x="126029" y="132320"/>
                </a:lnTo>
                <a:lnTo>
                  <a:pt x="166358" y="148935"/>
                </a:lnTo>
                <a:lnTo>
                  <a:pt x="166358" y="67834"/>
                </a:lnTo>
                <a:lnTo>
                  <a:pt x="126029" y="84449"/>
                </a:lnTo>
                <a:lnTo>
                  <a:pt x="126029" y="68076"/>
                </a:lnTo>
                <a:cubicBezTo>
                  <a:pt x="135224" y="61139"/>
                  <a:pt x="141153" y="50169"/>
                  <a:pt x="141153" y="37829"/>
                </a:cubicBezTo>
                <a:cubicBezTo>
                  <a:pt x="141153" y="16979"/>
                  <a:pt x="124214" y="0"/>
                  <a:pt x="103364" y="0"/>
                </a:cubicBezTo>
                <a:cubicBezTo>
                  <a:pt x="89370" y="0"/>
                  <a:pt x="77110" y="7663"/>
                  <a:pt x="70577" y="18995"/>
                </a:cubicBezTo>
                <a:cubicBezTo>
                  <a:pt x="64043" y="7663"/>
                  <a:pt x="51824" y="0"/>
                  <a:pt x="37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41"/>
          <p:cNvSpPr/>
          <p:nvPr/>
        </p:nvSpPr>
        <p:spPr>
          <a:xfrm>
            <a:off x="15388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41"/>
          <p:cNvSpPr/>
          <p:nvPr/>
        </p:nvSpPr>
        <p:spPr>
          <a:xfrm>
            <a:off x="40702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41"/>
          <p:cNvSpPr/>
          <p:nvPr/>
        </p:nvSpPr>
        <p:spPr>
          <a:xfrm>
            <a:off x="6601650" y="17406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41"/>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WHAT IS THIS TOPIC ABOUT?</a:t>
            </a:r>
            <a:endParaRPr/>
          </a:p>
        </p:txBody>
      </p:sp>
      <p:sp>
        <p:nvSpPr>
          <p:cNvPr id="523" name="Google Shape;523;p41"/>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24" name="Google Shape;524;p41"/>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 and the smallest one in the Solar System</a:t>
            </a:r>
            <a:endParaRPr/>
          </a:p>
        </p:txBody>
      </p:sp>
      <p:sp>
        <p:nvSpPr>
          <p:cNvPr id="525" name="Google Shape;525;p41"/>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26" name="Google Shape;526;p41"/>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527" name="Google Shape;527;p41"/>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28" name="Google Shape;528;p41"/>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29" name="Google Shape;529;p41"/>
          <p:cNvSpPr/>
          <p:nvPr/>
        </p:nvSpPr>
        <p:spPr>
          <a:xfrm>
            <a:off x="1719015" y="1837115"/>
            <a:ext cx="643170" cy="643170"/>
          </a:xfrm>
          <a:custGeom>
            <a:avLst/>
            <a:gdLst/>
            <a:ahLst/>
            <a:cxnLst/>
            <a:rect l="l" t="t" r="r" b="b"/>
            <a:pathLst>
              <a:path w="209161" h="209161" extrusionOk="0">
                <a:moveTo>
                  <a:pt x="97284" y="29535"/>
                </a:moveTo>
                <a:lnTo>
                  <a:pt x="97284" y="44206"/>
                </a:lnTo>
                <a:cubicBezTo>
                  <a:pt x="69578" y="47552"/>
                  <a:pt x="47552" y="69578"/>
                  <a:pt x="44206" y="97284"/>
                </a:cubicBezTo>
                <a:lnTo>
                  <a:pt x="29535" y="97284"/>
                </a:lnTo>
                <a:cubicBezTo>
                  <a:pt x="32999" y="61522"/>
                  <a:pt x="61522" y="32999"/>
                  <a:pt x="97284" y="29535"/>
                </a:cubicBezTo>
                <a:close/>
                <a:moveTo>
                  <a:pt x="105067" y="72963"/>
                </a:moveTo>
                <a:cubicBezTo>
                  <a:pt x="108141" y="72963"/>
                  <a:pt x="110982" y="73313"/>
                  <a:pt x="113550" y="74053"/>
                </a:cubicBezTo>
                <a:cubicBezTo>
                  <a:pt x="116118" y="74792"/>
                  <a:pt x="118298" y="75843"/>
                  <a:pt x="120088" y="77205"/>
                </a:cubicBezTo>
                <a:cubicBezTo>
                  <a:pt x="121916" y="78567"/>
                  <a:pt x="123317" y="80201"/>
                  <a:pt x="124290" y="82108"/>
                </a:cubicBezTo>
                <a:cubicBezTo>
                  <a:pt x="125302" y="84015"/>
                  <a:pt x="125808" y="86116"/>
                  <a:pt x="125808" y="88451"/>
                </a:cubicBezTo>
                <a:cubicBezTo>
                  <a:pt x="125808" y="90202"/>
                  <a:pt x="125497" y="91836"/>
                  <a:pt x="124952" y="93432"/>
                </a:cubicBezTo>
                <a:cubicBezTo>
                  <a:pt x="124407" y="94988"/>
                  <a:pt x="123629" y="96428"/>
                  <a:pt x="122656" y="97712"/>
                </a:cubicBezTo>
                <a:cubicBezTo>
                  <a:pt x="121644" y="98996"/>
                  <a:pt x="120477" y="100047"/>
                  <a:pt x="119115" y="100903"/>
                </a:cubicBezTo>
                <a:cubicBezTo>
                  <a:pt x="117714" y="101759"/>
                  <a:pt x="116235" y="102304"/>
                  <a:pt x="114601" y="102615"/>
                </a:cubicBezTo>
                <a:cubicBezTo>
                  <a:pt x="116391" y="102966"/>
                  <a:pt x="118064" y="103588"/>
                  <a:pt x="119582" y="104483"/>
                </a:cubicBezTo>
                <a:cubicBezTo>
                  <a:pt x="121099" y="105378"/>
                  <a:pt x="122383" y="106546"/>
                  <a:pt x="123473" y="107908"/>
                </a:cubicBezTo>
                <a:cubicBezTo>
                  <a:pt x="124563" y="109270"/>
                  <a:pt x="125380" y="110865"/>
                  <a:pt x="125963" y="112616"/>
                </a:cubicBezTo>
                <a:cubicBezTo>
                  <a:pt x="126547" y="114406"/>
                  <a:pt x="126859" y="116313"/>
                  <a:pt x="126859" y="118375"/>
                </a:cubicBezTo>
                <a:cubicBezTo>
                  <a:pt x="126859" y="121099"/>
                  <a:pt x="126275" y="123551"/>
                  <a:pt x="125185" y="125730"/>
                </a:cubicBezTo>
                <a:cubicBezTo>
                  <a:pt x="124057" y="127948"/>
                  <a:pt x="122461" y="129816"/>
                  <a:pt x="120399" y="131334"/>
                </a:cubicBezTo>
                <a:cubicBezTo>
                  <a:pt x="118336" y="132890"/>
                  <a:pt x="115846" y="134096"/>
                  <a:pt x="112927" y="134914"/>
                </a:cubicBezTo>
                <a:cubicBezTo>
                  <a:pt x="110009" y="135770"/>
                  <a:pt x="106740" y="136198"/>
                  <a:pt x="103121" y="136198"/>
                </a:cubicBezTo>
                <a:cubicBezTo>
                  <a:pt x="94288" y="136198"/>
                  <a:pt x="87322" y="133591"/>
                  <a:pt x="82302" y="128415"/>
                </a:cubicBezTo>
                <a:lnTo>
                  <a:pt x="89852" y="118453"/>
                </a:lnTo>
                <a:cubicBezTo>
                  <a:pt x="91408" y="120088"/>
                  <a:pt x="93198" y="121333"/>
                  <a:pt x="95222" y="122150"/>
                </a:cubicBezTo>
                <a:cubicBezTo>
                  <a:pt x="97245" y="123006"/>
                  <a:pt x="99658" y="123434"/>
                  <a:pt x="102421" y="123434"/>
                </a:cubicBezTo>
                <a:cubicBezTo>
                  <a:pt x="109036" y="123434"/>
                  <a:pt x="112305" y="121021"/>
                  <a:pt x="112305" y="116157"/>
                </a:cubicBezTo>
                <a:cubicBezTo>
                  <a:pt x="112305" y="113550"/>
                  <a:pt x="111332" y="111565"/>
                  <a:pt x="109386" y="110203"/>
                </a:cubicBezTo>
                <a:cubicBezTo>
                  <a:pt x="107441" y="108880"/>
                  <a:pt x="104366" y="108219"/>
                  <a:pt x="100164" y="108219"/>
                </a:cubicBezTo>
                <a:lnTo>
                  <a:pt x="97557" y="108219"/>
                </a:lnTo>
                <a:lnTo>
                  <a:pt x="97557" y="98140"/>
                </a:lnTo>
                <a:lnTo>
                  <a:pt x="100436" y="98140"/>
                </a:lnTo>
                <a:cubicBezTo>
                  <a:pt x="103705" y="98140"/>
                  <a:pt x="106234" y="97479"/>
                  <a:pt x="108063" y="96156"/>
                </a:cubicBezTo>
                <a:cubicBezTo>
                  <a:pt x="109931" y="94794"/>
                  <a:pt x="110826" y="93004"/>
                  <a:pt x="110826" y="90786"/>
                </a:cubicBezTo>
                <a:cubicBezTo>
                  <a:pt x="110826" y="88879"/>
                  <a:pt x="110165" y="87439"/>
                  <a:pt x="108803" y="86427"/>
                </a:cubicBezTo>
                <a:cubicBezTo>
                  <a:pt x="107480" y="85454"/>
                  <a:pt x="105689" y="84948"/>
                  <a:pt x="103471" y="84948"/>
                </a:cubicBezTo>
                <a:cubicBezTo>
                  <a:pt x="101098" y="84948"/>
                  <a:pt x="98919" y="85532"/>
                  <a:pt x="96973" y="86661"/>
                </a:cubicBezTo>
                <a:cubicBezTo>
                  <a:pt x="95027" y="87789"/>
                  <a:pt x="93354" y="89424"/>
                  <a:pt x="92031" y="91486"/>
                </a:cubicBezTo>
                <a:lnTo>
                  <a:pt x="83197" y="81368"/>
                </a:lnTo>
                <a:cubicBezTo>
                  <a:pt x="84131" y="80123"/>
                  <a:pt x="85338" y="78995"/>
                  <a:pt x="86855" y="77944"/>
                </a:cubicBezTo>
                <a:cubicBezTo>
                  <a:pt x="88373" y="76893"/>
                  <a:pt x="90124" y="75998"/>
                  <a:pt x="92031" y="75298"/>
                </a:cubicBezTo>
                <a:cubicBezTo>
                  <a:pt x="93938" y="74559"/>
                  <a:pt x="96039" y="73975"/>
                  <a:pt x="98257" y="73586"/>
                </a:cubicBezTo>
                <a:cubicBezTo>
                  <a:pt x="100436" y="73158"/>
                  <a:pt x="102732" y="72963"/>
                  <a:pt x="105067" y="72963"/>
                </a:cubicBezTo>
                <a:close/>
                <a:moveTo>
                  <a:pt x="44206" y="111877"/>
                </a:moveTo>
                <a:cubicBezTo>
                  <a:pt x="47552" y="139583"/>
                  <a:pt x="69578" y="161608"/>
                  <a:pt x="97284" y="164955"/>
                </a:cubicBezTo>
                <a:lnTo>
                  <a:pt x="97284" y="179625"/>
                </a:lnTo>
                <a:cubicBezTo>
                  <a:pt x="61522" y="176162"/>
                  <a:pt x="32999" y="147638"/>
                  <a:pt x="29535" y="111877"/>
                </a:cubicBezTo>
                <a:close/>
                <a:moveTo>
                  <a:pt x="179625" y="111877"/>
                </a:moveTo>
                <a:cubicBezTo>
                  <a:pt x="176162" y="147638"/>
                  <a:pt x="147638" y="176162"/>
                  <a:pt x="111877" y="179625"/>
                </a:cubicBezTo>
                <a:lnTo>
                  <a:pt x="111877" y="164955"/>
                </a:lnTo>
                <a:cubicBezTo>
                  <a:pt x="139583" y="161608"/>
                  <a:pt x="161608" y="139583"/>
                  <a:pt x="164955" y="111877"/>
                </a:cubicBezTo>
                <a:close/>
                <a:moveTo>
                  <a:pt x="97284" y="0"/>
                </a:moveTo>
                <a:lnTo>
                  <a:pt x="97284" y="14904"/>
                </a:lnTo>
                <a:cubicBezTo>
                  <a:pt x="53467" y="18406"/>
                  <a:pt x="18406" y="53467"/>
                  <a:pt x="14904" y="97284"/>
                </a:cubicBezTo>
                <a:lnTo>
                  <a:pt x="0" y="97284"/>
                </a:lnTo>
                <a:lnTo>
                  <a:pt x="0" y="111877"/>
                </a:lnTo>
                <a:lnTo>
                  <a:pt x="14904" y="111877"/>
                </a:lnTo>
                <a:cubicBezTo>
                  <a:pt x="18406" y="155694"/>
                  <a:pt x="53467" y="190755"/>
                  <a:pt x="97284" y="194257"/>
                </a:cubicBezTo>
                <a:lnTo>
                  <a:pt x="97284" y="209161"/>
                </a:lnTo>
                <a:lnTo>
                  <a:pt x="111877" y="209161"/>
                </a:lnTo>
                <a:lnTo>
                  <a:pt x="111877" y="194257"/>
                </a:lnTo>
                <a:cubicBezTo>
                  <a:pt x="155694" y="190755"/>
                  <a:pt x="190755" y="155694"/>
                  <a:pt x="194257" y="111877"/>
                </a:cubicBezTo>
                <a:lnTo>
                  <a:pt x="209161" y="111877"/>
                </a:lnTo>
                <a:lnTo>
                  <a:pt x="209161" y="97284"/>
                </a:lnTo>
                <a:lnTo>
                  <a:pt x="164955" y="97284"/>
                </a:lnTo>
                <a:cubicBezTo>
                  <a:pt x="161608" y="69578"/>
                  <a:pt x="139583" y="47552"/>
                  <a:pt x="111877" y="44206"/>
                </a:cubicBezTo>
                <a:lnTo>
                  <a:pt x="111877" y="29535"/>
                </a:lnTo>
                <a:cubicBezTo>
                  <a:pt x="129232" y="31209"/>
                  <a:pt x="145381" y="38758"/>
                  <a:pt x="157873" y="51249"/>
                </a:cubicBezTo>
                <a:lnTo>
                  <a:pt x="168185" y="40937"/>
                </a:lnTo>
                <a:cubicBezTo>
                  <a:pt x="152931" y="25683"/>
                  <a:pt x="133163" y="16577"/>
                  <a:pt x="111877" y="14904"/>
                </a:cubicBezTo>
                <a:lnTo>
                  <a:pt x="1118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41"/>
          <p:cNvSpPr/>
          <p:nvPr/>
        </p:nvSpPr>
        <p:spPr>
          <a:xfrm>
            <a:off x="4282432" y="1909263"/>
            <a:ext cx="579136" cy="498874"/>
          </a:xfrm>
          <a:custGeom>
            <a:avLst/>
            <a:gdLst/>
            <a:ahLst/>
            <a:cxnLst/>
            <a:rect l="l" t="t" r="r" b="b"/>
            <a:pathLst>
              <a:path w="13062" h="11253" extrusionOk="0">
                <a:moveTo>
                  <a:pt x="5626" y="1522"/>
                </a:moveTo>
                <a:cubicBezTo>
                  <a:pt x="5802" y="1522"/>
                  <a:pt x="5980" y="1556"/>
                  <a:pt x="6149" y="1626"/>
                </a:cubicBezTo>
                <a:cubicBezTo>
                  <a:pt x="6660" y="1838"/>
                  <a:pt x="6994" y="2337"/>
                  <a:pt x="6994" y="2889"/>
                </a:cubicBezTo>
                <a:cubicBezTo>
                  <a:pt x="6993" y="3646"/>
                  <a:pt x="6381" y="4257"/>
                  <a:pt x="5625" y="4259"/>
                </a:cubicBezTo>
                <a:cubicBezTo>
                  <a:pt x="5071" y="4259"/>
                  <a:pt x="4573" y="3925"/>
                  <a:pt x="4361" y="3414"/>
                </a:cubicBezTo>
                <a:cubicBezTo>
                  <a:pt x="4149" y="2902"/>
                  <a:pt x="4266" y="2314"/>
                  <a:pt x="4658" y="1922"/>
                </a:cubicBezTo>
                <a:cubicBezTo>
                  <a:pt x="4920" y="1661"/>
                  <a:pt x="5270" y="1522"/>
                  <a:pt x="5626" y="1522"/>
                </a:cubicBezTo>
                <a:close/>
                <a:moveTo>
                  <a:pt x="8362" y="4259"/>
                </a:moveTo>
                <a:cubicBezTo>
                  <a:pt x="8916" y="4259"/>
                  <a:pt x="9415" y="4591"/>
                  <a:pt x="9626" y="5103"/>
                </a:cubicBezTo>
                <a:cubicBezTo>
                  <a:pt x="9839" y="5615"/>
                  <a:pt x="9721" y="6203"/>
                  <a:pt x="9330" y="6594"/>
                </a:cubicBezTo>
                <a:cubicBezTo>
                  <a:pt x="9067" y="6856"/>
                  <a:pt x="8717" y="6995"/>
                  <a:pt x="8361" y="6995"/>
                </a:cubicBezTo>
                <a:cubicBezTo>
                  <a:pt x="8185" y="6995"/>
                  <a:pt x="8008" y="6961"/>
                  <a:pt x="7839" y="6892"/>
                </a:cubicBezTo>
                <a:cubicBezTo>
                  <a:pt x="7327" y="6679"/>
                  <a:pt x="6994" y="6180"/>
                  <a:pt x="6994" y="5627"/>
                </a:cubicBezTo>
                <a:cubicBezTo>
                  <a:pt x="6994" y="4872"/>
                  <a:pt x="7608" y="4259"/>
                  <a:pt x="8362" y="4259"/>
                </a:cubicBezTo>
                <a:close/>
                <a:moveTo>
                  <a:pt x="2890" y="4259"/>
                </a:moveTo>
                <a:cubicBezTo>
                  <a:pt x="3644" y="4260"/>
                  <a:pt x="4256" y="4872"/>
                  <a:pt x="4257" y="5627"/>
                </a:cubicBezTo>
                <a:cubicBezTo>
                  <a:pt x="4257" y="6180"/>
                  <a:pt x="3923" y="6679"/>
                  <a:pt x="3413" y="6892"/>
                </a:cubicBezTo>
                <a:cubicBezTo>
                  <a:pt x="3244" y="6962"/>
                  <a:pt x="3066" y="6995"/>
                  <a:pt x="2890" y="6995"/>
                </a:cubicBezTo>
                <a:cubicBezTo>
                  <a:pt x="2533" y="6995"/>
                  <a:pt x="2183" y="6857"/>
                  <a:pt x="1921" y="6595"/>
                </a:cubicBezTo>
                <a:cubicBezTo>
                  <a:pt x="1530" y="6203"/>
                  <a:pt x="1413" y="5615"/>
                  <a:pt x="1624" y="5103"/>
                </a:cubicBezTo>
                <a:cubicBezTo>
                  <a:pt x="1837" y="4593"/>
                  <a:pt x="2336" y="4259"/>
                  <a:pt x="2890" y="4259"/>
                </a:cubicBezTo>
                <a:close/>
                <a:moveTo>
                  <a:pt x="5625" y="6996"/>
                </a:moveTo>
                <a:cubicBezTo>
                  <a:pt x="6179" y="6996"/>
                  <a:pt x="6678" y="7328"/>
                  <a:pt x="6890" y="7840"/>
                </a:cubicBezTo>
                <a:cubicBezTo>
                  <a:pt x="7101" y="8352"/>
                  <a:pt x="6984" y="8941"/>
                  <a:pt x="6593" y="9331"/>
                </a:cubicBezTo>
                <a:cubicBezTo>
                  <a:pt x="6332" y="9593"/>
                  <a:pt x="5982" y="9732"/>
                  <a:pt x="5626" y="9732"/>
                </a:cubicBezTo>
                <a:cubicBezTo>
                  <a:pt x="5450" y="9732"/>
                  <a:pt x="5271" y="9698"/>
                  <a:pt x="5102" y="9627"/>
                </a:cubicBezTo>
                <a:cubicBezTo>
                  <a:pt x="4590" y="9416"/>
                  <a:pt x="4257" y="8917"/>
                  <a:pt x="4257" y="8364"/>
                </a:cubicBezTo>
                <a:cubicBezTo>
                  <a:pt x="4257" y="7609"/>
                  <a:pt x="4870" y="6996"/>
                  <a:pt x="5625" y="6996"/>
                </a:cubicBezTo>
                <a:close/>
                <a:moveTo>
                  <a:pt x="5625" y="1"/>
                </a:moveTo>
                <a:cubicBezTo>
                  <a:pt x="2524" y="1"/>
                  <a:pt x="1" y="2525"/>
                  <a:pt x="1" y="5627"/>
                </a:cubicBezTo>
                <a:cubicBezTo>
                  <a:pt x="1" y="8729"/>
                  <a:pt x="2524" y="11253"/>
                  <a:pt x="5625" y="11253"/>
                </a:cubicBezTo>
                <a:lnTo>
                  <a:pt x="13062" y="11253"/>
                </a:lnTo>
                <a:lnTo>
                  <a:pt x="13062" y="10476"/>
                </a:lnTo>
                <a:lnTo>
                  <a:pt x="8693" y="10476"/>
                </a:lnTo>
                <a:cubicBezTo>
                  <a:pt x="10232" y="9335"/>
                  <a:pt x="11251" y="7597"/>
                  <a:pt x="11251" y="5627"/>
                </a:cubicBezTo>
                <a:cubicBezTo>
                  <a:pt x="11251" y="2525"/>
                  <a:pt x="8728" y="1"/>
                  <a:pt x="5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 name="Google Shape;531;p41"/>
          <p:cNvGrpSpPr/>
          <p:nvPr/>
        </p:nvGrpSpPr>
        <p:grpSpPr>
          <a:xfrm>
            <a:off x="6903313" y="1966461"/>
            <a:ext cx="400174" cy="551827"/>
            <a:chOff x="6327475" y="2130150"/>
            <a:chExt cx="242500" cy="334400"/>
          </a:xfrm>
        </p:grpSpPr>
        <p:sp>
          <p:nvSpPr>
            <p:cNvPr id="532" name="Google Shape;532;p41"/>
            <p:cNvSpPr/>
            <p:nvPr/>
          </p:nvSpPr>
          <p:spPr>
            <a:xfrm>
              <a:off x="6327475" y="2289975"/>
              <a:ext cx="242500" cy="174575"/>
            </a:xfrm>
            <a:custGeom>
              <a:avLst/>
              <a:gdLst/>
              <a:ahLst/>
              <a:cxnLst/>
              <a:rect l="l" t="t" r="r" b="b"/>
              <a:pathLst>
                <a:path w="9700" h="6983" extrusionOk="0">
                  <a:moveTo>
                    <a:pt x="1844" y="776"/>
                  </a:moveTo>
                  <a:cubicBezTo>
                    <a:pt x="2046" y="2022"/>
                    <a:pt x="3022" y="2999"/>
                    <a:pt x="4269" y="3200"/>
                  </a:cubicBezTo>
                  <a:lnTo>
                    <a:pt x="4269" y="4131"/>
                  </a:lnTo>
                  <a:cubicBezTo>
                    <a:pt x="2516" y="3922"/>
                    <a:pt x="1124" y="2528"/>
                    <a:pt x="913" y="776"/>
                  </a:cubicBezTo>
                  <a:close/>
                  <a:moveTo>
                    <a:pt x="8788" y="776"/>
                  </a:moveTo>
                  <a:cubicBezTo>
                    <a:pt x="8577" y="2528"/>
                    <a:pt x="7185" y="3920"/>
                    <a:pt x="5432" y="4131"/>
                  </a:cubicBezTo>
                  <a:lnTo>
                    <a:pt x="5432" y="3200"/>
                  </a:lnTo>
                  <a:cubicBezTo>
                    <a:pt x="6677" y="2999"/>
                    <a:pt x="7655" y="2022"/>
                    <a:pt x="7856" y="776"/>
                  </a:cubicBezTo>
                  <a:close/>
                  <a:moveTo>
                    <a:pt x="0" y="1"/>
                  </a:moveTo>
                  <a:lnTo>
                    <a:pt x="0" y="466"/>
                  </a:lnTo>
                  <a:cubicBezTo>
                    <a:pt x="0" y="2962"/>
                    <a:pt x="1877" y="5019"/>
                    <a:pt x="4269" y="5254"/>
                  </a:cubicBezTo>
                  <a:lnTo>
                    <a:pt x="4269" y="6208"/>
                  </a:lnTo>
                  <a:lnTo>
                    <a:pt x="1941" y="6208"/>
                  </a:lnTo>
                  <a:lnTo>
                    <a:pt x="1941" y="6983"/>
                  </a:lnTo>
                  <a:lnTo>
                    <a:pt x="7760" y="6983"/>
                  </a:lnTo>
                  <a:lnTo>
                    <a:pt x="7760" y="6208"/>
                  </a:lnTo>
                  <a:lnTo>
                    <a:pt x="5432" y="6208"/>
                  </a:lnTo>
                  <a:lnTo>
                    <a:pt x="5432" y="5254"/>
                  </a:lnTo>
                  <a:cubicBezTo>
                    <a:pt x="7824" y="5019"/>
                    <a:pt x="9699" y="2962"/>
                    <a:pt x="9699" y="465"/>
                  </a:cubicBez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41"/>
            <p:cNvSpPr/>
            <p:nvPr/>
          </p:nvSpPr>
          <p:spPr>
            <a:xfrm>
              <a:off x="6375975" y="2130150"/>
              <a:ext cx="145525" cy="130750"/>
            </a:xfrm>
            <a:custGeom>
              <a:avLst/>
              <a:gdLst/>
              <a:ahLst/>
              <a:cxnLst/>
              <a:rect l="l" t="t" r="r" b="b"/>
              <a:pathLst>
                <a:path w="5821" h="5230" extrusionOk="0">
                  <a:moveTo>
                    <a:pt x="2910" y="0"/>
                  </a:moveTo>
                  <a:cubicBezTo>
                    <a:pt x="1305" y="0"/>
                    <a:pt x="1" y="1310"/>
                    <a:pt x="1" y="2922"/>
                  </a:cubicBezTo>
                  <a:lnTo>
                    <a:pt x="1" y="5230"/>
                  </a:lnTo>
                  <a:lnTo>
                    <a:pt x="5820" y="5230"/>
                  </a:lnTo>
                  <a:lnTo>
                    <a:pt x="5820" y="3010"/>
                  </a:lnTo>
                  <a:cubicBezTo>
                    <a:pt x="5820" y="1629"/>
                    <a:pt x="4905" y="363"/>
                    <a:pt x="3556" y="71"/>
                  </a:cubicBezTo>
                  <a:cubicBezTo>
                    <a:pt x="3337" y="23"/>
                    <a:pt x="3121" y="0"/>
                    <a:pt x="2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4"/>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79" name="Google Shape;579;p44"/>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580" name="Google Shape;580;p44"/>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81" name="Google Shape;581;p44"/>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582" name="Google Shape;582;p44"/>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583" name="Google Shape;583;p44"/>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584" name="Google Shape;584;p44"/>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585" name="Google Shape;585;p44"/>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586" name="Google Shape;586;p44"/>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87" name="Google Shape;587;p44"/>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588" name="Google Shape;588;p44"/>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589" name="Google Shape;589;p44"/>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sp>
        <p:nvSpPr>
          <p:cNvPr id="590" name="Google Shape;590;p44"/>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TIPS</a:t>
            </a:r>
            <a:endParaRPr/>
          </a:p>
        </p:txBody>
      </p:sp>
      <p:sp>
        <p:nvSpPr>
          <p:cNvPr id="591" name="Google Shape;591;p44"/>
          <p:cNvSpPr/>
          <p:nvPr/>
        </p:nvSpPr>
        <p:spPr>
          <a:xfrm>
            <a:off x="1702638" y="11489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44"/>
          <p:cNvSpPr/>
          <p:nvPr/>
        </p:nvSpPr>
        <p:spPr>
          <a:xfrm>
            <a:off x="17026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44"/>
          <p:cNvSpPr/>
          <p:nvPr/>
        </p:nvSpPr>
        <p:spPr>
          <a:xfrm>
            <a:off x="4205838"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4"/>
          <p:cNvSpPr/>
          <p:nvPr/>
        </p:nvSpPr>
        <p:spPr>
          <a:xfrm>
            <a:off x="42058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44"/>
          <p:cNvSpPr/>
          <p:nvPr/>
        </p:nvSpPr>
        <p:spPr>
          <a:xfrm>
            <a:off x="6709013"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44"/>
          <p:cNvSpPr/>
          <p:nvPr/>
        </p:nvSpPr>
        <p:spPr>
          <a:xfrm>
            <a:off x="6709013"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44"/>
          <p:cNvSpPr/>
          <p:nvPr/>
        </p:nvSpPr>
        <p:spPr>
          <a:xfrm>
            <a:off x="6868983" y="1308731"/>
            <a:ext cx="412360" cy="412330"/>
          </a:xfrm>
          <a:custGeom>
            <a:avLst/>
            <a:gdLst/>
            <a:ahLst/>
            <a:cxnLst/>
            <a:rect l="l" t="t" r="r" b="b"/>
            <a:pathLst>
              <a:path w="13579" h="13578" extrusionOk="0">
                <a:moveTo>
                  <a:pt x="6595" y="1759"/>
                </a:moveTo>
                <a:lnTo>
                  <a:pt x="6595" y="2724"/>
                </a:lnTo>
                <a:cubicBezTo>
                  <a:pt x="4776" y="2942"/>
                  <a:pt x="3329" y="4389"/>
                  <a:pt x="3110" y="6208"/>
                </a:cubicBezTo>
                <a:lnTo>
                  <a:pt x="2147" y="6208"/>
                </a:lnTo>
                <a:cubicBezTo>
                  <a:pt x="2373" y="3860"/>
                  <a:pt x="4247" y="1986"/>
                  <a:pt x="6595" y="1759"/>
                </a:cubicBezTo>
                <a:close/>
                <a:moveTo>
                  <a:pt x="7001" y="4791"/>
                </a:moveTo>
                <a:cubicBezTo>
                  <a:pt x="7184" y="4791"/>
                  <a:pt x="7365" y="4814"/>
                  <a:pt x="7542" y="4863"/>
                </a:cubicBezTo>
                <a:cubicBezTo>
                  <a:pt x="7697" y="4904"/>
                  <a:pt x="7843" y="4975"/>
                  <a:pt x="7972" y="5070"/>
                </a:cubicBezTo>
                <a:cubicBezTo>
                  <a:pt x="8087" y="5156"/>
                  <a:pt x="8181" y="5265"/>
                  <a:pt x="8248" y="5391"/>
                </a:cubicBezTo>
                <a:cubicBezTo>
                  <a:pt x="8314" y="5520"/>
                  <a:pt x="8347" y="5663"/>
                  <a:pt x="8346" y="5808"/>
                </a:cubicBezTo>
                <a:cubicBezTo>
                  <a:pt x="8346" y="5919"/>
                  <a:pt x="8329" y="6029"/>
                  <a:pt x="8291" y="6134"/>
                </a:cubicBezTo>
                <a:cubicBezTo>
                  <a:pt x="8256" y="6236"/>
                  <a:pt x="8204" y="6331"/>
                  <a:pt x="8139" y="6416"/>
                </a:cubicBezTo>
                <a:cubicBezTo>
                  <a:pt x="8076" y="6499"/>
                  <a:pt x="7996" y="6570"/>
                  <a:pt x="7906" y="6626"/>
                </a:cubicBezTo>
                <a:cubicBezTo>
                  <a:pt x="7815" y="6681"/>
                  <a:pt x="7716" y="6720"/>
                  <a:pt x="7611" y="6737"/>
                </a:cubicBezTo>
                <a:cubicBezTo>
                  <a:pt x="7726" y="6759"/>
                  <a:pt x="7837" y="6801"/>
                  <a:pt x="7938" y="6860"/>
                </a:cubicBezTo>
                <a:lnTo>
                  <a:pt x="7938" y="6862"/>
                </a:lnTo>
                <a:cubicBezTo>
                  <a:pt x="8037" y="6920"/>
                  <a:pt x="8123" y="6996"/>
                  <a:pt x="8193" y="7086"/>
                </a:cubicBezTo>
                <a:cubicBezTo>
                  <a:pt x="8266" y="7178"/>
                  <a:pt x="8321" y="7284"/>
                  <a:pt x="8358" y="7395"/>
                </a:cubicBezTo>
                <a:cubicBezTo>
                  <a:pt x="8397" y="7517"/>
                  <a:pt x="8415" y="7644"/>
                  <a:pt x="8414" y="7771"/>
                </a:cubicBezTo>
                <a:cubicBezTo>
                  <a:pt x="8417" y="7940"/>
                  <a:pt x="8381" y="8107"/>
                  <a:pt x="8306" y="8257"/>
                </a:cubicBezTo>
                <a:cubicBezTo>
                  <a:pt x="8232" y="8402"/>
                  <a:pt x="8125" y="8529"/>
                  <a:pt x="7993" y="8624"/>
                </a:cubicBezTo>
                <a:cubicBezTo>
                  <a:pt x="7844" y="8731"/>
                  <a:pt x="7678" y="8811"/>
                  <a:pt x="7502" y="8860"/>
                </a:cubicBezTo>
                <a:cubicBezTo>
                  <a:pt x="7303" y="8915"/>
                  <a:pt x="7097" y="8943"/>
                  <a:pt x="6889" y="8943"/>
                </a:cubicBezTo>
                <a:cubicBezTo>
                  <a:pt x="6879" y="8943"/>
                  <a:pt x="6869" y="8942"/>
                  <a:pt x="6858" y="8942"/>
                </a:cubicBezTo>
                <a:cubicBezTo>
                  <a:pt x="6277" y="8942"/>
                  <a:pt x="5821" y="8772"/>
                  <a:pt x="5492" y="8432"/>
                </a:cubicBezTo>
                <a:lnTo>
                  <a:pt x="5986" y="7777"/>
                </a:lnTo>
                <a:cubicBezTo>
                  <a:pt x="6086" y="7881"/>
                  <a:pt x="6206" y="7965"/>
                  <a:pt x="6339" y="8021"/>
                </a:cubicBezTo>
                <a:cubicBezTo>
                  <a:pt x="6469" y="8075"/>
                  <a:pt x="6622" y="8104"/>
                  <a:pt x="6800" y="8104"/>
                </a:cubicBezTo>
                <a:cubicBezTo>
                  <a:pt x="6805" y="8104"/>
                  <a:pt x="6809" y="8104"/>
                  <a:pt x="6813" y="8104"/>
                </a:cubicBezTo>
                <a:cubicBezTo>
                  <a:pt x="7246" y="8104"/>
                  <a:pt x="7463" y="7945"/>
                  <a:pt x="7463" y="7628"/>
                </a:cubicBezTo>
                <a:cubicBezTo>
                  <a:pt x="7463" y="7456"/>
                  <a:pt x="7397" y="7326"/>
                  <a:pt x="7270" y="7238"/>
                </a:cubicBezTo>
                <a:cubicBezTo>
                  <a:pt x="7142" y="7149"/>
                  <a:pt x="6939" y="7105"/>
                  <a:pt x="6663" y="6983"/>
                </a:cubicBezTo>
                <a:lnTo>
                  <a:pt x="6596" y="6983"/>
                </a:lnTo>
                <a:lnTo>
                  <a:pt x="6596" y="6207"/>
                </a:lnTo>
                <a:lnTo>
                  <a:pt x="6680" y="6207"/>
                </a:lnTo>
                <a:cubicBezTo>
                  <a:pt x="6798" y="6337"/>
                  <a:pt x="6902" y="6383"/>
                  <a:pt x="6991" y="6383"/>
                </a:cubicBezTo>
                <a:cubicBezTo>
                  <a:pt x="7065" y="6383"/>
                  <a:pt x="7129" y="6352"/>
                  <a:pt x="7183" y="6312"/>
                </a:cubicBezTo>
                <a:cubicBezTo>
                  <a:pt x="7304" y="6224"/>
                  <a:pt x="7364" y="6108"/>
                  <a:pt x="7364" y="5962"/>
                </a:cubicBezTo>
                <a:cubicBezTo>
                  <a:pt x="7364" y="5837"/>
                  <a:pt x="7321" y="5740"/>
                  <a:pt x="7233" y="5675"/>
                </a:cubicBezTo>
                <a:cubicBezTo>
                  <a:pt x="7144" y="5610"/>
                  <a:pt x="7027" y="5578"/>
                  <a:pt x="6881" y="5578"/>
                </a:cubicBezTo>
                <a:cubicBezTo>
                  <a:pt x="6879" y="5578"/>
                  <a:pt x="6876" y="5578"/>
                  <a:pt x="6873" y="5578"/>
                </a:cubicBezTo>
                <a:cubicBezTo>
                  <a:pt x="6727" y="5578"/>
                  <a:pt x="6581" y="5615"/>
                  <a:pt x="6453" y="5689"/>
                </a:cubicBezTo>
                <a:cubicBezTo>
                  <a:pt x="6322" y="5767"/>
                  <a:pt x="6210" y="5877"/>
                  <a:pt x="6128" y="6009"/>
                </a:cubicBezTo>
                <a:lnTo>
                  <a:pt x="5548" y="5342"/>
                </a:lnTo>
                <a:cubicBezTo>
                  <a:pt x="5618" y="5255"/>
                  <a:pt x="5699" y="5180"/>
                  <a:pt x="5790" y="5118"/>
                </a:cubicBezTo>
                <a:cubicBezTo>
                  <a:pt x="5895" y="5046"/>
                  <a:pt x="6009" y="4988"/>
                  <a:pt x="6128" y="4943"/>
                </a:cubicBezTo>
                <a:cubicBezTo>
                  <a:pt x="6261" y="4894"/>
                  <a:pt x="6397" y="4856"/>
                  <a:pt x="6537" y="4830"/>
                </a:cubicBezTo>
                <a:cubicBezTo>
                  <a:pt x="6685" y="4804"/>
                  <a:pt x="6835" y="4791"/>
                  <a:pt x="6984" y="4791"/>
                </a:cubicBezTo>
                <a:cubicBezTo>
                  <a:pt x="6990" y="4791"/>
                  <a:pt x="6995" y="4791"/>
                  <a:pt x="7001" y="4791"/>
                </a:cubicBezTo>
                <a:close/>
                <a:moveTo>
                  <a:pt x="3110" y="7372"/>
                </a:moveTo>
                <a:cubicBezTo>
                  <a:pt x="3329" y="9191"/>
                  <a:pt x="4776" y="10637"/>
                  <a:pt x="6595" y="10857"/>
                </a:cubicBezTo>
                <a:lnTo>
                  <a:pt x="6595" y="11820"/>
                </a:lnTo>
                <a:cubicBezTo>
                  <a:pt x="4247" y="11593"/>
                  <a:pt x="2373" y="9720"/>
                  <a:pt x="2147" y="7372"/>
                </a:cubicBezTo>
                <a:close/>
                <a:moveTo>
                  <a:pt x="11819" y="7372"/>
                </a:moveTo>
                <a:cubicBezTo>
                  <a:pt x="11592" y="9720"/>
                  <a:pt x="9720" y="11593"/>
                  <a:pt x="7371" y="11820"/>
                </a:cubicBezTo>
                <a:lnTo>
                  <a:pt x="7371" y="10857"/>
                </a:lnTo>
                <a:cubicBezTo>
                  <a:pt x="9190" y="10637"/>
                  <a:pt x="10638" y="9191"/>
                  <a:pt x="10856" y="7372"/>
                </a:cubicBezTo>
                <a:close/>
                <a:moveTo>
                  <a:pt x="6208" y="1"/>
                </a:moveTo>
                <a:lnTo>
                  <a:pt x="6208" y="977"/>
                </a:lnTo>
                <a:cubicBezTo>
                  <a:pt x="6208" y="977"/>
                  <a:pt x="1296" y="3510"/>
                  <a:pt x="1063" y="6596"/>
                </a:cubicBezTo>
                <a:lnTo>
                  <a:pt x="0" y="6596"/>
                </a:lnTo>
                <a:lnTo>
                  <a:pt x="0" y="7371"/>
                </a:lnTo>
                <a:lnTo>
                  <a:pt x="1063" y="7371"/>
                </a:lnTo>
                <a:cubicBezTo>
                  <a:pt x="1063" y="7371"/>
                  <a:pt x="3596" y="12524"/>
                  <a:pt x="6594" y="12757"/>
                </a:cubicBezTo>
                <a:lnTo>
                  <a:pt x="6594" y="13578"/>
                </a:lnTo>
                <a:lnTo>
                  <a:pt x="7370" y="13578"/>
                </a:lnTo>
                <a:lnTo>
                  <a:pt x="7370" y="12757"/>
                </a:lnTo>
                <a:cubicBezTo>
                  <a:pt x="7370" y="12757"/>
                  <a:pt x="12610" y="10223"/>
                  <a:pt x="12841" y="7371"/>
                </a:cubicBezTo>
                <a:lnTo>
                  <a:pt x="13577" y="7371"/>
                </a:lnTo>
                <a:lnTo>
                  <a:pt x="13579" y="6596"/>
                </a:lnTo>
                <a:lnTo>
                  <a:pt x="10917" y="6596"/>
                </a:lnTo>
                <a:cubicBezTo>
                  <a:pt x="10917" y="6596"/>
                  <a:pt x="9251" y="3123"/>
                  <a:pt x="7371" y="2904"/>
                </a:cubicBezTo>
                <a:lnTo>
                  <a:pt x="7371" y="1940"/>
                </a:lnTo>
                <a:cubicBezTo>
                  <a:pt x="8573" y="2048"/>
                  <a:pt x="9631" y="2546"/>
                  <a:pt x="10453" y="3365"/>
                </a:cubicBezTo>
                <a:lnTo>
                  <a:pt x="11129" y="2687"/>
                </a:lnTo>
                <a:cubicBezTo>
                  <a:pt x="10127" y="1687"/>
                  <a:pt x="8829" y="1090"/>
                  <a:pt x="7371" y="978"/>
                </a:cubicBezTo>
                <a:lnTo>
                  <a:pt x="7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 name="Google Shape;598;p44"/>
          <p:cNvGrpSpPr/>
          <p:nvPr/>
        </p:nvGrpSpPr>
        <p:grpSpPr>
          <a:xfrm>
            <a:off x="1858447" y="1373802"/>
            <a:ext cx="420681" cy="282813"/>
            <a:chOff x="995000" y="2180950"/>
            <a:chExt cx="346325" cy="232825"/>
          </a:xfrm>
        </p:grpSpPr>
        <p:sp>
          <p:nvSpPr>
            <p:cNvPr id="599" name="Google Shape;599;p44"/>
            <p:cNvSpPr/>
            <p:nvPr/>
          </p:nvSpPr>
          <p:spPr>
            <a:xfrm>
              <a:off x="995000" y="2180950"/>
              <a:ext cx="346325" cy="232825"/>
            </a:xfrm>
            <a:custGeom>
              <a:avLst/>
              <a:gdLst/>
              <a:ahLst/>
              <a:cxnLst/>
              <a:rect l="l" t="t" r="r" b="b"/>
              <a:pathLst>
                <a:path w="13853" h="9313" extrusionOk="0">
                  <a:moveTo>
                    <a:pt x="6932" y="962"/>
                  </a:moveTo>
                  <a:cubicBezTo>
                    <a:pt x="8941" y="962"/>
                    <a:pt x="10579" y="2571"/>
                    <a:pt x="10615" y="4578"/>
                  </a:cubicBezTo>
                  <a:cubicBezTo>
                    <a:pt x="10652" y="6587"/>
                    <a:pt x="9071" y="8254"/>
                    <a:pt x="7064" y="8326"/>
                  </a:cubicBezTo>
                  <a:cubicBezTo>
                    <a:pt x="7018" y="8328"/>
                    <a:pt x="6970" y="8329"/>
                    <a:pt x="6924" y="8329"/>
                  </a:cubicBezTo>
                  <a:cubicBezTo>
                    <a:pt x="6922" y="8329"/>
                    <a:pt x="6920" y="8329"/>
                    <a:pt x="6918" y="8329"/>
                  </a:cubicBezTo>
                  <a:cubicBezTo>
                    <a:pt x="5969" y="8329"/>
                    <a:pt x="5056" y="7961"/>
                    <a:pt x="4373" y="7300"/>
                  </a:cubicBezTo>
                  <a:cubicBezTo>
                    <a:pt x="3308" y="6276"/>
                    <a:pt x="2959" y="4713"/>
                    <a:pt x="3486" y="3332"/>
                  </a:cubicBezTo>
                  <a:cubicBezTo>
                    <a:pt x="4012" y="1951"/>
                    <a:pt x="5313" y="1019"/>
                    <a:pt x="6791" y="964"/>
                  </a:cubicBezTo>
                  <a:cubicBezTo>
                    <a:pt x="6837" y="962"/>
                    <a:pt x="6884" y="962"/>
                    <a:pt x="6930" y="962"/>
                  </a:cubicBezTo>
                  <a:cubicBezTo>
                    <a:pt x="6931" y="962"/>
                    <a:pt x="6932" y="962"/>
                    <a:pt x="6932" y="962"/>
                  </a:cubicBezTo>
                  <a:close/>
                  <a:moveTo>
                    <a:pt x="6927" y="1"/>
                  </a:moveTo>
                  <a:cubicBezTo>
                    <a:pt x="4099" y="1"/>
                    <a:pt x="2380" y="1220"/>
                    <a:pt x="1435" y="2243"/>
                  </a:cubicBezTo>
                  <a:cubicBezTo>
                    <a:pt x="410" y="3354"/>
                    <a:pt x="59" y="4469"/>
                    <a:pt x="44" y="4515"/>
                  </a:cubicBezTo>
                  <a:lnTo>
                    <a:pt x="1" y="4657"/>
                  </a:lnTo>
                  <a:lnTo>
                    <a:pt x="44" y="4798"/>
                  </a:lnTo>
                  <a:cubicBezTo>
                    <a:pt x="59" y="4844"/>
                    <a:pt x="409" y="5959"/>
                    <a:pt x="1435" y="7070"/>
                  </a:cubicBezTo>
                  <a:cubicBezTo>
                    <a:pt x="2365" y="8078"/>
                    <a:pt x="4048" y="9275"/>
                    <a:pt x="6800" y="9309"/>
                  </a:cubicBezTo>
                  <a:cubicBezTo>
                    <a:pt x="6842" y="9311"/>
                    <a:pt x="6882" y="9312"/>
                    <a:pt x="6924" y="9312"/>
                  </a:cubicBezTo>
                  <a:lnTo>
                    <a:pt x="6927" y="9312"/>
                  </a:lnTo>
                  <a:cubicBezTo>
                    <a:pt x="9755" y="9312"/>
                    <a:pt x="11474" y="8093"/>
                    <a:pt x="12418" y="7071"/>
                  </a:cubicBezTo>
                  <a:cubicBezTo>
                    <a:pt x="13444" y="5959"/>
                    <a:pt x="13794" y="4846"/>
                    <a:pt x="13809" y="4798"/>
                  </a:cubicBezTo>
                  <a:lnTo>
                    <a:pt x="13853" y="4657"/>
                  </a:lnTo>
                  <a:lnTo>
                    <a:pt x="13808" y="4515"/>
                  </a:lnTo>
                  <a:cubicBezTo>
                    <a:pt x="13794" y="4469"/>
                    <a:pt x="13444" y="3354"/>
                    <a:pt x="12418" y="2243"/>
                  </a:cubicBezTo>
                  <a:cubicBezTo>
                    <a:pt x="11487" y="1236"/>
                    <a:pt x="9806" y="38"/>
                    <a:pt x="7053" y="2"/>
                  </a:cubicBezTo>
                  <a:cubicBezTo>
                    <a:pt x="7012" y="1"/>
                    <a:pt x="6970" y="1"/>
                    <a:pt x="6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44"/>
            <p:cNvSpPr/>
            <p:nvPr/>
          </p:nvSpPr>
          <p:spPr>
            <a:xfrm>
              <a:off x="1098075" y="2227475"/>
              <a:ext cx="140100" cy="139200"/>
            </a:xfrm>
            <a:custGeom>
              <a:avLst/>
              <a:gdLst/>
              <a:ahLst/>
              <a:cxnLst/>
              <a:rect l="l" t="t" r="r" b="b"/>
              <a:pathLst>
                <a:path w="5604" h="5568" extrusionOk="0">
                  <a:moveTo>
                    <a:pt x="3288" y="1822"/>
                  </a:moveTo>
                  <a:cubicBezTo>
                    <a:pt x="3406" y="1822"/>
                    <a:pt x="3526" y="1866"/>
                    <a:pt x="3624" y="1964"/>
                  </a:cubicBezTo>
                  <a:cubicBezTo>
                    <a:pt x="3761" y="2101"/>
                    <a:pt x="3803" y="2308"/>
                    <a:pt x="3728" y="2488"/>
                  </a:cubicBezTo>
                  <a:cubicBezTo>
                    <a:pt x="3654" y="2667"/>
                    <a:pt x="3478" y="2784"/>
                    <a:pt x="3284" y="2784"/>
                  </a:cubicBezTo>
                  <a:cubicBezTo>
                    <a:pt x="3019" y="2784"/>
                    <a:pt x="2804" y="2569"/>
                    <a:pt x="2804" y="2304"/>
                  </a:cubicBezTo>
                  <a:cubicBezTo>
                    <a:pt x="2804" y="2014"/>
                    <a:pt x="3041" y="1822"/>
                    <a:pt x="3288" y="1822"/>
                  </a:cubicBezTo>
                  <a:close/>
                  <a:moveTo>
                    <a:pt x="2805" y="1"/>
                  </a:moveTo>
                  <a:cubicBezTo>
                    <a:pt x="2771" y="1"/>
                    <a:pt x="2736" y="1"/>
                    <a:pt x="2701" y="3"/>
                  </a:cubicBezTo>
                  <a:cubicBezTo>
                    <a:pt x="1187" y="63"/>
                    <a:pt x="0" y="1321"/>
                    <a:pt x="28" y="2835"/>
                  </a:cubicBezTo>
                  <a:cubicBezTo>
                    <a:pt x="55" y="4348"/>
                    <a:pt x="1287" y="5563"/>
                    <a:pt x="2802" y="5567"/>
                  </a:cubicBezTo>
                  <a:cubicBezTo>
                    <a:pt x="2837" y="5567"/>
                    <a:pt x="2872" y="5567"/>
                    <a:pt x="2907" y="5566"/>
                  </a:cubicBezTo>
                  <a:cubicBezTo>
                    <a:pt x="4418" y="5504"/>
                    <a:pt x="5603" y="4246"/>
                    <a:pt x="5576" y="2733"/>
                  </a:cubicBezTo>
                  <a:cubicBezTo>
                    <a:pt x="5548" y="1221"/>
                    <a:pt x="4318" y="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1" name="Google Shape;601;p44"/>
          <p:cNvSpPr/>
          <p:nvPr/>
        </p:nvSpPr>
        <p:spPr>
          <a:xfrm>
            <a:off x="1862607" y="3222882"/>
            <a:ext cx="412360" cy="341665"/>
          </a:xfrm>
          <a:custGeom>
            <a:avLst/>
            <a:gdLst/>
            <a:ahLst/>
            <a:cxnLst/>
            <a:rect l="l" t="t" r="r" b="b"/>
            <a:pathLst>
              <a:path w="13579" h="11251" extrusionOk="0">
                <a:moveTo>
                  <a:pt x="5431" y="2254"/>
                </a:moveTo>
                <a:lnTo>
                  <a:pt x="9445" y="4547"/>
                </a:lnTo>
                <a:lnTo>
                  <a:pt x="5431" y="6841"/>
                </a:lnTo>
                <a:lnTo>
                  <a:pt x="5431" y="2254"/>
                </a:lnTo>
                <a:close/>
                <a:moveTo>
                  <a:pt x="0" y="0"/>
                </a:moveTo>
                <a:lnTo>
                  <a:pt x="0" y="9310"/>
                </a:lnTo>
                <a:lnTo>
                  <a:pt x="5431" y="9310"/>
                </a:lnTo>
                <a:lnTo>
                  <a:pt x="5431" y="10474"/>
                </a:lnTo>
                <a:lnTo>
                  <a:pt x="3103" y="10474"/>
                </a:lnTo>
                <a:lnTo>
                  <a:pt x="3103" y="11251"/>
                </a:lnTo>
                <a:lnTo>
                  <a:pt x="10475" y="11251"/>
                </a:lnTo>
                <a:lnTo>
                  <a:pt x="10475" y="10474"/>
                </a:lnTo>
                <a:lnTo>
                  <a:pt x="8147" y="10474"/>
                </a:lnTo>
                <a:lnTo>
                  <a:pt x="8147" y="9310"/>
                </a:lnTo>
                <a:lnTo>
                  <a:pt x="13579" y="9310"/>
                </a:lnTo>
                <a:lnTo>
                  <a:pt x="135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2" name="Google Shape;602;p44"/>
          <p:cNvGrpSpPr/>
          <p:nvPr/>
        </p:nvGrpSpPr>
        <p:grpSpPr>
          <a:xfrm>
            <a:off x="6863091" y="3222897"/>
            <a:ext cx="424143" cy="341665"/>
            <a:chOff x="2497725" y="3268250"/>
            <a:chExt cx="349175" cy="281275"/>
          </a:xfrm>
        </p:grpSpPr>
        <p:sp>
          <p:nvSpPr>
            <p:cNvPr id="603" name="Google Shape;603;p44"/>
            <p:cNvSpPr/>
            <p:nvPr/>
          </p:nvSpPr>
          <p:spPr>
            <a:xfrm>
              <a:off x="2497725" y="3268250"/>
              <a:ext cx="349175" cy="281275"/>
            </a:xfrm>
            <a:custGeom>
              <a:avLst/>
              <a:gdLst/>
              <a:ahLst/>
              <a:cxnLst/>
              <a:rect l="l" t="t" r="r" b="b"/>
              <a:pathLst>
                <a:path w="13967" h="11251" extrusionOk="0">
                  <a:moveTo>
                    <a:pt x="13191" y="1164"/>
                  </a:moveTo>
                  <a:lnTo>
                    <a:pt x="13191" y="7759"/>
                  </a:lnTo>
                  <a:lnTo>
                    <a:pt x="1164" y="7759"/>
                  </a:lnTo>
                  <a:lnTo>
                    <a:pt x="1164" y="1164"/>
                  </a:lnTo>
                  <a:close/>
                  <a:moveTo>
                    <a:pt x="0" y="0"/>
                  </a:moveTo>
                  <a:lnTo>
                    <a:pt x="0" y="9310"/>
                  </a:lnTo>
                  <a:lnTo>
                    <a:pt x="5431" y="9310"/>
                  </a:lnTo>
                  <a:lnTo>
                    <a:pt x="5431" y="10474"/>
                  </a:lnTo>
                  <a:lnTo>
                    <a:pt x="3492" y="10474"/>
                  </a:lnTo>
                  <a:lnTo>
                    <a:pt x="3492" y="11251"/>
                  </a:lnTo>
                  <a:lnTo>
                    <a:pt x="10476" y="11251"/>
                  </a:lnTo>
                  <a:lnTo>
                    <a:pt x="10476" y="10474"/>
                  </a:lnTo>
                  <a:lnTo>
                    <a:pt x="8535" y="10474"/>
                  </a:lnTo>
                  <a:lnTo>
                    <a:pt x="8535" y="9310"/>
                  </a:lnTo>
                  <a:lnTo>
                    <a:pt x="13966" y="9310"/>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44"/>
            <p:cNvSpPr/>
            <p:nvPr/>
          </p:nvSpPr>
          <p:spPr>
            <a:xfrm>
              <a:off x="2691675" y="3326425"/>
              <a:ext cx="101525" cy="116425"/>
            </a:xfrm>
            <a:custGeom>
              <a:avLst/>
              <a:gdLst/>
              <a:ahLst/>
              <a:cxnLst/>
              <a:rect l="l" t="t" r="r" b="b"/>
              <a:pathLst>
                <a:path w="4061" h="4657" extrusionOk="0">
                  <a:moveTo>
                    <a:pt x="1449" y="776"/>
                  </a:moveTo>
                  <a:cubicBezTo>
                    <a:pt x="1615" y="776"/>
                    <a:pt x="1781" y="809"/>
                    <a:pt x="1935" y="873"/>
                  </a:cubicBezTo>
                  <a:cubicBezTo>
                    <a:pt x="2081" y="935"/>
                    <a:pt x="2212" y="1029"/>
                    <a:pt x="2316" y="1149"/>
                  </a:cubicBezTo>
                  <a:cubicBezTo>
                    <a:pt x="2421" y="1275"/>
                    <a:pt x="2501" y="1421"/>
                    <a:pt x="2550" y="1577"/>
                  </a:cubicBezTo>
                  <a:cubicBezTo>
                    <a:pt x="2605" y="1756"/>
                    <a:pt x="2632" y="1941"/>
                    <a:pt x="2631" y="2128"/>
                  </a:cubicBezTo>
                  <a:cubicBezTo>
                    <a:pt x="2632" y="2311"/>
                    <a:pt x="2605" y="2495"/>
                    <a:pt x="2550" y="2672"/>
                  </a:cubicBezTo>
                  <a:cubicBezTo>
                    <a:pt x="2501" y="2829"/>
                    <a:pt x="2423" y="2975"/>
                    <a:pt x="2319" y="3102"/>
                  </a:cubicBezTo>
                  <a:cubicBezTo>
                    <a:pt x="2216" y="3225"/>
                    <a:pt x="2087" y="3324"/>
                    <a:pt x="1941" y="3389"/>
                  </a:cubicBezTo>
                  <a:cubicBezTo>
                    <a:pt x="1791" y="3458"/>
                    <a:pt x="1620" y="3493"/>
                    <a:pt x="1426" y="3493"/>
                  </a:cubicBezTo>
                  <a:lnTo>
                    <a:pt x="776" y="3493"/>
                  </a:lnTo>
                  <a:lnTo>
                    <a:pt x="777" y="776"/>
                  </a:lnTo>
                  <a:lnTo>
                    <a:pt x="1428" y="776"/>
                  </a:lnTo>
                  <a:cubicBezTo>
                    <a:pt x="1435" y="776"/>
                    <a:pt x="1442" y="776"/>
                    <a:pt x="1449" y="776"/>
                  </a:cubicBezTo>
                  <a:close/>
                  <a:moveTo>
                    <a:pt x="1" y="1"/>
                  </a:moveTo>
                  <a:lnTo>
                    <a:pt x="1" y="4657"/>
                  </a:lnTo>
                  <a:lnTo>
                    <a:pt x="1739" y="4657"/>
                  </a:lnTo>
                  <a:cubicBezTo>
                    <a:pt x="2087" y="4657"/>
                    <a:pt x="2405" y="4600"/>
                    <a:pt x="2693" y="4489"/>
                  </a:cubicBezTo>
                  <a:cubicBezTo>
                    <a:pt x="2968" y="4385"/>
                    <a:pt x="3218" y="4224"/>
                    <a:pt x="3426" y="4016"/>
                  </a:cubicBezTo>
                  <a:cubicBezTo>
                    <a:pt x="3633" y="3808"/>
                    <a:pt x="3793" y="3558"/>
                    <a:pt x="3896" y="3282"/>
                  </a:cubicBezTo>
                  <a:cubicBezTo>
                    <a:pt x="4005" y="2995"/>
                    <a:pt x="4059" y="2676"/>
                    <a:pt x="4059" y="2322"/>
                  </a:cubicBezTo>
                  <a:cubicBezTo>
                    <a:pt x="4061" y="2015"/>
                    <a:pt x="4012" y="1710"/>
                    <a:pt x="3912" y="1421"/>
                  </a:cubicBezTo>
                  <a:cubicBezTo>
                    <a:pt x="3818" y="1146"/>
                    <a:pt x="3669" y="894"/>
                    <a:pt x="3472" y="682"/>
                  </a:cubicBezTo>
                  <a:cubicBezTo>
                    <a:pt x="3279" y="472"/>
                    <a:pt x="3037" y="306"/>
                    <a:pt x="2748" y="185"/>
                  </a:cubicBezTo>
                  <a:cubicBezTo>
                    <a:pt x="2459" y="62"/>
                    <a:pt x="2123" y="1"/>
                    <a:pt x="1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44"/>
            <p:cNvSpPr/>
            <p:nvPr/>
          </p:nvSpPr>
          <p:spPr>
            <a:xfrm>
              <a:off x="2565600" y="3326425"/>
              <a:ext cx="97000" cy="116400"/>
            </a:xfrm>
            <a:custGeom>
              <a:avLst/>
              <a:gdLst/>
              <a:ahLst/>
              <a:cxnLst/>
              <a:rect l="l" t="t" r="r" b="b"/>
              <a:pathLst>
                <a:path w="3880" h="4656" extrusionOk="0">
                  <a:moveTo>
                    <a:pt x="0" y="1"/>
                  </a:moveTo>
                  <a:lnTo>
                    <a:pt x="0" y="4655"/>
                  </a:lnTo>
                  <a:lnTo>
                    <a:pt x="1163" y="4655"/>
                  </a:lnTo>
                  <a:lnTo>
                    <a:pt x="1164" y="2716"/>
                  </a:lnTo>
                  <a:lnTo>
                    <a:pt x="2716" y="2716"/>
                  </a:lnTo>
                  <a:lnTo>
                    <a:pt x="2716" y="4655"/>
                  </a:lnTo>
                  <a:lnTo>
                    <a:pt x="3880" y="4655"/>
                  </a:lnTo>
                  <a:lnTo>
                    <a:pt x="3880" y="1"/>
                  </a:lnTo>
                  <a:lnTo>
                    <a:pt x="2716" y="1"/>
                  </a:lnTo>
                  <a:lnTo>
                    <a:pt x="2716" y="1940"/>
                  </a:lnTo>
                  <a:lnTo>
                    <a:pt x="1164" y="1940"/>
                  </a:lnTo>
                  <a:lnTo>
                    <a:pt x="1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 name="Google Shape;606;p44"/>
          <p:cNvGrpSpPr/>
          <p:nvPr/>
        </p:nvGrpSpPr>
        <p:grpSpPr>
          <a:xfrm>
            <a:off x="4350077" y="3180201"/>
            <a:ext cx="443821" cy="426815"/>
            <a:chOff x="6266050" y="3233200"/>
            <a:chExt cx="365375" cy="351375"/>
          </a:xfrm>
        </p:grpSpPr>
        <p:sp>
          <p:nvSpPr>
            <p:cNvPr id="607" name="Google Shape;607;p44"/>
            <p:cNvSpPr/>
            <p:nvPr/>
          </p:nvSpPr>
          <p:spPr>
            <a:xfrm>
              <a:off x="6266050" y="3299475"/>
              <a:ext cx="132875" cy="147150"/>
            </a:xfrm>
            <a:custGeom>
              <a:avLst/>
              <a:gdLst/>
              <a:ahLst/>
              <a:cxnLst/>
              <a:rect l="l" t="t" r="r" b="b"/>
              <a:pathLst>
                <a:path w="5315" h="5886" extrusionOk="0">
                  <a:moveTo>
                    <a:pt x="1918" y="0"/>
                  </a:moveTo>
                  <a:cubicBezTo>
                    <a:pt x="551" y="1633"/>
                    <a:pt x="1" y="3797"/>
                    <a:pt x="418" y="5885"/>
                  </a:cubicBezTo>
                  <a:lnTo>
                    <a:pt x="5314" y="5885"/>
                  </a:lnTo>
                  <a:lnTo>
                    <a:pt x="19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44"/>
            <p:cNvSpPr/>
            <p:nvPr/>
          </p:nvSpPr>
          <p:spPr>
            <a:xfrm>
              <a:off x="6332775" y="3233200"/>
              <a:ext cx="146175" cy="149750"/>
            </a:xfrm>
            <a:custGeom>
              <a:avLst/>
              <a:gdLst/>
              <a:ahLst/>
              <a:cxnLst/>
              <a:rect l="l" t="t" r="r" b="b"/>
              <a:pathLst>
                <a:path w="5847" h="5990" extrusionOk="0">
                  <a:moveTo>
                    <a:pt x="4640" y="1"/>
                  </a:moveTo>
                  <a:cubicBezTo>
                    <a:pt x="2946" y="1"/>
                    <a:pt x="1293" y="615"/>
                    <a:pt x="1" y="1753"/>
                  </a:cubicBezTo>
                  <a:lnTo>
                    <a:pt x="2447" y="5990"/>
                  </a:lnTo>
                  <a:lnTo>
                    <a:pt x="5847" y="105"/>
                  </a:lnTo>
                  <a:cubicBezTo>
                    <a:pt x="5445" y="35"/>
                    <a:pt x="5041" y="1"/>
                    <a:pt x="4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4"/>
            <p:cNvSpPr/>
            <p:nvPr/>
          </p:nvSpPr>
          <p:spPr>
            <a:xfrm>
              <a:off x="6443800" y="3243575"/>
              <a:ext cx="169900" cy="106050"/>
            </a:xfrm>
            <a:custGeom>
              <a:avLst/>
              <a:gdLst/>
              <a:ahLst/>
              <a:cxnLst/>
              <a:rect l="l" t="t" r="r" b="b"/>
              <a:pathLst>
                <a:path w="6796" h="4242" extrusionOk="0">
                  <a:moveTo>
                    <a:pt x="2449" y="1"/>
                  </a:moveTo>
                  <a:lnTo>
                    <a:pt x="0" y="4242"/>
                  </a:lnTo>
                  <a:lnTo>
                    <a:pt x="6796" y="4242"/>
                  </a:lnTo>
                  <a:cubicBezTo>
                    <a:pt x="6060" y="2245"/>
                    <a:pt x="4462" y="688"/>
                    <a:pt x="24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44"/>
            <p:cNvSpPr/>
            <p:nvPr/>
          </p:nvSpPr>
          <p:spPr>
            <a:xfrm>
              <a:off x="6418525" y="3434800"/>
              <a:ext cx="146175" cy="149775"/>
            </a:xfrm>
            <a:custGeom>
              <a:avLst/>
              <a:gdLst/>
              <a:ahLst/>
              <a:cxnLst/>
              <a:rect l="l" t="t" r="r" b="b"/>
              <a:pathLst>
                <a:path w="5847" h="5991" extrusionOk="0">
                  <a:moveTo>
                    <a:pt x="3400" y="1"/>
                  </a:moveTo>
                  <a:lnTo>
                    <a:pt x="0" y="5886"/>
                  </a:lnTo>
                  <a:cubicBezTo>
                    <a:pt x="402" y="5956"/>
                    <a:pt x="805" y="5990"/>
                    <a:pt x="1206" y="5990"/>
                  </a:cubicBezTo>
                  <a:cubicBezTo>
                    <a:pt x="2900" y="5990"/>
                    <a:pt x="4554" y="5376"/>
                    <a:pt x="5846" y="4237"/>
                  </a:cubicBezTo>
                  <a:lnTo>
                    <a:pt x="34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44"/>
            <p:cNvSpPr/>
            <p:nvPr/>
          </p:nvSpPr>
          <p:spPr>
            <a:xfrm>
              <a:off x="6283775" y="3465975"/>
              <a:ext cx="169900" cy="106025"/>
            </a:xfrm>
            <a:custGeom>
              <a:avLst/>
              <a:gdLst/>
              <a:ahLst/>
              <a:cxnLst/>
              <a:rect l="l" t="t" r="r" b="b"/>
              <a:pathLst>
                <a:path w="6796" h="4241" extrusionOk="0">
                  <a:moveTo>
                    <a:pt x="0" y="0"/>
                  </a:moveTo>
                  <a:cubicBezTo>
                    <a:pt x="736" y="1997"/>
                    <a:pt x="2332" y="3554"/>
                    <a:pt x="4346" y="4241"/>
                  </a:cubicBezTo>
                  <a:lnTo>
                    <a:pt x="67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4"/>
            <p:cNvSpPr/>
            <p:nvPr/>
          </p:nvSpPr>
          <p:spPr>
            <a:xfrm>
              <a:off x="6498550" y="3378700"/>
              <a:ext cx="132875" cy="147125"/>
            </a:xfrm>
            <a:custGeom>
              <a:avLst/>
              <a:gdLst/>
              <a:ahLst/>
              <a:cxnLst/>
              <a:rect l="l" t="t" r="r" b="b"/>
              <a:pathLst>
                <a:path w="5315" h="5885" extrusionOk="0">
                  <a:moveTo>
                    <a:pt x="1" y="1"/>
                  </a:moveTo>
                  <a:lnTo>
                    <a:pt x="3396" y="5884"/>
                  </a:lnTo>
                  <a:cubicBezTo>
                    <a:pt x="4764" y="4253"/>
                    <a:pt x="5314" y="2087"/>
                    <a:pt x="4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44"/>
          <p:cNvGrpSpPr/>
          <p:nvPr/>
        </p:nvGrpSpPr>
        <p:grpSpPr>
          <a:xfrm>
            <a:off x="4367842" y="1339565"/>
            <a:ext cx="408291" cy="350714"/>
            <a:chOff x="1000100" y="3827300"/>
            <a:chExt cx="336125" cy="288725"/>
          </a:xfrm>
        </p:grpSpPr>
        <p:sp>
          <p:nvSpPr>
            <p:cNvPr id="614" name="Google Shape;614;p44"/>
            <p:cNvSpPr/>
            <p:nvPr/>
          </p:nvSpPr>
          <p:spPr>
            <a:xfrm>
              <a:off x="1000100" y="3827300"/>
              <a:ext cx="203725" cy="288725"/>
            </a:xfrm>
            <a:custGeom>
              <a:avLst/>
              <a:gdLst/>
              <a:ahLst/>
              <a:cxnLst/>
              <a:rect l="l" t="t" r="r" b="b"/>
              <a:pathLst>
                <a:path w="8149" h="11549" extrusionOk="0">
                  <a:moveTo>
                    <a:pt x="8149" y="0"/>
                  </a:moveTo>
                  <a:lnTo>
                    <a:pt x="3503" y="3252"/>
                  </a:lnTo>
                  <a:lnTo>
                    <a:pt x="1" y="3252"/>
                  </a:lnTo>
                  <a:lnTo>
                    <a:pt x="1" y="8297"/>
                  </a:lnTo>
                  <a:lnTo>
                    <a:pt x="3503" y="8297"/>
                  </a:lnTo>
                  <a:lnTo>
                    <a:pt x="8149" y="11549"/>
                  </a:lnTo>
                  <a:lnTo>
                    <a:pt x="81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4"/>
            <p:cNvSpPr/>
            <p:nvPr/>
          </p:nvSpPr>
          <p:spPr>
            <a:xfrm>
              <a:off x="1232900" y="3864425"/>
              <a:ext cx="103325" cy="206650"/>
            </a:xfrm>
            <a:custGeom>
              <a:avLst/>
              <a:gdLst/>
              <a:ahLst/>
              <a:cxnLst/>
              <a:rect l="l" t="t" r="r" b="b"/>
              <a:pathLst>
                <a:path w="4133" h="8266" extrusionOk="0">
                  <a:moveTo>
                    <a:pt x="1" y="0"/>
                  </a:moveTo>
                  <a:lnTo>
                    <a:pt x="1" y="1182"/>
                  </a:lnTo>
                  <a:cubicBezTo>
                    <a:pt x="1627" y="1182"/>
                    <a:pt x="2952" y="2506"/>
                    <a:pt x="2952" y="4133"/>
                  </a:cubicBezTo>
                  <a:cubicBezTo>
                    <a:pt x="2952" y="5761"/>
                    <a:pt x="1627" y="7085"/>
                    <a:pt x="1" y="7085"/>
                  </a:cubicBezTo>
                  <a:lnTo>
                    <a:pt x="1" y="8265"/>
                  </a:lnTo>
                  <a:cubicBezTo>
                    <a:pt x="2279" y="8265"/>
                    <a:pt x="4133" y="6411"/>
                    <a:pt x="4133" y="4133"/>
                  </a:cubicBezTo>
                  <a:cubicBezTo>
                    <a:pt x="4133" y="1854"/>
                    <a:pt x="227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44"/>
            <p:cNvSpPr/>
            <p:nvPr/>
          </p:nvSpPr>
          <p:spPr>
            <a:xfrm>
              <a:off x="1232875" y="3923450"/>
              <a:ext cx="44300" cy="88575"/>
            </a:xfrm>
            <a:custGeom>
              <a:avLst/>
              <a:gdLst/>
              <a:ahLst/>
              <a:cxnLst/>
              <a:rect l="l" t="t" r="r" b="b"/>
              <a:pathLst>
                <a:path w="1772" h="3543" extrusionOk="0">
                  <a:moveTo>
                    <a:pt x="0" y="0"/>
                  </a:moveTo>
                  <a:lnTo>
                    <a:pt x="0" y="1182"/>
                  </a:lnTo>
                  <a:cubicBezTo>
                    <a:pt x="323" y="1188"/>
                    <a:pt x="581" y="1449"/>
                    <a:pt x="581" y="1772"/>
                  </a:cubicBezTo>
                  <a:cubicBezTo>
                    <a:pt x="581" y="2094"/>
                    <a:pt x="323" y="2357"/>
                    <a:pt x="0" y="2363"/>
                  </a:cubicBezTo>
                  <a:lnTo>
                    <a:pt x="0" y="3543"/>
                  </a:lnTo>
                  <a:cubicBezTo>
                    <a:pt x="979" y="3543"/>
                    <a:pt x="1771" y="2749"/>
                    <a:pt x="1771" y="1772"/>
                  </a:cubicBezTo>
                  <a:cubicBezTo>
                    <a:pt x="1771" y="794"/>
                    <a:pt x="979" y="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7" name="Google Shape;617;p44"/>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44"/>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4"/>
          <p:cNvSpPr/>
          <p:nvPr/>
        </p:nvSpPr>
        <p:spPr>
          <a:xfrm>
            <a:off x="8568775" y="3251677"/>
            <a:ext cx="162900" cy="204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4"/>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4"/>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4"/>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4"/>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5"/>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RECOMMENDATIONS</a:t>
            </a:r>
            <a:endParaRPr/>
          </a:p>
        </p:txBody>
      </p:sp>
      <p:sp>
        <p:nvSpPr>
          <p:cNvPr id="629" name="Google Shape;629;p45"/>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630" name="Google Shape;630;p45"/>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631" name="Google Shape;631;p45"/>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632" name="Google Shape;632;p45"/>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633" name="Google Shape;633;p45"/>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634" name="Google Shape;634;p45"/>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635" name="Google Shape;635;p45"/>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636" name="Google Shape;636;p45"/>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637" name="Google Shape;637;p45"/>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638" name="Google Shape;638;p45"/>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639" name="Google Shape;639;p45"/>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640" name="Google Shape;640;p45"/>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pic>
        <p:nvPicPr>
          <p:cNvPr id="641" name="Google Shape;641;p45"/>
          <p:cNvPicPr preferRelativeResize="0"/>
          <p:nvPr/>
        </p:nvPicPr>
        <p:blipFill>
          <a:blip r:embed="rId3">
            <a:alphaModFix/>
          </a:blip>
          <a:stretch>
            <a:fillRect/>
          </a:stretch>
        </p:blipFill>
        <p:spPr>
          <a:xfrm rot="-469007">
            <a:off x="1635881" y="2479532"/>
            <a:ext cx="1663439" cy="1907487"/>
          </a:xfrm>
          <a:prstGeom prst="rect">
            <a:avLst/>
          </a:prstGeom>
          <a:noFill/>
          <a:ln>
            <a:noFill/>
          </a:ln>
        </p:spPr>
      </p:pic>
      <p:pic>
        <p:nvPicPr>
          <p:cNvPr id="642" name="Google Shape;642;p45"/>
          <p:cNvPicPr preferRelativeResize="0"/>
          <p:nvPr/>
        </p:nvPicPr>
        <p:blipFill>
          <a:blip r:embed="rId4">
            <a:alphaModFix/>
          </a:blip>
          <a:stretch>
            <a:fillRect/>
          </a:stretch>
        </p:blipFill>
        <p:spPr>
          <a:xfrm rot="-751749">
            <a:off x="873088" y="1180159"/>
            <a:ext cx="1910474" cy="135383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46"/>
          <p:cNvSpPr txBox="1">
            <a:spLocks noGrp="1"/>
          </p:cNvSpPr>
          <p:nvPr>
            <p:ph type="title"/>
          </p:nvPr>
        </p:nvSpPr>
        <p:spPr>
          <a:xfrm>
            <a:off x="995400" y="1003950"/>
            <a:ext cx="7153200" cy="3135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WORDS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Images reveal large amounts of data, so remember: use an image instead of a long text. Your audience will appreciate it</a:t>
            </a:r>
            <a:endParaRPr/>
          </a:p>
        </p:txBody>
      </p:sp>
      <p:sp>
        <p:nvSpPr>
          <p:cNvPr id="681" name="Google Shape;681;p50"/>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ALWAYS REINFORCES THE CONCEPT</a:t>
            </a:r>
            <a:endParaRPr/>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pic>
        <p:nvPicPr>
          <p:cNvPr id="687" name="Google Shape;687;p51"/>
          <p:cNvPicPr preferRelativeResize="0"/>
          <p:nvPr/>
        </p:nvPicPr>
        <p:blipFill rotWithShape="1">
          <a:blip r:embed="rId3">
            <a:alphaModFix/>
          </a:blip>
          <a:srcRect l="25007" t="40373" r="22399" b="44658"/>
          <a:stretch/>
        </p:blipFill>
        <p:spPr>
          <a:xfrm>
            <a:off x="5322625" y="3767700"/>
            <a:ext cx="2211749" cy="297751"/>
          </a:xfrm>
          <a:prstGeom prst="rect">
            <a:avLst/>
          </a:prstGeom>
          <a:noFill/>
          <a:ln>
            <a:noFill/>
          </a:ln>
        </p:spPr>
      </p:pic>
      <p:sp>
        <p:nvSpPr>
          <p:cNvPr id="688" name="Google Shape;688;p51"/>
          <p:cNvSpPr txBox="1">
            <a:spLocks noGrp="1"/>
          </p:cNvSpPr>
          <p:nvPr>
            <p:ph type="subTitle" idx="1"/>
          </p:nvPr>
        </p:nvSpPr>
        <p:spPr>
          <a:xfrm>
            <a:off x="791300" y="2744425"/>
            <a:ext cx="3447300" cy="82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replace the image on the screen with your own work. Just right-click on it and select “Replace image”</a:t>
            </a:r>
            <a:endParaRPr/>
          </a:p>
        </p:txBody>
      </p:sp>
      <p:sp>
        <p:nvSpPr>
          <p:cNvPr id="689" name="Google Shape;689;p51"/>
          <p:cNvSpPr txBox="1">
            <a:spLocks noGrp="1"/>
          </p:cNvSpPr>
          <p:nvPr>
            <p:ph type="title"/>
          </p:nvPr>
        </p:nvSpPr>
        <p:spPr>
          <a:xfrm>
            <a:off x="791300" y="1577375"/>
            <a:ext cx="3447300" cy="1132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pic>
        <p:nvPicPr>
          <p:cNvPr id="690" name="Google Shape;690;p51"/>
          <p:cNvPicPr preferRelativeResize="0"/>
          <p:nvPr/>
        </p:nvPicPr>
        <p:blipFill>
          <a:blip r:embed="rId4">
            <a:alphaModFix/>
          </a:blip>
          <a:stretch>
            <a:fillRect/>
          </a:stretch>
        </p:blipFill>
        <p:spPr>
          <a:xfrm>
            <a:off x="4553950" y="1078050"/>
            <a:ext cx="3695226" cy="2839351"/>
          </a:xfrm>
          <a:prstGeom prst="rect">
            <a:avLst/>
          </a:prstGeom>
          <a:noFill/>
          <a:ln>
            <a:noFill/>
          </a:ln>
        </p:spPr>
      </p:pic>
      <p:pic>
        <p:nvPicPr>
          <p:cNvPr id="691" name="Google Shape;691;p51"/>
          <p:cNvPicPr preferRelativeResize="0"/>
          <p:nvPr/>
        </p:nvPicPr>
        <p:blipFill>
          <a:blip r:embed="rId5">
            <a:alphaModFix/>
          </a:blip>
          <a:stretch>
            <a:fillRect/>
          </a:stretch>
        </p:blipFill>
        <p:spPr>
          <a:xfrm>
            <a:off x="4700589" y="1279648"/>
            <a:ext cx="3401948" cy="19102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52"/>
          <p:cNvSpPr txBox="1">
            <a:spLocks noGrp="1"/>
          </p:cNvSpPr>
          <p:nvPr>
            <p:ph type="subTitle" idx="1"/>
          </p:nvPr>
        </p:nvSpPr>
        <p:spPr>
          <a:xfrm>
            <a:off x="1284000" y="3069625"/>
            <a:ext cx="6576000" cy="444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Big numbers catch your audience’s attention</a:t>
            </a:r>
            <a:endParaRPr/>
          </a:p>
        </p:txBody>
      </p:sp>
      <p:sp>
        <p:nvSpPr>
          <p:cNvPr id="697" name="Google Shape;697;p52"/>
          <p:cNvSpPr txBox="1">
            <a:spLocks noGrp="1"/>
          </p:cNvSpPr>
          <p:nvPr>
            <p:ph type="title"/>
          </p:nvPr>
        </p:nvSpPr>
        <p:spPr>
          <a:xfrm>
            <a:off x="1284000" y="1558475"/>
            <a:ext cx="6576000" cy="1511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150,000</a:t>
            </a:r>
            <a:endParaRPr/>
          </a:p>
        </p:txBody>
      </p:sp>
      <p:pic>
        <p:nvPicPr>
          <p:cNvPr id="698" name="Google Shape;698;p52"/>
          <p:cNvPicPr preferRelativeResize="0"/>
          <p:nvPr/>
        </p:nvPicPr>
        <p:blipFill>
          <a:blip r:embed="rId3">
            <a:alphaModFix/>
          </a:blip>
          <a:stretch>
            <a:fillRect/>
          </a:stretch>
        </p:blipFill>
        <p:spPr>
          <a:xfrm rot="405633">
            <a:off x="611629" y="635329"/>
            <a:ext cx="1223797" cy="1043213"/>
          </a:xfrm>
          <a:prstGeom prst="rect">
            <a:avLst/>
          </a:prstGeom>
          <a:noFill/>
          <a:ln>
            <a:noFill/>
          </a:ln>
        </p:spPr>
      </p:pic>
      <p:pic>
        <p:nvPicPr>
          <p:cNvPr id="699" name="Google Shape;699;p52"/>
          <p:cNvPicPr preferRelativeResize="0"/>
          <p:nvPr/>
        </p:nvPicPr>
        <p:blipFill>
          <a:blip r:embed="rId4">
            <a:alphaModFix/>
          </a:blip>
          <a:stretch>
            <a:fillRect/>
          </a:stretch>
        </p:blipFill>
        <p:spPr>
          <a:xfrm rot="-800544" flipH="1">
            <a:off x="7109866" y="3395659"/>
            <a:ext cx="1219890" cy="1039161"/>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3"/>
        <p:cNvGrpSpPr/>
        <p:nvPr/>
      </p:nvGrpSpPr>
      <p:grpSpPr>
        <a:xfrm>
          <a:off x="0" y="0"/>
          <a:ext cx="0" cy="0"/>
          <a:chOff x="0" y="0"/>
          <a:chExt cx="0" cy="0"/>
        </a:xfrm>
      </p:grpSpPr>
      <p:sp>
        <p:nvSpPr>
          <p:cNvPr id="704" name="Google Shape;704;p53"/>
          <p:cNvSpPr txBox="1">
            <a:spLocks noGrp="1"/>
          </p:cNvSpPr>
          <p:nvPr>
            <p:ph type="title"/>
          </p:nvPr>
        </p:nvSpPr>
        <p:spPr>
          <a:xfrm>
            <a:off x="1284000" y="540000"/>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9h 55m 23s</a:t>
            </a:r>
            <a:endParaRPr/>
          </a:p>
        </p:txBody>
      </p:sp>
      <p:sp>
        <p:nvSpPr>
          <p:cNvPr id="705" name="Google Shape;705;p53"/>
          <p:cNvSpPr txBox="1">
            <a:spLocks noGrp="1"/>
          </p:cNvSpPr>
          <p:nvPr>
            <p:ph type="subTitle" idx="1"/>
          </p:nvPr>
        </p:nvSpPr>
        <p:spPr>
          <a:xfrm>
            <a:off x="1284000" y="1322225"/>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Is Jupiter's rotation period</a:t>
            </a:r>
            <a:endParaRPr/>
          </a:p>
        </p:txBody>
      </p:sp>
      <p:sp>
        <p:nvSpPr>
          <p:cNvPr id="706" name="Google Shape;706;p53"/>
          <p:cNvSpPr txBox="1">
            <a:spLocks noGrp="1"/>
          </p:cNvSpPr>
          <p:nvPr>
            <p:ph type="title" idx="2"/>
          </p:nvPr>
        </p:nvSpPr>
        <p:spPr>
          <a:xfrm>
            <a:off x="1284000" y="1996138"/>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333,000.000</a:t>
            </a:r>
            <a:endParaRPr/>
          </a:p>
        </p:txBody>
      </p:sp>
      <p:sp>
        <p:nvSpPr>
          <p:cNvPr id="707" name="Google Shape;707;p53"/>
          <p:cNvSpPr txBox="1">
            <a:spLocks noGrp="1"/>
          </p:cNvSpPr>
          <p:nvPr>
            <p:ph type="subTitle" idx="3"/>
          </p:nvPr>
        </p:nvSpPr>
        <p:spPr>
          <a:xfrm>
            <a:off x="1284000" y="2778363"/>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Earths is the Sun’s mass</a:t>
            </a:r>
            <a:endParaRPr/>
          </a:p>
        </p:txBody>
      </p:sp>
      <p:sp>
        <p:nvSpPr>
          <p:cNvPr id="708" name="Google Shape;708;p53"/>
          <p:cNvSpPr txBox="1">
            <a:spLocks noGrp="1"/>
          </p:cNvSpPr>
          <p:nvPr>
            <p:ph type="title" idx="4"/>
          </p:nvPr>
        </p:nvSpPr>
        <p:spPr>
          <a:xfrm>
            <a:off x="1284000" y="3452288"/>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386,000 km</a:t>
            </a:r>
            <a:endParaRPr/>
          </a:p>
        </p:txBody>
      </p:sp>
      <p:sp>
        <p:nvSpPr>
          <p:cNvPr id="709" name="Google Shape;709;p53"/>
          <p:cNvSpPr txBox="1">
            <a:spLocks noGrp="1"/>
          </p:cNvSpPr>
          <p:nvPr>
            <p:ph type="subTitle" idx="5"/>
          </p:nvPr>
        </p:nvSpPr>
        <p:spPr>
          <a:xfrm>
            <a:off x="1284000" y="4234513"/>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Is the distance between Earth and the Moon</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5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754" name="Google Shape;754;p56"/>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r>
              <a:rPr lang="en" b="1"/>
              <a:t> </a:t>
            </a:r>
            <a:r>
              <a:rPr lang="en"/>
              <a:t>has a beautiful name and is the second planet from the Sun. It’s terribly hot, even hotter than Mercury, and its atmosphere is extremely poisonous. It’s the second-brightest natural object in the night sky after the Moon</a:t>
            </a:r>
            <a:endParaRPr/>
          </a:p>
        </p:txBody>
      </p:sp>
      <p:sp>
        <p:nvSpPr>
          <p:cNvPr id="755" name="Google Shape;755;p56"/>
          <p:cNvSpPr/>
          <p:nvPr/>
        </p:nvSpPr>
        <p:spPr>
          <a:xfrm>
            <a:off x="1418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6"/>
          <p:cNvSpPr/>
          <p:nvPr/>
        </p:nvSpPr>
        <p:spPr>
          <a:xfrm>
            <a:off x="3187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6"/>
          <p:cNvSpPr/>
          <p:nvPr/>
        </p:nvSpPr>
        <p:spPr>
          <a:xfrm>
            <a:off x="4956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56"/>
          <p:cNvCxnSpPr>
            <a:stCxn id="755" idx="6"/>
            <a:endCxn id="756" idx="2"/>
          </p:cNvCxnSpPr>
          <p:nvPr/>
        </p:nvCxnSpPr>
        <p:spPr>
          <a:xfrm>
            <a:off x="2422163" y="3349225"/>
            <a:ext cx="765600" cy="0"/>
          </a:xfrm>
          <a:prstGeom prst="straightConnector1">
            <a:avLst/>
          </a:prstGeom>
          <a:noFill/>
          <a:ln w="19050" cap="flat" cmpd="sng">
            <a:solidFill>
              <a:schemeClr val="lt2"/>
            </a:solidFill>
            <a:prstDash val="solid"/>
            <a:round/>
            <a:headEnd type="none" w="med" len="med"/>
            <a:tailEnd type="none" w="med" len="med"/>
          </a:ln>
        </p:spPr>
      </p:cxnSp>
      <p:cxnSp>
        <p:nvCxnSpPr>
          <p:cNvPr id="759" name="Google Shape;759;p56"/>
          <p:cNvCxnSpPr>
            <a:stCxn id="756" idx="6"/>
            <a:endCxn id="757" idx="2"/>
          </p:cNvCxnSpPr>
          <p:nvPr/>
        </p:nvCxnSpPr>
        <p:spPr>
          <a:xfrm>
            <a:off x="4191163" y="3349225"/>
            <a:ext cx="765600" cy="0"/>
          </a:xfrm>
          <a:prstGeom prst="straightConnector1">
            <a:avLst/>
          </a:prstGeom>
          <a:noFill/>
          <a:ln w="19050" cap="flat" cmpd="sng">
            <a:solidFill>
              <a:schemeClr val="lt2"/>
            </a:solidFill>
            <a:prstDash val="solid"/>
            <a:round/>
            <a:headEnd type="none" w="med" len="med"/>
            <a:tailEnd type="none" w="med" len="med"/>
          </a:ln>
        </p:spPr>
      </p:cxnSp>
      <p:sp>
        <p:nvSpPr>
          <p:cNvPr id="760" name="Google Shape;760;p56"/>
          <p:cNvSpPr txBox="1"/>
          <p:nvPr/>
        </p:nvSpPr>
        <p:spPr>
          <a:xfrm>
            <a:off x="2882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2</a:t>
            </a:r>
            <a:endParaRPr sz="2500">
              <a:solidFill>
                <a:schemeClr val="lt2"/>
              </a:solidFill>
              <a:latin typeface="Righteous"/>
              <a:ea typeface="Righteous"/>
              <a:cs typeface="Righteous"/>
              <a:sym typeface="Righteous"/>
            </a:endParaRPr>
          </a:p>
        </p:txBody>
      </p:sp>
      <p:sp>
        <p:nvSpPr>
          <p:cNvPr id="761" name="Google Shape;761;p56"/>
          <p:cNvSpPr txBox="1"/>
          <p:nvPr/>
        </p:nvSpPr>
        <p:spPr>
          <a:xfrm>
            <a:off x="1113562"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1</a:t>
            </a:r>
            <a:endParaRPr sz="2500">
              <a:solidFill>
                <a:schemeClr val="lt2"/>
              </a:solidFill>
              <a:latin typeface="Righteous"/>
              <a:ea typeface="Righteous"/>
              <a:cs typeface="Righteous"/>
              <a:sym typeface="Righteous"/>
            </a:endParaRPr>
          </a:p>
        </p:txBody>
      </p:sp>
      <p:sp>
        <p:nvSpPr>
          <p:cNvPr id="762" name="Google Shape;762;p56"/>
          <p:cNvSpPr txBox="1"/>
          <p:nvPr/>
        </p:nvSpPr>
        <p:spPr>
          <a:xfrm>
            <a:off x="4651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3</a:t>
            </a:r>
            <a:endParaRPr sz="2500">
              <a:solidFill>
                <a:schemeClr val="lt2"/>
              </a:solidFill>
              <a:latin typeface="Righteous"/>
              <a:ea typeface="Righteous"/>
              <a:cs typeface="Righteous"/>
              <a:sym typeface="Righteous"/>
            </a:endParaRPr>
          </a:p>
        </p:txBody>
      </p:sp>
      <p:sp>
        <p:nvSpPr>
          <p:cNvPr id="763" name="Google Shape;763;p56"/>
          <p:cNvSpPr/>
          <p:nvPr/>
        </p:nvSpPr>
        <p:spPr>
          <a:xfrm>
            <a:off x="6721844"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4" name="Google Shape;764;p56"/>
          <p:cNvCxnSpPr>
            <a:stCxn id="757" idx="6"/>
            <a:endCxn id="763" idx="2"/>
          </p:cNvCxnSpPr>
          <p:nvPr/>
        </p:nvCxnSpPr>
        <p:spPr>
          <a:xfrm>
            <a:off x="5960163" y="3349225"/>
            <a:ext cx="761700" cy="0"/>
          </a:xfrm>
          <a:prstGeom prst="straightConnector1">
            <a:avLst/>
          </a:prstGeom>
          <a:noFill/>
          <a:ln w="19050" cap="flat" cmpd="sng">
            <a:solidFill>
              <a:schemeClr val="lt2"/>
            </a:solidFill>
            <a:prstDash val="solid"/>
            <a:round/>
            <a:headEnd type="none" w="med" len="med"/>
            <a:tailEnd type="none" w="med" len="med"/>
          </a:ln>
        </p:spPr>
      </p:cxnSp>
      <p:sp>
        <p:nvSpPr>
          <p:cNvPr id="765" name="Google Shape;765;p56"/>
          <p:cNvSpPr txBox="1"/>
          <p:nvPr/>
        </p:nvSpPr>
        <p:spPr>
          <a:xfrm>
            <a:off x="6416744"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4</a:t>
            </a:r>
            <a:endParaRPr sz="2500">
              <a:solidFill>
                <a:schemeClr val="lt2"/>
              </a:solidFill>
              <a:latin typeface="Righteous"/>
              <a:ea typeface="Righteous"/>
              <a:cs typeface="Righteous"/>
              <a:sym typeface="Righteous"/>
            </a:endParaRPr>
          </a:p>
        </p:txBody>
      </p:sp>
      <p:grpSp>
        <p:nvGrpSpPr>
          <p:cNvPr id="766" name="Google Shape;766;p56"/>
          <p:cNvGrpSpPr/>
          <p:nvPr/>
        </p:nvGrpSpPr>
        <p:grpSpPr>
          <a:xfrm>
            <a:off x="1701017" y="3128878"/>
            <a:ext cx="438774" cy="440693"/>
            <a:chOff x="-49764975" y="3551225"/>
            <a:chExt cx="299300" cy="300650"/>
          </a:xfrm>
        </p:grpSpPr>
        <p:sp>
          <p:nvSpPr>
            <p:cNvPr id="767" name="Google Shape;767;p56"/>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6"/>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56"/>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6"/>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56"/>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56"/>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56"/>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6"/>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6"/>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56"/>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6"/>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 name="Google Shape;778;p56"/>
          <p:cNvGrpSpPr/>
          <p:nvPr/>
        </p:nvGrpSpPr>
        <p:grpSpPr>
          <a:xfrm>
            <a:off x="7000333" y="3128682"/>
            <a:ext cx="438776" cy="441085"/>
            <a:chOff x="-49027775" y="3550975"/>
            <a:chExt cx="300100" cy="301700"/>
          </a:xfrm>
        </p:grpSpPr>
        <p:sp>
          <p:nvSpPr>
            <p:cNvPr id="779" name="Google Shape;779;p56"/>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56"/>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56"/>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6"/>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56"/>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6"/>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6"/>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56"/>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56"/>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6"/>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 name="Google Shape;789;p56"/>
          <p:cNvGrpSpPr/>
          <p:nvPr/>
        </p:nvGrpSpPr>
        <p:grpSpPr>
          <a:xfrm>
            <a:off x="5233938" y="3118562"/>
            <a:ext cx="438765" cy="461326"/>
            <a:chOff x="-9949025" y="3615575"/>
            <a:chExt cx="335550" cy="352750"/>
          </a:xfrm>
        </p:grpSpPr>
        <p:sp>
          <p:nvSpPr>
            <p:cNvPr id="790" name="Google Shape;790;p56"/>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6"/>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6"/>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 name="Google Shape;793;p56"/>
          <p:cNvGrpSpPr/>
          <p:nvPr/>
        </p:nvGrpSpPr>
        <p:grpSpPr>
          <a:xfrm>
            <a:off x="3467474" y="3131541"/>
            <a:ext cx="438786" cy="435368"/>
            <a:chOff x="-47892800" y="3200500"/>
            <a:chExt cx="301675" cy="299325"/>
          </a:xfrm>
        </p:grpSpPr>
        <p:sp>
          <p:nvSpPr>
            <p:cNvPr id="794" name="Google Shape;794;p56"/>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56"/>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56"/>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6"/>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56"/>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56"/>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0" name="Google Shape;800;p56"/>
          <p:cNvSpPr txBox="1"/>
          <p:nvPr/>
        </p:nvSpPr>
        <p:spPr>
          <a:xfrm>
            <a:off x="1113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Mercury is a very small planet</a:t>
            </a:r>
            <a:endParaRPr>
              <a:solidFill>
                <a:schemeClr val="lt2"/>
              </a:solidFill>
              <a:latin typeface="Comic Neue"/>
              <a:ea typeface="Comic Neue"/>
              <a:cs typeface="Comic Neue"/>
              <a:sym typeface="Comic Neue"/>
            </a:endParaRPr>
          </a:p>
        </p:txBody>
      </p:sp>
      <p:sp>
        <p:nvSpPr>
          <p:cNvPr id="801" name="Google Shape;801;p56"/>
          <p:cNvSpPr txBox="1"/>
          <p:nvPr/>
        </p:nvSpPr>
        <p:spPr>
          <a:xfrm>
            <a:off x="6416744"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Jupiter is a very big planet</a:t>
            </a:r>
            <a:endParaRPr>
              <a:solidFill>
                <a:schemeClr val="dk1"/>
              </a:solidFill>
              <a:latin typeface="Comic Neue"/>
              <a:ea typeface="Comic Neue"/>
              <a:cs typeface="Comic Neue"/>
              <a:sym typeface="Comic Neue"/>
            </a:endParaRPr>
          </a:p>
        </p:txBody>
      </p:sp>
      <p:sp>
        <p:nvSpPr>
          <p:cNvPr id="802" name="Google Shape;802;p56"/>
          <p:cNvSpPr txBox="1"/>
          <p:nvPr/>
        </p:nvSpPr>
        <p:spPr>
          <a:xfrm>
            <a:off x="4651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Mars is actually a very cold place</a:t>
            </a:r>
            <a:endParaRPr>
              <a:solidFill>
                <a:schemeClr val="dk1"/>
              </a:solidFill>
              <a:latin typeface="Comic Neue"/>
              <a:ea typeface="Comic Neue"/>
              <a:cs typeface="Comic Neue"/>
              <a:sym typeface="Comic Neue"/>
            </a:endParaRPr>
          </a:p>
        </p:txBody>
      </p:sp>
      <p:sp>
        <p:nvSpPr>
          <p:cNvPr id="803" name="Google Shape;803;p56"/>
          <p:cNvSpPr txBox="1"/>
          <p:nvPr/>
        </p:nvSpPr>
        <p:spPr>
          <a:xfrm>
            <a:off x="2882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Saturn is a gas giant with rings</a:t>
            </a:r>
            <a:endParaRPr>
              <a:solidFill>
                <a:schemeClr val="dk1"/>
              </a:solidFill>
              <a:latin typeface="Comic Neue"/>
              <a:ea typeface="Comic Neue"/>
              <a:cs typeface="Comic Neue"/>
              <a:sym typeface="Comic Neue"/>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TOPIC DATA</a:t>
            </a:r>
            <a:endParaRPr/>
          </a:p>
        </p:txBody>
      </p:sp>
      <p:pic>
        <p:nvPicPr>
          <p:cNvPr id="809" name="Google Shape;809;p57" title="Chart">
            <a:hlinkClick r:id="rId3"/>
          </p:cNvPr>
          <p:cNvPicPr preferRelativeResize="0"/>
          <p:nvPr/>
        </p:nvPicPr>
        <p:blipFill>
          <a:blip r:embed="rId4">
            <a:alphaModFix/>
          </a:blip>
          <a:stretch>
            <a:fillRect/>
          </a:stretch>
        </p:blipFill>
        <p:spPr>
          <a:xfrm>
            <a:off x="1096100" y="1250225"/>
            <a:ext cx="4214374" cy="3358275"/>
          </a:xfrm>
          <a:prstGeom prst="rect">
            <a:avLst/>
          </a:prstGeom>
          <a:noFill/>
          <a:ln>
            <a:noFill/>
          </a:ln>
          <a:effectLst>
            <a:outerShdw blurRad="71438" dist="47625" dir="3000000" algn="bl" rotWithShape="0">
              <a:srgbClr val="000000">
                <a:alpha val="21000"/>
              </a:srgbClr>
            </a:outerShdw>
          </a:effectLst>
        </p:spPr>
      </p:pic>
      <p:sp>
        <p:nvSpPr>
          <p:cNvPr id="810" name="Google Shape;810;p57"/>
          <p:cNvSpPr txBox="1"/>
          <p:nvPr/>
        </p:nvSpPr>
        <p:spPr>
          <a:xfrm>
            <a:off x="6134099" y="1825400"/>
            <a:ext cx="18204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2"/>
                </a:solidFill>
                <a:latin typeface="Righteous"/>
                <a:ea typeface="Righteous"/>
                <a:cs typeface="Righteous"/>
                <a:sym typeface="Righteous"/>
              </a:rPr>
              <a:t>Mars</a:t>
            </a:r>
            <a:endParaRPr sz="2500">
              <a:solidFill>
                <a:schemeClr val="lt2"/>
              </a:solidFill>
              <a:latin typeface="Righteous"/>
              <a:ea typeface="Righteous"/>
              <a:cs typeface="Righteous"/>
              <a:sym typeface="Righteous"/>
            </a:endParaRPr>
          </a:p>
        </p:txBody>
      </p:sp>
      <p:sp>
        <p:nvSpPr>
          <p:cNvPr id="811" name="Google Shape;811;p57"/>
          <p:cNvSpPr txBox="1"/>
          <p:nvPr/>
        </p:nvSpPr>
        <p:spPr>
          <a:xfrm>
            <a:off x="6134099" y="2230625"/>
            <a:ext cx="1820400" cy="52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mic Neue"/>
                <a:ea typeface="Comic Neue"/>
                <a:cs typeface="Comic Neue"/>
                <a:sym typeface="Comic Neue"/>
              </a:rPr>
              <a:t>Despite being red, Mars is actually cold</a:t>
            </a:r>
            <a:endParaRPr>
              <a:solidFill>
                <a:schemeClr val="dk1"/>
              </a:solidFill>
              <a:latin typeface="Comic Neue"/>
              <a:ea typeface="Comic Neue"/>
              <a:cs typeface="Comic Neue"/>
              <a:sym typeface="Comic Neue"/>
            </a:endParaRPr>
          </a:p>
        </p:txBody>
      </p:sp>
      <p:sp>
        <p:nvSpPr>
          <p:cNvPr id="812" name="Google Shape;812;p57"/>
          <p:cNvSpPr/>
          <p:nvPr/>
        </p:nvSpPr>
        <p:spPr>
          <a:xfrm>
            <a:off x="5813545" y="1465550"/>
            <a:ext cx="279000" cy="279000"/>
          </a:xfrm>
          <a:prstGeom prst="ellipse">
            <a:avLst/>
          </a:prstGeom>
          <a:solidFill>
            <a:schemeClr val="dk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7"/>
          <p:cNvSpPr/>
          <p:nvPr/>
        </p:nvSpPr>
        <p:spPr>
          <a:xfrm>
            <a:off x="5813545" y="3125000"/>
            <a:ext cx="279000" cy="2790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7"/>
          <p:cNvSpPr txBox="1"/>
          <p:nvPr/>
        </p:nvSpPr>
        <p:spPr>
          <a:xfrm>
            <a:off x="6134099" y="1384700"/>
            <a:ext cx="1820400" cy="440700"/>
          </a:xfrm>
          <a:prstGeom prst="rect">
            <a:avLst/>
          </a:prstGeom>
          <a:noFill/>
          <a:ln>
            <a:noFill/>
          </a:ln>
          <a:effectLst>
            <a:outerShdw blurRad="71438" dist="47625"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accent1"/>
                </a:solidFill>
                <a:latin typeface="Righteous"/>
                <a:ea typeface="Righteous"/>
                <a:cs typeface="Righteous"/>
                <a:sym typeface="Righteous"/>
              </a:rPr>
              <a:t>30%</a:t>
            </a:r>
            <a:endParaRPr sz="2500">
              <a:solidFill>
                <a:schemeClr val="accent1"/>
              </a:solidFill>
              <a:latin typeface="Righteous"/>
              <a:ea typeface="Righteous"/>
              <a:cs typeface="Righteous"/>
              <a:sym typeface="Righteous"/>
            </a:endParaRPr>
          </a:p>
        </p:txBody>
      </p:sp>
      <p:sp>
        <p:nvSpPr>
          <p:cNvPr id="815" name="Google Shape;815;p57"/>
          <p:cNvSpPr txBox="1"/>
          <p:nvPr/>
        </p:nvSpPr>
        <p:spPr>
          <a:xfrm>
            <a:off x="6134099" y="3484850"/>
            <a:ext cx="18204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2"/>
                </a:solidFill>
                <a:latin typeface="Righteous"/>
                <a:ea typeface="Righteous"/>
                <a:cs typeface="Righteous"/>
                <a:sym typeface="Righteous"/>
              </a:rPr>
              <a:t>Saturn</a:t>
            </a:r>
            <a:endParaRPr sz="2500">
              <a:solidFill>
                <a:schemeClr val="lt2"/>
              </a:solidFill>
              <a:latin typeface="Righteous"/>
              <a:ea typeface="Righteous"/>
              <a:cs typeface="Righteous"/>
              <a:sym typeface="Righteous"/>
            </a:endParaRPr>
          </a:p>
        </p:txBody>
      </p:sp>
      <p:sp>
        <p:nvSpPr>
          <p:cNvPr id="816" name="Google Shape;816;p57"/>
          <p:cNvSpPr txBox="1"/>
          <p:nvPr/>
        </p:nvSpPr>
        <p:spPr>
          <a:xfrm>
            <a:off x="6134099" y="3890075"/>
            <a:ext cx="1820400" cy="52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mic Neue"/>
                <a:ea typeface="Comic Neue"/>
                <a:cs typeface="Comic Neue"/>
                <a:sym typeface="Comic Neue"/>
              </a:rPr>
              <a:t>Saturn is a gas giant with several rings</a:t>
            </a:r>
            <a:endParaRPr>
              <a:solidFill>
                <a:schemeClr val="dk1"/>
              </a:solidFill>
              <a:latin typeface="Comic Neue"/>
              <a:ea typeface="Comic Neue"/>
              <a:cs typeface="Comic Neue"/>
              <a:sym typeface="Comic Neue"/>
            </a:endParaRPr>
          </a:p>
        </p:txBody>
      </p:sp>
      <p:sp>
        <p:nvSpPr>
          <p:cNvPr id="817" name="Google Shape;817;p57"/>
          <p:cNvSpPr txBox="1"/>
          <p:nvPr/>
        </p:nvSpPr>
        <p:spPr>
          <a:xfrm>
            <a:off x="6134099" y="3044150"/>
            <a:ext cx="1820400" cy="440700"/>
          </a:xfrm>
          <a:prstGeom prst="rect">
            <a:avLst/>
          </a:prstGeom>
          <a:noFill/>
          <a:ln>
            <a:noFill/>
          </a:ln>
          <a:effectLst>
            <a:outerShdw blurRad="71438" dist="47625"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accent1"/>
                </a:solidFill>
                <a:latin typeface="Righteous"/>
                <a:ea typeface="Righteous"/>
                <a:cs typeface="Righteous"/>
                <a:sym typeface="Righteous"/>
              </a:rPr>
              <a:t>50%</a:t>
            </a:r>
            <a:endParaRPr sz="2500">
              <a:solidFill>
                <a:schemeClr val="accent1"/>
              </a:solidFill>
              <a:latin typeface="Righteous"/>
              <a:ea typeface="Righteous"/>
              <a:cs typeface="Righteous"/>
              <a:sym typeface="Righteou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21"/>
        <p:cNvGrpSpPr/>
        <p:nvPr/>
      </p:nvGrpSpPr>
      <p:grpSpPr>
        <a:xfrm>
          <a:off x="0" y="0"/>
          <a:ext cx="0" cy="0"/>
          <a:chOff x="0" y="0"/>
          <a:chExt cx="0" cy="0"/>
        </a:xfrm>
      </p:grpSpPr>
      <p:sp>
        <p:nvSpPr>
          <p:cNvPr id="822" name="Google Shape;822;p58"/>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INTERNATIONAL WORKSHOP</a:t>
            </a:r>
            <a:endParaRPr/>
          </a:p>
        </p:txBody>
      </p:sp>
      <p:grpSp>
        <p:nvGrpSpPr>
          <p:cNvPr id="823" name="Google Shape;823;p58"/>
          <p:cNvGrpSpPr/>
          <p:nvPr/>
        </p:nvGrpSpPr>
        <p:grpSpPr>
          <a:xfrm>
            <a:off x="1024809" y="1714041"/>
            <a:ext cx="5017522" cy="2673017"/>
            <a:chOff x="233350" y="949250"/>
            <a:chExt cx="7137300" cy="3802300"/>
          </a:xfrm>
        </p:grpSpPr>
        <p:sp>
          <p:nvSpPr>
            <p:cNvPr id="824" name="Google Shape;824;p5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5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5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5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5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5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5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5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5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5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5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5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5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5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5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5" name="Google Shape;875;p58"/>
          <p:cNvSpPr txBox="1"/>
          <p:nvPr/>
        </p:nvSpPr>
        <p:spPr>
          <a:xfrm>
            <a:off x="6305688" y="2034979"/>
            <a:ext cx="19353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Mercury</a:t>
            </a:r>
            <a:endParaRPr sz="2500">
              <a:solidFill>
                <a:schemeClr val="lt2"/>
              </a:solidFill>
              <a:latin typeface="Righteous"/>
              <a:ea typeface="Righteous"/>
              <a:cs typeface="Righteous"/>
              <a:sym typeface="Righteous"/>
            </a:endParaRPr>
          </a:p>
        </p:txBody>
      </p:sp>
      <p:sp>
        <p:nvSpPr>
          <p:cNvPr id="876" name="Google Shape;876;p58"/>
          <p:cNvSpPr txBox="1"/>
          <p:nvPr/>
        </p:nvSpPr>
        <p:spPr>
          <a:xfrm>
            <a:off x="6305688" y="2472000"/>
            <a:ext cx="19353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It’s the closest planet to the Sun</a:t>
            </a:r>
            <a:endParaRPr>
              <a:solidFill>
                <a:schemeClr val="lt2"/>
              </a:solidFill>
              <a:latin typeface="Comic Neue"/>
              <a:ea typeface="Comic Neue"/>
              <a:cs typeface="Comic Neue"/>
              <a:sym typeface="Comic Neue"/>
            </a:endParaRPr>
          </a:p>
        </p:txBody>
      </p:sp>
      <p:sp>
        <p:nvSpPr>
          <p:cNvPr id="877" name="Google Shape;877;p58"/>
          <p:cNvSpPr txBox="1"/>
          <p:nvPr/>
        </p:nvSpPr>
        <p:spPr>
          <a:xfrm>
            <a:off x="6305688" y="3637367"/>
            <a:ext cx="19353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Venus</a:t>
            </a:r>
            <a:endParaRPr sz="2500">
              <a:solidFill>
                <a:schemeClr val="lt2"/>
              </a:solidFill>
              <a:latin typeface="Righteous"/>
              <a:ea typeface="Righteous"/>
              <a:cs typeface="Righteous"/>
              <a:sym typeface="Righteous"/>
            </a:endParaRPr>
          </a:p>
        </p:txBody>
      </p:sp>
      <p:sp>
        <p:nvSpPr>
          <p:cNvPr id="878" name="Google Shape;878;p58"/>
          <p:cNvSpPr txBox="1"/>
          <p:nvPr/>
        </p:nvSpPr>
        <p:spPr>
          <a:xfrm>
            <a:off x="6305688" y="4074388"/>
            <a:ext cx="19353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Venus is the second planet from the Sun</a:t>
            </a:r>
            <a:endParaRPr>
              <a:solidFill>
                <a:schemeClr val="dk1"/>
              </a:solidFill>
              <a:latin typeface="Comic Neue"/>
              <a:ea typeface="Comic Neue"/>
              <a:cs typeface="Comic Neue"/>
              <a:sym typeface="Comic Neue"/>
            </a:endParaRPr>
          </a:p>
        </p:txBody>
      </p:sp>
      <p:sp>
        <p:nvSpPr>
          <p:cNvPr id="879" name="Google Shape;879;p58"/>
          <p:cNvSpPr/>
          <p:nvPr/>
        </p:nvSpPr>
        <p:spPr>
          <a:xfrm>
            <a:off x="7025238" y="1494375"/>
            <a:ext cx="496200" cy="4962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8"/>
          <p:cNvSpPr/>
          <p:nvPr/>
        </p:nvSpPr>
        <p:spPr>
          <a:xfrm>
            <a:off x="7025238" y="3096775"/>
            <a:ext cx="496200" cy="496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8"/>
          <p:cNvSpPr/>
          <p:nvPr/>
        </p:nvSpPr>
        <p:spPr>
          <a:xfrm>
            <a:off x="4365616" y="2101575"/>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8"/>
          <p:cNvSpPr/>
          <p:nvPr/>
        </p:nvSpPr>
        <p:spPr>
          <a:xfrm>
            <a:off x="1689091" y="21015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8"/>
          <p:cNvSpPr/>
          <p:nvPr/>
        </p:nvSpPr>
        <p:spPr>
          <a:xfrm>
            <a:off x="3584566" y="32335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8"/>
          <p:cNvSpPr/>
          <p:nvPr/>
        </p:nvSpPr>
        <p:spPr>
          <a:xfrm>
            <a:off x="4822816" y="2503350"/>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8"/>
          <p:cNvSpPr/>
          <p:nvPr/>
        </p:nvSpPr>
        <p:spPr>
          <a:xfrm>
            <a:off x="3508366" y="22383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8"/>
          <p:cNvSpPr/>
          <p:nvPr/>
        </p:nvSpPr>
        <p:spPr>
          <a:xfrm>
            <a:off x="5394316" y="3711150"/>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8"/>
          <p:cNvSpPr/>
          <p:nvPr/>
        </p:nvSpPr>
        <p:spPr>
          <a:xfrm>
            <a:off x="2441566" y="34561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8"/>
          <p:cNvSpPr/>
          <p:nvPr/>
        </p:nvSpPr>
        <p:spPr>
          <a:xfrm>
            <a:off x="1508116" y="2503350"/>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6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FILLED CINEMA ICON PACK</a:t>
            </a:r>
            <a:endParaRPr/>
          </a:p>
        </p:txBody>
      </p:sp>
      <p:sp>
        <p:nvSpPr>
          <p:cNvPr id="919" name="Google Shape;919;p60"/>
          <p:cNvSpPr/>
          <p:nvPr/>
        </p:nvSpPr>
        <p:spPr>
          <a:xfrm>
            <a:off x="720000" y="1668828"/>
            <a:ext cx="376682" cy="115124"/>
          </a:xfrm>
          <a:custGeom>
            <a:avLst/>
            <a:gdLst/>
            <a:ahLst/>
            <a:cxnLst/>
            <a:rect l="l" t="t" r="r" b="b"/>
            <a:pathLst>
              <a:path w="13968" h="4269" extrusionOk="0">
                <a:moveTo>
                  <a:pt x="5043" y="1941"/>
                </a:moveTo>
                <a:lnTo>
                  <a:pt x="5043" y="2717"/>
                </a:lnTo>
                <a:lnTo>
                  <a:pt x="1940" y="2717"/>
                </a:lnTo>
                <a:lnTo>
                  <a:pt x="1940" y="1941"/>
                </a:lnTo>
                <a:close/>
                <a:moveTo>
                  <a:pt x="12027" y="1941"/>
                </a:moveTo>
                <a:lnTo>
                  <a:pt x="12027" y="2717"/>
                </a:lnTo>
                <a:lnTo>
                  <a:pt x="8923" y="2717"/>
                </a:lnTo>
                <a:lnTo>
                  <a:pt x="8923" y="1941"/>
                </a:lnTo>
                <a:close/>
                <a:moveTo>
                  <a:pt x="0" y="0"/>
                </a:moveTo>
                <a:lnTo>
                  <a:pt x="0" y="777"/>
                </a:lnTo>
                <a:lnTo>
                  <a:pt x="776" y="777"/>
                </a:lnTo>
                <a:lnTo>
                  <a:pt x="776" y="4269"/>
                </a:lnTo>
                <a:lnTo>
                  <a:pt x="5886" y="4269"/>
                </a:lnTo>
                <a:lnTo>
                  <a:pt x="6232" y="3105"/>
                </a:lnTo>
                <a:lnTo>
                  <a:pt x="7348" y="3105"/>
                </a:lnTo>
                <a:lnTo>
                  <a:pt x="7692" y="4269"/>
                </a:lnTo>
                <a:lnTo>
                  <a:pt x="12804" y="4269"/>
                </a:lnTo>
                <a:lnTo>
                  <a:pt x="12804" y="777"/>
                </a:lnTo>
                <a:lnTo>
                  <a:pt x="13968" y="777"/>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60"/>
          <p:cNvSpPr/>
          <p:nvPr/>
        </p:nvSpPr>
        <p:spPr>
          <a:xfrm>
            <a:off x="1536492" y="1574687"/>
            <a:ext cx="373041" cy="303438"/>
          </a:xfrm>
          <a:custGeom>
            <a:avLst/>
            <a:gdLst/>
            <a:ahLst/>
            <a:cxnLst/>
            <a:rect l="l" t="t" r="r" b="b"/>
            <a:pathLst>
              <a:path w="13833" h="11252" extrusionOk="0">
                <a:moveTo>
                  <a:pt x="10102" y="6208"/>
                </a:moveTo>
                <a:lnTo>
                  <a:pt x="10102" y="7372"/>
                </a:lnTo>
                <a:lnTo>
                  <a:pt x="3506" y="7372"/>
                </a:lnTo>
                <a:lnTo>
                  <a:pt x="3506" y="6208"/>
                </a:lnTo>
                <a:close/>
                <a:moveTo>
                  <a:pt x="3828" y="1"/>
                </a:moveTo>
                <a:cubicBezTo>
                  <a:pt x="2793" y="1"/>
                  <a:pt x="1954" y="839"/>
                  <a:pt x="1954" y="1873"/>
                </a:cubicBezTo>
                <a:lnTo>
                  <a:pt x="1954" y="3104"/>
                </a:lnTo>
                <a:lnTo>
                  <a:pt x="1800" y="3104"/>
                </a:lnTo>
                <a:cubicBezTo>
                  <a:pt x="835" y="3104"/>
                  <a:pt x="1" y="3870"/>
                  <a:pt x="15" y="4834"/>
                </a:cubicBezTo>
                <a:cubicBezTo>
                  <a:pt x="28" y="5763"/>
                  <a:pt x="718" y="6510"/>
                  <a:pt x="1567" y="6510"/>
                </a:cubicBezTo>
                <a:lnTo>
                  <a:pt x="1567" y="10087"/>
                </a:lnTo>
                <a:lnTo>
                  <a:pt x="2731" y="10087"/>
                </a:lnTo>
                <a:lnTo>
                  <a:pt x="2731" y="11251"/>
                </a:lnTo>
                <a:lnTo>
                  <a:pt x="3895" y="11251"/>
                </a:lnTo>
                <a:lnTo>
                  <a:pt x="3895" y="10087"/>
                </a:lnTo>
                <a:lnTo>
                  <a:pt x="10102" y="10087"/>
                </a:lnTo>
                <a:lnTo>
                  <a:pt x="10102" y="11251"/>
                </a:lnTo>
                <a:lnTo>
                  <a:pt x="10877" y="11251"/>
                </a:lnTo>
                <a:lnTo>
                  <a:pt x="10877" y="10087"/>
                </a:lnTo>
                <a:lnTo>
                  <a:pt x="12041" y="10087"/>
                </a:lnTo>
                <a:lnTo>
                  <a:pt x="12041" y="6510"/>
                </a:lnTo>
                <a:cubicBezTo>
                  <a:pt x="13030" y="6510"/>
                  <a:pt x="13832" y="5748"/>
                  <a:pt x="13832" y="4807"/>
                </a:cubicBezTo>
                <a:cubicBezTo>
                  <a:pt x="13832" y="3867"/>
                  <a:pt x="13030" y="3104"/>
                  <a:pt x="12042" y="3104"/>
                </a:cubicBezTo>
                <a:lnTo>
                  <a:pt x="11653" y="3104"/>
                </a:lnTo>
                <a:lnTo>
                  <a:pt x="11653" y="1873"/>
                </a:lnTo>
                <a:cubicBezTo>
                  <a:pt x="11653" y="839"/>
                  <a:pt x="10815" y="1"/>
                  <a:pt x="97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60"/>
          <p:cNvSpPr/>
          <p:nvPr/>
        </p:nvSpPr>
        <p:spPr>
          <a:xfrm>
            <a:off x="2404247" y="1538040"/>
            <a:ext cx="267437" cy="376709"/>
          </a:xfrm>
          <a:custGeom>
            <a:avLst/>
            <a:gdLst/>
            <a:ahLst/>
            <a:cxnLst/>
            <a:rect l="l" t="t" r="r" b="b"/>
            <a:pathLst>
              <a:path w="9917" h="13969" extrusionOk="0">
                <a:moveTo>
                  <a:pt x="4959" y="3274"/>
                </a:moveTo>
                <a:lnTo>
                  <a:pt x="5528" y="4429"/>
                </a:lnTo>
                <a:lnTo>
                  <a:pt x="6804" y="4615"/>
                </a:lnTo>
                <a:lnTo>
                  <a:pt x="5881" y="5514"/>
                </a:lnTo>
                <a:lnTo>
                  <a:pt x="6100" y="6785"/>
                </a:lnTo>
                <a:lnTo>
                  <a:pt x="4959" y="6185"/>
                </a:lnTo>
                <a:lnTo>
                  <a:pt x="3818" y="6785"/>
                </a:lnTo>
                <a:lnTo>
                  <a:pt x="4036" y="5514"/>
                </a:lnTo>
                <a:lnTo>
                  <a:pt x="3114" y="4615"/>
                </a:lnTo>
                <a:lnTo>
                  <a:pt x="4389" y="4429"/>
                </a:lnTo>
                <a:lnTo>
                  <a:pt x="4959" y="3274"/>
                </a:lnTo>
                <a:close/>
                <a:moveTo>
                  <a:pt x="5993" y="12028"/>
                </a:moveTo>
                <a:lnTo>
                  <a:pt x="5993" y="12804"/>
                </a:lnTo>
                <a:lnTo>
                  <a:pt x="4054" y="12804"/>
                </a:lnTo>
                <a:lnTo>
                  <a:pt x="4054" y="12028"/>
                </a:lnTo>
                <a:close/>
                <a:moveTo>
                  <a:pt x="4959" y="1"/>
                </a:moveTo>
                <a:lnTo>
                  <a:pt x="3427" y="3106"/>
                </a:lnTo>
                <a:lnTo>
                  <a:pt x="1" y="3604"/>
                </a:lnTo>
                <a:lnTo>
                  <a:pt x="2480" y="6020"/>
                </a:lnTo>
                <a:lnTo>
                  <a:pt x="1895" y="9432"/>
                </a:lnTo>
                <a:lnTo>
                  <a:pt x="4441" y="8075"/>
                </a:lnTo>
                <a:lnTo>
                  <a:pt x="4441" y="10089"/>
                </a:lnTo>
                <a:lnTo>
                  <a:pt x="2113" y="10089"/>
                </a:lnTo>
                <a:lnTo>
                  <a:pt x="2113" y="12804"/>
                </a:lnTo>
                <a:lnTo>
                  <a:pt x="1337" y="12804"/>
                </a:lnTo>
                <a:lnTo>
                  <a:pt x="1337" y="13968"/>
                </a:lnTo>
                <a:lnTo>
                  <a:pt x="8708" y="13968"/>
                </a:lnTo>
                <a:lnTo>
                  <a:pt x="8708" y="12804"/>
                </a:lnTo>
                <a:lnTo>
                  <a:pt x="7933" y="12804"/>
                </a:lnTo>
                <a:lnTo>
                  <a:pt x="7933" y="10089"/>
                </a:lnTo>
                <a:lnTo>
                  <a:pt x="5218" y="10089"/>
                </a:lnTo>
                <a:lnTo>
                  <a:pt x="5218" y="8075"/>
                </a:lnTo>
                <a:lnTo>
                  <a:pt x="8024" y="9432"/>
                </a:lnTo>
                <a:lnTo>
                  <a:pt x="7438" y="6020"/>
                </a:lnTo>
                <a:lnTo>
                  <a:pt x="9917" y="3604"/>
                </a:lnTo>
                <a:lnTo>
                  <a:pt x="6491" y="3106"/>
                </a:lnTo>
                <a:lnTo>
                  <a:pt x="49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60"/>
          <p:cNvSpPr/>
          <p:nvPr/>
        </p:nvSpPr>
        <p:spPr>
          <a:xfrm>
            <a:off x="3155561" y="1569456"/>
            <a:ext cx="376709" cy="313902"/>
          </a:xfrm>
          <a:custGeom>
            <a:avLst/>
            <a:gdLst/>
            <a:ahLst/>
            <a:cxnLst/>
            <a:rect l="l" t="t" r="r" b="b"/>
            <a:pathLst>
              <a:path w="13969" h="11640" extrusionOk="0">
                <a:moveTo>
                  <a:pt x="2134" y="0"/>
                </a:moveTo>
                <a:cubicBezTo>
                  <a:pt x="1252" y="0"/>
                  <a:pt x="535" y="784"/>
                  <a:pt x="535" y="1746"/>
                </a:cubicBezTo>
                <a:cubicBezTo>
                  <a:pt x="535" y="2294"/>
                  <a:pt x="767" y="2783"/>
                  <a:pt x="1130" y="3104"/>
                </a:cubicBezTo>
                <a:lnTo>
                  <a:pt x="1" y="3104"/>
                </a:lnTo>
                <a:lnTo>
                  <a:pt x="1" y="4268"/>
                </a:lnTo>
                <a:lnTo>
                  <a:pt x="1244" y="4268"/>
                </a:lnTo>
                <a:lnTo>
                  <a:pt x="468" y="11639"/>
                </a:lnTo>
                <a:lnTo>
                  <a:pt x="3744" y="11639"/>
                </a:lnTo>
                <a:lnTo>
                  <a:pt x="3345" y="7847"/>
                </a:lnTo>
                <a:lnTo>
                  <a:pt x="3345" y="7847"/>
                </a:lnTo>
                <a:cubicBezTo>
                  <a:pt x="4342" y="8736"/>
                  <a:pt x="5594" y="9181"/>
                  <a:pt x="6845" y="9181"/>
                </a:cubicBezTo>
                <a:cubicBezTo>
                  <a:pt x="8097" y="9181"/>
                  <a:pt x="9348" y="8736"/>
                  <a:pt x="10345" y="7847"/>
                </a:cubicBezTo>
                <a:lnTo>
                  <a:pt x="10345" y="7847"/>
                </a:lnTo>
                <a:lnTo>
                  <a:pt x="9946" y="11639"/>
                </a:lnTo>
                <a:lnTo>
                  <a:pt x="13221" y="11639"/>
                </a:lnTo>
                <a:lnTo>
                  <a:pt x="12446" y="4268"/>
                </a:lnTo>
                <a:lnTo>
                  <a:pt x="13968" y="4268"/>
                </a:lnTo>
                <a:lnTo>
                  <a:pt x="13968" y="3104"/>
                </a:lnTo>
                <a:lnTo>
                  <a:pt x="12839" y="3104"/>
                </a:lnTo>
                <a:cubicBezTo>
                  <a:pt x="13273" y="2722"/>
                  <a:pt x="13520" y="2099"/>
                  <a:pt x="13409" y="1422"/>
                </a:cubicBezTo>
                <a:cubicBezTo>
                  <a:pt x="13300" y="763"/>
                  <a:pt x="12831" y="189"/>
                  <a:pt x="12180" y="40"/>
                </a:cubicBezTo>
                <a:cubicBezTo>
                  <a:pt x="12063" y="13"/>
                  <a:pt x="11947" y="0"/>
                  <a:pt x="11834" y="0"/>
                </a:cubicBezTo>
                <a:cubicBezTo>
                  <a:pt x="10952" y="0"/>
                  <a:pt x="10235" y="784"/>
                  <a:pt x="10235" y="1746"/>
                </a:cubicBezTo>
                <a:cubicBezTo>
                  <a:pt x="10235" y="2294"/>
                  <a:pt x="10468" y="2784"/>
                  <a:pt x="10831" y="3104"/>
                </a:cubicBezTo>
                <a:lnTo>
                  <a:pt x="9702" y="3104"/>
                </a:lnTo>
                <a:lnTo>
                  <a:pt x="9702" y="4268"/>
                </a:lnTo>
                <a:lnTo>
                  <a:pt x="10866" y="4268"/>
                </a:lnTo>
                <a:lnTo>
                  <a:pt x="10686" y="6098"/>
                </a:lnTo>
                <a:cubicBezTo>
                  <a:pt x="9963" y="7549"/>
                  <a:pt x="8554" y="8535"/>
                  <a:pt x="6936" y="8535"/>
                </a:cubicBezTo>
                <a:cubicBezTo>
                  <a:pt x="5319" y="8535"/>
                  <a:pt x="3908" y="7549"/>
                  <a:pt x="3185" y="6098"/>
                </a:cubicBezTo>
                <a:lnTo>
                  <a:pt x="3008" y="4268"/>
                </a:lnTo>
                <a:lnTo>
                  <a:pt x="4268" y="4268"/>
                </a:lnTo>
                <a:lnTo>
                  <a:pt x="4268" y="3104"/>
                </a:lnTo>
                <a:lnTo>
                  <a:pt x="3139" y="3104"/>
                </a:lnTo>
                <a:cubicBezTo>
                  <a:pt x="3572" y="2721"/>
                  <a:pt x="3820" y="2099"/>
                  <a:pt x="3708" y="1422"/>
                </a:cubicBezTo>
                <a:cubicBezTo>
                  <a:pt x="3600" y="763"/>
                  <a:pt x="3131" y="189"/>
                  <a:pt x="2479" y="40"/>
                </a:cubicBezTo>
                <a:cubicBezTo>
                  <a:pt x="2362" y="13"/>
                  <a:pt x="2247" y="0"/>
                  <a:pt x="2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60"/>
          <p:cNvSpPr/>
          <p:nvPr/>
        </p:nvSpPr>
        <p:spPr>
          <a:xfrm>
            <a:off x="4005113" y="1538040"/>
            <a:ext cx="313929" cy="376709"/>
          </a:xfrm>
          <a:custGeom>
            <a:avLst/>
            <a:gdLst/>
            <a:ahLst/>
            <a:cxnLst/>
            <a:rect l="l" t="t" r="r" b="b"/>
            <a:pathLst>
              <a:path w="11641" h="13969" extrusionOk="0">
                <a:moveTo>
                  <a:pt x="9311" y="6984"/>
                </a:moveTo>
                <a:lnTo>
                  <a:pt x="9311" y="8148"/>
                </a:lnTo>
                <a:lnTo>
                  <a:pt x="2716" y="8148"/>
                </a:lnTo>
                <a:lnTo>
                  <a:pt x="2716" y="6984"/>
                </a:lnTo>
                <a:close/>
                <a:moveTo>
                  <a:pt x="1164" y="1"/>
                </a:moveTo>
                <a:lnTo>
                  <a:pt x="1164" y="5433"/>
                </a:lnTo>
                <a:lnTo>
                  <a:pt x="1" y="5433"/>
                </a:lnTo>
                <a:lnTo>
                  <a:pt x="1" y="6597"/>
                </a:lnTo>
                <a:lnTo>
                  <a:pt x="1164" y="6597"/>
                </a:lnTo>
                <a:lnTo>
                  <a:pt x="1164" y="9312"/>
                </a:lnTo>
                <a:lnTo>
                  <a:pt x="3805" y="9312"/>
                </a:lnTo>
                <a:lnTo>
                  <a:pt x="1464" y="13968"/>
                </a:lnTo>
                <a:lnTo>
                  <a:pt x="2767" y="13968"/>
                </a:lnTo>
                <a:lnTo>
                  <a:pt x="5044" y="9440"/>
                </a:lnTo>
                <a:lnTo>
                  <a:pt x="5044" y="13968"/>
                </a:lnTo>
                <a:lnTo>
                  <a:pt x="6595" y="13968"/>
                </a:lnTo>
                <a:lnTo>
                  <a:pt x="6595" y="9438"/>
                </a:lnTo>
                <a:lnTo>
                  <a:pt x="8873" y="13968"/>
                </a:lnTo>
                <a:lnTo>
                  <a:pt x="10175" y="13968"/>
                </a:lnTo>
                <a:lnTo>
                  <a:pt x="7836" y="9312"/>
                </a:lnTo>
                <a:lnTo>
                  <a:pt x="10476" y="9312"/>
                </a:lnTo>
                <a:lnTo>
                  <a:pt x="10476" y="6597"/>
                </a:lnTo>
                <a:lnTo>
                  <a:pt x="11640" y="6597"/>
                </a:lnTo>
                <a:lnTo>
                  <a:pt x="11640" y="5433"/>
                </a:lnTo>
                <a:lnTo>
                  <a:pt x="10475" y="5433"/>
                </a:lnTo>
                <a:lnTo>
                  <a:pt x="10475" y="1"/>
                </a:lnTo>
                <a:lnTo>
                  <a:pt x="9311" y="1"/>
                </a:lnTo>
                <a:lnTo>
                  <a:pt x="9311" y="1165"/>
                </a:lnTo>
                <a:lnTo>
                  <a:pt x="2328" y="1165"/>
                </a:lnTo>
                <a:lnTo>
                  <a:pt x="2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60"/>
          <p:cNvGrpSpPr/>
          <p:nvPr/>
        </p:nvGrpSpPr>
        <p:grpSpPr>
          <a:xfrm>
            <a:off x="4786142" y="1553821"/>
            <a:ext cx="376655" cy="345265"/>
            <a:chOff x="4007600" y="1580475"/>
            <a:chExt cx="349175" cy="320075"/>
          </a:xfrm>
        </p:grpSpPr>
        <p:sp>
          <p:nvSpPr>
            <p:cNvPr id="925" name="Google Shape;925;p60"/>
            <p:cNvSpPr/>
            <p:nvPr/>
          </p:nvSpPr>
          <p:spPr>
            <a:xfrm>
              <a:off x="4191900" y="1580475"/>
              <a:ext cx="164875" cy="320075"/>
            </a:xfrm>
            <a:custGeom>
              <a:avLst/>
              <a:gdLst/>
              <a:ahLst/>
              <a:cxnLst/>
              <a:rect l="l" t="t" r="r" b="b"/>
              <a:pathLst>
                <a:path w="6595" h="12803" extrusionOk="0">
                  <a:moveTo>
                    <a:pt x="2815" y="1949"/>
                  </a:moveTo>
                  <a:cubicBezTo>
                    <a:pt x="3323" y="1949"/>
                    <a:pt x="3821" y="2147"/>
                    <a:pt x="4195" y="2521"/>
                  </a:cubicBezTo>
                  <a:cubicBezTo>
                    <a:pt x="4751" y="3077"/>
                    <a:pt x="4919" y="3916"/>
                    <a:pt x="4617" y="4643"/>
                  </a:cubicBezTo>
                  <a:cubicBezTo>
                    <a:pt x="4316" y="5372"/>
                    <a:pt x="3605" y="5846"/>
                    <a:pt x="2817" y="5846"/>
                  </a:cubicBezTo>
                  <a:cubicBezTo>
                    <a:pt x="1741" y="5846"/>
                    <a:pt x="869" y="4974"/>
                    <a:pt x="868" y="3899"/>
                  </a:cubicBezTo>
                  <a:cubicBezTo>
                    <a:pt x="868" y="3109"/>
                    <a:pt x="1342" y="2399"/>
                    <a:pt x="2071" y="2097"/>
                  </a:cubicBezTo>
                  <a:cubicBezTo>
                    <a:pt x="2312" y="1997"/>
                    <a:pt x="2565" y="1949"/>
                    <a:pt x="2815" y="1949"/>
                  </a:cubicBezTo>
                  <a:close/>
                  <a:moveTo>
                    <a:pt x="1939" y="6984"/>
                  </a:moveTo>
                  <a:lnTo>
                    <a:pt x="1939" y="8923"/>
                  </a:lnTo>
                  <a:lnTo>
                    <a:pt x="775" y="8923"/>
                  </a:lnTo>
                  <a:lnTo>
                    <a:pt x="775" y="6984"/>
                  </a:lnTo>
                  <a:close/>
                  <a:moveTo>
                    <a:pt x="0" y="0"/>
                  </a:moveTo>
                  <a:lnTo>
                    <a:pt x="0" y="12802"/>
                  </a:lnTo>
                  <a:lnTo>
                    <a:pt x="6595" y="12802"/>
                  </a:lnTo>
                  <a:lnTo>
                    <a:pt x="65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60"/>
            <p:cNvSpPr/>
            <p:nvPr/>
          </p:nvSpPr>
          <p:spPr>
            <a:xfrm>
              <a:off x="4007600" y="1580475"/>
              <a:ext cx="164900" cy="320075"/>
            </a:xfrm>
            <a:custGeom>
              <a:avLst/>
              <a:gdLst/>
              <a:ahLst/>
              <a:cxnLst/>
              <a:rect l="l" t="t" r="r" b="b"/>
              <a:pathLst>
                <a:path w="6596" h="12803" extrusionOk="0">
                  <a:moveTo>
                    <a:pt x="3694" y="1949"/>
                  </a:moveTo>
                  <a:cubicBezTo>
                    <a:pt x="3945" y="1949"/>
                    <a:pt x="4198" y="1997"/>
                    <a:pt x="4438" y="2097"/>
                  </a:cubicBezTo>
                  <a:cubicBezTo>
                    <a:pt x="5167" y="2399"/>
                    <a:pt x="5641" y="3109"/>
                    <a:pt x="5641" y="3899"/>
                  </a:cubicBezTo>
                  <a:cubicBezTo>
                    <a:pt x="5640" y="4974"/>
                    <a:pt x="4768" y="5846"/>
                    <a:pt x="3692" y="5846"/>
                  </a:cubicBezTo>
                  <a:cubicBezTo>
                    <a:pt x="2904" y="5846"/>
                    <a:pt x="2194" y="5372"/>
                    <a:pt x="1892" y="4643"/>
                  </a:cubicBezTo>
                  <a:cubicBezTo>
                    <a:pt x="1590" y="3916"/>
                    <a:pt x="1758" y="3077"/>
                    <a:pt x="2314" y="2521"/>
                  </a:cubicBezTo>
                  <a:cubicBezTo>
                    <a:pt x="2688" y="2147"/>
                    <a:pt x="3187" y="1949"/>
                    <a:pt x="3694" y="1949"/>
                  </a:cubicBezTo>
                  <a:close/>
                  <a:moveTo>
                    <a:pt x="5432" y="6984"/>
                  </a:moveTo>
                  <a:lnTo>
                    <a:pt x="5432" y="8923"/>
                  </a:lnTo>
                  <a:lnTo>
                    <a:pt x="4268" y="8923"/>
                  </a:lnTo>
                  <a:lnTo>
                    <a:pt x="4268" y="6984"/>
                  </a:lnTo>
                  <a:close/>
                  <a:moveTo>
                    <a:pt x="1" y="0"/>
                  </a:moveTo>
                  <a:lnTo>
                    <a:pt x="1" y="12802"/>
                  </a:lnTo>
                  <a:lnTo>
                    <a:pt x="6596" y="12802"/>
                  </a:lnTo>
                  <a:lnTo>
                    <a:pt x="65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 name="Google Shape;927;p60"/>
          <p:cNvGrpSpPr/>
          <p:nvPr/>
        </p:nvGrpSpPr>
        <p:grpSpPr>
          <a:xfrm>
            <a:off x="5628984" y="1534997"/>
            <a:ext cx="324392" cy="382965"/>
            <a:chOff x="4788950" y="1563025"/>
            <a:chExt cx="300725" cy="355025"/>
          </a:xfrm>
        </p:grpSpPr>
        <p:sp>
          <p:nvSpPr>
            <p:cNvPr id="928" name="Google Shape;928;p60"/>
            <p:cNvSpPr/>
            <p:nvPr/>
          </p:nvSpPr>
          <p:spPr>
            <a:xfrm>
              <a:off x="4934475" y="1801625"/>
              <a:ext cx="38800" cy="38800"/>
            </a:xfrm>
            <a:custGeom>
              <a:avLst/>
              <a:gdLst/>
              <a:ahLst/>
              <a:cxnLst/>
              <a:rect l="l" t="t" r="r" b="b"/>
              <a:pathLst>
                <a:path w="1552" h="1552" extrusionOk="0">
                  <a:moveTo>
                    <a:pt x="0" y="0"/>
                  </a:moveTo>
                  <a:lnTo>
                    <a:pt x="0" y="1552"/>
                  </a:lnTo>
                  <a:lnTo>
                    <a:pt x="1552" y="1552"/>
                  </a:lnTo>
                  <a:lnTo>
                    <a:pt x="155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60"/>
            <p:cNvSpPr/>
            <p:nvPr/>
          </p:nvSpPr>
          <p:spPr>
            <a:xfrm>
              <a:off x="4788950" y="1563025"/>
              <a:ext cx="300725" cy="355025"/>
            </a:xfrm>
            <a:custGeom>
              <a:avLst/>
              <a:gdLst/>
              <a:ahLst/>
              <a:cxnLst/>
              <a:rect l="l" t="t" r="r" b="b"/>
              <a:pathLst>
                <a:path w="12029" h="14201" extrusionOk="0">
                  <a:moveTo>
                    <a:pt x="8100" y="2084"/>
                  </a:moveTo>
                  <a:lnTo>
                    <a:pt x="7398" y="3916"/>
                  </a:lnTo>
                  <a:lnTo>
                    <a:pt x="6053" y="4514"/>
                  </a:lnTo>
                  <a:lnTo>
                    <a:pt x="6756" y="2682"/>
                  </a:lnTo>
                  <a:lnTo>
                    <a:pt x="8100" y="2084"/>
                  </a:lnTo>
                  <a:close/>
                  <a:moveTo>
                    <a:pt x="4931" y="3493"/>
                  </a:moveTo>
                  <a:lnTo>
                    <a:pt x="4228" y="5325"/>
                  </a:lnTo>
                  <a:lnTo>
                    <a:pt x="2883" y="5924"/>
                  </a:lnTo>
                  <a:lnTo>
                    <a:pt x="3586" y="4092"/>
                  </a:lnTo>
                  <a:lnTo>
                    <a:pt x="4931" y="3493"/>
                  </a:lnTo>
                  <a:close/>
                  <a:moveTo>
                    <a:pt x="9702" y="8768"/>
                  </a:moveTo>
                  <a:lnTo>
                    <a:pt x="9702" y="9544"/>
                  </a:lnTo>
                  <a:lnTo>
                    <a:pt x="8151" y="9544"/>
                  </a:lnTo>
                  <a:lnTo>
                    <a:pt x="8151" y="11096"/>
                  </a:lnTo>
                  <a:lnTo>
                    <a:pt x="9702" y="11096"/>
                  </a:lnTo>
                  <a:lnTo>
                    <a:pt x="9702" y="12260"/>
                  </a:lnTo>
                  <a:lnTo>
                    <a:pt x="3106" y="12260"/>
                  </a:lnTo>
                  <a:lnTo>
                    <a:pt x="3106" y="11096"/>
                  </a:lnTo>
                  <a:lnTo>
                    <a:pt x="4659" y="11096"/>
                  </a:lnTo>
                  <a:lnTo>
                    <a:pt x="4659" y="9544"/>
                  </a:lnTo>
                  <a:lnTo>
                    <a:pt x="3106" y="9544"/>
                  </a:lnTo>
                  <a:lnTo>
                    <a:pt x="3106" y="8768"/>
                  </a:lnTo>
                  <a:close/>
                  <a:moveTo>
                    <a:pt x="9925" y="0"/>
                  </a:moveTo>
                  <a:lnTo>
                    <a:pt x="0" y="4446"/>
                  </a:lnTo>
                  <a:lnTo>
                    <a:pt x="1166" y="7083"/>
                  </a:lnTo>
                  <a:lnTo>
                    <a:pt x="1166" y="14200"/>
                  </a:lnTo>
                  <a:lnTo>
                    <a:pt x="12029" y="14200"/>
                  </a:lnTo>
                  <a:lnTo>
                    <a:pt x="12029" y="6440"/>
                  </a:lnTo>
                  <a:lnTo>
                    <a:pt x="4166" y="6440"/>
                  </a:lnTo>
                  <a:lnTo>
                    <a:pt x="11349" y="3223"/>
                  </a:lnTo>
                  <a:lnTo>
                    <a:pt x="99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0" name="Google Shape;930;p60"/>
          <p:cNvSpPr/>
          <p:nvPr/>
        </p:nvSpPr>
        <p:spPr>
          <a:xfrm>
            <a:off x="6402813" y="1537473"/>
            <a:ext cx="393132" cy="377815"/>
          </a:xfrm>
          <a:custGeom>
            <a:avLst/>
            <a:gdLst/>
            <a:ahLst/>
            <a:cxnLst/>
            <a:rect l="l" t="t" r="r" b="b"/>
            <a:pathLst>
              <a:path w="14578" h="14010" extrusionOk="0">
                <a:moveTo>
                  <a:pt x="7594" y="5260"/>
                </a:moveTo>
                <a:cubicBezTo>
                  <a:pt x="8300" y="5260"/>
                  <a:pt x="8936" y="5685"/>
                  <a:pt x="9206" y="6337"/>
                </a:cubicBezTo>
                <a:cubicBezTo>
                  <a:pt x="9477" y="6989"/>
                  <a:pt x="9328" y="7741"/>
                  <a:pt x="8827" y="8240"/>
                </a:cubicBezTo>
                <a:cubicBezTo>
                  <a:pt x="8493" y="8574"/>
                  <a:pt x="8047" y="8752"/>
                  <a:pt x="7593" y="8752"/>
                </a:cubicBezTo>
                <a:cubicBezTo>
                  <a:pt x="7368" y="8752"/>
                  <a:pt x="7142" y="8708"/>
                  <a:pt x="6926" y="8619"/>
                </a:cubicBezTo>
                <a:cubicBezTo>
                  <a:pt x="6272" y="8349"/>
                  <a:pt x="5847" y="7712"/>
                  <a:pt x="5847" y="7005"/>
                </a:cubicBezTo>
                <a:cubicBezTo>
                  <a:pt x="5849" y="6042"/>
                  <a:pt x="6630" y="5262"/>
                  <a:pt x="7594" y="5260"/>
                </a:cubicBezTo>
                <a:close/>
                <a:moveTo>
                  <a:pt x="12311" y="6849"/>
                </a:moveTo>
                <a:cubicBezTo>
                  <a:pt x="12311" y="9546"/>
                  <a:pt x="10117" y="11738"/>
                  <a:pt x="7422" y="11738"/>
                </a:cubicBezTo>
                <a:lnTo>
                  <a:pt x="7420" y="11739"/>
                </a:lnTo>
                <a:lnTo>
                  <a:pt x="7420" y="10691"/>
                </a:lnTo>
                <a:cubicBezTo>
                  <a:pt x="9542" y="10691"/>
                  <a:pt x="11262" y="8970"/>
                  <a:pt x="11262" y="6849"/>
                </a:cubicBezTo>
                <a:close/>
                <a:moveTo>
                  <a:pt x="7574" y="0"/>
                </a:moveTo>
                <a:cubicBezTo>
                  <a:pt x="6890" y="0"/>
                  <a:pt x="6196" y="101"/>
                  <a:pt x="5512" y="312"/>
                </a:cubicBezTo>
                <a:cubicBezTo>
                  <a:pt x="2073" y="1372"/>
                  <a:pt x="0" y="4864"/>
                  <a:pt x="713" y="8391"/>
                </a:cubicBezTo>
                <a:cubicBezTo>
                  <a:pt x="1379" y="11685"/>
                  <a:pt x="4274" y="14010"/>
                  <a:pt x="7570" y="14010"/>
                </a:cubicBezTo>
                <a:cubicBezTo>
                  <a:pt x="7802" y="14010"/>
                  <a:pt x="8035" y="13998"/>
                  <a:pt x="8271" y="13975"/>
                </a:cubicBezTo>
                <a:cubicBezTo>
                  <a:pt x="11849" y="13616"/>
                  <a:pt x="14576" y="10604"/>
                  <a:pt x="14576" y="7005"/>
                </a:cubicBezTo>
                <a:cubicBezTo>
                  <a:pt x="14578" y="6071"/>
                  <a:pt x="14391" y="5147"/>
                  <a:pt x="14028" y="4287"/>
                </a:cubicBezTo>
                <a:cubicBezTo>
                  <a:pt x="12910" y="1632"/>
                  <a:pt x="10325" y="0"/>
                  <a:pt x="7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60"/>
          <p:cNvSpPr/>
          <p:nvPr/>
        </p:nvSpPr>
        <p:spPr>
          <a:xfrm>
            <a:off x="7236051" y="1543298"/>
            <a:ext cx="366192" cy="366165"/>
          </a:xfrm>
          <a:custGeom>
            <a:avLst/>
            <a:gdLst/>
            <a:ahLst/>
            <a:cxnLst/>
            <a:rect l="l" t="t" r="r" b="b"/>
            <a:pathLst>
              <a:path w="13579" h="13578" extrusionOk="0">
                <a:moveTo>
                  <a:pt x="6595" y="1759"/>
                </a:moveTo>
                <a:lnTo>
                  <a:pt x="6595" y="2724"/>
                </a:lnTo>
                <a:cubicBezTo>
                  <a:pt x="4776" y="2942"/>
                  <a:pt x="3329" y="4389"/>
                  <a:pt x="3110" y="6208"/>
                </a:cubicBezTo>
                <a:lnTo>
                  <a:pt x="2147" y="6208"/>
                </a:lnTo>
                <a:cubicBezTo>
                  <a:pt x="2373" y="3860"/>
                  <a:pt x="4247" y="1986"/>
                  <a:pt x="6595" y="1759"/>
                </a:cubicBezTo>
                <a:close/>
                <a:moveTo>
                  <a:pt x="7001" y="4791"/>
                </a:moveTo>
                <a:cubicBezTo>
                  <a:pt x="7184" y="4791"/>
                  <a:pt x="7365" y="4814"/>
                  <a:pt x="7542" y="4863"/>
                </a:cubicBezTo>
                <a:cubicBezTo>
                  <a:pt x="7697" y="4904"/>
                  <a:pt x="7843" y="4975"/>
                  <a:pt x="7972" y="5070"/>
                </a:cubicBezTo>
                <a:cubicBezTo>
                  <a:pt x="8087" y="5156"/>
                  <a:pt x="8181" y="5265"/>
                  <a:pt x="8248" y="5391"/>
                </a:cubicBezTo>
                <a:cubicBezTo>
                  <a:pt x="8314" y="5520"/>
                  <a:pt x="8347" y="5663"/>
                  <a:pt x="8346" y="5808"/>
                </a:cubicBezTo>
                <a:cubicBezTo>
                  <a:pt x="8346" y="5919"/>
                  <a:pt x="8329" y="6029"/>
                  <a:pt x="8291" y="6134"/>
                </a:cubicBezTo>
                <a:cubicBezTo>
                  <a:pt x="8256" y="6236"/>
                  <a:pt x="8204" y="6331"/>
                  <a:pt x="8139" y="6416"/>
                </a:cubicBezTo>
                <a:cubicBezTo>
                  <a:pt x="8076" y="6499"/>
                  <a:pt x="7996" y="6570"/>
                  <a:pt x="7906" y="6626"/>
                </a:cubicBezTo>
                <a:cubicBezTo>
                  <a:pt x="7815" y="6681"/>
                  <a:pt x="7716" y="6720"/>
                  <a:pt x="7611" y="6737"/>
                </a:cubicBezTo>
                <a:cubicBezTo>
                  <a:pt x="7726" y="6759"/>
                  <a:pt x="7837" y="6801"/>
                  <a:pt x="7938" y="6860"/>
                </a:cubicBezTo>
                <a:lnTo>
                  <a:pt x="7938" y="6862"/>
                </a:lnTo>
                <a:cubicBezTo>
                  <a:pt x="8037" y="6920"/>
                  <a:pt x="8123" y="6996"/>
                  <a:pt x="8193" y="7086"/>
                </a:cubicBezTo>
                <a:cubicBezTo>
                  <a:pt x="8266" y="7178"/>
                  <a:pt x="8321" y="7284"/>
                  <a:pt x="8358" y="7395"/>
                </a:cubicBezTo>
                <a:cubicBezTo>
                  <a:pt x="8397" y="7517"/>
                  <a:pt x="8415" y="7644"/>
                  <a:pt x="8414" y="7771"/>
                </a:cubicBezTo>
                <a:cubicBezTo>
                  <a:pt x="8417" y="7940"/>
                  <a:pt x="8381" y="8107"/>
                  <a:pt x="8306" y="8257"/>
                </a:cubicBezTo>
                <a:cubicBezTo>
                  <a:pt x="8232" y="8402"/>
                  <a:pt x="8125" y="8529"/>
                  <a:pt x="7993" y="8624"/>
                </a:cubicBezTo>
                <a:cubicBezTo>
                  <a:pt x="7844" y="8731"/>
                  <a:pt x="7678" y="8811"/>
                  <a:pt x="7502" y="8860"/>
                </a:cubicBezTo>
                <a:cubicBezTo>
                  <a:pt x="7303" y="8915"/>
                  <a:pt x="7097" y="8943"/>
                  <a:pt x="6889" y="8943"/>
                </a:cubicBezTo>
                <a:cubicBezTo>
                  <a:pt x="6879" y="8943"/>
                  <a:pt x="6869" y="8942"/>
                  <a:pt x="6858" y="8942"/>
                </a:cubicBezTo>
                <a:cubicBezTo>
                  <a:pt x="6277" y="8942"/>
                  <a:pt x="5821" y="8772"/>
                  <a:pt x="5492" y="8432"/>
                </a:cubicBezTo>
                <a:lnTo>
                  <a:pt x="5986" y="7777"/>
                </a:lnTo>
                <a:cubicBezTo>
                  <a:pt x="6086" y="7881"/>
                  <a:pt x="6206" y="7965"/>
                  <a:pt x="6339" y="8021"/>
                </a:cubicBezTo>
                <a:cubicBezTo>
                  <a:pt x="6469" y="8075"/>
                  <a:pt x="6622" y="8104"/>
                  <a:pt x="6800" y="8104"/>
                </a:cubicBezTo>
                <a:cubicBezTo>
                  <a:pt x="6805" y="8104"/>
                  <a:pt x="6809" y="8104"/>
                  <a:pt x="6813" y="8104"/>
                </a:cubicBezTo>
                <a:cubicBezTo>
                  <a:pt x="7246" y="8104"/>
                  <a:pt x="7463" y="7945"/>
                  <a:pt x="7463" y="7628"/>
                </a:cubicBezTo>
                <a:cubicBezTo>
                  <a:pt x="7463" y="7456"/>
                  <a:pt x="7397" y="7326"/>
                  <a:pt x="7270" y="7238"/>
                </a:cubicBezTo>
                <a:cubicBezTo>
                  <a:pt x="7142" y="7149"/>
                  <a:pt x="6939" y="7105"/>
                  <a:pt x="6663" y="6983"/>
                </a:cubicBezTo>
                <a:lnTo>
                  <a:pt x="6596" y="6983"/>
                </a:lnTo>
                <a:lnTo>
                  <a:pt x="6596" y="6207"/>
                </a:lnTo>
                <a:lnTo>
                  <a:pt x="6680" y="6207"/>
                </a:lnTo>
                <a:cubicBezTo>
                  <a:pt x="6798" y="6337"/>
                  <a:pt x="6902" y="6383"/>
                  <a:pt x="6991" y="6383"/>
                </a:cubicBezTo>
                <a:cubicBezTo>
                  <a:pt x="7065" y="6383"/>
                  <a:pt x="7129" y="6352"/>
                  <a:pt x="7183" y="6312"/>
                </a:cubicBezTo>
                <a:cubicBezTo>
                  <a:pt x="7304" y="6224"/>
                  <a:pt x="7364" y="6108"/>
                  <a:pt x="7364" y="5962"/>
                </a:cubicBezTo>
                <a:cubicBezTo>
                  <a:pt x="7364" y="5837"/>
                  <a:pt x="7321" y="5740"/>
                  <a:pt x="7233" y="5675"/>
                </a:cubicBezTo>
                <a:cubicBezTo>
                  <a:pt x="7144" y="5610"/>
                  <a:pt x="7027" y="5578"/>
                  <a:pt x="6881" y="5578"/>
                </a:cubicBezTo>
                <a:cubicBezTo>
                  <a:pt x="6879" y="5578"/>
                  <a:pt x="6876" y="5578"/>
                  <a:pt x="6873" y="5578"/>
                </a:cubicBezTo>
                <a:cubicBezTo>
                  <a:pt x="6727" y="5578"/>
                  <a:pt x="6581" y="5615"/>
                  <a:pt x="6453" y="5689"/>
                </a:cubicBezTo>
                <a:cubicBezTo>
                  <a:pt x="6322" y="5767"/>
                  <a:pt x="6210" y="5877"/>
                  <a:pt x="6128" y="6009"/>
                </a:cubicBezTo>
                <a:lnTo>
                  <a:pt x="5548" y="5342"/>
                </a:lnTo>
                <a:cubicBezTo>
                  <a:pt x="5618" y="5255"/>
                  <a:pt x="5699" y="5180"/>
                  <a:pt x="5790" y="5118"/>
                </a:cubicBezTo>
                <a:cubicBezTo>
                  <a:pt x="5895" y="5046"/>
                  <a:pt x="6009" y="4988"/>
                  <a:pt x="6128" y="4943"/>
                </a:cubicBezTo>
                <a:cubicBezTo>
                  <a:pt x="6261" y="4894"/>
                  <a:pt x="6397" y="4856"/>
                  <a:pt x="6537" y="4830"/>
                </a:cubicBezTo>
                <a:cubicBezTo>
                  <a:pt x="6685" y="4804"/>
                  <a:pt x="6835" y="4791"/>
                  <a:pt x="6984" y="4791"/>
                </a:cubicBezTo>
                <a:cubicBezTo>
                  <a:pt x="6990" y="4791"/>
                  <a:pt x="6995" y="4791"/>
                  <a:pt x="7001" y="4791"/>
                </a:cubicBezTo>
                <a:close/>
                <a:moveTo>
                  <a:pt x="3110" y="7372"/>
                </a:moveTo>
                <a:cubicBezTo>
                  <a:pt x="3329" y="9191"/>
                  <a:pt x="4776" y="10637"/>
                  <a:pt x="6595" y="10857"/>
                </a:cubicBezTo>
                <a:lnTo>
                  <a:pt x="6595" y="11820"/>
                </a:lnTo>
                <a:cubicBezTo>
                  <a:pt x="4247" y="11593"/>
                  <a:pt x="2373" y="9720"/>
                  <a:pt x="2147" y="7372"/>
                </a:cubicBezTo>
                <a:close/>
                <a:moveTo>
                  <a:pt x="11819" y="7372"/>
                </a:moveTo>
                <a:cubicBezTo>
                  <a:pt x="11592" y="9720"/>
                  <a:pt x="9720" y="11593"/>
                  <a:pt x="7371" y="11820"/>
                </a:cubicBezTo>
                <a:lnTo>
                  <a:pt x="7371" y="10857"/>
                </a:lnTo>
                <a:cubicBezTo>
                  <a:pt x="9190" y="10637"/>
                  <a:pt x="10638" y="9191"/>
                  <a:pt x="10856" y="7372"/>
                </a:cubicBezTo>
                <a:close/>
                <a:moveTo>
                  <a:pt x="6208" y="1"/>
                </a:moveTo>
                <a:lnTo>
                  <a:pt x="6208" y="977"/>
                </a:lnTo>
                <a:cubicBezTo>
                  <a:pt x="6208" y="977"/>
                  <a:pt x="1296" y="3510"/>
                  <a:pt x="1063" y="6596"/>
                </a:cubicBezTo>
                <a:lnTo>
                  <a:pt x="0" y="6596"/>
                </a:lnTo>
                <a:lnTo>
                  <a:pt x="0" y="7371"/>
                </a:lnTo>
                <a:lnTo>
                  <a:pt x="1063" y="7371"/>
                </a:lnTo>
                <a:cubicBezTo>
                  <a:pt x="1063" y="7371"/>
                  <a:pt x="3596" y="12524"/>
                  <a:pt x="6594" y="12757"/>
                </a:cubicBezTo>
                <a:lnTo>
                  <a:pt x="6594" y="13578"/>
                </a:lnTo>
                <a:lnTo>
                  <a:pt x="7370" y="13578"/>
                </a:lnTo>
                <a:lnTo>
                  <a:pt x="7370" y="12757"/>
                </a:lnTo>
                <a:cubicBezTo>
                  <a:pt x="7370" y="12757"/>
                  <a:pt x="12610" y="10223"/>
                  <a:pt x="12841" y="7371"/>
                </a:cubicBezTo>
                <a:lnTo>
                  <a:pt x="13577" y="7371"/>
                </a:lnTo>
                <a:lnTo>
                  <a:pt x="13579" y="6596"/>
                </a:lnTo>
                <a:lnTo>
                  <a:pt x="10917" y="6596"/>
                </a:lnTo>
                <a:cubicBezTo>
                  <a:pt x="10917" y="6596"/>
                  <a:pt x="9251" y="3123"/>
                  <a:pt x="7371" y="2904"/>
                </a:cubicBezTo>
                <a:lnTo>
                  <a:pt x="7371" y="1940"/>
                </a:lnTo>
                <a:cubicBezTo>
                  <a:pt x="8573" y="2048"/>
                  <a:pt x="9631" y="2546"/>
                  <a:pt x="10453" y="3365"/>
                </a:cubicBezTo>
                <a:lnTo>
                  <a:pt x="11129" y="2687"/>
                </a:lnTo>
                <a:cubicBezTo>
                  <a:pt x="10127" y="1687"/>
                  <a:pt x="8829" y="1090"/>
                  <a:pt x="7371" y="978"/>
                </a:cubicBezTo>
                <a:lnTo>
                  <a:pt x="7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60"/>
          <p:cNvSpPr/>
          <p:nvPr/>
        </p:nvSpPr>
        <p:spPr>
          <a:xfrm>
            <a:off x="8047068" y="1574687"/>
            <a:ext cx="376655" cy="303438"/>
          </a:xfrm>
          <a:custGeom>
            <a:avLst/>
            <a:gdLst/>
            <a:ahLst/>
            <a:cxnLst/>
            <a:rect l="l" t="t" r="r" b="b"/>
            <a:pathLst>
              <a:path w="13967" h="11252" extrusionOk="0">
                <a:moveTo>
                  <a:pt x="0" y="1"/>
                </a:moveTo>
                <a:lnTo>
                  <a:pt x="0" y="11251"/>
                </a:lnTo>
                <a:lnTo>
                  <a:pt x="2995" y="11251"/>
                </a:lnTo>
                <a:lnTo>
                  <a:pt x="2588" y="7239"/>
                </a:lnTo>
                <a:cubicBezTo>
                  <a:pt x="3333" y="6814"/>
                  <a:pt x="3841" y="6069"/>
                  <a:pt x="3966" y="5222"/>
                </a:cubicBezTo>
                <a:cubicBezTo>
                  <a:pt x="5383" y="4472"/>
                  <a:pt x="6461" y="3212"/>
                  <a:pt x="6983" y="1697"/>
                </a:cubicBezTo>
                <a:cubicBezTo>
                  <a:pt x="7504" y="3212"/>
                  <a:pt x="8583" y="4472"/>
                  <a:pt x="9999" y="5222"/>
                </a:cubicBezTo>
                <a:cubicBezTo>
                  <a:pt x="10124" y="6069"/>
                  <a:pt x="10633" y="6814"/>
                  <a:pt x="11378" y="7239"/>
                </a:cubicBezTo>
                <a:lnTo>
                  <a:pt x="10972" y="11251"/>
                </a:lnTo>
                <a:lnTo>
                  <a:pt x="13966" y="11251"/>
                </a:lnTo>
                <a:lnTo>
                  <a:pt x="139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3" name="Google Shape;933;p60"/>
          <p:cNvGrpSpPr/>
          <p:nvPr/>
        </p:nvGrpSpPr>
        <p:grpSpPr>
          <a:xfrm>
            <a:off x="720009" y="2175395"/>
            <a:ext cx="376682" cy="303465"/>
            <a:chOff x="238125" y="2156700"/>
            <a:chExt cx="349200" cy="281325"/>
          </a:xfrm>
        </p:grpSpPr>
        <p:sp>
          <p:nvSpPr>
            <p:cNvPr id="934" name="Google Shape;934;p60"/>
            <p:cNvSpPr/>
            <p:nvPr/>
          </p:nvSpPr>
          <p:spPr>
            <a:xfrm>
              <a:off x="267200" y="2156700"/>
              <a:ext cx="291025" cy="232825"/>
            </a:xfrm>
            <a:custGeom>
              <a:avLst/>
              <a:gdLst/>
              <a:ahLst/>
              <a:cxnLst/>
              <a:rect l="l" t="t" r="r" b="b"/>
              <a:pathLst>
                <a:path w="11641" h="9313" extrusionOk="0">
                  <a:moveTo>
                    <a:pt x="1619" y="851"/>
                  </a:moveTo>
                  <a:cubicBezTo>
                    <a:pt x="1830" y="851"/>
                    <a:pt x="2021" y="978"/>
                    <a:pt x="2102" y="1172"/>
                  </a:cubicBezTo>
                  <a:cubicBezTo>
                    <a:pt x="2183" y="1367"/>
                    <a:pt x="2138" y="1591"/>
                    <a:pt x="1988" y="1741"/>
                  </a:cubicBezTo>
                  <a:cubicBezTo>
                    <a:pt x="1888" y="1841"/>
                    <a:pt x="1755" y="1894"/>
                    <a:pt x="1619" y="1894"/>
                  </a:cubicBezTo>
                  <a:cubicBezTo>
                    <a:pt x="1552" y="1894"/>
                    <a:pt x="1484" y="1881"/>
                    <a:pt x="1419" y="1854"/>
                  </a:cubicBezTo>
                  <a:cubicBezTo>
                    <a:pt x="1224" y="1773"/>
                    <a:pt x="1097" y="1582"/>
                    <a:pt x="1097" y="1371"/>
                  </a:cubicBezTo>
                  <a:cubicBezTo>
                    <a:pt x="1097" y="1083"/>
                    <a:pt x="1331" y="851"/>
                    <a:pt x="1619" y="851"/>
                  </a:cubicBezTo>
                  <a:close/>
                  <a:moveTo>
                    <a:pt x="3705" y="851"/>
                  </a:moveTo>
                  <a:cubicBezTo>
                    <a:pt x="3916" y="851"/>
                    <a:pt x="4107" y="976"/>
                    <a:pt x="4188" y="1172"/>
                  </a:cubicBezTo>
                  <a:cubicBezTo>
                    <a:pt x="4269" y="1367"/>
                    <a:pt x="4224" y="1591"/>
                    <a:pt x="4076" y="1741"/>
                  </a:cubicBezTo>
                  <a:cubicBezTo>
                    <a:pt x="3976" y="1841"/>
                    <a:pt x="3842" y="1894"/>
                    <a:pt x="3706" y="1894"/>
                  </a:cubicBezTo>
                  <a:cubicBezTo>
                    <a:pt x="3639" y="1894"/>
                    <a:pt x="3571" y="1881"/>
                    <a:pt x="3506" y="1854"/>
                  </a:cubicBezTo>
                  <a:cubicBezTo>
                    <a:pt x="3312" y="1773"/>
                    <a:pt x="3185" y="1582"/>
                    <a:pt x="3185" y="1371"/>
                  </a:cubicBezTo>
                  <a:cubicBezTo>
                    <a:pt x="3185" y="1083"/>
                    <a:pt x="3418" y="851"/>
                    <a:pt x="3705" y="851"/>
                  </a:cubicBezTo>
                  <a:close/>
                  <a:moveTo>
                    <a:pt x="5793" y="851"/>
                  </a:moveTo>
                  <a:cubicBezTo>
                    <a:pt x="6004" y="851"/>
                    <a:pt x="6194" y="976"/>
                    <a:pt x="6275" y="1172"/>
                  </a:cubicBezTo>
                  <a:cubicBezTo>
                    <a:pt x="6356" y="1367"/>
                    <a:pt x="6311" y="1591"/>
                    <a:pt x="6162" y="1741"/>
                  </a:cubicBezTo>
                  <a:cubicBezTo>
                    <a:pt x="6062" y="1841"/>
                    <a:pt x="5929" y="1894"/>
                    <a:pt x="5793" y="1894"/>
                  </a:cubicBezTo>
                  <a:cubicBezTo>
                    <a:pt x="5726" y="1894"/>
                    <a:pt x="5658" y="1881"/>
                    <a:pt x="5594" y="1854"/>
                  </a:cubicBezTo>
                  <a:cubicBezTo>
                    <a:pt x="5399" y="1773"/>
                    <a:pt x="5271" y="1582"/>
                    <a:pt x="5271" y="1371"/>
                  </a:cubicBezTo>
                  <a:cubicBezTo>
                    <a:pt x="5271" y="1083"/>
                    <a:pt x="5506" y="851"/>
                    <a:pt x="5793" y="851"/>
                  </a:cubicBezTo>
                  <a:close/>
                  <a:moveTo>
                    <a:pt x="7880" y="851"/>
                  </a:moveTo>
                  <a:cubicBezTo>
                    <a:pt x="8091" y="851"/>
                    <a:pt x="8280" y="976"/>
                    <a:pt x="8361" y="1172"/>
                  </a:cubicBezTo>
                  <a:cubicBezTo>
                    <a:pt x="8442" y="1367"/>
                    <a:pt x="8397" y="1591"/>
                    <a:pt x="8248" y="1741"/>
                  </a:cubicBezTo>
                  <a:cubicBezTo>
                    <a:pt x="8149" y="1841"/>
                    <a:pt x="8016" y="1894"/>
                    <a:pt x="7880" y="1894"/>
                  </a:cubicBezTo>
                  <a:cubicBezTo>
                    <a:pt x="7813" y="1894"/>
                    <a:pt x="7745" y="1881"/>
                    <a:pt x="7680" y="1854"/>
                  </a:cubicBezTo>
                  <a:cubicBezTo>
                    <a:pt x="7485" y="1773"/>
                    <a:pt x="7358" y="1582"/>
                    <a:pt x="7358" y="1371"/>
                  </a:cubicBezTo>
                  <a:cubicBezTo>
                    <a:pt x="7358" y="1083"/>
                    <a:pt x="7591" y="851"/>
                    <a:pt x="7880" y="851"/>
                  </a:cubicBezTo>
                  <a:close/>
                  <a:moveTo>
                    <a:pt x="9966" y="851"/>
                  </a:moveTo>
                  <a:cubicBezTo>
                    <a:pt x="10177" y="851"/>
                    <a:pt x="10367" y="976"/>
                    <a:pt x="10448" y="1172"/>
                  </a:cubicBezTo>
                  <a:cubicBezTo>
                    <a:pt x="10529" y="1367"/>
                    <a:pt x="10484" y="1591"/>
                    <a:pt x="10335" y="1741"/>
                  </a:cubicBezTo>
                  <a:cubicBezTo>
                    <a:pt x="10235" y="1841"/>
                    <a:pt x="10102" y="1894"/>
                    <a:pt x="9966" y="1894"/>
                  </a:cubicBezTo>
                  <a:cubicBezTo>
                    <a:pt x="9899" y="1894"/>
                    <a:pt x="9831" y="1881"/>
                    <a:pt x="9767" y="1854"/>
                  </a:cubicBezTo>
                  <a:cubicBezTo>
                    <a:pt x="9571" y="1773"/>
                    <a:pt x="9444" y="1582"/>
                    <a:pt x="9444" y="1371"/>
                  </a:cubicBezTo>
                  <a:cubicBezTo>
                    <a:pt x="9444" y="1083"/>
                    <a:pt x="9678" y="851"/>
                    <a:pt x="9966" y="851"/>
                  </a:cubicBezTo>
                  <a:close/>
                  <a:moveTo>
                    <a:pt x="1619" y="2937"/>
                  </a:moveTo>
                  <a:cubicBezTo>
                    <a:pt x="1830" y="2937"/>
                    <a:pt x="2021" y="3064"/>
                    <a:pt x="2100" y="3260"/>
                  </a:cubicBezTo>
                  <a:cubicBezTo>
                    <a:pt x="2181" y="3455"/>
                    <a:pt x="2137" y="3679"/>
                    <a:pt x="1988" y="3828"/>
                  </a:cubicBezTo>
                  <a:cubicBezTo>
                    <a:pt x="1888" y="3927"/>
                    <a:pt x="1755" y="3980"/>
                    <a:pt x="1619" y="3980"/>
                  </a:cubicBezTo>
                  <a:cubicBezTo>
                    <a:pt x="1552" y="3980"/>
                    <a:pt x="1484" y="3967"/>
                    <a:pt x="1419" y="3941"/>
                  </a:cubicBezTo>
                  <a:cubicBezTo>
                    <a:pt x="1224" y="3860"/>
                    <a:pt x="1097" y="3669"/>
                    <a:pt x="1097" y="3458"/>
                  </a:cubicBezTo>
                  <a:cubicBezTo>
                    <a:pt x="1097" y="3170"/>
                    <a:pt x="1331" y="2937"/>
                    <a:pt x="1619" y="2937"/>
                  </a:cubicBezTo>
                  <a:close/>
                  <a:moveTo>
                    <a:pt x="9966" y="2937"/>
                  </a:moveTo>
                  <a:cubicBezTo>
                    <a:pt x="10177" y="2937"/>
                    <a:pt x="10367" y="3064"/>
                    <a:pt x="10448" y="3260"/>
                  </a:cubicBezTo>
                  <a:cubicBezTo>
                    <a:pt x="10529" y="3453"/>
                    <a:pt x="10484" y="3679"/>
                    <a:pt x="10335" y="3828"/>
                  </a:cubicBezTo>
                  <a:cubicBezTo>
                    <a:pt x="10235" y="3927"/>
                    <a:pt x="10101" y="3980"/>
                    <a:pt x="9966" y="3980"/>
                  </a:cubicBezTo>
                  <a:cubicBezTo>
                    <a:pt x="9899" y="3980"/>
                    <a:pt x="9831" y="3967"/>
                    <a:pt x="9767" y="3941"/>
                  </a:cubicBezTo>
                  <a:cubicBezTo>
                    <a:pt x="9571" y="3860"/>
                    <a:pt x="9444" y="3669"/>
                    <a:pt x="9444" y="3458"/>
                  </a:cubicBezTo>
                  <a:cubicBezTo>
                    <a:pt x="9444" y="3170"/>
                    <a:pt x="9678" y="2937"/>
                    <a:pt x="9966" y="2937"/>
                  </a:cubicBezTo>
                  <a:close/>
                  <a:moveTo>
                    <a:pt x="1619" y="5024"/>
                  </a:moveTo>
                  <a:cubicBezTo>
                    <a:pt x="1830" y="5024"/>
                    <a:pt x="2021" y="5151"/>
                    <a:pt x="2102" y="5346"/>
                  </a:cubicBezTo>
                  <a:cubicBezTo>
                    <a:pt x="2183" y="5541"/>
                    <a:pt x="2138" y="5765"/>
                    <a:pt x="1988" y="5914"/>
                  </a:cubicBezTo>
                  <a:cubicBezTo>
                    <a:pt x="1888" y="6014"/>
                    <a:pt x="1755" y="6067"/>
                    <a:pt x="1619" y="6067"/>
                  </a:cubicBezTo>
                  <a:cubicBezTo>
                    <a:pt x="1552" y="6067"/>
                    <a:pt x="1484" y="6054"/>
                    <a:pt x="1419" y="6027"/>
                  </a:cubicBezTo>
                  <a:cubicBezTo>
                    <a:pt x="1224" y="5946"/>
                    <a:pt x="1097" y="5757"/>
                    <a:pt x="1097" y="5546"/>
                  </a:cubicBezTo>
                  <a:cubicBezTo>
                    <a:pt x="1097" y="5256"/>
                    <a:pt x="1331" y="5024"/>
                    <a:pt x="1619" y="5024"/>
                  </a:cubicBezTo>
                  <a:close/>
                  <a:moveTo>
                    <a:pt x="9966" y="5024"/>
                  </a:moveTo>
                  <a:cubicBezTo>
                    <a:pt x="10177" y="5024"/>
                    <a:pt x="10367" y="5151"/>
                    <a:pt x="10448" y="5346"/>
                  </a:cubicBezTo>
                  <a:cubicBezTo>
                    <a:pt x="10529" y="5541"/>
                    <a:pt x="10484" y="5765"/>
                    <a:pt x="10335" y="5914"/>
                  </a:cubicBezTo>
                  <a:cubicBezTo>
                    <a:pt x="10235" y="6014"/>
                    <a:pt x="10102" y="6067"/>
                    <a:pt x="9966" y="6067"/>
                  </a:cubicBezTo>
                  <a:cubicBezTo>
                    <a:pt x="9899" y="6067"/>
                    <a:pt x="9831" y="6054"/>
                    <a:pt x="9767" y="6027"/>
                  </a:cubicBezTo>
                  <a:cubicBezTo>
                    <a:pt x="9571" y="5946"/>
                    <a:pt x="9444" y="5757"/>
                    <a:pt x="9444" y="5546"/>
                  </a:cubicBezTo>
                  <a:cubicBezTo>
                    <a:pt x="9444" y="5258"/>
                    <a:pt x="9678" y="5024"/>
                    <a:pt x="9966" y="5024"/>
                  </a:cubicBezTo>
                  <a:close/>
                  <a:moveTo>
                    <a:pt x="1619" y="7110"/>
                  </a:moveTo>
                  <a:cubicBezTo>
                    <a:pt x="1830" y="7110"/>
                    <a:pt x="2021" y="7237"/>
                    <a:pt x="2102" y="7432"/>
                  </a:cubicBezTo>
                  <a:cubicBezTo>
                    <a:pt x="2183" y="7628"/>
                    <a:pt x="2138" y="7852"/>
                    <a:pt x="1988" y="8001"/>
                  </a:cubicBezTo>
                  <a:cubicBezTo>
                    <a:pt x="1888" y="8100"/>
                    <a:pt x="1755" y="8153"/>
                    <a:pt x="1619" y="8153"/>
                  </a:cubicBezTo>
                  <a:cubicBezTo>
                    <a:pt x="1552" y="8153"/>
                    <a:pt x="1484" y="8140"/>
                    <a:pt x="1419" y="8113"/>
                  </a:cubicBezTo>
                  <a:cubicBezTo>
                    <a:pt x="1224" y="8034"/>
                    <a:pt x="1097" y="7843"/>
                    <a:pt x="1097" y="7632"/>
                  </a:cubicBezTo>
                  <a:cubicBezTo>
                    <a:pt x="1097" y="7344"/>
                    <a:pt x="1331" y="7110"/>
                    <a:pt x="1619" y="7110"/>
                  </a:cubicBezTo>
                  <a:close/>
                  <a:moveTo>
                    <a:pt x="9966" y="7110"/>
                  </a:moveTo>
                  <a:cubicBezTo>
                    <a:pt x="10177" y="7110"/>
                    <a:pt x="10367" y="7237"/>
                    <a:pt x="10448" y="7432"/>
                  </a:cubicBezTo>
                  <a:cubicBezTo>
                    <a:pt x="10529" y="7628"/>
                    <a:pt x="10484" y="7852"/>
                    <a:pt x="10335" y="8001"/>
                  </a:cubicBezTo>
                  <a:cubicBezTo>
                    <a:pt x="10235" y="8100"/>
                    <a:pt x="10102" y="8153"/>
                    <a:pt x="9966" y="8153"/>
                  </a:cubicBezTo>
                  <a:cubicBezTo>
                    <a:pt x="9899" y="8153"/>
                    <a:pt x="9831" y="8140"/>
                    <a:pt x="9767" y="8113"/>
                  </a:cubicBezTo>
                  <a:cubicBezTo>
                    <a:pt x="9571" y="8034"/>
                    <a:pt x="9444" y="7843"/>
                    <a:pt x="9444" y="7632"/>
                  </a:cubicBezTo>
                  <a:cubicBezTo>
                    <a:pt x="9444" y="7344"/>
                    <a:pt x="9678" y="7110"/>
                    <a:pt x="9966" y="7110"/>
                  </a:cubicBezTo>
                  <a:close/>
                  <a:moveTo>
                    <a:pt x="1" y="1"/>
                  </a:moveTo>
                  <a:lnTo>
                    <a:pt x="1" y="9312"/>
                  </a:lnTo>
                  <a:lnTo>
                    <a:pt x="3105" y="9312"/>
                  </a:lnTo>
                  <a:lnTo>
                    <a:pt x="3105" y="3105"/>
                  </a:lnTo>
                  <a:lnTo>
                    <a:pt x="8147" y="3105"/>
                  </a:lnTo>
                  <a:lnTo>
                    <a:pt x="8147" y="9312"/>
                  </a:lnTo>
                  <a:lnTo>
                    <a:pt x="11641" y="9312"/>
                  </a:lnTo>
                  <a:lnTo>
                    <a:pt x="116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60"/>
            <p:cNvSpPr/>
            <p:nvPr/>
          </p:nvSpPr>
          <p:spPr>
            <a:xfrm>
              <a:off x="238125" y="2408900"/>
              <a:ext cx="349200" cy="29125"/>
            </a:xfrm>
            <a:custGeom>
              <a:avLst/>
              <a:gdLst/>
              <a:ahLst/>
              <a:cxnLst/>
              <a:rect l="l" t="t" r="r" b="b"/>
              <a:pathLst>
                <a:path w="13968" h="1165" extrusionOk="0">
                  <a:moveTo>
                    <a:pt x="0" y="1"/>
                  </a:moveTo>
                  <a:lnTo>
                    <a:pt x="0" y="1165"/>
                  </a:lnTo>
                  <a:lnTo>
                    <a:pt x="13968" y="1165"/>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60"/>
          <p:cNvGrpSpPr/>
          <p:nvPr/>
        </p:nvGrpSpPr>
        <p:grpSpPr>
          <a:xfrm>
            <a:off x="1536451" y="2201553"/>
            <a:ext cx="373581" cy="251148"/>
            <a:chOff x="995000" y="2180950"/>
            <a:chExt cx="346325" cy="232825"/>
          </a:xfrm>
        </p:grpSpPr>
        <p:sp>
          <p:nvSpPr>
            <p:cNvPr id="937" name="Google Shape;937;p60"/>
            <p:cNvSpPr/>
            <p:nvPr/>
          </p:nvSpPr>
          <p:spPr>
            <a:xfrm>
              <a:off x="995000" y="2180950"/>
              <a:ext cx="346325" cy="232825"/>
            </a:xfrm>
            <a:custGeom>
              <a:avLst/>
              <a:gdLst/>
              <a:ahLst/>
              <a:cxnLst/>
              <a:rect l="l" t="t" r="r" b="b"/>
              <a:pathLst>
                <a:path w="13853" h="9313" extrusionOk="0">
                  <a:moveTo>
                    <a:pt x="6932" y="962"/>
                  </a:moveTo>
                  <a:cubicBezTo>
                    <a:pt x="8941" y="962"/>
                    <a:pt x="10579" y="2571"/>
                    <a:pt x="10615" y="4578"/>
                  </a:cubicBezTo>
                  <a:cubicBezTo>
                    <a:pt x="10652" y="6587"/>
                    <a:pt x="9071" y="8254"/>
                    <a:pt x="7064" y="8326"/>
                  </a:cubicBezTo>
                  <a:cubicBezTo>
                    <a:pt x="7018" y="8328"/>
                    <a:pt x="6970" y="8329"/>
                    <a:pt x="6924" y="8329"/>
                  </a:cubicBezTo>
                  <a:cubicBezTo>
                    <a:pt x="6922" y="8329"/>
                    <a:pt x="6920" y="8329"/>
                    <a:pt x="6918" y="8329"/>
                  </a:cubicBezTo>
                  <a:cubicBezTo>
                    <a:pt x="5969" y="8329"/>
                    <a:pt x="5056" y="7961"/>
                    <a:pt x="4373" y="7300"/>
                  </a:cubicBezTo>
                  <a:cubicBezTo>
                    <a:pt x="3308" y="6276"/>
                    <a:pt x="2959" y="4713"/>
                    <a:pt x="3486" y="3332"/>
                  </a:cubicBezTo>
                  <a:cubicBezTo>
                    <a:pt x="4012" y="1951"/>
                    <a:pt x="5313" y="1019"/>
                    <a:pt x="6791" y="964"/>
                  </a:cubicBezTo>
                  <a:cubicBezTo>
                    <a:pt x="6837" y="962"/>
                    <a:pt x="6884" y="962"/>
                    <a:pt x="6930" y="962"/>
                  </a:cubicBezTo>
                  <a:cubicBezTo>
                    <a:pt x="6931" y="962"/>
                    <a:pt x="6932" y="962"/>
                    <a:pt x="6932" y="962"/>
                  </a:cubicBezTo>
                  <a:close/>
                  <a:moveTo>
                    <a:pt x="6927" y="1"/>
                  </a:moveTo>
                  <a:cubicBezTo>
                    <a:pt x="4099" y="1"/>
                    <a:pt x="2380" y="1220"/>
                    <a:pt x="1435" y="2243"/>
                  </a:cubicBezTo>
                  <a:cubicBezTo>
                    <a:pt x="410" y="3354"/>
                    <a:pt x="59" y="4469"/>
                    <a:pt x="44" y="4515"/>
                  </a:cubicBezTo>
                  <a:lnTo>
                    <a:pt x="1" y="4657"/>
                  </a:lnTo>
                  <a:lnTo>
                    <a:pt x="44" y="4798"/>
                  </a:lnTo>
                  <a:cubicBezTo>
                    <a:pt x="59" y="4844"/>
                    <a:pt x="409" y="5959"/>
                    <a:pt x="1435" y="7070"/>
                  </a:cubicBezTo>
                  <a:cubicBezTo>
                    <a:pt x="2365" y="8078"/>
                    <a:pt x="4048" y="9275"/>
                    <a:pt x="6800" y="9309"/>
                  </a:cubicBezTo>
                  <a:cubicBezTo>
                    <a:pt x="6842" y="9311"/>
                    <a:pt x="6882" y="9312"/>
                    <a:pt x="6924" y="9312"/>
                  </a:cubicBezTo>
                  <a:lnTo>
                    <a:pt x="6927" y="9312"/>
                  </a:lnTo>
                  <a:cubicBezTo>
                    <a:pt x="9755" y="9312"/>
                    <a:pt x="11474" y="8093"/>
                    <a:pt x="12418" y="7071"/>
                  </a:cubicBezTo>
                  <a:cubicBezTo>
                    <a:pt x="13444" y="5959"/>
                    <a:pt x="13794" y="4846"/>
                    <a:pt x="13809" y="4798"/>
                  </a:cubicBezTo>
                  <a:lnTo>
                    <a:pt x="13853" y="4657"/>
                  </a:lnTo>
                  <a:lnTo>
                    <a:pt x="13808" y="4515"/>
                  </a:lnTo>
                  <a:cubicBezTo>
                    <a:pt x="13794" y="4469"/>
                    <a:pt x="13444" y="3354"/>
                    <a:pt x="12418" y="2243"/>
                  </a:cubicBezTo>
                  <a:cubicBezTo>
                    <a:pt x="11487" y="1236"/>
                    <a:pt x="9806" y="38"/>
                    <a:pt x="7053" y="2"/>
                  </a:cubicBezTo>
                  <a:cubicBezTo>
                    <a:pt x="7012" y="1"/>
                    <a:pt x="6970" y="1"/>
                    <a:pt x="6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60"/>
            <p:cNvSpPr/>
            <p:nvPr/>
          </p:nvSpPr>
          <p:spPr>
            <a:xfrm>
              <a:off x="1098075" y="2227475"/>
              <a:ext cx="140100" cy="139200"/>
            </a:xfrm>
            <a:custGeom>
              <a:avLst/>
              <a:gdLst/>
              <a:ahLst/>
              <a:cxnLst/>
              <a:rect l="l" t="t" r="r" b="b"/>
              <a:pathLst>
                <a:path w="5604" h="5568" extrusionOk="0">
                  <a:moveTo>
                    <a:pt x="3288" y="1822"/>
                  </a:moveTo>
                  <a:cubicBezTo>
                    <a:pt x="3406" y="1822"/>
                    <a:pt x="3526" y="1866"/>
                    <a:pt x="3624" y="1964"/>
                  </a:cubicBezTo>
                  <a:cubicBezTo>
                    <a:pt x="3761" y="2101"/>
                    <a:pt x="3803" y="2308"/>
                    <a:pt x="3728" y="2488"/>
                  </a:cubicBezTo>
                  <a:cubicBezTo>
                    <a:pt x="3654" y="2667"/>
                    <a:pt x="3478" y="2784"/>
                    <a:pt x="3284" y="2784"/>
                  </a:cubicBezTo>
                  <a:cubicBezTo>
                    <a:pt x="3019" y="2784"/>
                    <a:pt x="2804" y="2569"/>
                    <a:pt x="2804" y="2304"/>
                  </a:cubicBezTo>
                  <a:cubicBezTo>
                    <a:pt x="2804" y="2014"/>
                    <a:pt x="3041" y="1822"/>
                    <a:pt x="3288" y="1822"/>
                  </a:cubicBezTo>
                  <a:close/>
                  <a:moveTo>
                    <a:pt x="2805" y="1"/>
                  </a:moveTo>
                  <a:cubicBezTo>
                    <a:pt x="2771" y="1"/>
                    <a:pt x="2736" y="1"/>
                    <a:pt x="2701" y="3"/>
                  </a:cubicBezTo>
                  <a:cubicBezTo>
                    <a:pt x="1187" y="63"/>
                    <a:pt x="0" y="1321"/>
                    <a:pt x="28" y="2835"/>
                  </a:cubicBezTo>
                  <a:cubicBezTo>
                    <a:pt x="55" y="4348"/>
                    <a:pt x="1287" y="5563"/>
                    <a:pt x="2802" y="5567"/>
                  </a:cubicBezTo>
                  <a:cubicBezTo>
                    <a:pt x="2837" y="5567"/>
                    <a:pt x="2872" y="5567"/>
                    <a:pt x="2907" y="5566"/>
                  </a:cubicBezTo>
                  <a:cubicBezTo>
                    <a:pt x="4418" y="5504"/>
                    <a:pt x="5603" y="4246"/>
                    <a:pt x="5576" y="2733"/>
                  </a:cubicBezTo>
                  <a:cubicBezTo>
                    <a:pt x="5548" y="1221"/>
                    <a:pt x="4318" y="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 name="Google Shape;939;p60"/>
          <p:cNvSpPr/>
          <p:nvPr/>
        </p:nvSpPr>
        <p:spPr>
          <a:xfrm>
            <a:off x="2349613" y="2175313"/>
            <a:ext cx="376709" cy="303438"/>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60"/>
          <p:cNvSpPr/>
          <p:nvPr/>
        </p:nvSpPr>
        <p:spPr>
          <a:xfrm>
            <a:off x="3169529" y="2175313"/>
            <a:ext cx="352249" cy="303465"/>
          </a:xfrm>
          <a:custGeom>
            <a:avLst/>
            <a:gdLst/>
            <a:ahLst/>
            <a:cxnLst/>
            <a:rect l="l" t="t" r="r" b="b"/>
            <a:pathLst>
              <a:path w="13062" h="11253" extrusionOk="0">
                <a:moveTo>
                  <a:pt x="5626" y="1522"/>
                </a:moveTo>
                <a:cubicBezTo>
                  <a:pt x="5802" y="1522"/>
                  <a:pt x="5980" y="1556"/>
                  <a:pt x="6149" y="1626"/>
                </a:cubicBezTo>
                <a:cubicBezTo>
                  <a:pt x="6660" y="1838"/>
                  <a:pt x="6994" y="2337"/>
                  <a:pt x="6994" y="2889"/>
                </a:cubicBezTo>
                <a:cubicBezTo>
                  <a:pt x="6993" y="3646"/>
                  <a:pt x="6381" y="4257"/>
                  <a:pt x="5625" y="4259"/>
                </a:cubicBezTo>
                <a:cubicBezTo>
                  <a:pt x="5071" y="4259"/>
                  <a:pt x="4573" y="3925"/>
                  <a:pt x="4361" y="3414"/>
                </a:cubicBezTo>
                <a:cubicBezTo>
                  <a:pt x="4149" y="2902"/>
                  <a:pt x="4266" y="2314"/>
                  <a:pt x="4658" y="1922"/>
                </a:cubicBezTo>
                <a:cubicBezTo>
                  <a:pt x="4920" y="1661"/>
                  <a:pt x="5270" y="1522"/>
                  <a:pt x="5626" y="1522"/>
                </a:cubicBezTo>
                <a:close/>
                <a:moveTo>
                  <a:pt x="8362" y="4259"/>
                </a:moveTo>
                <a:cubicBezTo>
                  <a:pt x="8916" y="4259"/>
                  <a:pt x="9415" y="4591"/>
                  <a:pt x="9626" y="5103"/>
                </a:cubicBezTo>
                <a:cubicBezTo>
                  <a:pt x="9839" y="5615"/>
                  <a:pt x="9721" y="6203"/>
                  <a:pt x="9330" y="6594"/>
                </a:cubicBezTo>
                <a:cubicBezTo>
                  <a:pt x="9067" y="6856"/>
                  <a:pt x="8717" y="6995"/>
                  <a:pt x="8361" y="6995"/>
                </a:cubicBezTo>
                <a:cubicBezTo>
                  <a:pt x="8185" y="6995"/>
                  <a:pt x="8008" y="6961"/>
                  <a:pt x="7839" y="6892"/>
                </a:cubicBezTo>
                <a:cubicBezTo>
                  <a:pt x="7327" y="6679"/>
                  <a:pt x="6994" y="6180"/>
                  <a:pt x="6994" y="5627"/>
                </a:cubicBezTo>
                <a:cubicBezTo>
                  <a:pt x="6994" y="4872"/>
                  <a:pt x="7608" y="4259"/>
                  <a:pt x="8362" y="4259"/>
                </a:cubicBezTo>
                <a:close/>
                <a:moveTo>
                  <a:pt x="2890" y="4259"/>
                </a:moveTo>
                <a:cubicBezTo>
                  <a:pt x="3644" y="4260"/>
                  <a:pt x="4256" y="4872"/>
                  <a:pt x="4257" y="5627"/>
                </a:cubicBezTo>
                <a:cubicBezTo>
                  <a:pt x="4257" y="6180"/>
                  <a:pt x="3923" y="6679"/>
                  <a:pt x="3413" y="6892"/>
                </a:cubicBezTo>
                <a:cubicBezTo>
                  <a:pt x="3244" y="6962"/>
                  <a:pt x="3066" y="6995"/>
                  <a:pt x="2890" y="6995"/>
                </a:cubicBezTo>
                <a:cubicBezTo>
                  <a:pt x="2533" y="6995"/>
                  <a:pt x="2183" y="6857"/>
                  <a:pt x="1921" y="6595"/>
                </a:cubicBezTo>
                <a:cubicBezTo>
                  <a:pt x="1530" y="6203"/>
                  <a:pt x="1413" y="5615"/>
                  <a:pt x="1624" y="5103"/>
                </a:cubicBezTo>
                <a:cubicBezTo>
                  <a:pt x="1837" y="4593"/>
                  <a:pt x="2336" y="4259"/>
                  <a:pt x="2890" y="4259"/>
                </a:cubicBezTo>
                <a:close/>
                <a:moveTo>
                  <a:pt x="5625" y="6996"/>
                </a:moveTo>
                <a:cubicBezTo>
                  <a:pt x="6179" y="6996"/>
                  <a:pt x="6678" y="7328"/>
                  <a:pt x="6890" y="7840"/>
                </a:cubicBezTo>
                <a:cubicBezTo>
                  <a:pt x="7101" y="8352"/>
                  <a:pt x="6984" y="8941"/>
                  <a:pt x="6593" y="9331"/>
                </a:cubicBezTo>
                <a:cubicBezTo>
                  <a:pt x="6332" y="9593"/>
                  <a:pt x="5982" y="9732"/>
                  <a:pt x="5626" y="9732"/>
                </a:cubicBezTo>
                <a:cubicBezTo>
                  <a:pt x="5450" y="9732"/>
                  <a:pt x="5271" y="9698"/>
                  <a:pt x="5102" y="9627"/>
                </a:cubicBezTo>
                <a:cubicBezTo>
                  <a:pt x="4590" y="9416"/>
                  <a:pt x="4257" y="8917"/>
                  <a:pt x="4257" y="8364"/>
                </a:cubicBezTo>
                <a:cubicBezTo>
                  <a:pt x="4257" y="7609"/>
                  <a:pt x="4870" y="6996"/>
                  <a:pt x="5625" y="6996"/>
                </a:cubicBezTo>
                <a:close/>
                <a:moveTo>
                  <a:pt x="5625" y="1"/>
                </a:moveTo>
                <a:cubicBezTo>
                  <a:pt x="2524" y="1"/>
                  <a:pt x="1" y="2525"/>
                  <a:pt x="1" y="5627"/>
                </a:cubicBezTo>
                <a:cubicBezTo>
                  <a:pt x="1" y="8729"/>
                  <a:pt x="2524" y="11253"/>
                  <a:pt x="5625" y="11253"/>
                </a:cubicBezTo>
                <a:lnTo>
                  <a:pt x="13062" y="11253"/>
                </a:lnTo>
                <a:lnTo>
                  <a:pt x="13062" y="10476"/>
                </a:lnTo>
                <a:lnTo>
                  <a:pt x="8693" y="10476"/>
                </a:lnTo>
                <a:cubicBezTo>
                  <a:pt x="10232" y="9335"/>
                  <a:pt x="11251" y="7597"/>
                  <a:pt x="11251" y="5627"/>
                </a:cubicBezTo>
                <a:cubicBezTo>
                  <a:pt x="11251" y="2525"/>
                  <a:pt x="8728" y="1"/>
                  <a:pt x="5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60"/>
          <p:cNvSpPr/>
          <p:nvPr/>
        </p:nvSpPr>
        <p:spPr>
          <a:xfrm>
            <a:off x="3999855" y="2138693"/>
            <a:ext cx="324365" cy="376709"/>
          </a:xfrm>
          <a:custGeom>
            <a:avLst/>
            <a:gdLst/>
            <a:ahLst/>
            <a:cxnLst/>
            <a:rect l="l" t="t" r="r" b="b"/>
            <a:pathLst>
              <a:path w="12028" h="13969" extrusionOk="0">
                <a:moveTo>
                  <a:pt x="2716" y="1165"/>
                </a:moveTo>
                <a:lnTo>
                  <a:pt x="2716" y="2329"/>
                </a:lnTo>
                <a:lnTo>
                  <a:pt x="1164" y="2329"/>
                </a:lnTo>
                <a:lnTo>
                  <a:pt x="1164" y="1165"/>
                </a:lnTo>
                <a:close/>
                <a:moveTo>
                  <a:pt x="11252" y="1165"/>
                </a:moveTo>
                <a:lnTo>
                  <a:pt x="11252" y="2329"/>
                </a:lnTo>
                <a:lnTo>
                  <a:pt x="9701" y="2329"/>
                </a:lnTo>
                <a:lnTo>
                  <a:pt x="9701" y="1165"/>
                </a:lnTo>
                <a:close/>
                <a:moveTo>
                  <a:pt x="2716" y="3105"/>
                </a:moveTo>
                <a:lnTo>
                  <a:pt x="2716" y="4269"/>
                </a:lnTo>
                <a:lnTo>
                  <a:pt x="1164" y="4269"/>
                </a:lnTo>
                <a:lnTo>
                  <a:pt x="1164" y="3105"/>
                </a:lnTo>
                <a:close/>
                <a:moveTo>
                  <a:pt x="11252" y="3105"/>
                </a:moveTo>
                <a:lnTo>
                  <a:pt x="11252" y="4269"/>
                </a:lnTo>
                <a:lnTo>
                  <a:pt x="9700" y="4269"/>
                </a:lnTo>
                <a:lnTo>
                  <a:pt x="9700" y="3105"/>
                </a:lnTo>
                <a:close/>
                <a:moveTo>
                  <a:pt x="2716" y="5433"/>
                </a:moveTo>
                <a:lnTo>
                  <a:pt x="2716" y="6597"/>
                </a:lnTo>
                <a:lnTo>
                  <a:pt x="1164" y="6597"/>
                </a:lnTo>
                <a:lnTo>
                  <a:pt x="1164" y="5433"/>
                </a:lnTo>
                <a:close/>
                <a:moveTo>
                  <a:pt x="8536" y="1165"/>
                </a:moveTo>
                <a:lnTo>
                  <a:pt x="8536" y="6597"/>
                </a:lnTo>
                <a:lnTo>
                  <a:pt x="3492" y="6597"/>
                </a:lnTo>
                <a:lnTo>
                  <a:pt x="3492" y="1165"/>
                </a:lnTo>
                <a:close/>
                <a:moveTo>
                  <a:pt x="11252" y="5433"/>
                </a:moveTo>
                <a:lnTo>
                  <a:pt x="11252" y="6597"/>
                </a:lnTo>
                <a:lnTo>
                  <a:pt x="9700" y="6597"/>
                </a:lnTo>
                <a:lnTo>
                  <a:pt x="9700" y="5433"/>
                </a:lnTo>
                <a:close/>
                <a:moveTo>
                  <a:pt x="2716" y="7372"/>
                </a:moveTo>
                <a:lnTo>
                  <a:pt x="2716" y="8536"/>
                </a:lnTo>
                <a:lnTo>
                  <a:pt x="1164" y="8536"/>
                </a:lnTo>
                <a:lnTo>
                  <a:pt x="1164" y="7372"/>
                </a:lnTo>
                <a:close/>
                <a:moveTo>
                  <a:pt x="11252" y="7372"/>
                </a:moveTo>
                <a:lnTo>
                  <a:pt x="11252" y="8536"/>
                </a:lnTo>
                <a:lnTo>
                  <a:pt x="9700" y="8536"/>
                </a:lnTo>
                <a:lnTo>
                  <a:pt x="9700" y="7372"/>
                </a:lnTo>
                <a:close/>
                <a:moveTo>
                  <a:pt x="2716" y="9312"/>
                </a:moveTo>
                <a:lnTo>
                  <a:pt x="2716" y="10476"/>
                </a:lnTo>
                <a:lnTo>
                  <a:pt x="1164" y="10476"/>
                </a:lnTo>
                <a:lnTo>
                  <a:pt x="1164" y="9312"/>
                </a:lnTo>
                <a:close/>
                <a:moveTo>
                  <a:pt x="11252" y="9312"/>
                </a:moveTo>
                <a:lnTo>
                  <a:pt x="11252" y="10476"/>
                </a:lnTo>
                <a:lnTo>
                  <a:pt x="9700" y="10476"/>
                </a:lnTo>
                <a:lnTo>
                  <a:pt x="9700" y="9312"/>
                </a:lnTo>
                <a:close/>
                <a:moveTo>
                  <a:pt x="2716" y="11640"/>
                </a:moveTo>
                <a:lnTo>
                  <a:pt x="2716" y="12804"/>
                </a:lnTo>
                <a:lnTo>
                  <a:pt x="1164" y="12804"/>
                </a:lnTo>
                <a:lnTo>
                  <a:pt x="1164" y="11640"/>
                </a:lnTo>
                <a:close/>
                <a:moveTo>
                  <a:pt x="8536" y="7372"/>
                </a:moveTo>
                <a:lnTo>
                  <a:pt x="8536" y="12804"/>
                </a:lnTo>
                <a:lnTo>
                  <a:pt x="3492" y="12804"/>
                </a:lnTo>
                <a:lnTo>
                  <a:pt x="3492" y="7372"/>
                </a:lnTo>
                <a:close/>
                <a:moveTo>
                  <a:pt x="11252" y="11640"/>
                </a:moveTo>
                <a:lnTo>
                  <a:pt x="11252" y="12804"/>
                </a:lnTo>
                <a:lnTo>
                  <a:pt x="9700" y="12804"/>
                </a:lnTo>
                <a:lnTo>
                  <a:pt x="9700" y="11640"/>
                </a:lnTo>
                <a:close/>
                <a:moveTo>
                  <a:pt x="0" y="1"/>
                </a:moveTo>
                <a:lnTo>
                  <a:pt x="0" y="13968"/>
                </a:lnTo>
                <a:lnTo>
                  <a:pt x="12027" y="13968"/>
                </a:lnTo>
                <a:lnTo>
                  <a:pt x="120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 name="Google Shape;942;p60"/>
          <p:cNvGrpSpPr/>
          <p:nvPr/>
        </p:nvGrpSpPr>
        <p:grpSpPr>
          <a:xfrm>
            <a:off x="4784039" y="2223774"/>
            <a:ext cx="380862" cy="206706"/>
            <a:chOff x="4005650" y="2201550"/>
            <a:chExt cx="353075" cy="191625"/>
          </a:xfrm>
        </p:grpSpPr>
        <p:sp>
          <p:nvSpPr>
            <p:cNvPr id="943" name="Google Shape;943;p60"/>
            <p:cNvSpPr/>
            <p:nvPr/>
          </p:nvSpPr>
          <p:spPr>
            <a:xfrm>
              <a:off x="4005650" y="2201550"/>
              <a:ext cx="242500" cy="191625"/>
            </a:xfrm>
            <a:custGeom>
              <a:avLst/>
              <a:gdLst/>
              <a:ahLst/>
              <a:cxnLst/>
              <a:rect l="l" t="t" r="r" b="b"/>
              <a:pathLst>
                <a:path w="9700" h="7665" extrusionOk="0">
                  <a:moveTo>
                    <a:pt x="5433" y="3056"/>
                  </a:moveTo>
                  <a:lnTo>
                    <a:pt x="5433" y="3833"/>
                  </a:lnTo>
                  <a:lnTo>
                    <a:pt x="4657" y="3833"/>
                  </a:lnTo>
                  <a:lnTo>
                    <a:pt x="4657" y="3056"/>
                  </a:lnTo>
                  <a:close/>
                  <a:moveTo>
                    <a:pt x="9700" y="1"/>
                  </a:moveTo>
                  <a:lnTo>
                    <a:pt x="6938" y="1894"/>
                  </a:lnTo>
                  <a:lnTo>
                    <a:pt x="1" y="1892"/>
                  </a:lnTo>
                  <a:lnTo>
                    <a:pt x="1" y="5771"/>
                  </a:lnTo>
                  <a:lnTo>
                    <a:pt x="6938" y="5771"/>
                  </a:lnTo>
                  <a:lnTo>
                    <a:pt x="9700" y="7664"/>
                  </a:lnTo>
                  <a:lnTo>
                    <a:pt x="97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60"/>
            <p:cNvSpPr/>
            <p:nvPr/>
          </p:nvSpPr>
          <p:spPr>
            <a:xfrm>
              <a:off x="4277225" y="2218525"/>
              <a:ext cx="81500" cy="162975"/>
            </a:xfrm>
            <a:custGeom>
              <a:avLst/>
              <a:gdLst/>
              <a:ahLst/>
              <a:cxnLst/>
              <a:rect l="l" t="t" r="r" b="b"/>
              <a:pathLst>
                <a:path w="3260" h="6519" extrusionOk="0">
                  <a:moveTo>
                    <a:pt x="1" y="0"/>
                  </a:moveTo>
                  <a:lnTo>
                    <a:pt x="1" y="931"/>
                  </a:lnTo>
                  <a:cubicBezTo>
                    <a:pt x="8" y="931"/>
                    <a:pt x="15" y="931"/>
                    <a:pt x="22" y="931"/>
                  </a:cubicBezTo>
                  <a:cubicBezTo>
                    <a:pt x="1306" y="931"/>
                    <a:pt x="2349" y="1972"/>
                    <a:pt x="2349" y="3259"/>
                  </a:cubicBezTo>
                  <a:cubicBezTo>
                    <a:pt x="2349" y="4546"/>
                    <a:pt x="1306" y="5587"/>
                    <a:pt x="22" y="5587"/>
                  </a:cubicBezTo>
                  <a:cubicBezTo>
                    <a:pt x="15" y="5587"/>
                    <a:pt x="8" y="5587"/>
                    <a:pt x="1" y="5587"/>
                  </a:cubicBezTo>
                  <a:lnTo>
                    <a:pt x="1" y="6518"/>
                  </a:lnTo>
                  <a:cubicBezTo>
                    <a:pt x="1798" y="6518"/>
                    <a:pt x="3260" y="5055"/>
                    <a:pt x="3260" y="3259"/>
                  </a:cubicBezTo>
                  <a:cubicBezTo>
                    <a:pt x="3260" y="1462"/>
                    <a:pt x="1798"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60"/>
            <p:cNvSpPr/>
            <p:nvPr/>
          </p:nvSpPr>
          <p:spPr>
            <a:xfrm>
              <a:off x="4277225" y="2265075"/>
              <a:ext cx="34950" cy="69825"/>
            </a:xfrm>
            <a:custGeom>
              <a:avLst/>
              <a:gdLst/>
              <a:ahLst/>
              <a:cxnLst/>
              <a:rect l="l" t="t" r="r" b="b"/>
              <a:pathLst>
                <a:path w="1398" h="2793" extrusionOk="0">
                  <a:moveTo>
                    <a:pt x="1" y="0"/>
                  </a:moveTo>
                  <a:lnTo>
                    <a:pt x="1" y="930"/>
                  </a:lnTo>
                  <a:cubicBezTo>
                    <a:pt x="258" y="930"/>
                    <a:pt x="466" y="1140"/>
                    <a:pt x="466" y="1396"/>
                  </a:cubicBezTo>
                  <a:cubicBezTo>
                    <a:pt x="466" y="1653"/>
                    <a:pt x="258" y="1861"/>
                    <a:pt x="1" y="1861"/>
                  </a:cubicBezTo>
                  <a:lnTo>
                    <a:pt x="1" y="2792"/>
                  </a:lnTo>
                  <a:cubicBezTo>
                    <a:pt x="771" y="2792"/>
                    <a:pt x="1397" y="2168"/>
                    <a:pt x="1398" y="1396"/>
                  </a:cubicBezTo>
                  <a:lnTo>
                    <a:pt x="1398" y="1396"/>
                  </a:lnTo>
                  <a:cubicBezTo>
                    <a:pt x="1398" y="1397"/>
                    <a:pt x="1398" y="1397"/>
                    <a:pt x="1398" y="1397"/>
                  </a:cubicBezTo>
                  <a:lnTo>
                    <a:pt x="1398" y="1396"/>
                  </a:lnTo>
                  <a:cubicBezTo>
                    <a:pt x="1398" y="1396"/>
                    <a:pt x="1398" y="1396"/>
                    <a:pt x="1398" y="1396"/>
                  </a:cubicBezTo>
                  <a:cubicBezTo>
                    <a:pt x="1397" y="625"/>
                    <a:pt x="771"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6" name="Google Shape;946;p60"/>
          <p:cNvSpPr/>
          <p:nvPr/>
        </p:nvSpPr>
        <p:spPr>
          <a:xfrm>
            <a:off x="5602663" y="2211934"/>
            <a:ext cx="376682" cy="230195"/>
          </a:xfrm>
          <a:custGeom>
            <a:avLst/>
            <a:gdLst/>
            <a:ahLst/>
            <a:cxnLst/>
            <a:rect l="l" t="t" r="r" b="b"/>
            <a:pathLst>
              <a:path w="13968" h="8536" extrusionOk="0">
                <a:moveTo>
                  <a:pt x="5431" y="2088"/>
                </a:moveTo>
                <a:lnTo>
                  <a:pt x="9290" y="4293"/>
                </a:lnTo>
                <a:lnTo>
                  <a:pt x="5431" y="6497"/>
                </a:lnTo>
                <a:lnTo>
                  <a:pt x="5431" y="2088"/>
                </a:lnTo>
                <a:close/>
                <a:moveTo>
                  <a:pt x="1163" y="0"/>
                </a:moveTo>
                <a:lnTo>
                  <a:pt x="1163" y="7373"/>
                </a:lnTo>
                <a:lnTo>
                  <a:pt x="0" y="7373"/>
                </a:lnTo>
                <a:lnTo>
                  <a:pt x="0" y="8535"/>
                </a:lnTo>
                <a:lnTo>
                  <a:pt x="13968" y="8535"/>
                </a:lnTo>
                <a:lnTo>
                  <a:pt x="13968" y="7373"/>
                </a:lnTo>
                <a:lnTo>
                  <a:pt x="12803" y="7371"/>
                </a:lnTo>
                <a:lnTo>
                  <a:pt x="128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7" name="Google Shape;947;p60"/>
          <p:cNvGrpSpPr/>
          <p:nvPr/>
        </p:nvGrpSpPr>
        <p:grpSpPr>
          <a:xfrm>
            <a:off x="6410907" y="2174936"/>
            <a:ext cx="387172" cy="304382"/>
            <a:chOff x="5513825" y="2156275"/>
            <a:chExt cx="358925" cy="282175"/>
          </a:xfrm>
        </p:grpSpPr>
        <p:sp>
          <p:nvSpPr>
            <p:cNvPr id="948" name="Google Shape;948;p60"/>
            <p:cNvSpPr/>
            <p:nvPr/>
          </p:nvSpPr>
          <p:spPr>
            <a:xfrm>
              <a:off x="5513825" y="2156275"/>
              <a:ext cx="244550" cy="282175"/>
            </a:xfrm>
            <a:custGeom>
              <a:avLst/>
              <a:gdLst/>
              <a:ahLst/>
              <a:cxnLst/>
              <a:rect l="l" t="t" r="r" b="b"/>
              <a:pathLst>
                <a:path w="9782" h="11287" extrusionOk="0">
                  <a:moveTo>
                    <a:pt x="2799" y="7019"/>
                  </a:moveTo>
                  <a:lnTo>
                    <a:pt x="3021" y="7020"/>
                  </a:lnTo>
                  <a:lnTo>
                    <a:pt x="3963" y="7020"/>
                  </a:lnTo>
                  <a:lnTo>
                    <a:pt x="3963" y="8959"/>
                  </a:lnTo>
                  <a:lnTo>
                    <a:pt x="2799" y="8959"/>
                  </a:lnTo>
                  <a:lnTo>
                    <a:pt x="2799" y="7019"/>
                  </a:lnTo>
                  <a:close/>
                  <a:moveTo>
                    <a:pt x="9782" y="0"/>
                  </a:moveTo>
                  <a:lnTo>
                    <a:pt x="5914" y="2752"/>
                  </a:lnTo>
                  <a:lnTo>
                    <a:pt x="2436" y="2752"/>
                  </a:lnTo>
                  <a:cubicBezTo>
                    <a:pt x="1452" y="2752"/>
                    <a:pt x="541" y="3391"/>
                    <a:pt x="311" y="4348"/>
                  </a:cubicBezTo>
                  <a:cubicBezTo>
                    <a:pt x="0" y="5644"/>
                    <a:pt x="852" y="6810"/>
                    <a:pt x="2023" y="6994"/>
                  </a:cubicBezTo>
                  <a:lnTo>
                    <a:pt x="2023" y="11287"/>
                  </a:lnTo>
                  <a:lnTo>
                    <a:pt x="5127" y="11287"/>
                  </a:lnTo>
                  <a:lnTo>
                    <a:pt x="5127" y="7019"/>
                  </a:lnTo>
                  <a:lnTo>
                    <a:pt x="5914" y="7019"/>
                  </a:lnTo>
                  <a:lnTo>
                    <a:pt x="9782" y="9770"/>
                  </a:lnTo>
                  <a:lnTo>
                    <a:pt x="97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60"/>
            <p:cNvSpPr/>
            <p:nvPr/>
          </p:nvSpPr>
          <p:spPr>
            <a:xfrm>
              <a:off x="5787500" y="2197550"/>
              <a:ext cx="85250" cy="170500"/>
            </a:xfrm>
            <a:custGeom>
              <a:avLst/>
              <a:gdLst/>
              <a:ahLst/>
              <a:cxnLst/>
              <a:rect l="l" t="t" r="r" b="b"/>
              <a:pathLst>
                <a:path w="3410" h="6820" extrusionOk="0">
                  <a:moveTo>
                    <a:pt x="0" y="0"/>
                  </a:moveTo>
                  <a:lnTo>
                    <a:pt x="0" y="975"/>
                  </a:lnTo>
                  <a:cubicBezTo>
                    <a:pt x="1343" y="975"/>
                    <a:pt x="2435" y="2067"/>
                    <a:pt x="2435" y="3410"/>
                  </a:cubicBezTo>
                  <a:cubicBezTo>
                    <a:pt x="2435" y="4753"/>
                    <a:pt x="1343" y="5845"/>
                    <a:pt x="0" y="5845"/>
                  </a:cubicBezTo>
                  <a:lnTo>
                    <a:pt x="0" y="6819"/>
                  </a:lnTo>
                  <a:cubicBezTo>
                    <a:pt x="1880" y="6819"/>
                    <a:pt x="3410" y="5289"/>
                    <a:pt x="3410" y="3410"/>
                  </a:cubicBezTo>
                  <a:cubicBezTo>
                    <a:pt x="3410" y="1530"/>
                    <a:pt x="188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60"/>
            <p:cNvSpPr/>
            <p:nvPr/>
          </p:nvSpPr>
          <p:spPr>
            <a:xfrm>
              <a:off x="5787500" y="2246275"/>
              <a:ext cx="36525" cy="73075"/>
            </a:xfrm>
            <a:custGeom>
              <a:avLst/>
              <a:gdLst/>
              <a:ahLst/>
              <a:cxnLst/>
              <a:rect l="l" t="t" r="r" b="b"/>
              <a:pathLst>
                <a:path w="1461" h="2923" extrusionOk="0">
                  <a:moveTo>
                    <a:pt x="0" y="0"/>
                  </a:moveTo>
                  <a:lnTo>
                    <a:pt x="0" y="975"/>
                  </a:lnTo>
                  <a:cubicBezTo>
                    <a:pt x="10" y="974"/>
                    <a:pt x="21" y="974"/>
                    <a:pt x="31" y="974"/>
                  </a:cubicBezTo>
                  <a:cubicBezTo>
                    <a:pt x="298" y="974"/>
                    <a:pt x="518" y="1191"/>
                    <a:pt x="518" y="1461"/>
                  </a:cubicBezTo>
                  <a:cubicBezTo>
                    <a:pt x="518" y="1732"/>
                    <a:pt x="298" y="1949"/>
                    <a:pt x="31" y="1949"/>
                  </a:cubicBezTo>
                  <a:cubicBezTo>
                    <a:pt x="21" y="1949"/>
                    <a:pt x="10" y="1949"/>
                    <a:pt x="0" y="1948"/>
                  </a:cubicBezTo>
                  <a:lnTo>
                    <a:pt x="0" y="2923"/>
                  </a:lnTo>
                  <a:cubicBezTo>
                    <a:pt x="807" y="2921"/>
                    <a:pt x="1460" y="2268"/>
                    <a:pt x="1460" y="1461"/>
                  </a:cubicBezTo>
                  <a:cubicBezTo>
                    <a:pt x="1460" y="655"/>
                    <a:pt x="807"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 name="Google Shape;951;p60"/>
          <p:cNvGrpSpPr/>
          <p:nvPr/>
        </p:nvGrpSpPr>
        <p:grpSpPr>
          <a:xfrm>
            <a:off x="7288591" y="2146755"/>
            <a:ext cx="261585" cy="360717"/>
            <a:chOff x="6327475" y="2130150"/>
            <a:chExt cx="242500" cy="334400"/>
          </a:xfrm>
        </p:grpSpPr>
        <p:sp>
          <p:nvSpPr>
            <p:cNvPr id="952" name="Google Shape;952;p60"/>
            <p:cNvSpPr/>
            <p:nvPr/>
          </p:nvSpPr>
          <p:spPr>
            <a:xfrm>
              <a:off x="6327475" y="2289975"/>
              <a:ext cx="242500" cy="174575"/>
            </a:xfrm>
            <a:custGeom>
              <a:avLst/>
              <a:gdLst/>
              <a:ahLst/>
              <a:cxnLst/>
              <a:rect l="l" t="t" r="r" b="b"/>
              <a:pathLst>
                <a:path w="9700" h="6983" extrusionOk="0">
                  <a:moveTo>
                    <a:pt x="1844" y="776"/>
                  </a:moveTo>
                  <a:cubicBezTo>
                    <a:pt x="2046" y="2022"/>
                    <a:pt x="3022" y="2999"/>
                    <a:pt x="4269" y="3200"/>
                  </a:cubicBezTo>
                  <a:lnTo>
                    <a:pt x="4269" y="4131"/>
                  </a:lnTo>
                  <a:cubicBezTo>
                    <a:pt x="2516" y="3922"/>
                    <a:pt x="1124" y="2528"/>
                    <a:pt x="913" y="776"/>
                  </a:cubicBezTo>
                  <a:close/>
                  <a:moveTo>
                    <a:pt x="8788" y="776"/>
                  </a:moveTo>
                  <a:cubicBezTo>
                    <a:pt x="8577" y="2528"/>
                    <a:pt x="7185" y="3920"/>
                    <a:pt x="5432" y="4131"/>
                  </a:cubicBezTo>
                  <a:lnTo>
                    <a:pt x="5432" y="3200"/>
                  </a:lnTo>
                  <a:cubicBezTo>
                    <a:pt x="6677" y="2999"/>
                    <a:pt x="7655" y="2022"/>
                    <a:pt x="7856" y="776"/>
                  </a:cubicBezTo>
                  <a:close/>
                  <a:moveTo>
                    <a:pt x="0" y="1"/>
                  </a:moveTo>
                  <a:lnTo>
                    <a:pt x="0" y="466"/>
                  </a:lnTo>
                  <a:cubicBezTo>
                    <a:pt x="0" y="2962"/>
                    <a:pt x="1877" y="5019"/>
                    <a:pt x="4269" y="5254"/>
                  </a:cubicBezTo>
                  <a:lnTo>
                    <a:pt x="4269" y="6208"/>
                  </a:lnTo>
                  <a:lnTo>
                    <a:pt x="1941" y="6208"/>
                  </a:lnTo>
                  <a:lnTo>
                    <a:pt x="1941" y="6983"/>
                  </a:lnTo>
                  <a:lnTo>
                    <a:pt x="7760" y="6983"/>
                  </a:lnTo>
                  <a:lnTo>
                    <a:pt x="7760" y="6208"/>
                  </a:lnTo>
                  <a:lnTo>
                    <a:pt x="5432" y="6208"/>
                  </a:lnTo>
                  <a:lnTo>
                    <a:pt x="5432" y="5254"/>
                  </a:lnTo>
                  <a:cubicBezTo>
                    <a:pt x="7824" y="5019"/>
                    <a:pt x="9699" y="2962"/>
                    <a:pt x="9699" y="465"/>
                  </a:cubicBez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60"/>
            <p:cNvSpPr/>
            <p:nvPr/>
          </p:nvSpPr>
          <p:spPr>
            <a:xfrm>
              <a:off x="6375975" y="2130150"/>
              <a:ext cx="145525" cy="130750"/>
            </a:xfrm>
            <a:custGeom>
              <a:avLst/>
              <a:gdLst/>
              <a:ahLst/>
              <a:cxnLst/>
              <a:rect l="l" t="t" r="r" b="b"/>
              <a:pathLst>
                <a:path w="5821" h="5230" extrusionOk="0">
                  <a:moveTo>
                    <a:pt x="2910" y="0"/>
                  </a:moveTo>
                  <a:cubicBezTo>
                    <a:pt x="1305" y="0"/>
                    <a:pt x="1" y="1310"/>
                    <a:pt x="1" y="2922"/>
                  </a:cubicBezTo>
                  <a:lnTo>
                    <a:pt x="1" y="5230"/>
                  </a:lnTo>
                  <a:lnTo>
                    <a:pt x="5820" y="5230"/>
                  </a:lnTo>
                  <a:lnTo>
                    <a:pt x="5820" y="3010"/>
                  </a:lnTo>
                  <a:cubicBezTo>
                    <a:pt x="5820" y="1629"/>
                    <a:pt x="4905" y="363"/>
                    <a:pt x="3556" y="71"/>
                  </a:cubicBezTo>
                  <a:cubicBezTo>
                    <a:pt x="3337" y="23"/>
                    <a:pt x="3121" y="0"/>
                    <a:pt x="2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4" name="Google Shape;954;p60"/>
          <p:cNvSpPr/>
          <p:nvPr/>
        </p:nvSpPr>
        <p:spPr>
          <a:xfrm>
            <a:off x="720000" y="2776209"/>
            <a:ext cx="376682" cy="303411"/>
          </a:xfrm>
          <a:custGeom>
            <a:avLst/>
            <a:gdLst/>
            <a:ahLst/>
            <a:cxnLst/>
            <a:rect l="l" t="t" r="r" b="b"/>
            <a:pathLst>
              <a:path w="13968" h="11251" extrusionOk="0">
                <a:moveTo>
                  <a:pt x="3104" y="1939"/>
                </a:moveTo>
                <a:lnTo>
                  <a:pt x="3104" y="3103"/>
                </a:lnTo>
                <a:lnTo>
                  <a:pt x="1940" y="3103"/>
                </a:lnTo>
                <a:lnTo>
                  <a:pt x="1940" y="1939"/>
                </a:lnTo>
                <a:close/>
                <a:moveTo>
                  <a:pt x="12026" y="1939"/>
                </a:moveTo>
                <a:lnTo>
                  <a:pt x="12026" y="3103"/>
                </a:lnTo>
                <a:lnTo>
                  <a:pt x="10863" y="3103"/>
                </a:lnTo>
                <a:lnTo>
                  <a:pt x="10863" y="1939"/>
                </a:lnTo>
                <a:close/>
                <a:moveTo>
                  <a:pt x="3104" y="4267"/>
                </a:moveTo>
                <a:lnTo>
                  <a:pt x="3104" y="5431"/>
                </a:lnTo>
                <a:lnTo>
                  <a:pt x="1940" y="5431"/>
                </a:lnTo>
                <a:lnTo>
                  <a:pt x="1940" y="4267"/>
                </a:lnTo>
                <a:close/>
                <a:moveTo>
                  <a:pt x="12027" y="4269"/>
                </a:moveTo>
                <a:lnTo>
                  <a:pt x="12027" y="5433"/>
                </a:lnTo>
                <a:lnTo>
                  <a:pt x="10863" y="5433"/>
                </a:lnTo>
                <a:lnTo>
                  <a:pt x="10863" y="4269"/>
                </a:lnTo>
                <a:close/>
                <a:moveTo>
                  <a:pt x="3104" y="6208"/>
                </a:moveTo>
                <a:lnTo>
                  <a:pt x="3104" y="7372"/>
                </a:lnTo>
                <a:lnTo>
                  <a:pt x="1940" y="7372"/>
                </a:lnTo>
                <a:lnTo>
                  <a:pt x="1940" y="6208"/>
                </a:lnTo>
                <a:close/>
                <a:moveTo>
                  <a:pt x="12027" y="6208"/>
                </a:moveTo>
                <a:lnTo>
                  <a:pt x="12027" y="7372"/>
                </a:lnTo>
                <a:lnTo>
                  <a:pt x="10863" y="7372"/>
                </a:lnTo>
                <a:lnTo>
                  <a:pt x="10863" y="6208"/>
                </a:lnTo>
                <a:close/>
                <a:moveTo>
                  <a:pt x="6984" y="2946"/>
                </a:moveTo>
                <a:lnTo>
                  <a:pt x="7828" y="4658"/>
                </a:lnTo>
                <a:lnTo>
                  <a:pt x="9718" y="4932"/>
                </a:lnTo>
                <a:lnTo>
                  <a:pt x="8350" y="6264"/>
                </a:lnTo>
                <a:lnTo>
                  <a:pt x="8674" y="8147"/>
                </a:lnTo>
                <a:lnTo>
                  <a:pt x="6984" y="7259"/>
                </a:lnTo>
                <a:lnTo>
                  <a:pt x="5293" y="8147"/>
                </a:lnTo>
                <a:lnTo>
                  <a:pt x="5616" y="6265"/>
                </a:lnTo>
                <a:lnTo>
                  <a:pt x="4250" y="4932"/>
                </a:lnTo>
                <a:lnTo>
                  <a:pt x="6138" y="4658"/>
                </a:lnTo>
                <a:lnTo>
                  <a:pt x="6984" y="2946"/>
                </a:lnTo>
                <a:close/>
                <a:moveTo>
                  <a:pt x="3104" y="8147"/>
                </a:moveTo>
                <a:lnTo>
                  <a:pt x="3104" y="9310"/>
                </a:lnTo>
                <a:lnTo>
                  <a:pt x="1940" y="9310"/>
                </a:lnTo>
                <a:lnTo>
                  <a:pt x="1940" y="8147"/>
                </a:lnTo>
                <a:close/>
                <a:moveTo>
                  <a:pt x="12027" y="8147"/>
                </a:moveTo>
                <a:lnTo>
                  <a:pt x="12027" y="9310"/>
                </a:lnTo>
                <a:lnTo>
                  <a:pt x="10863" y="9310"/>
                </a:lnTo>
                <a:lnTo>
                  <a:pt x="10863" y="8147"/>
                </a:lnTo>
                <a:close/>
                <a:moveTo>
                  <a:pt x="0" y="0"/>
                </a:moveTo>
                <a:lnTo>
                  <a:pt x="0" y="11251"/>
                </a:lnTo>
                <a:lnTo>
                  <a:pt x="13968" y="11251"/>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60"/>
          <p:cNvSpPr/>
          <p:nvPr/>
        </p:nvSpPr>
        <p:spPr>
          <a:xfrm>
            <a:off x="1555800" y="2739157"/>
            <a:ext cx="334828" cy="375603"/>
          </a:xfrm>
          <a:custGeom>
            <a:avLst/>
            <a:gdLst/>
            <a:ahLst/>
            <a:cxnLst/>
            <a:rect l="l" t="t" r="r" b="b"/>
            <a:pathLst>
              <a:path w="12416" h="13928" extrusionOk="0">
                <a:moveTo>
                  <a:pt x="12415" y="1"/>
                </a:moveTo>
                <a:lnTo>
                  <a:pt x="3880" y="1707"/>
                </a:lnTo>
                <a:lnTo>
                  <a:pt x="3880" y="8798"/>
                </a:lnTo>
                <a:cubicBezTo>
                  <a:pt x="3880" y="8798"/>
                  <a:pt x="3250" y="8429"/>
                  <a:pt x="2749" y="8429"/>
                </a:cubicBezTo>
                <a:cubicBezTo>
                  <a:pt x="1234" y="8429"/>
                  <a:pt x="1" y="9662"/>
                  <a:pt x="1" y="11178"/>
                </a:cubicBezTo>
                <a:cubicBezTo>
                  <a:pt x="1" y="12693"/>
                  <a:pt x="1234" y="13928"/>
                  <a:pt x="2749" y="13928"/>
                </a:cubicBezTo>
                <a:cubicBezTo>
                  <a:pt x="4266" y="13928"/>
                  <a:pt x="5431" y="11178"/>
                  <a:pt x="5431" y="11178"/>
                </a:cubicBezTo>
                <a:lnTo>
                  <a:pt x="5431" y="2800"/>
                </a:lnTo>
                <a:lnTo>
                  <a:pt x="10864" y="1713"/>
                </a:lnTo>
                <a:lnTo>
                  <a:pt x="10864" y="7424"/>
                </a:lnTo>
                <a:cubicBezTo>
                  <a:pt x="10864" y="7424"/>
                  <a:pt x="10123" y="7055"/>
                  <a:pt x="9623" y="7055"/>
                </a:cubicBezTo>
                <a:cubicBezTo>
                  <a:pt x="8106" y="7055"/>
                  <a:pt x="6873" y="8289"/>
                  <a:pt x="6873" y="9804"/>
                </a:cubicBezTo>
                <a:cubicBezTo>
                  <a:pt x="6873" y="11319"/>
                  <a:pt x="8106" y="12554"/>
                  <a:pt x="9623" y="12554"/>
                </a:cubicBezTo>
                <a:cubicBezTo>
                  <a:pt x="11140" y="12554"/>
                  <a:pt x="12415" y="9804"/>
                  <a:pt x="12415" y="9804"/>
                </a:cubicBezTo>
                <a:lnTo>
                  <a:pt x="124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60"/>
          <p:cNvSpPr/>
          <p:nvPr/>
        </p:nvSpPr>
        <p:spPr>
          <a:xfrm>
            <a:off x="2443834" y="2741180"/>
            <a:ext cx="188314" cy="373500"/>
          </a:xfrm>
          <a:custGeom>
            <a:avLst/>
            <a:gdLst/>
            <a:ahLst/>
            <a:cxnLst/>
            <a:rect l="l" t="t" r="r" b="b"/>
            <a:pathLst>
              <a:path w="6983" h="13850" extrusionOk="0">
                <a:moveTo>
                  <a:pt x="4655" y="11909"/>
                </a:moveTo>
                <a:lnTo>
                  <a:pt x="4655" y="12686"/>
                </a:lnTo>
                <a:lnTo>
                  <a:pt x="2716" y="12686"/>
                </a:lnTo>
                <a:lnTo>
                  <a:pt x="2716" y="11909"/>
                </a:lnTo>
                <a:close/>
                <a:moveTo>
                  <a:pt x="3686" y="0"/>
                </a:moveTo>
                <a:cubicBezTo>
                  <a:pt x="2930" y="0"/>
                  <a:pt x="2315" y="633"/>
                  <a:pt x="2315" y="1412"/>
                </a:cubicBezTo>
                <a:cubicBezTo>
                  <a:pt x="2312" y="1876"/>
                  <a:pt x="2538" y="2311"/>
                  <a:pt x="2917" y="2580"/>
                </a:cubicBezTo>
                <a:lnTo>
                  <a:pt x="1553" y="2981"/>
                </a:lnTo>
                <a:lnTo>
                  <a:pt x="1553" y="5688"/>
                </a:lnTo>
                <a:lnTo>
                  <a:pt x="2040" y="6630"/>
                </a:lnTo>
                <a:lnTo>
                  <a:pt x="2266" y="10356"/>
                </a:lnTo>
                <a:lnTo>
                  <a:pt x="1164" y="10356"/>
                </a:lnTo>
                <a:lnTo>
                  <a:pt x="1164" y="13073"/>
                </a:lnTo>
                <a:lnTo>
                  <a:pt x="0" y="13073"/>
                </a:lnTo>
                <a:lnTo>
                  <a:pt x="0" y="13850"/>
                </a:lnTo>
                <a:lnTo>
                  <a:pt x="6983" y="13850"/>
                </a:lnTo>
                <a:lnTo>
                  <a:pt x="6983" y="13073"/>
                </a:lnTo>
                <a:lnTo>
                  <a:pt x="6206" y="13073"/>
                </a:lnTo>
                <a:lnTo>
                  <a:pt x="6206" y="10356"/>
                </a:lnTo>
                <a:lnTo>
                  <a:pt x="4992" y="10356"/>
                </a:lnTo>
                <a:lnTo>
                  <a:pt x="5210" y="6747"/>
                </a:lnTo>
                <a:lnTo>
                  <a:pt x="5820" y="5806"/>
                </a:lnTo>
                <a:lnTo>
                  <a:pt x="5820" y="2981"/>
                </a:lnTo>
                <a:lnTo>
                  <a:pt x="4457" y="2580"/>
                </a:lnTo>
                <a:cubicBezTo>
                  <a:pt x="4899" y="2270"/>
                  <a:pt x="5156" y="1700"/>
                  <a:pt x="5022" y="1085"/>
                </a:cubicBezTo>
                <a:cubicBezTo>
                  <a:pt x="4911" y="579"/>
                  <a:pt x="4513" y="157"/>
                  <a:pt x="4010" y="38"/>
                </a:cubicBezTo>
                <a:cubicBezTo>
                  <a:pt x="3900" y="12"/>
                  <a:pt x="3791" y="0"/>
                  <a:pt x="36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60"/>
          <p:cNvSpPr/>
          <p:nvPr/>
        </p:nvSpPr>
        <p:spPr>
          <a:xfrm>
            <a:off x="3157340" y="2776209"/>
            <a:ext cx="376655" cy="303411"/>
          </a:xfrm>
          <a:custGeom>
            <a:avLst/>
            <a:gdLst/>
            <a:ahLst/>
            <a:cxnLst/>
            <a:rect l="l" t="t" r="r" b="b"/>
            <a:pathLst>
              <a:path w="13967" h="11251" extrusionOk="0">
                <a:moveTo>
                  <a:pt x="3492" y="1939"/>
                </a:moveTo>
                <a:lnTo>
                  <a:pt x="3492" y="3103"/>
                </a:lnTo>
                <a:lnTo>
                  <a:pt x="2328" y="3103"/>
                </a:lnTo>
                <a:lnTo>
                  <a:pt x="2328" y="1939"/>
                </a:lnTo>
                <a:close/>
                <a:moveTo>
                  <a:pt x="12027" y="1939"/>
                </a:moveTo>
                <a:lnTo>
                  <a:pt x="12027" y="3103"/>
                </a:lnTo>
                <a:lnTo>
                  <a:pt x="10863" y="3103"/>
                </a:lnTo>
                <a:lnTo>
                  <a:pt x="10863" y="1939"/>
                </a:lnTo>
                <a:close/>
                <a:moveTo>
                  <a:pt x="3492" y="3880"/>
                </a:moveTo>
                <a:lnTo>
                  <a:pt x="3492" y="5044"/>
                </a:lnTo>
                <a:lnTo>
                  <a:pt x="2328" y="5044"/>
                </a:lnTo>
                <a:lnTo>
                  <a:pt x="2328" y="3880"/>
                </a:lnTo>
                <a:close/>
                <a:moveTo>
                  <a:pt x="12027" y="3880"/>
                </a:moveTo>
                <a:lnTo>
                  <a:pt x="12027" y="5044"/>
                </a:lnTo>
                <a:lnTo>
                  <a:pt x="10863" y="5044"/>
                </a:lnTo>
                <a:lnTo>
                  <a:pt x="10863" y="3880"/>
                </a:lnTo>
                <a:close/>
                <a:moveTo>
                  <a:pt x="3492" y="6208"/>
                </a:moveTo>
                <a:lnTo>
                  <a:pt x="3492" y="7372"/>
                </a:lnTo>
                <a:lnTo>
                  <a:pt x="2328" y="7372"/>
                </a:lnTo>
                <a:lnTo>
                  <a:pt x="2328" y="6208"/>
                </a:lnTo>
                <a:close/>
                <a:moveTo>
                  <a:pt x="12027" y="6208"/>
                </a:moveTo>
                <a:lnTo>
                  <a:pt x="12027" y="7372"/>
                </a:lnTo>
                <a:lnTo>
                  <a:pt x="10863" y="7372"/>
                </a:lnTo>
                <a:lnTo>
                  <a:pt x="10863" y="6208"/>
                </a:lnTo>
                <a:close/>
                <a:moveTo>
                  <a:pt x="6595" y="3105"/>
                </a:moveTo>
                <a:lnTo>
                  <a:pt x="6596" y="8147"/>
                </a:lnTo>
                <a:lnTo>
                  <a:pt x="4267" y="8147"/>
                </a:lnTo>
                <a:lnTo>
                  <a:pt x="4267" y="3105"/>
                </a:lnTo>
                <a:close/>
                <a:moveTo>
                  <a:pt x="9699" y="3105"/>
                </a:moveTo>
                <a:lnTo>
                  <a:pt x="9699" y="8147"/>
                </a:lnTo>
                <a:lnTo>
                  <a:pt x="7371" y="8147"/>
                </a:lnTo>
                <a:lnTo>
                  <a:pt x="7371" y="3105"/>
                </a:lnTo>
                <a:close/>
                <a:moveTo>
                  <a:pt x="3492" y="8147"/>
                </a:moveTo>
                <a:lnTo>
                  <a:pt x="3492" y="9310"/>
                </a:lnTo>
                <a:lnTo>
                  <a:pt x="2328" y="9310"/>
                </a:lnTo>
                <a:lnTo>
                  <a:pt x="2328" y="8147"/>
                </a:lnTo>
                <a:close/>
                <a:moveTo>
                  <a:pt x="12027" y="8147"/>
                </a:moveTo>
                <a:lnTo>
                  <a:pt x="12027" y="9310"/>
                </a:lnTo>
                <a:lnTo>
                  <a:pt x="10863" y="9310"/>
                </a:lnTo>
                <a:lnTo>
                  <a:pt x="10863" y="8147"/>
                </a:lnTo>
                <a:close/>
                <a:moveTo>
                  <a:pt x="0" y="0"/>
                </a:moveTo>
                <a:lnTo>
                  <a:pt x="0" y="11251"/>
                </a:lnTo>
                <a:lnTo>
                  <a:pt x="13966" y="11251"/>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60"/>
          <p:cNvSpPr/>
          <p:nvPr/>
        </p:nvSpPr>
        <p:spPr>
          <a:xfrm>
            <a:off x="4052170" y="2739562"/>
            <a:ext cx="219758" cy="376682"/>
          </a:xfrm>
          <a:custGeom>
            <a:avLst/>
            <a:gdLst/>
            <a:ahLst/>
            <a:cxnLst/>
            <a:rect l="l" t="t" r="r" b="b"/>
            <a:pathLst>
              <a:path w="8149" h="13968" extrusionOk="0">
                <a:moveTo>
                  <a:pt x="5821" y="1166"/>
                </a:moveTo>
                <a:lnTo>
                  <a:pt x="5821" y="1941"/>
                </a:lnTo>
                <a:lnTo>
                  <a:pt x="2716" y="1941"/>
                </a:lnTo>
                <a:lnTo>
                  <a:pt x="2716" y="1166"/>
                </a:lnTo>
                <a:close/>
                <a:moveTo>
                  <a:pt x="4198" y="6004"/>
                </a:moveTo>
                <a:cubicBezTo>
                  <a:pt x="4468" y="6004"/>
                  <a:pt x="4734" y="6110"/>
                  <a:pt x="4933" y="6309"/>
                </a:cubicBezTo>
                <a:cubicBezTo>
                  <a:pt x="5231" y="6606"/>
                  <a:pt x="5319" y="7053"/>
                  <a:pt x="5158" y="7441"/>
                </a:cubicBezTo>
                <a:cubicBezTo>
                  <a:pt x="4998" y="7828"/>
                  <a:pt x="4619" y="8081"/>
                  <a:pt x="4198" y="8081"/>
                </a:cubicBezTo>
                <a:cubicBezTo>
                  <a:pt x="3626" y="8081"/>
                  <a:pt x="3160" y="7617"/>
                  <a:pt x="3160" y="7043"/>
                </a:cubicBezTo>
                <a:cubicBezTo>
                  <a:pt x="3160" y="6622"/>
                  <a:pt x="3413" y="6244"/>
                  <a:pt x="3802" y="6083"/>
                </a:cubicBezTo>
                <a:cubicBezTo>
                  <a:pt x="3930" y="6030"/>
                  <a:pt x="4064" y="6004"/>
                  <a:pt x="4198" y="6004"/>
                </a:cubicBezTo>
                <a:close/>
                <a:moveTo>
                  <a:pt x="1552" y="0"/>
                </a:moveTo>
                <a:lnTo>
                  <a:pt x="1552" y="3105"/>
                </a:lnTo>
                <a:lnTo>
                  <a:pt x="2716" y="3105"/>
                </a:lnTo>
                <a:lnTo>
                  <a:pt x="2716" y="4268"/>
                </a:lnTo>
                <a:lnTo>
                  <a:pt x="1" y="4268"/>
                </a:lnTo>
                <a:lnTo>
                  <a:pt x="1" y="9699"/>
                </a:lnTo>
                <a:lnTo>
                  <a:pt x="2430" y="9699"/>
                </a:lnTo>
                <a:lnTo>
                  <a:pt x="424" y="13968"/>
                </a:lnTo>
                <a:lnTo>
                  <a:pt x="1541" y="13968"/>
                </a:lnTo>
                <a:lnTo>
                  <a:pt x="3493" y="9815"/>
                </a:lnTo>
                <a:lnTo>
                  <a:pt x="3493" y="13968"/>
                </a:lnTo>
                <a:lnTo>
                  <a:pt x="4657" y="13968"/>
                </a:lnTo>
                <a:lnTo>
                  <a:pt x="4657" y="9815"/>
                </a:lnTo>
                <a:lnTo>
                  <a:pt x="6609" y="13968"/>
                </a:lnTo>
                <a:lnTo>
                  <a:pt x="7725" y="13968"/>
                </a:lnTo>
                <a:lnTo>
                  <a:pt x="5719" y="9701"/>
                </a:lnTo>
                <a:lnTo>
                  <a:pt x="8148" y="9701"/>
                </a:lnTo>
                <a:lnTo>
                  <a:pt x="8148" y="4268"/>
                </a:lnTo>
                <a:lnTo>
                  <a:pt x="5821" y="4268"/>
                </a:lnTo>
                <a:lnTo>
                  <a:pt x="5821" y="3105"/>
                </a:lnTo>
                <a:lnTo>
                  <a:pt x="6596" y="3105"/>
                </a:lnTo>
                <a:lnTo>
                  <a:pt x="65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60"/>
          <p:cNvSpPr/>
          <p:nvPr/>
        </p:nvSpPr>
        <p:spPr>
          <a:xfrm>
            <a:off x="4785982" y="2776209"/>
            <a:ext cx="376655" cy="303411"/>
          </a:xfrm>
          <a:custGeom>
            <a:avLst/>
            <a:gdLst/>
            <a:ahLst/>
            <a:cxnLst/>
            <a:rect l="l" t="t" r="r" b="b"/>
            <a:pathLst>
              <a:path w="13967" h="11251" extrusionOk="0">
                <a:moveTo>
                  <a:pt x="3104" y="1939"/>
                </a:moveTo>
                <a:lnTo>
                  <a:pt x="3104" y="3103"/>
                </a:lnTo>
                <a:lnTo>
                  <a:pt x="1940" y="3103"/>
                </a:lnTo>
                <a:lnTo>
                  <a:pt x="1940" y="1939"/>
                </a:lnTo>
                <a:close/>
                <a:moveTo>
                  <a:pt x="12028" y="1939"/>
                </a:moveTo>
                <a:lnTo>
                  <a:pt x="12028" y="3103"/>
                </a:lnTo>
                <a:lnTo>
                  <a:pt x="10864" y="3103"/>
                </a:lnTo>
                <a:lnTo>
                  <a:pt x="10864" y="1939"/>
                </a:lnTo>
                <a:close/>
                <a:moveTo>
                  <a:pt x="3104" y="4267"/>
                </a:moveTo>
                <a:lnTo>
                  <a:pt x="3104" y="5431"/>
                </a:lnTo>
                <a:lnTo>
                  <a:pt x="1940" y="5431"/>
                </a:lnTo>
                <a:lnTo>
                  <a:pt x="1940" y="4267"/>
                </a:lnTo>
                <a:close/>
                <a:moveTo>
                  <a:pt x="12028" y="4267"/>
                </a:moveTo>
                <a:lnTo>
                  <a:pt x="12028" y="5431"/>
                </a:lnTo>
                <a:lnTo>
                  <a:pt x="10864" y="5431"/>
                </a:lnTo>
                <a:lnTo>
                  <a:pt x="10864" y="4267"/>
                </a:lnTo>
                <a:close/>
                <a:moveTo>
                  <a:pt x="3104" y="6208"/>
                </a:moveTo>
                <a:lnTo>
                  <a:pt x="3104" y="7372"/>
                </a:lnTo>
                <a:lnTo>
                  <a:pt x="1940" y="7372"/>
                </a:lnTo>
                <a:lnTo>
                  <a:pt x="1940" y="6208"/>
                </a:lnTo>
                <a:close/>
                <a:moveTo>
                  <a:pt x="12028" y="6208"/>
                </a:moveTo>
                <a:lnTo>
                  <a:pt x="12028" y="7372"/>
                </a:lnTo>
                <a:lnTo>
                  <a:pt x="10864" y="7372"/>
                </a:lnTo>
                <a:lnTo>
                  <a:pt x="10864" y="6208"/>
                </a:lnTo>
                <a:close/>
                <a:moveTo>
                  <a:pt x="4657" y="2902"/>
                </a:moveTo>
                <a:lnTo>
                  <a:pt x="9500" y="5671"/>
                </a:lnTo>
                <a:lnTo>
                  <a:pt x="4657" y="8439"/>
                </a:lnTo>
                <a:lnTo>
                  <a:pt x="4657" y="2902"/>
                </a:lnTo>
                <a:close/>
                <a:moveTo>
                  <a:pt x="3104" y="8147"/>
                </a:moveTo>
                <a:lnTo>
                  <a:pt x="3104" y="9310"/>
                </a:lnTo>
                <a:lnTo>
                  <a:pt x="1940" y="9310"/>
                </a:lnTo>
                <a:lnTo>
                  <a:pt x="1940" y="8147"/>
                </a:lnTo>
                <a:close/>
                <a:moveTo>
                  <a:pt x="12028" y="8147"/>
                </a:moveTo>
                <a:lnTo>
                  <a:pt x="12028" y="9310"/>
                </a:lnTo>
                <a:lnTo>
                  <a:pt x="10864" y="9310"/>
                </a:lnTo>
                <a:lnTo>
                  <a:pt x="10864" y="8147"/>
                </a:lnTo>
                <a:close/>
                <a:moveTo>
                  <a:pt x="1" y="0"/>
                </a:moveTo>
                <a:lnTo>
                  <a:pt x="1" y="11251"/>
                </a:lnTo>
                <a:lnTo>
                  <a:pt x="13967" y="11251"/>
                </a:lnTo>
                <a:lnTo>
                  <a:pt x="139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 name="Google Shape;960;p60"/>
          <p:cNvGrpSpPr/>
          <p:nvPr/>
        </p:nvGrpSpPr>
        <p:grpSpPr>
          <a:xfrm>
            <a:off x="5647430" y="2739555"/>
            <a:ext cx="290710" cy="376790"/>
            <a:chOff x="4806050" y="2679700"/>
            <a:chExt cx="269500" cy="349300"/>
          </a:xfrm>
        </p:grpSpPr>
        <p:sp>
          <p:nvSpPr>
            <p:cNvPr id="961" name="Google Shape;961;p60"/>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60"/>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60"/>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60"/>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60"/>
          <p:cNvGrpSpPr/>
          <p:nvPr/>
        </p:nvGrpSpPr>
        <p:grpSpPr>
          <a:xfrm>
            <a:off x="6419483" y="2826525"/>
            <a:ext cx="376655" cy="202984"/>
            <a:chOff x="5521775" y="2760325"/>
            <a:chExt cx="349175" cy="188175"/>
          </a:xfrm>
        </p:grpSpPr>
        <p:sp>
          <p:nvSpPr>
            <p:cNvPr id="966" name="Google Shape;966;p60"/>
            <p:cNvSpPr/>
            <p:nvPr/>
          </p:nvSpPr>
          <p:spPr>
            <a:xfrm>
              <a:off x="5521775" y="2760325"/>
              <a:ext cx="349175" cy="188175"/>
            </a:xfrm>
            <a:custGeom>
              <a:avLst/>
              <a:gdLst/>
              <a:ahLst/>
              <a:cxnLst/>
              <a:rect l="l" t="t" r="r" b="b"/>
              <a:pathLst>
                <a:path w="13967" h="7527" extrusionOk="0">
                  <a:moveTo>
                    <a:pt x="4656" y="2871"/>
                  </a:moveTo>
                  <a:lnTo>
                    <a:pt x="4656" y="3647"/>
                  </a:lnTo>
                  <a:lnTo>
                    <a:pt x="2327" y="3647"/>
                  </a:lnTo>
                  <a:lnTo>
                    <a:pt x="2327" y="2871"/>
                  </a:lnTo>
                  <a:close/>
                  <a:moveTo>
                    <a:pt x="9024" y="1097"/>
                  </a:moveTo>
                  <a:cubicBezTo>
                    <a:pt x="9636" y="1097"/>
                    <a:pt x="10237" y="1335"/>
                    <a:pt x="10687" y="1785"/>
                  </a:cubicBezTo>
                  <a:cubicBezTo>
                    <a:pt x="11359" y="2459"/>
                    <a:pt x="11560" y="3469"/>
                    <a:pt x="11196" y="4348"/>
                  </a:cubicBezTo>
                  <a:cubicBezTo>
                    <a:pt x="10833" y="5226"/>
                    <a:pt x="9976" y="5800"/>
                    <a:pt x="9024" y="5800"/>
                  </a:cubicBezTo>
                  <a:cubicBezTo>
                    <a:pt x="7726" y="5799"/>
                    <a:pt x="6673" y="4746"/>
                    <a:pt x="6672" y="3448"/>
                  </a:cubicBezTo>
                  <a:cubicBezTo>
                    <a:pt x="6672" y="2498"/>
                    <a:pt x="7246" y="1640"/>
                    <a:pt x="8123" y="1276"/>
                  </a:cubicBezTo>
                  <a:cubicBezTo>
                    <a:pt x="8415" y="1155"/>
                    <a:pt x="8721" y="1097"/>
                    <a:pt x="9024" y="1097"/>
                  </a:cubicBezTo>
                  <a:close/>
                  <a:moveTo>
                    <a:pt x="9156" y="0"/>
                  </a:moveTo>
                  <a:cubicBezTo>
                    <a:pt x="8334" y="0"/>
                    <a:pt x="7511" y="311"/>
                    <a:pt x="6878" y="932"/>
                  </a:cubicBezTo>
                  <a:lnTo>
                    <a:pt x="0" y="932"/>
                  </a:lnTo>
                  <a:lnTo>
                    <a:pt x="0" y="5586"/>
                  </a:lnTo>
                  <a:lnTo>
                    <a:pt x="775" y="5586"/>
                  </a:lnTo>
                  <a:lnTo>
                    <a:pt x="775" y="7527"/>
                  </a:lnTo>
                  <a:lnTo>
                    <a:pt x="3103" y="7527"/>
                  </a:lnTo>
                  <a:lnTo>
                    <a:pt x="3103" y="5586"/>
                  </a:lnTo>
                  <a:lnTo>
                    <a:pt x="6722" y="5586"/>
                  </a:lnTo>
                  <a:cubicBezTo>
                    <a:pt x="6722" y="5586"/>
                    <a:pt x="8129" y="6740"/>
                    <a:pt x="9024" y="6740"/>
                  </a:cubicBezTo>
                  <a:cubicBezTo>
                    <a:pt x="9529" y="6740"/>
                    <a:pt x="10007" y="6626"/>
                    <a:pt x="10474" y="6422"/>
                  </a:cubicBezTo>
                  <a:lnTo>
                    <a:pt x="10474" y="7527"/>
                  </a:lnTo>
                  <a:lnTo>
                    <a:pt x="12802" y="7527"/>
                  </a:lnTo>
                  <a:lnTo>
                    <a:pt x="12802" y="5586"/>
                  </a:lnTo>
                  <a:lnTo>
                    <a:pt x="13966" y="5586"/>
                  </a:lnTo>
                  <a:lnTo>
                    <a:pt x="13966" y="932"/>
                  </a:lnTo>
                  <a:lnTo>
                    <a:pt x="11434" y="932"/>
                  </a:lnTo>
                  <a:cubicBezTo>
                    <a:pt x="10802" y="311"/>
                    <a:pt x="9979" y="0"/>
                    <a:pt x="91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60"/>
            <p:cNvSpPr/>
            <p:nvPr/>
          </p:nvSpPr>
          <p:spPr>
            <a:xfrm>
              <a:off x="5709300" y="2811225"/>
              <a:ext cx="73375" cy="70575"/>
            </a:xfrm>
            <a:custGeom>
              <a:avLst/>
              <a:gdLst/>
              <a:ahLst/>
              <a:cxnLst/>
              <a:rect l="l" t="t" r="r" b="b"/>
              <a:pathLst>
                <a:path w="2935" h="2823" extrusionOk="0">
                  <a:moveTo>
                    <a:pt x="1524" y="0"/>
                  </a:moveTo>
                  <a:cubicBezTo>
                    <a:pt x="1157" y="0"/>
                    <a:pt x="796" y="144"/>
                    <a:pt x="525" y="414"/>
                  </a:cubicBezTo>
                  <a:cubicBezTo>
                    <a:pt x="122" y="817"/>
                    <a:pt x="1" y="1425"/>
                    <a:pt x="219" y="1951"/>
                  </a:cubicBezTo>
                  <a:cubicBezTo>
                    <a:pt x="439" y="2479"/>
                    <a:pt x="952" y="2823"/>
                    <a:pt x="1523" y="2823"/>
                  </a:cubicBezTo>
                  <a:cubicBezTo>
                    <a:pt x="2303" y="2821"/>
                    <a:pt x="2933" y="2191"/>
                    <a:pt x="2934" y="1412"/>
                  </a:cubicBezTo>
                  <a:cubicBezTo>
                    <a:pt x="2934" y="841"/>
                    <a:pt x="2590" y="326"/>
                    <a:pt x="2062" y="107"/>
                  </a:cubicBezTo>
                  <a:cubicBezTo>
                    <a:pt x="1888" y="35"/>
                    <a:pt x="1706" y="0"/>
                    <a:pt x="15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8" name="Google Shape;968;p60"/>
          <p:cNvSpPr/>
          <p:nvPr/>
        </p:nvSpPr>
        <p:spPr>
          <a:xfrm>
            <a:off x="7319755" y="2739562"/>
            <a:ext cx="198804" cy="376682"/>
          </a:xfrm>
          <a:custGeom>
            <a:avLst/>
            <a:gdLst/>
            <a:ahLst/>
            <a:cxnLst/>
            <a:rect l="l" t="t" r="r" b="b"/>
            <a:pathLst>
              <a:path w="7372" h="13968" extrusionOk="0">
                <a:moveTo>
                  <a:pt x="3104" y="2717"/>
                </a:moveTo>
                <a:lnTo>
                  <a:pt x="3104" y="3881"/>
                </a:lnTo>
                <a:lnTo>
                  <a:pt x="1940" y="3881"/>
                </a:lnTo>
                <a:lnTo>
                  <a:pt x="1940" y="2717"/>
                </a:lnTo>
                <a:close/>
                <a:moveTo>
                  <a:pt x="5431" y="2717"/>
                </a:moveTo>
                <a:lnTo>
                  <a:pt x="5431" y="3881"/>
                </a:lnTo>
                <a:lnTo>
                  <a:pt x="4267" y="3881"/>
                </a:lnTo>
                <a:lnTo>
                  <a:pt x="4267" y="2717"/>
                </a:lnTo>
                <a:close/>
                <a:moveTo>
                  <a:pt x="3104" y="5432"/>
                </a:moveTo>
                <a:lnTo>
                  <a:pt x="3104" y="6596"/>
                </a:lnTo>
                <a:lnTo>
                  <a:pt x="1940" y="6596"/>
                </a:lnTo>
                <a:lnTo>
                  <a:pt x="1940" y="5432"/>
                </a:lnTo>
                <a:close/>
                <a:moveTo>
                  <a:pt x="5431" y="5432"/>
                </a:moveTo>
                <a:lnTo>
                  <a:pt x="5431" y="6596"/>
                </a:lnTo>
                <a:lnTo>
                  <a:pt x="4267" y="6596"/>
                </a:lnTo>
                <a:lnTo>
                  <a:pt x="4267" y="5432"/>
                </a:lnTo>
                <a:close/>
                <a:moveTo>
                  <a:pt x="3697" y="7646"/>
                </a:moveTo>
                <a:cubicBezTo>
                  <a:pt x="3697" y="7646"/>
                  <a:pt x="3698" y="7646"/>
                  <a:pt x="3699" y="7646"/>
                </a:cubicBezTo>
                <a:cubicBezTo>
                  <a:pt x="4429" y="7646"/>
                  <a:pt x="5089" y="8086"/>
                  <a:pt x="5368" y="8761"/>
                </a:cubicBezTo>
                <a:cubicBezTo>
                  <a:pt x="5647" y="9436"/>
                  <a:pt x="5492" y="10213"/>
                  <a:pt x="4976" y="10729"/>
                </a:cubicBezTo>
                <a:cubicBezTo>
                  <a:pt x="4631" y="11075"/>
                  <a:pt x="4169" y="11259"/>
                  <a:pt x="3699" y="11259"/>
                </a:cubicBezTo>
                <a:cubicBezTo>
                  <a:pt x="3466" y="11259"/>
                  <a:pt x="3231" y="11214"/>
                  <a:pt x="3008" y="11121"/>
                </a:cubicBezTo>
                <a:cubicBezTo>
                  <a:pt x="2333" y="10842"/>
                  <a:pt x="1892" y="10182"/>
                  <a:pt x="1892" y="9452"/>
                </a:cubicBezTo>
                <a:cubicBezTo>
                  <a:pt x="1892" y="8455"/>
                  <a:pt x="2700" y="7646"/>
                  <a:pt x="3697" y="7646"/>
                </a:cubicBezTo>
                <a:close/>
                <a:moveTo>
                  <a:pt x="1" y="0"/>
                </a:moveTo>
                <a:lnTo>
                  <a:pt x="1" y="13968"/>
                </a:lnTo>
                <a:lnTo>
                  <a:pt x="7372" y="13968"/>
                </a:lnTo>
                <a:lnTo>
                  <a:pt x="7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60"/>
          <p:cNvSpPr/>
          <p:nvPr/>
        </p:nvSpPr>
        <p:spPr>
          <a:xfrm>
            <a:off x="720000" y="3374301"/>
            <a:ext cx="376682" cy="303411"/>
          </a:xfrm>
          <a:custGeom>
            <a:avLst/>
            <a:gdLst/>
            <a:ahLst/>
            <a:cxnLst/>
            <a:rect l="l" t="t" r="r" b="b"/>
            <a:pathLst>
              <a:path w="13968" h="11251" extrusionOk="0">
                <a:moveTo>
                  <a:pt x="3104" y="1939"/>
                </a:moveTo>
                <a:lnTo>
                  <a:pt x="3104" y="3103"/>
                </a:lnTo>
                <a:lnTo>
                  <a:pt x="1940" y="3103"/>
                </a:lnTo>
                <a:lnTo>
                  <a:pt x="1940" y="1939"/>
                </a:lnTo>
                <a:close/>
                <a:moveTo>
                  <a:pt x="12026" y="1939"/>
                </a:moveTo>
                <a:lnTo>
                  <a:pt x="12026" y="3103"/>
                </a:lnTo>
                <a:lnTo>
                  <a:pt x="10863" y="3103"/>
                </a:lnTo>
                <a:lnTo>
                  <a:pt x="10863" y="1939"/>
                </a:lnTo>
                <a:close/>
                <a:moveTo>
                  <a:pt x="3104" y="3879"/>
                </a:moveTo>
                <a:lnTo>
                  <a:pt x="3104" y="5043"/>
                </a:lnTo>
                <a:lnTo>
                  <a:pt x="1940" y="5043"/>
                </a:lnTo>
                <a:lnTo>
                  <a:pt x="1940" y="3879"/>
                </a:lnTo>
                <a:close/>
                <a:moveTo>
                  <a:pt x="12027" y="3879"/>
                </a:moveTo>
                <a:lnTo>
                  <a:pt x="12027" y="5043"/>
                </a:lnTo>
                <a:lnTo>
                  <a:pt x="10863" y="5043"/>
                </a:lnTo>
                <a:lnTo>
                  <a:pt x="10863" y="3879"/>
                </a:lnTo>
                <a:close/>
                <a:moveTo>
                  <a:pt x="3104" y="5818"/>
                </a:moveTo>
                <a:lnTo>
                  <a:pt x="3104" y="6982"/>
                </a:lnTo>
                <a:lnTo>
                  <a:pt x="1940" y="6982"/>
                </a:lnTo>
                <a:lnTo>
                  <a:pt x="1940" y="5818"/>
                </a:lnTo>
                <a:close/>
                <a:moveTo>
                  <a:pt x="12026" y="5818"/>
                </a:moveTo>
                <a:lnTo>
                  <a:pt x="12026" y="6982"/>
                </a:lnTo>
                <a:lnTo>
                  <a:pt x="10863" y="6982"/>
                </a:lnTo>
                <a:lnTo>
                  <a:pt x="10863" y="5818"/>
                </a:lnTo>
                <a:close/>
                <a:moveTo>
                  <a:pt x="9699" y="3219"/>
                </a:moveTo>
                <a:lnTo>
                  <a:pt x="9699" y="7653"/>
                </a:lnTo>
                <a:lnTo>
                  <a:pt x="7759" y="6544"/>
                </a:lnTo>
                <a:lnTo>
                  <a:pt x="7759" y="7699"/>
                </a:lnTo>
                <a:lnTo>
                  <a:pt x="4203" y="5481"/>
                </a:lnTo>
                <a:lnTo>
                  <a:pt x="7759" y="3265"/>
                </a:lnTo>
                <a:lnTo>
                  <a:pt x="7759" y="4328"/>
                </a:lnTo>
                <a:lnTo>
                  <a:pt x="9699" y="3219"/>
                </a:lnTo>
                <a:close/>
                <a:moveTo>
                  <a:pt x="3104" y="7759"/>
                </a:moveTo>
                <a:lnTo>
                  <a:pt x="3104" y="8923"/>
                </a:lnTo>
                <a:lnTo>
                  <a:pt x="1940" y="8923"/>
                </a:lnTo>
                <a:lnTo>
                  <a:pt x="1940" y="7759"/>
                </a:lnTo>
                <a:close/>
                <a:moveTo>
                  <a:pt x="12026" y="7759"/>
                </a:moveTo>
                <a:lnTo>
                  <a:pt x="12026" y="8923"/>
                </a:lnTo>
                <a:lnTo>
                  <a:pt x="10863" y="8923"/>
                </a:lnTo>
                <a:lnTo>
                  <a:pt x="10863" y="7759"/>
                </a:lnTo>
                <a:close/>
                <a:moveTo>
                  <a:pt x="0" y="0"/>
                </a:moveTo>
                <a:lnTo>
                  <a:pt x="0" y="11251"/>
                </a:lnTo>
                <a:lnTo>
                  <a:pt x="13968" y="11251"/>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60"/>
          <p:cNvSpPr/>
          <p:nvPr/>
        </p:nvSpPr>
        <p:spPr>
          <a:xfrm>
            <a:off x="1540132" y="3374301"/>
            <a:ext cx="366192" cy="303411"/>
          </a:xfrm>
          <a:custGeom>
            <a:avLst/>
            <a:gdLst/>
            <a:ahLst/>
            <a:cxnLst/>
            <a:rect l="l" t="t" r="r" b="b"/>
            <a:pathLst>
              <a:path w="13579" h="11251" extrusionOk="0">
                <a:moveTo>
                  <a:pt x="5431" y="2254"/>
                </a:moveTo>
                <a:lnTo>
                  <a:pt x="9445" y="4547"/>
                </a:lnTo>
                <a:lnTo>
                  <a:pt x="5431" y="6841"/>
                </a:lnTo>
                <a:lnTo>
                  <a:pt x="5431" y="2254"/>
                </a:lnTo>
                <a:close/>
                <a:moveTo>
                  <a:pt x="0" y="0"/>
                </a:moveTo>
                <a:lnTo>
                  <a:pt x="0" y="9310"/>
                </a:lnTo>
                <a:lnTo>
                  <a:pt x="5431" y="9310"/>
                </a:lnTo>
                <a:lnTo>
                  <a:pt x="5431" y="10474"/>
                </a:lnTo>
                <a:lnTo>
                  <a:pt x="3103" y="10474"/>
                </a:lnTo>
                <a:lnTo>
                  <a:pt x="3103" y="11251"/>
                </a:lnTo>
                <a:lnTo>
                  <a:pt x="10475" y="11251"/>
                </a:lnTo>
                <a:lnTo>
                  <a:pt x="10475" y="10474"/>
                </a:lnTo>
                <a:lnTo>
                  <a:pt x="8147" y="10474"/>
                </a:lnTo>
                <a:lnTo>
                  <a:pt x="8147" y="9310"/>
                </a:lnTo>
                <a:lnTo>
                  <a:pt x="13579" y="9310"/>
                </a:lnTo>
                <a:lnTo>
                  <a:pt x="135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60"/>
          <p:cNvGrpSpPr/>
          <p:nvPr/>
        </p:nvGrpSpPr>
        <p:grpSpPr>
          <a:xfrm>
            <a:off x="2349682" y="3374424"/>
            <a:ext cx="376709" cy="303411"/>
            <a:chOff x="1748900" y="3268250"/>
            <a:chExt cx="349225" cy="281275"/>
          </a:xfrm>
        </p:grpSpPr>
        <p:sp>
          <p:nvSpPr>
            <p:cNvPr id="972" name="Google Shape;972;p60"/>
            <p:cNvSpPr/>
            <p:nvPr/>
          </p:nvSpPr>
          <p:spPr>
            <a:xfrm>
              <a:off x="1748900" y="3268250"/>
              <a:ext cx="349225" cy="281275"/>
            </a:xfrm>
            <a:custGeom>
              <a:avLst/>
              <a:gdLst/>
              <a:ahLst/>
              <a:cxnLst/>
              <a:rect l="l" t="t" r="r" b="b"/>
              <a:pathLst>
                <a:path w="13969" h="11251" extrusionOk="0">
                  <a:moveTo>
                    <a:pt x="13192" y="1164"/>
                  </a:moveTo>
                  <a:lnTo>
                    <a:pt x="13192" y="7759"/>
                  </a:lnTo>
                  <a:lnTo>
                    <a:pt x="1165" y="7759"/>
                  </a:lnTo>
                  <a:lnTo>
                    <a:pt x="1165" y="1164"/>
                  </a:lnTo>
                  <a:close/>
                  <a:moveTo>
                    <a:pt x="1" y="0"/>
                  </a:moveTo>
                  <a:lnTo>
                    <a:pt x="1" y="9310"/>
                  </a:lnTo>
                  <a:lnTo>
                    <a:pt x="5433" y="9310"/>
                  </a:lnTo>
                  <a:lnTo>
                    <a:pt x="5433" y="10474"/>
                  </a:lnTo>
                  <a:lnTo>
                    <a:pt x="3493" y="10474"/>
                  </a:lnTo>
                  <a:lnTo>
                    <a:pt x="3493" y="11251"/>
                  </a:lnTo>
                  <a:lnTo>
                    <a:pt x="10477" y="11251"/>
                  </a:lnTo>
                  <a:lnTo>
                    <a:pt x="10477" y="10474"/>
                  </a:lnTo>
                  <a:lnTo>
                    <a:pt x="8538" y="10474"/>
                  </a:lnTo>
                  <a:lnTo>
                    <a:pt x="8538" y="9310"/>
                  </a:lnTo>
                  <a:lnTo>
                    <a:pt x="13968" y="9310"/>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60"/>
            <p:cNvSpPr/>
            <p:nvPr/>
          </p:nvSpPr>
          <p:spPr>
            <a:xfrm>
              <a:off x="1816550" y="3316675"/>
              <a:ext cx="85975" cy="121950"/>
            </a:xfrm>
            <a:custGeom>
              <a:avLst/>
              <a:gdLst/>
              <a:ahLst/>
              <a:cxnLst/>
              <a:rect l="l" t="t" r="r" b="b"/>
              <a:pathLst>
                <a:path w="3439" h="4878" extrusionOk="0">
                  <a:moveTo>
                    <a:pt x="1786" y="0"/>
                  </a:moveTo>
                  <a:cubicBezTo>
                    <a:pt x="1776" y="0"/>
                    <a:pt x="1766" y="0"/>
                    <a:pt x="1756" y="1"/>
                  </a:cubicBezTo>
                  <a:cubicBezTo>
                    <a:pt x="1748" y="0"/>
                    <a:pt x="1741" y="0"/>
                    <a:pt x="1733" y="0"/>
                  </a:cubicBezTo>
                  <a:cubicBezTo>
                    <a:pt x="1564" y="0"/>
                    <a:pt x="1396" y="16"/>
                    <a:pt x="1229" y="47"/>
                  </a:cubicBezTo>
                  <a:cubicBezTo>
                    <a:pt x="1066" y="76"/>
                    <a:pt x="905" y="121"/>
                    <a:pt x="751" y="178"/>
                  </a:cubicBezTo>
                  <a:cubicBezTo>
                    <a:pt x="609" y="230"/>
                    <a:pt x="476" y="300"/>
                    <a:pt x="353" y="384"/>
                  </a:cubicBezTo>
                  <a:cubicBezTo>
                    <a:pt x="245" y="456"/>
                    <a:pt x="149" y="546"/>
                    <a:pt x="70" y="647"/>
                  </a:cubicBezTo>
                  <a:lnTo>
                    <a:pt x="751" y="1431"/>
                  </a:lnTo>
                  <a:cubicBezTo>
                    <a:pt x="846" y="1276"/>
                    <a:pt x="976" y="1147"/>
                    <a:pt x="1131" y="1056"/>
                  </a:cubicBezTo>
                  <a:cubicBezTo>
                    <a:pt x="1280" y="970"/>
                    <a:pt x="1448" y="924"/>
                    <a:pt x="1619" y="924"/>
                  </a:cubicBezTo>
                  <a:cubicBezTo>
                    <a:pt x="1624" y="924"/>
                    <a:pt x="1629" y="924"/>
                    <a:pt x="1634" y="924"/>
                  </a:cubicBezTo>
                  <a:cubicBezTo>
                    <a:pt x="1805" y="924"/>
                    <a:pt x="1942" y="962"/>
                    <a:pt x="2046" y="1039"/>
                  </a:cubicBezTo>
                  <a:cubicBezTo>
                    <a:pt x="2149" y="1115"/>
                    <a:pt x="2201" y="1228"/>
                    <a:pt x="2201" y="1376"/>
                  </a:cubicBezTo>
                  <a:cubicBezTo>
                    <a:pt x="2201" y="1548"/>
                    <a:pt x="2130" y="1685"/>
                    <a:pt x="1988" y="1788"/>
                  </a:cubicBezTo>
                  <a:cubicBezTo>
                    <a:pt x="1845" y="1892"/>
                    <a:pt x="1649" y="1942"/>
                    <a:pt x="1397" y="1942"/>
                  </a:cubicBezTo>
                  <a:lnTo>
                    <a:pt x="1174" y="1942"/>
                  </a:lnTo>
                  <a:lnTo>
                    <a:pt x="1174" y="2719"/>
                  </a:lnTo>
                  <a:lnTo>
                    <a:pt x="1377" y="2719"/>
                  </a:lnTo>
                  <a:cubicBezTo>
                    <a:pt x="1701" y="2719"/>
                    <a:pt x="1938" y="2771"/>
                    <a:pt x="2088" y="2874"/>
                  </a:cubicBezTo>
                  <a:cubicBezTo>
                    <a:pt x="2240" y="2978"/>
                    <a:pt x="2315" y="3131"/>
                    <a:pt x="2315" y="3333"/>
                  </a:cubicBezTo>
                  <a:cubicBezTo>
                    <a:pt x="2315" y="3706"/>
                    <a:pt x="2061" y="3893"/>
                    <a:pt x="1553" y="3893"/>
                  </a:cubicBezTo>
                  <a:cubicBezTo>
                    <a:pt x="1336" y="3893"/>
                    <a:pt x="1151" y="3861"/>
                    <a:pt x="996" y="3796"/>
                  </a:cubicBezTo>
                  <a:cubicBezTo>
                    <a:pt x="839" y="3730"/>
                    <a:pt x="697" y="3631"/>
                    <a:pt x="580" y="3508"/>
                  </a:cubicBezTo>
                  <a:lnTo>
                    <a:pt x="0" y="4278"/>
                  </a:lnTo>
                  <a:cubicBezTo>
                    <a:pt x="386" y="4678"/>
                    <a:pt x="923" y="4878"/>
                    <a:pt x="1605" y="4878"/>
                  </a:cubicBezTo>
                  <a:cubicBezTo>
                    <a:pt x="1884" y="4878"/>
                    <a:pt x="2137" y="4846"/>
                    <a:pt x="2361" y="4781"/>
                  </a:cubicBezTo>
                  <a:cubicBezTo>
                    <a:pt x="2587" y="4714"/>
                    <a:pt x="2779" y="4623"/>
                    <a:pt x="2938" y="4503"/>
                  </a:cubicBezTo>
                  <a:cubicBezTo>
                    <a:pt x="3093" y="4390"/>
                    <a:pt x="3219" y="4243"/>
                    <a:pt x="3306" y="4072"/>
                  </a:cubicBezTo>
                  <a:lnTo>
                    <a:pt x="3307" y="4071"/>
                  </a:lnTo>
                  <a:cubicBezTo>
                    <a:pt x="3395" y="3894"/>
                    <a:pt x="3439" y="3698"/>
                    <a:pt x="3436" y="3501"/>
                  </a:cubicBezTo>
                  <a:cubicBezTo>
                    <a:pt x="3437" y="3351"/>
                    <a:pt x="3414" y="3202"/>
                    <a:pt x="3368" y="3059"/>
                  </a:cubicBezTo>
                  <a:cubicBezTo>
                    <a:pt x="3326" y="2927"/>
                    <a:pt x="3261" y="2804"/>
                    <a:pt x="3175" y="2694"/>
                  </a:cubicBezTo>
                  <a:cubicBezTo>
                    <a:pt x="3093" y="2589"/>
                    <a:pt x="2990" y="2500"/>
                    <a:pt x="2875" y="2431"/>
                  </a:cubicBezTo>
                  <a:cubicBezTo>
                    <a:pt x="2756" y="2362"/>
                    <a:pt x="2626" y="2313"/>
                    <a:pt x="2492" y="2287"/>
                  </a:cubicBezTo>
                  <a:cubicBezTo>
                    <a:pt x="2614" y="2265"/>
                    <a:pt x="2732" y="2221"/>
                    <a:pt x="2839" y="2155"/>
                  </a:cubicBezTo>
                  <a:cubicBezTo>
                    <a:pt x="2944" y="2090"/>
                    <a:pt x="3037" y="2007"/>
                    <a:pt x="3112" y="1909"/>
                  </a:cubicBezTo>
                  <a:cubicBezTo>
                    <a:pt x="3188" y="1809"/>
                    <a:pt x="3249" y="1698"/>
                    <a:pt x="3291" y="1578"/>
                  </a:cubicBezTo>
                  <a:cubicBezTo>
                    <a:pt x="3333" y="1455"/>
                    <a:pt x="3355" y="1325"/>
                    <a:pt x="3355" y="1193"/>
                  </a:cubicBezTo>
                  <a:cubicBezTo>
                    <a:pt x="3356" y="1024"/>
                    <a:pt x="3317" y="857"/>
                    <a:pt x="3239" y="705"/>
                  </a:cubicBezTo>
                  <a:cubicBezTo>
                    <a:pt x="3161" y="556"/>
                    <a:pt x="3051" y="427"/>
                    <a:pt x="2915" y="327"/>
                  </a:cubicBezTo>
                  <a:cubicBezTo>
                    <a:pt x="2763" y="215"/>
                    <a:pt x="2593" y="132"/>
                    <a:pt x="2409" y="84"/>
                  </a:cubicBezTo>
                  <a:cubicBezTo>
                    <a:pt x="2206" y="29"/>
                    <a:pt x="1997" y="0"/>
                    <a:pt x="17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60"/>
            <p:cNvSpPr/>
            <p:nvPr/>
          </p:nvSpPr>
          <p:spPr>
            <a:xfrm>
              <a:off x="1923500" y="3326425"/>
              <a:ext cx="101575" cy="116425"/>
            </a:xfrm>
            <a:custGeom>
              <a:avLst/>
              <a:gdLst/>
              <a:ahLst/>
              <a:cxnLst/>
              <a:rect l="l" t="t" r="r" b="b"/>
              <a:pathLst>
                <a:path w="4063" h="4657" extrusionOk="0">
                  <a:moveTo>
                    <a:pt x="1838" y="776"/>
                  </a:moveTo>
                  <a:cubicBezTo>
                    <a:pt x="2004" y="776"/>
                    <a:pt x="2170" y="809"/>
                    <a:pt x="2324" y="873"/>
                  </a:cubicBezTo>
                  <a:cubicBezTo>
                    <a:pt x="2472" y="935"/>
                    <a:pt x="2600" y="1029"/>
                    <a:pt x="2705" y="1149"/>
                  </a:cubicBezTo>
                  <a:cubicBezTo>
                    <a:pt x="2810" y="1275"/>
                    <a:pt x="2890" y="1421"/>
                    <a:pt x="2939" y="1577"/>
                  </a:cubicBezTo>
                  <a:cubicBezTo>
                    <a:pt x="2995" y="1756"/>
                    <a:pt x="3021" y="1941"/>
                    <a:pt x="3020" y="2128"/>
                  </a:cubicBezTo>
                  <a:cubicBezTo>
                    <a:pt x="3021" y="2311"/>
                    <a:pt x="2995" y="2495"/>
                    <a:pt x="2939" y="2672"/>
                  </a:cubicBezTo>
                  <a:cubicBezTo>
                    <a:pt x="2890" y="2829"/>
                    <a:pt x="2812" y="2975"/>
                    <a:pt x="2707" y="3102"/>
                  </a:cubicBezTo>
                  <a:cubicBezTo>
                    <a:pt x="2606" y="3225"/>
                    <a:pt x="2478" y="3324"/>
                    <a:pt x="2332" y="3389"/>
                  </a:cubicBezTo>
                  <a:cubicBezTo>
                    <a:pt x="2181" y="3458"/>
                    <a:pt x="2009" y="3493"/>
                    <a:pt x="1817" y="3493"/>
                  </a:cubicBezTo>
                  <a:lnTo>
                    <a:pt x="1166" y="3493"/>
                  </a:lnTo>
                  <a:lnTo>
                    <a:pt x="1166" y="776"/>
                  </a:lnTo>
                  <a:lnTo>
                    <a:pt x="1817" y="776"/>
                  </a:lnTo>
                  <a:cubicBezTo>
                    <a:pt x="1824" y="776"/>
                    <a:pt x="1831" y="776"/>
                    <a:pt x="1838" y="776"/>
                  </a:cubicBezTo>
                  <a:close/>
                  <a:moveTo>
                    <a:pt x="1" y="1"/>
                  </a:moveTo>
                  <a:lnTo>
                    <a:pt x="1" y="4657"/>
                  </a:lnTo>
                  <a:lnTo>
                    <a:pt x="1739" y="4657"/>
                  </a:lnTo>
                  <a:cubicBezTo>
                    <a:pt x="2089" y="4657"/>
                    <a:pt x="2407" y="4600"/>
                    <a:pt x="2693" y="4489"/>
                  </a:cubicBezTo>
                  <a:lnTo>
                    <a:pt x="2694" y="4489"/>
                  </a:lnTo>
                  <a:cubicBezTo>
                    <a:pt x="2969" y="4385"/>
                    <a:pt x="3219" y="4224"/>
                    <a:pt x="3428" y="4016"/>
                  </a:cubicBezTo>
                  <a:cubicBezTo>
                    <a:pt x="3634" y="3808"/>
                    <a:pt x="3795" y="3558"/>
                    <a:pt x="3897" y="3282"/>
                  </a:cubicBezTo>
                  <a:cubicBezTo>
                    <a:pt x="4006" y="2995"/>
                    <a:pt x="4061" y="2676"/>
                    <a:pt x="4061" y="2322"/>
                  </a:cubicBezTo>
                  <a:cubicBezTo>
                    <a:pt x="4062" y="2015"/>
                    <a:pt x="4013" y="1710"/>
                    <a:pt x="3913" y="1421"/>
                  </a:cubicBezTo>
                  <a:cubicBezTo>
                    <a:pt x="3819" y="1146"/>
                    <a:pt x="3670" y="894"/>
                    <a:pt x="3474" y="682"/>
                  </a:cubicBezTo>
                  <a:cubicBezTo>
                    <a:pt x="3280" y="472"/>
                    <a:pt x="3039" y="306"/>
                    <a:pt x="2749" y="185"/>
                  </a:cubicBezTo>
                  <a:cubicBezTo>
                    <a:pt x="2460" y="62"/>
                    <a:pt x="2125" y="1"/>
                    <a:pt x="17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 name="Google Shape;975;p60"/>
          <p:cNvGrpSpPr/>
          <p:nvPr/>
        </p:nvGrpSpPr>
        <p:grpSpPr>
          <a:xfrm>
            <a:off x="3157440" y="3374424"/>
            <a:ext cx="376655" cy="303411"/>
            <a:chOff x="2497725" y="3268250"/>
            <a:chExt cx="349175" cy="281275"/>
          </a:xfrm>
        </p:grpSpPr>
        <p:sp>
          <p:nvSpPr>
            <p:cNvPr id="976" name="Google Shape;976;p60"/>
            <p:cNvSpPr/>
            <p:nvPr/>
          </p:nvSpPr>
          <p:spPr>
            <a:xfrm>
              <a:off x="2497725" y="3268250"/>
              <a:ext cx="349175" cy="281275"/>
            </a:xfrm>
            <a:custGeom>
              <a:avLst/>
              <a:gdLst/>
              <a:ahLst/>
              <a:cxnLst/>
              <a:rect l="l" t="t" r="r" b="b"/>
              <a:pathLst>
                <a:path w="13967" h="11251" extrusionOk="0">
                  <a:moveTo>
                    <a:pt x="13191" y="1164"/>
                  </a:moveTo>
                  <a:lnTo>
                    <a:pt x="13191" y="7759"/>
                  </a:lnTo>
                  <a:lnTo>
                    <a:pt x="1164" y="7759"/>
                  </a:lnTo>
                  <a:lnTo>
                    <a:pt x="1164" y="1164"/>
                  </a:lnTo>
                  <a:close/>
                  <a:moveTo>
                    <a:pt x="0" y="0"/>
                  </a:moveTo>
                  <a:lnTo>
                    <a:pt x="0" y="9310"/>
                  </a:lnTo>
                  <a:lnTo>
                    <a:pt x="5431" y="9310"/>
                  </a:lnTo>
                  <a:lnTo>
                    <a:pt x="5431" y="10474"/>
                  </a:lnTo>
                  <a:lnTo>
                    <a:pt x="3492" y="10474"/>
                  </a:lnTo>
                  <a:lnTo>
                    <a:pt x="3492" y="11251"/>
                  </a:lnTo>
                  <a:lnTo>
                    <a:pt x="10476" y="11251"/>
                  </a:lnTo>
                  <a:lnTo>
                    <a:pt x="10476" y="10474"/>
                  </a:lnTo>
                  <a:lnTo>
                    <a:pt x="8535" y="10474"/>
                  </a:lnTo>
                  <a:lnTo>
                    <a:pt x="8535" y="9310"/>
                  </a:lnTo>
                  <a:lnTo>
                    <a:pt x="13966" y="9310"/>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60"/>
            <p:cNvSpPr/>
            <p:nvPr/>
          </p:nvSpPr>
          <p:spPr>
            <a:xfrm>
              <a:off x="2691675" y="3326425"/>
              <a:ext cx="101525" cy="116425"/>
            </a:xfrm>
            <a:custGeom>
              <a:avLst/>
              <a:gdLst/>
              <a:ahLst/>
              <a:cxnLst/>
              <a:rect l="l" t="t" r="r" b="b"/>
              <a:pathLst>
                <a:path w="4061" h="4657" extrusionOk="0">
                  <a:moveTo>
                    <a:pt x="1449" y="776"/>
                  </a:moveTo>
                  <a:cubicBezTo>
                    <a:pt x="1615" y="776"/>
                    <a:pt x="1781" y="809"/>
                    <a:pt x="1935" y="873"/>
                  </a:cubicBezTo>
                  <a:cubicBezTo>
                    <a:pt x="2081" y="935"/>
                    <a:pt x="2212" y="1029"/>
                    <a:pt x="2316" y="1149"/>
                  </a:cubicBezTo>
                  <a:cubicBezTo>
                    <a:pt x="2421" y="1275"/>
                    <a:pt x="2501" y="1421"/>
                    <a:pt x="2550" y="1577"/>
                  </a:cubicBezTo>
                  <a:cubicBezTo>
                    <a:pt x="2605" y="1756"/>
                    <a:pt x="2632" y="1941"/>
                    <a:pt x="2631" y="2128"/>
                  </a:cubicBezTo>
                  <a:cubicBezTo>
                    <a:pt x="2632" y="2311"/>
                    <a:pt x="2605" y="2495"/>
                    <a:pt x="2550" y="2672"/>
                  </a:cubicBezTo>
                  <a:cubicBezTo>
                    <a:pt x="2501" y="2829"/>
                    <a:pt x="2423" y="2975"/>
                    <a:pt x="2319" y="3102"/>
                  </a:cubicBezTo>
                  <a:cubicBezTo>
                    <a:pt x="2216" y="3225"/>
                    <a:pt x="2087" y="3324"/>
                    <a:pt x="1941" y="3389"/>
                  </a:cubicBezTo>
                  <a:cubicBezTo>
                    <a:pt x="1791" y="3458"/>
                    <a:pt x="1620" y="3493"/>
                    <a:pt x="1426" y="3493"/>
                  </a:cubicBezTo>
                  <a:lnTo>
                    <a:pt x="776" y="3493"/>
                  </a:lnTo>
                  <a:lnTo>
                    <a:pt x="777" y="776"/>
                  </a:lnTo>
                  <a:lnTo>
                    <a:pt x="1428" y="776"/>
                  </a:lnTo>
                  <a:cubicBezTo>
                    <a:pt x="1435" y="776"/>
                    <a:pt x="1442" y="776"/>
                    <a:pt x="1449" y="776"/>
                  </a:cubicBezTo>
                  <a:close/>
                  <a:moveTo>
                    <a:pt x="1" y="1"/>
                  </a:moveTo>
                  <a:lnTo>
                    <a:pt x="1" y="4657"/>
                  </a:lnTo>
                  <a:lnTo>
                    <a:pt x="1739" y="4657"/>
                  </a:lnTo>
                  <a:cubicBezTo>
                    <a:pt x="2087" y="4657"/>
                    <a:pt x="2405" y="4600"/>
                    <a:pt x="2693" y="4489"/>
                  </a:cubicBezTo>
                  <a:cubicBezTo>
                    <a:pt x="2968" y="4385"/>
                    <a:pt x="3218" y="4224"/>
                    <a:pt x="3426" y="4016"/>
                  </a:cubicBezTo>
                  <a:cubicBezTo>
                    <a:pt x="3633" y="3808"/>
                    <a:pt x="3793" y="3558"/>
                    <a:pt x="3896" y="3282"/>
                  </a:cubicBezTo>
                  <a:cubicBezTo>
                    <a:pt x="4005" y="2995"/>
                    <a:pt x="4059" y="2676"/>
                    <a:pt x="4059" y="2322"/>
                  </a:cubicBezTo>
                  <a:cubicBezTo>
                    <a:pt x="4061" y="2015"/>
                    <a:pt x="4012" y="1710"/>
                    <a:pt x="3912" y="1421"/>
                  </a:cubicBezTo>
                  <a:cubicBezTo>
                    <a:pt x="3818" y="1146"/>
                    <a:pt x="3669" y="894"/>
                    <a:pt x="3472" y="682"/>
                  </a:cubicBezTo>
                  <a:cubicBezTo>
                    <a:pt x="3279" y="472"/>
                    <a:pt x="3037" y="306"/>
                    <a:pt x="2748" y="185"/>
                  </a:cubicBezTo>
                  <a:cubicBezTo>
                    <a:pt x="2459" y="62"/>
                    <a:pt x="2123" y="1"/>
                    <a:pt x="1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60"/>
            <p:cNvSpPr/>
            <p:nvPr/>
          </p:nvSpPr>
          <p:spPr>
            <a:xfrm>
              <a:off x="2565600" y="3326425"/>
              <a:ext cx="97000" cy="116400"/>
            </a:xfrm>
            <a:custGeom>
              <a:avLst/>
              <a:gdLst/>
              <a:ahLst/>
              <a:cxnLst/>
              <a:rect l="l" t="t" r="r" b="b"/>
              <a:pathLst>
                <a:path w="3880" h="4656" extrusionOk="0">
                  <a:moveTo>
                    <a:pt x="0" y="1"/>
                  </a:moveTo>
                  <a:lnTo>
                    <a:pt x="0" y="4655"/>
                  </a:lnTo>
                  <a:lnTo>
                    <a:pt x="1163" y="4655"/>
                  </a:lnTo>
                  <a:lnTo>
                    <a:pt x="1164" y="2716"/>
                  </a:lnTo>
                  <a:lnTo>
                    <a:pt x="2716" y="2716"/>
                  </a:lnTo>
                  <a:lnTo>
                    <a:pt x="2716" y="4655"/>
                  </a:lnTo>
                  <a:lnTo>
                    <a:pt x="3880" y="4655"/>
                  </a:lnTo>
                  <a:lnTo>
                    <a:pt x="3880" y="1"/>
                  </a:lnTo>
                  <a:lnTo>
                    <a:pt x="2716" y="1"/>
                  </a:lnTo>
                  <a:lnTo>
                    <a:pt x="2716" y="1940"/>
                  </a:lnTo>
                  <a:lnTo>
                    <a:pt x="1164" y="1940"/>
                  </a:lnTo>
                  <a:lnTo>
                    <a:pt x="1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 name="Google Shape;979;p60"/>
          <p:cNvSpPr/>
          <p:nvPr/>
        </p:nvSpPr>
        <p:spPr>
          <a:xfrm>
            <a:off x="3999855" y="3369069"/>
            <a:ext cx="324365" cy="313875"/>
          </a:xfrm>
          <a:custGeom>
            <a:avLst/>
            <a:gdLst/>
            <a:ahLst/>
            <a:cxnLst/>
            <a:rect l="l" t="t" r="r" b="b"/>
            <a:pathLst>
              <a:path w="12028" h="11639" extrusionOk="0">
                <a:moveTo>
                  <a:pt x="4656" y="2363"/>
                </a:moveTo>
                <a:lnTo>
                  <a:pt x="8213" y="4394"/>
                </a:lnTo>
                <a:lnTo>
                  <a:pt x="4656" y="6427"/>
                </a:lnTo>
                <a:lnTo>
                  <a:pt x="4656" y="2363"/>
                </a:lnTo>
                <a:close/>
                <a:moveTo>
                  <a:pt x="0" y="0"/>
                </a:moveTo>
                <a:lnTo>
                  <a:pt x="0" y="8535"/>
                </a:lnTo>
                <a:lnTo>
                  <a:pt x="4734" y="8535"/>
                </a:lnTo>
                <a:lnTo>
                  <a:pt x="3204" y="11638"/>
                </a:lnTo>
                <a:lnTo>
                  <a:pt x="4178" y="11638"/>
                </a:lnTo>
                <a:lnTo>
                  <a:pt x="5820" y="8706"/>
                </a:lnTo>
                <a:lnTo>
                  <a:pt x="5820" y="11638"/>
                </a:lnTo>
                <a:lnTo>
                  <a:pt x="6597" y="11638"/>
                </a:lnTo>
                <a:lnTo>
                  <a:pt x="6597" y="8706"/>
                </a:lnTo>
                <a:lnTo>
                  <a:pt x="7993" y="11638"/>
                </a:lnTo>
                <a:lnTo>
                  <a:pt x="8966" y="11638"/>
                </a:lnTo>
                <a:lnTo>
                  <a:pt x="7438" y="8535"/>
                </a:lnTo>
                <a:lnTo>
                  <a:pt x="12027" y="8535"/>
                </a:lnTo>
                <a:lnTo>
                  <a:pt x="1202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60"/>
          <p:cNvSpPr/>
          <p:nvPr/>
        </p:nvSpPr>
        <p:spPr>
          <a:xfrm>
            <a:off x="4817371" y="3332422"/>
            <a:ext cx="313875" cy="387145"/>
          </a:xfrm>
          <a:custGeom>
            <a:avLst/>
            <a:gdLst/>
            <a:ahLst/>
            <a:cxnLst/>
            <a:rect l="l" t="t" r="r" b="b"/>
            <a:pathLst>
              <a:path w="11639" h="14356" extrusionOk="0">
                <a:moveTo>
                  <a:pt x="6356" y="2140"/>
                </a:moveTo>
                <a:lnTo>
                  <a:pt x="6804" y="3050"/>
                </a:lnTo>
                <a:lnTo>
                  <a:pt x="7807" y="3196"/>
                </a:lnTo>
                <a:lnTo>
                  <a:pt x="7081" y="3903"/>
                </a:lnTo>
                <a:lnTo>
                  <a:pt x="7252" y="4902"/>
                </a:lnTo>
                <a:lnTo>
                  <a:pt x="6354" y="4430"/>
                </a:lnTo>
                <a:lnTo>
                  <a:pt x="5458" y="4902"/>
                </a:lnTo>
                <a:lnTo>
                  <a:pt x="5628" y="3903"/>
                </a:lnTo>
                <a:lnTo>
                  <a:pt x="4902" y="3196"/>
                </a:lnTo>
                <a:lnTo>
                  <a:pt x="5906" y="3050"/>
                </a:lnTo>
                <a:lnTo>
                  <a:pt x="6356" y="2140"/>
                </a:lnTo>
                <a:close/>
                <a:moveTo>
                  <a:pt x="9700" y="5820"/>
                </a:moveTo>
                <a:lnTo>
                  <a:pt x="9700" y="6984"/>
                </a:lnTo>
                <a:lnTo>
                  <a:pt x="3104" y="6984"/>
                </a:lnTo>
                <a:lnTo>
                  <a:pt x="3104" y="5820"/>
                </a:lnTo>
                <a:close/>
                <a:moveTo>
                  <a:pt x="9700" y="8148"/>
                </a:moveTo>
                <a:lnTo>
                  <a:pt x="9700" y="9312"/>
                </a:lnTo>
                <a:lnTo>
                  <a:pt x="3104" y="9312"/>
                </a:lnTo>
                <a:lnTo>
                  <a:pt x="3104" y="8148"/>
                </a:lnTo>
                <a:close/>
                <a:moveTo>
                  <a:pt x="9700" y="10476"/>
                </a:moveTo>
                <a:lnTo>
                  <a:pt x="9700" y="11640"/>
                </a:lnTo>
                <a:lnTo>
                  <a:pt x="3104" y="11640"/>
                </a:lnTo>
                <a:lnTo>
                  <a:pt x="3104" y="10476"/>
                </a:lnTo>
                <a:close/>
                <a:moveTo>
                  <a:pt x="776" y="0"/>
                </a:moveTo>
                <a:lnTo>
                  <a:pt x="776" y="1164"/>
                </a:lnTo>
                <a:lnTo>
                  <a:pt x="1" y="1164"/>
                </a:lnTo>
                <a:lnTo>
                  <a:pt x="1" y="2328"/>
                </a:lnTo>
                <a:lnTo>
                  <a:pt x="776" y="2328"/>
                </a:lnTo>
                <a:lnTo>
                  <a:pt x="776" y="4656"/>
                </a:lnTo>
                <a:lnTo>
                  <a:pt x="1" y="4656"/>
                </a:lnTo>
                <a:lnTo>
                  <a:pt x="1" y="5820"/>
                </a:lnTo>
                <a:lnTo>
                  <a:pt x="776" y="5820"/>
                </a:lnTo>
                <a:lnTo>
                  <a:pt x="776" y="8148"/>
                </a:lnTo>
                <a:lnTo>
                  <a:pt x="1" y="8148"/>
                </a:lnTo>
                <a:lnTo>
                  <a:pt x="1" y="9312"/>
                </a:lnTo>
                <a:lnTo>
                  <a:pt x="776" y="9312"/>
                </a:lnTo>
                <a:lnTo>
                  <a:pt x="776" y="12029"/>
                </a:lnTo>
                <a:lnTo>
                  <a:pt x="1" y="12029"/>
                </a:lnTo>
                <a:lnTo>
                  <a:pt x="1" y="13193"/>
                </a:lnTo>
                <a:lnTo>
                  <a:pt x="776" y="13193"/>
                </a:lnTo>
                <a:lnTo>
                  <a:pt x="776" y="14355"/>
                </a:lnTo>
                <a:lnTo>
                  <a:pt x="11639" y="14355"/>
                </a:lnTo>
                <a:lnTo>
                  <a:pt x="1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60"/>
          <p:cNvSpPr/>
          <p:nvPr/>
        </p:nvSpPr>
        <p:spPr>
          <a:xfrm>
            <a:off x="5602663" y="3391074"/>
            <a:ext cx="376655" cy="269864"/>
          </a:xfrm>
          <a:custGeom>
            <a:avLst/>
            <a:gdLst/>
            <a:ahLst/>
            <a:cxnLst/>
            <a:rect l="l" t="t" r="r" b="b"/>
            <a:pathLst>
              <a:path w="13967" h="10007" extrusionOk="0">
                <a:moveTo>
                  <a:pt x="3733" y="1900"/>
                </a:moveTo>
                <a:cubicBezTo>
                  <a:pt x="3733" y="1900"/>
                  <a:pt x="3734" y="1900"/>
                  <a:pt x="3735" y="1900"/>
                </a:cubicBezTo>
                <a:cubicBezTo>
                  <a:pt x="3933" y="1900"/>
                  <a:pt x="4111" y="2018"/>
                  <a:pt x="4186" y="2200"/>
                </a:cubicBezTo>
                <a:cubicBezTo>
                  <a:pt x="4262" y="2384"/>
                  <a:pt x="4220" y="2594"/>
                  <a:pt x="4081" y="2733"/>
                </a:cubicBezTo>
                <a:cubicBezTo>
                  <a:pt x="3987" y="2826"/>
                  <a:pt x="3863" y="2875"/>
                  <a:pt x="3736" y="2875"/>
                </a:cubicBezTo>
                <a:cubicBezTo>
                  <a:pt x="3673" y="2875"/>
                  <a:pt x="3609" y="2863"/>
                  <a:pt x="3549" y="2838"/>
                </a:cubicBezTo>
                <a:cubicBezTo>
                  <a:pt x="3367" y="2763"/>
                  <a:pt x="3247" y="2584"/>
                  <a:pt x="3248" y="2387"/>
                </a:cubicBezTo>
                <a:cubicBezTo>
                  <a:pt x="3248" y="2117"/>
                  <a:pt x="3465" y="1900"/>
                  <a:pt x="3733" y="1900"/>
                </a:cubicBezTo>
                <a:close/>
                <a:moveTo>
                  <a:pt x="10232" y="1900"/>
                </a:moveTo>
                <a:cubicBezTo>
                  <a:pt x="10430" y="1900"/>
                  <a:pt x="10608" y="2018"/>
                  <a:pt x="10683" y="2200"/>
                </a:cubicBezTo>
                <a:cubicBezTo>
                  <a:pt x="10758" y="2384"/>
                  <a:pt x="10716" y="2594"/>
                  <a:pt x="10576" y="2733"/>
                </a:cubicBezTo>
                <a:cubicBezTo>
                  <a:pt x="10483" y="2826"/>
                  <a:pt x="10359" y="2875"/>
                  <a:pt x="10232" y="2875"/>
                </a:cubicBezTo>
                <a:cubicBezTo>
                  <a:pt x="10169" y="2875"/>
                  <a:pt x="10105" y="2863"/>
                  <a:pt x="10044" y="2838"/>
                </a:cubicBezTo>
                <a:cubicBezTo>
                  <a:pt x="9862" y="2763"/>
                  <a:pt x="9743" y="2584"/>
                  <a:pt x="9744" y="2387"/>
                </a:cubicBezTo>
                <a:cubicBezTo>
                  <a:pt x="9744" y="2118"/>
                  <a:pt x="9963" y="1900"/>
                  <a:pt x="10232" y="1900"/>
                </a:cubicBezTo>
                <a:close/>
                <a:moveTo>
                  <a:pt x="6595" y="5351"/>
                </a:moveTo>
                <a:lnTo>
                  <a:pt x="6595" y="6515"/>
                </a:lnTo>
                <a:lnTo>
                  <a:pt x="1164" y="6515"/>
                </a:lnTo>
                <a:lnTo>
                  <a:pt x="1164" y="5351"/>
                </a:lnTo>
                <a:close/>
                <a:moveTo>
                  <a:pt x="12803" y="5351"/>
                </a:moveTo>
                <a:lnTo>
                  <a:pt x="12803" y="6515"/>
                </a:lnTo>
                <a:lnTo>
                  <a:pt x="7372" y="6515"/>
                </a:lnTo>
                <a:lnTo>
                  <a:pt x="7372" y="5351"/>
                </a:lnTo>
                <a:close/>
                <a:moveTo>
                  <a:pt x="3880" y="1"/>
                </a:moveTo>
                <a:cubicBezTo>
                  <a:pt x="2382" y="1"/>
                  <a:pt x="1164" y="1239"/>
                  <a:pt x="1164" y="2761"/>
                </a:cubicBezTo>
                <a:lnTo>
                  <a:pt x="1164" y="3411"/>
                </a:lnTo>
                <a:lnTo>
                  <a:pt x="0" y="3411"/>
                </a:lnTo>
                <a:lnTo>
                  <a:pt x="0" y="7290"/>
                </a:lnTo>
                <a:lnTo>
                  <a:pt x="3103" y="7290"/>
                </a:lnTo>
                <a:lnTo>
                  <a:pt x="3103" y="8843"/>
                </a:lnTo>
                <a:lnTo>
                  <a:pt x="2328" y="8843"/>
                </a:lnTo>
                <a:lnTo>
                  <a:pt x="2328" y="10007"/>
                </a:lnTo>
                <a:lnTo>
                  <a:pt x="5431" y="10007"/>
                </a:lnTo>
                <a:lnTo>
                  <a:pt x="5431" y="8843"/>
                </a:lnTo>
                <a:lnTo>
                  <a:pt x="4267" y="8843"/>
                </a:lnTo>
                <a:lnTo>
                  <a:pt x="4267" y="7290"/>
                </a:lnTo>
                <a:lnTo>
                  <a:pt x="9700" y="7290"/>
                </a:lnTo>
                <a:lnTo>
                  <a:pt x="9700" y="8843"/>
                </a:lnTo>
                <a:lnTo>
                  <a:pt x="8536" y="8843"/>
                </a:lnTo>
                <a:lnTo>
                  <a:pt x="8536" y="10007"/>
                </a:lnTo>
                <a:lnTo>
                  <a:pt x="11640" y="10007"/>
                </a:lnTo>
                <a:lnTo>
                  <a:pt x="11640" y="8843"/>
                </a:lnTo>
                <a:lnTo>
                  <a:pt x="10864" y="8843"/>
                </a:lnTo>
                <a:lnTo>
                  <a:pt x="10864" y="7290"/>
                </a:lnTo>
                <a:lnTo>
                  <a:pt x="13967" y="7290"/>
                </a:lnTo>
                <a:lnTo>
                  <a:pt x="13967" y="3411"/>
                </a:lnTo>
                <a:lnTo>
                  <a:pt x="12803" y="3411"/>
                </a:lnTo>
                <a:lnTo>
                  <a:pt x="12803" y="2841"/>
                </a:lnTo>
                <a:cubicBezTo>
                  <a:pt x="12803" y="1446"/>
                  <a:pt x="11808" y="191"/>
                  <a:pt x="10424" y="21"/>
                </a:cubicBezTo>
                <a:cubicBezTo>
                  <a:pt x="10311" y="8"/>
                  <a:pt x="10198" y="1"/>
                  <a:pt x="10087" y="1"/>
                </a:cubicBezTo>
                <a:cubicBezTo>
                  <a:pt x="8590" y="1"/>
                  <a:pt x="7372" y="1239"/>
                  <a:pt x="7372" y="2761"/>
                </a:cubicBezTo>
                <a:lnTo>
                  <a:pt x="7372" y="3411"/>
                </a:lnTo>
                <a:lnTo>
                  <a:pt x="6595" y="3411"/>
                </a:lnTo>
                <a:lnTo>
                  <a:pt x="6595" y="2841"/>
                </a:lnTo>
                <a:cubicBezTo>
                  <a:pt x="6595" y="1446"/>
                  <a:pt x="5599" y="191"/>
                  <a:pt x="4217" y="21"/>
                </a:cubicBezTo>
                <a:cubicBezTo>
                  <a:pt x="4103" y="8"/>
                  <a:pt x="3991" y="1"/>
                  <a:pt x="38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2" name="Google Shape;982;p60"/>
          <p:cNvGrpSpPr/>
          <p:nvPr/>
        </p:nvGrpSpPr>
        <p:grpSpPr>
          <a:xfrm>
            <a:off x="6412390" y="3337775"/>
            <a:ext cx="386795" cy="376682"/>
            <a:chOff x="5515200" y="3234275"/>
            <a:chExt cx="358575" cy="349200"/>
          </a:xfrm>
        </p:grpSpPr>
        <p:sp>
          <p:nvSpPr>
            <p:cNvPr id="983" name="Google Shape;983;p60"/>
            <p:cNvSpPr/>
            <p:nvPr/>
          </p:nvSpPr>
          <p:spPr>
            <a:xfrm>
              <a:off x="5515200" y="3234300"/>
              <a:ext cx="98975" cy="95250"/>
            </a:xfrm>
            <a:custGeom>
              <a:avLst/>
              <a:gdLst/>
              <a:ahLst/>
              <a:cxnLst/>
              <a:rect l="l" t="t" r="r" b="b"/>
              <a:pathLst>
                <a:path w="3959" h="3810" extrusionOk="0">
                  <a:moveTo>
                    <a:pt x="2055" y="0"/>
                  </a:moveTo>
                  <a:cubicBezTo>
                    <a:pt x="1284" y="0"/>
                    <a:pt x="590" y="463"/>
                    <a:pt x="295" y="1176"/>
                  </a:cubicBezTo>
                  <a:cubicBezTo>
                    <a:pt x="0" y="1887"/>
                    <a:pt x="163" y="2706"/>
                    <a:pt x="709" y="3251"/>
                  </a:cubicBezTo>
                  <a:cubicBezTo>
                    <a:pt x="1072" y="3615"/>
                    <a:pt x="1560" y="3809"/>
                    <a:pt x="2056" y="3809"/>
                  </a:cubicBezTo>
                  <a:cubicBezTo>
                    <a:pt x="2301" y="3809"/>
                    <a:pt x="2548" y="3762"/>
                    <a:pt x="2783" y="3664"/>
                  </a:cubicBezTo>
                  <a:cubicBezTo>
                    <a:pt x="3495" y="3369"/>
                    <a:pt x="3959" y="2675"/>
                    <a:pt x="3959" y="1905"/>
                  </a:cubicBezTo>
                  <a:cubicBezTo>
                    <a:pt x="3958" y="853"/>
                    <a:pt x="3106" y="2"/>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60"/>
            <p:cNvSpPr/>
            <p:nvPr/>
          </p:nvSpPr>
          <p:spPr>
            <a:xfrm>
              <a:off x="5772875" y="3234275"/>
              <a:ext cx="99000" cy="95250"/>
            </a:xfrm>
            <a:custGeom>
              <a:avLst/>
              <a:gdLst/>
              <a:ahLst/>
              <a:cxnLst/>
              <a:rect l="l" t="t" r="r" b="b"/>
              <a:pathLst>
                <a:path w="3960" h="3810" extrusionOk="0">
                  <a:moveTo>
                    <a:pt x="1905" y="1"/>
                  </a:moveTo>
                  <a:cubicBezTo>
                    <a:pt x="1659" y="1"/>
                    <a:pt x="1412" y="48"/>
                    <a:pt x="1177" y="146"/>
                  </a:cubicBezTo>
                  <a:cubicBezTo>
                    <a:pt x="465" y="441"/>
                    <a:pt x="1" y="1135"/>
                    <a:pt x="1" y="1906"/>
                  </a:cubicBezTo>
                  <a:cubicBezTo>
                    <a:pt x="2" y="2957"/>
                    <a:pt x="854" y="3808"/>
                    <a:pt x="1905" y="3810"/>
                  </a:cubicBezTo>
                  <a:cubicBezTo>
                    <a:pt x="2676" y="3810"/>
                    <a:pt x="3370" y="3346"/>
                    <a:pt x="3665" y="2634"/>
                  </a:cubicBezTo>
                  <a:cubicBezTo>
                    <a:pt x="3960" y="1923"/>
                    <a:pt x="3796" y="1103"/>
                    <a:pt x="3253" y="558"/>
                  </a:cubicBezTo>
                  <a:cubicBezTo>
                    <a:pt x="2888" y="194"/>
                    <a:pt x="2401" y="1"/>
                    <a:pt x="1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60"/>
            <p:cNvSpPr/>
            <p:nvPr/>
          </p:nvSpPr>
          <p:spPr>
            <a:xfrm>
              <a:off x="5642175" y="3234300"/>
              <a:ext cx="99025" cy="95250"/>
            </a:xfrm>
            <a:custGeom>
              <a:avLst/>
              <a:gdLst/>
              <a:ahLst/>
              <a:cxnLst/>
              <a:rect l="l" t="t" r="r" b="b"/>
              <a:pathLst>
                <a:path w="3961" h="3810" extrusionOk="0">
                  <a:moveTo>
                    <a:pt x="2055" y="0"/>
                  </a:moveTo>
                  <a:cubicBezTo>
                    <a:pt x="1285" y="0"/>
                    <a:pt x="590" y="464"/>
                    <a:pt x="296" y="1176"/>
                  </a:cubicBezTo>
                  <a:cubicBezTo>
                    <a:pt x="1" y="1887"/>
                    <a:pt x="164" y="2707"/>
                    <a:pt x="709" y="3251"/>
                  </a:cubicBezTo>
                  <a:cubicBezTo>
                    <a:pt x="1074" y="3615"/>
                    <a:pt x="1561" y="3809"/>
                    <a:pt x="2056" y="3809"/>
                  </a:cubicBezTo>
                  <a:cubicBezTo>
                    <a:pt x="2301" y="3809"/>
                    <a:pt x="2549" y="3762"/>
                    <a:pt x="2784" y="3664"/>
                  </a:cubicBezTo>
                  <a:cubicBezTo>
                    <a:pt x="3497" y="3369"/>
                    <a:pt x="3959" y="2675"/>
                    <a:pt x="3961" y="1905"/>
                  </a:cubicBezTo>
                  <a:cubicBezTo>
                    <a:pt x="3959" y="853"/>
                    <a:pt x="3106" y="0"/>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60"/>
            <p:cNvSpPr/>
            <p:nvPr/>
          </p:nvSpPr>
          <p:spPr>
            <a:xfrm>
              <a:off x="5515200" y="3361250"/>
              <a:ext cx="98975" cy="95250"/>
            </a:xfrm>
            <a:custGeom>
              <a:avLst/>
              <a:gdLst/>
              <a:ahLst/>
              <a:cxnLst/>
              <a:rect l="l" t="t" r="r" b="b"/>
              <a:pathLst>
                <a:path w="3959" h="3810" extrusionOk="0">
                  <a:moveTo>
                    <a:pt x="2055" y="0"/>
                  </a:moveTo>
                  <a:cubicBezTo>
                    <a:pt x="1284" y="0"/>
                    <a:pt x="590" y="464"/>
                    <a:pt x="295" y="1176"/>
                  </a:cubicBezTo>
                  <a:cubicBezTo>
                    <a:pt x="0" y="1887"/>
                    <a:pt x="163" y="2707"/>
                    <a:pt x="709" y="3252"/>
                  </a:cubicBezTo>
                  <a:cubicBezTo>
                    <a:pt x="1072" y="3616"/>
                    <a:pt x="1559" y="3809"/>
                    <a:pt x="2055" y="3809"/>
                  </a:cubicBezTo>
                  <a:cubicBezTo>
                    <a:pt x="2300" y="3809"/>
                    <a:pt x="2548" y="3762"/>
                    <a:pt x="2783" y="3664"/>
                  </a:cubicBezTo>
                  <a:cubicBezTo>
                    <a:pt x="3495" y="3369"/>
                    <a:pt x="3959" y="2675"/>
                    <a:pt x="3959" y="1905"/>
                  </a:cubicBezTo>
                  <a:cubicBezTo>
                    <a:pt x="3958" y="853"/>
                    <a:pt x="3106" y="2"/>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60"/>
            <p:cNvSpPr/>
            <p:nvPr/>
          </p:nvSpPr>
          <p:spPr>
            <a:xfrm>
              <a:off x="5515200" y="3488225"/>
              <a:ext cx="98975" cy="95250"/>
            </a:xfrm>
            <a:custGeom>
              <a:avLst/>
              <a:gdLst/>
              <a:ahLst/>
              <a:cxnLst/>
              <a:rect l="l" t="t" r="r" b="b"/>
              <a:pathLst>
                <a:path w="3959" h="3810" extrusionOk="0">
                  <a:moveTo>
                    <a:pt x="2055" y="1"/>
                  </a:moveTo>
                  <a:cubicBezTo>
                    <a:pt x="1284" y="1"/>
                    <a:pt x="590" y="465"/>
                    <a:pt x="295" y="1176"/>
                  </a:cubicBezTo>
                  <a:cubicBezTo>
                    <a:pt x="0" y="1888"/>
                    <a:pt x="163" y="2708"/>
                    <a:pt x="709" y="3251"/>
                  </a:cubicBezTo>
                  <a:cubicBezTo>
                    <a:pt x="1072" y="3616"/>
                    <a:pt x="1560" y="3810"/>
                    <a:pt x="2056" y="3810"/>
                  </a:cubicBezTo>
                  <a:cubicBezTo>
                    <a:pt x="2301" y="3810"/>
                    <a:pt x="2548" y="3762"/>
                    <a:pt x="2783" y="3665"/>
                  </a:cubicBezTo>
                  <a:cubicBezTo>
                    <a:pt x="3495" y="3370"/>
                    <a:pt x="3959" y="2676"/>
                    <a:pt x="3959" y="1905"/>
                  </a:cubicBezTo>
                  <a:cubicBezTo>
                    <a:pt x="3958" y="854"/>
                    <a:pt x="3106" y="2"/>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60"/>
            <p:cNvSpPr/>
            <p:nvPr/>
          </p:nvSpPr>
          <p:spPr>
            <a:xfrm>
              <a:off x="5642175" y="3488225"/>
              <a:ext cx="99025" cy="95250"/>
            </a:xfrm>
            <a:custGeom>
              <a:avLst/>
              <a:gdLst/>
              <a:ahLst/>
              <a:cxnLst/>
              <a:rect l="l" t="t" r="r" b="b"/>
              <a:pathLst>
                <a:path w="3961" h="3810" extrusionOk="0">
                  <a:moveTo>
                    <a:pt x="2055" y="1"/>
                  </a:moveTo>
                  <a:cubicBezTo>
                    <a:pt x="1285" y="1"/>
                    <a:pt x="590" y="465"/>
                    <a:pt x="296" y="1176"/>
                  </a:cubicBezTo>
                  <a:cubicBezTo>
                    <a:pt x="1" y="1889"/>
                    <a:pt x="164" y="2708"/>
                    <a:pt x="709" y="3253"/>
                  </a:cubicBezTo>
                  <a:cubicBezTo>
                    <a:pt x="1074" y="3616"/>
                    <a:pt x="1561" y="3810"/>
                    <a:pt x="2056" y="3810"/>
                  </a:cubicBezTo>
                  <a:cubicBezTo>
                    <a:pt x="2302" y="3810"/>
                    <a:pt x="2549" y="3762"/>
                    <a:pt x="2785" y="3665"/>
                  </a:cubicBezTo>
                  <a:cubicBezTo>
                    <a:pt x="3497" y="3370"/>
                    <a:pt x="3961" y="2676"/>
                    <a:pt x="3961" y="1905"/>
                  </a:cubicBezTo>
                  <a:cubicBezTo>
                    <a:pt x="3959" y="854"/>
                    <a:pt x="3106" y="2"/>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60"/>
            <p:cNvSpPr/>
            <p:nvPr/>
          </p:nvSpPr>
          <p:spPr>
            <a:xfrm>
              <a:off x="5769175" y="3488225"/>
              <a:ext cx="98975" cy="95250"/>
            </a:xfrm>
            <a:custGeom>
              <a:avLst/>
              <a:gdLst/>
              <a:ahLst/>
              <a:cxnLst/>
              <a:rect l="l" t="t" r="r" b="b"/>
              <a:pathLst>
                <a:path w="3959" h="3810" extrusionOk="0">
                  <a:moveTo>
                    <a:pt x="2053" y="1"/>
                  </a:moveTo>
                  <a:cubicBezTo>
                    <a:pt x="1283" y="1"/>
                    <a:pt x="589" y="465"/>
                    <a:pt x="295" y="1176"/>
                  </a:cubicBezTo>
                  <a:cubicBezTo>
                    <a:pt x="0" y="1889"/>
                    <a:pt x="163" y="2708"/>
                    <a:pt x="709" y="3253"/>
                  </a:cubicBezTo>
                  <a:cubicBezTo>
                    <a:pt x="1072" y="3616"/>
                    <a:pt x="1559" y="3810"/>
                    <a:pt x="2055" y="3810"/>
                  </a:cubicBezTo>
                  <a:cubicBezTo>
                    <a:pt x="2300" y="3810"/>
                    <a:pt x="2548" y="3762"/>
                    <a:pt x="2783" y="3665"/>
                  </a:cubicBezTo>
                  <a:cubicBezTo>
                    <a:pt x="3495" y="3370"/>
                    <a:pt x="3959" y="2676"/>
                    <a:pt x="3959" y="1905"/>
                  </a:cubicBezTo>
                  <a:cubicBezTo>
                    <a:pt x="3958" y="854"/>
                    <a:pt x="3106" y="1"/>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60"/>
            <p:cNvSpPr/>
            <p:nvPr/>
          </p:nvSpPr>
          <p:spPr>
            <a:xfrm>
              <a:off x="5640975" y="3355525"/>
              <a:ext cx="97025" cy="97025"/>
            </a:xfrm>
            <a:custGeom>
              <a:avLst/>
              <a:gdLst/>
              <a:ahLst/>
              <a:cxnLst/>
              <a:rect l="l" t="t" r="r" b="b"/>
              <a:pathLst>
                <a:path w="3881" h="3881" extrusionOk="0">
                  <a:moveTo>
                    <a:pt x="1" y="1"/>
                  </a:moveTo>
                  <a:lnTo>
                    <a:pt x="1" y="3880"/>
                  </a:lnTo>
                  <a:lnTo>
                    <a:pt x="3880" y="3880"/>
                  </a:lnTo>
                  <a:lnTo>
                    <a:pt x="38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60"/>
            <p:cNvSpPr/>
            <p:nvPr/>
          </p:nvSpPr>
          <p:spPr>
            <a:xfrm>
              <a:off x="5776750" y="3355525"/>
              <a:ext cx="97025" cy="97025"/>
            </a:xfrm>
            <a:custGeom>
              <a:avLst/>
              <a:gdLst/>
              <a:ahLst/>
              <a:cxnLst/>
              <a:rect l="l" t="t" r="r" b="b"/>
              <a:pathLst>
                <a:path w="3881" h="3881" extrusionOk="0">
                  <a:moveTo>
                    <a:pt x="1" y="1"/>
                  </a:moveTo>
                  <a:lnTo>
                    <a:pt x="1" y="3880"/>
                  </a:lnTo>
                  <a:lnTo>
                    <a:pt x="3880" y="3880"/>
                  </a:lnTo>
                  <a:lnTo>
                    <a:pt x="38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 name="Google Shape;992;p60"/>
          <p:cNvGrpSpPr/>
          <p:nvPr/>
        </p:nvGrpSpPr>
        <p:grpSpPr>
          <a:xfrm>
            <a:off x="7222332" y="3336615"/>
            <a:ext cx="394130" cy="379028"/>
            <a:chOff x="6266050" y="3233200"/>
            <a:chExt cx="365375" cy="351375"/>
          </a:xfrm>
        </p:grpSpPr>
        <p:sp>
          <p:nvSpPr>
            <p:cNvPr id="993" name="Google Shape;993;p60"/>
            <p:cNvSpPr/>
            <p:nvPr/>
          </p:nvSpPr>
          <p:spPr>
            <a:xfrm>
              <a:off x="6266050" y="3299475"/>
              <a:ext cx="132875" cy="147150"/>
            </a:xfrm>
            <a:custGeom>
              <a:avLst/>
              <a:gdLst/>
              <a:ahLst/>
              <a:cxnLst/>
              <a:rect l="l" t="t" r="r" b="b"/>
              <a:pathLst>
                <a:path w="5315" h="5886" extrusionOk="0">
                  <a:moveTo>
                    <a:pt x="1918" y="0"/>
                  </a:moveTo>
                  <a:cubicBezTo>
                    <a:pt x="551" y="1633"/>
                    <a:pt x="1" y="3797"/>
                    <a:pt x="418" y="5885"/>
                  </a:cubicBezTo>
                  <a:lnTo>
                    <a:pt x="5314" y="5885"/>
                  </a:lnTo>
                  <a:lnTo>
                    <a:pt x="19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60"/>
            <p:cNvSpPr/>
            <p:nvPr/>
          </p:nvSpPr>
          <p:spPr>
            <a:xfrm>
              <a:off x="6332775" y="3233200"/>
              <a:ext cx="146175" cy="149750"/>
            </a:xfrm>
            <a:custGeom>
              <a:avLst/>
              <a:gdLst/>
              <a:ahLst/>
              <a:cxnLst/>
              <a:rect l="l" t="t" r="r" b="b"/>
              <a:pathLst>
                <a:path w="5847" h="5990" extrusionOk="0">
                  <a:moveTo>
                    <a:pt x="4640" y="1"/>
                  </a:moveTo>
                  <a:cubicBezTo>
                    <a:pt x="2946" y="1"/>
                    <a:pt x="1293" y="615"/>
                    <a:pt x="1" y="1753"/>
                  </a:cubicBezTo>
                  <a:lnTo>
                    <a:pt x="2447" y="5990"/>
                  </a:lnTo>
                  <a:lnTo>
                    <a:pt x="5847" y="105"/>
                  </a:lnTo>
                  <a:cubicBezTo>
                    <a:pt x="5445" y="35"/>
                    <a:pt x="5041" y="1"/>
                    <a:pt x="4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60"/>
            <p:cNvSpPr/>
            <p:nvPr/>
          </p:nvSpPr>
          <p:spPr>
            <a:xfrm>
              <a:off x="6443800" y="3243575"/>
              <a:ext cx="169900" cy="106050"/>
            </a:xfrm>
            <a:custGeom>
              <a:avLst/>
              <a:gdLst/>
              <a:ahLst/>
              <a:cxnLst/>
              <a:rect l="l" t="t" r="r" b="b"/>
              <a:pathLst>
                <a:path w="6796" h="4242" extrusionOk="0">
                  <a:moveTo>
                    <a:pt x="2449" y="1"/>
                  </a:moveTo>
                  <a:lnTo>
                    <a:pt x="0" y="4242"/>
                  </a:lnTo>
                  <a:lnTo>
                    <a:pt x="6796" y="4242"/>
                  </a:lnTo>
                  <a:cubicBezTo>
                    <a:pt x="6060" y="2245"/>
                    <a:pt x="4462" y="688"/>
                    <a:pt x="24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60"/>
            <p:cNvSpPr/>
            <p:nvPr/>
          </p:nvSpPr>
          <p:spPr>
            <a:xfrm>
              <a:off x="6418525" y="3434800"/>
              <a:ext cx="146175" cy="149775"/>
            </a:xfrm>
            <a:custGeom>
              <a:avLst/>
              <a:gdLst/>
              <a:ahLst/>
              <a:cxnLst/>
              <a:rect l="l" t="t" r="r" b="b"/>
              <a:pathLst>
                <a:path w="5847" h="5991" extrusionOk="0">
                  <a:moveTo>
                    <a:pt x="3400" y="1"/>
                  </a:moveTo>
                  <a:lnTo>
                    <a:pt x="0" y="5886"/>
                  </a:lnTo>
                  <a:cubicBezTo>
                    <a:pt x="402" y="5956"/>
                    <a:pt x="805" y="5990"/>
                    <a:pt x="1206" y="5990"/>
                  </a:cubicBezTo>
                  <a:cubicBezTo>
                    <a:pt x="2900" y="5990"/>
                    <a:pt x="4554" y="5376"/>
                    <a:pt x="5846" y="4237"/>
                  </a:cubicBezTo>
                  <a:lnTo>
                    <a:pt x="34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60"/>
            <p:cNvSpPr/>
            <p:nvPr/>
          </p:nvSpPr>
          <p:spPr>
            <a:xfrm>
              <a:off x="6283775" y="3465975"/>
              <a:ext cx="169900" cy="106025"/>
            </a:xfrm>
            <a:custGeom>
              <a:avLst/>
              <a:gdLst/>
              <a:ahLst/>
              <a:cxnLst/>
              <a:rect l="l" t="t" r="r" b="b"/>
              <a:pathLst>
                <a:path w="6796" h="4241" extrusionOk="0">
                  <a:moveTo>
                    <a:pt x="0" y="0"/>
                  </a:moveTo>
                  <a:cubicBezTo>
                    <a:pt x="736" y="1997"/>
                    <a:pt x="2332" y="3554"/>
                    <a:pt x="4346" y="4241"/>
                  </a:cubicBezTo>
                  <a:lnTo>
                    <a:pt x="67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60"/>
            <p:cNvSpPr/>
            <p:nvPr/>
          </p:nvSpPr>
          <p:spPr>
            <a:xfrm>
              <a:off x="6498550" y="3378700"/>
              <a:ext cx="132875" cy="147125"/>
            </a:xfrm>
            <a:custGeom>
              <a:avLst/>
              <a:gdLst/>
              <a:ahLst/>
              <a:cxnLst/>
              <a:rect l="l" t="t" r="r" b="b"/>
              <a:pathLst>
                <a:path w="5315" h="5885" extrusionOk="0">
                  <a:moveTo>
                    <a:pt x="1" y="1"/>
                  </a:moveTo>
                  <a:lnTo>
                    <a:pt x="3396" y="5884"/>
                  </a:lnTo>
                  <a:cubicBezTo>
                    <a:pt x="4764" y="4253"/>
                    <a:pt x="5314" y="2087"/>
                    <a:pt x="4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60"/>
          <p:cNvGrpSpPr/>
          <p:nvPr/>
        </p:nvGrpSpPr>
        <p:grpSpPr>
          <a:xfrm>
            <a:off x="782763" y="3944867"/>
            <a:ext cx="251148" cy="376682"/>
            <a:chOff x="296300" y="3797075"/>
            <a:chExt cx="232825" cy="349200"/>
          </a:xfrm>
        </p:grpSpPr>
        <p:sp>
          <p:nvSpPr>
            <p:cNvPr id="1000" name="Google Shape;1000;p60"/>
            <p:cNvSpPr/>
            <p:nvPr/>
          </p:nvSpPr>
          <p:spPr>
            <a:xfrm>
              <a:off x="449975" y="3961950"/>
              <a:ext cx="55075" cy="184325"/>
            </a:xfrm>
            <a:custGeom>
              <a:avLst/>
              <a:gdLst/>
              <a:ahLst/>
              <a:cxnLst/>
              <a:rect l="l" t="t" r="r" b="b"/>
              <a:pathLst>
                <a:path w="2203" h="7373" extrusionOk="0">
                  <a:moveTo>
                    <a:pt x="142" y="0"/>
                  </a:moveTo>
                  <a:lnTo>
                    <a:pt x="0" y="7373"/>
                  </a:lnTo>
                  <a:lnTo>
                    <a:pt x="1636" y="7373"/>
                  </a:lnTo>
                  <a:lnTo>
                    <a:pt x="22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60"/>
            <p:cNvSpPr/>
            <p:nvPr/>
          </p:nvSpPr>
          <p:spPr>
            <a:xfrm>
              <a:off x="396500" y="3961950"/>
              <a:ext cx="32425" cy="184325"/>
            </a:xfrm>
            <a:custGeom>
              <a:avLst/>
              <a:gdLst/>
              <a:ahLst/>
              <a:cxnLst/>
              <a:rect l="l" t="t" r="r" b="b"/>
              <a:pathLst>
                <a:path w="1297" h="7373" extrusionOk="0">
                  <a:moveTo>
                    <a:pt x="1" y="0"/>
                  </a:moveTo>
                  <a:lnTo>
                    <a:pt x="143" y="7373"/>
                  </a:lnTo>
                  <a:lnTo>
                    <a:pt x="1155" y="7373"/>
                  </a:lnTo>
                  <a:lnTo>
                    <a:pt x="12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60"/>
            <p:cNvSpPr/>
            <p:nvPr/>
          </p:nvSpPr>
          <p:spPr>
            <a:xfrm>
              <a:off x="320350" y="3961950"/>
              <a:ext cx="55075" cy="184325"/>
            </a:xfrm>
            <a:custGeom>
              <a:avLst/>
              <a:gdLst/>
              <a:ahLst/>
              <a:cxnLst/>
              <a:rect l="l" t="t" r="r" b="b"/>
              <a:pathLst>
                <a:path w="2203" h="7373" extrusionOk="0">
                  <a:moveTo>
                    <a:pt x="0" y="0"/>
                  </a:moveTo>
                  <a:lnTo>
                    <a:pt x="567" y="7373"/>
                  </a:lnTo>
                  <a:lnTo>
                    <a:pt x="2203" y="7373"/>
                  </a:lnTo>
                  <a:lnTo>
                    <a:pt x="20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60"/>
            <p:cNvSpPr/>
            <p:nvPr/>
          </p:nvSpPr>
          <p:spPr>
            <a:xfrm>
              <a:off x="296300" y="3797075"/>
              <a:ext cx="232825" cy="145525"/>
            </a:xfrm>
            <a:custGeom>
              <a:avLst/>
              <a:gdLst/>
              <a:ahLst/>
              <a:cxnLst/>
              <a:rect l="l" t="t" r="r" b="b"/>
              <a:pathLst>
                <a:path w="9313" h="5821" extrusionOk="0">
                  <a:moveTo>
                    <a:pt x="5987" y="1"/>
                  </a:moveTo>
                  <a:cubicBezTo>
                    <a:pt x="4979" y="1"/>
                    <a:pt x="3880" y="1830"/>
                    <a:pt x="3880" y="1830"/>
                  </a:cubicBezTo>
                  <a:lnTo>
                    <a:pt x="3880" y="2716"/>
                  </a:lnTo>
                  <a:lnTo>
                    <a:pt x="923" y="2716"/>
                  </a:lnTo>
                  <a:lnTo>
                    <a:pt x="730" y="4656"/>
                  </a:lnTo>
                  <a:lnTo>
                    <a:pt x="1" y="4656"/>
                  </a:lnTo>
                  <a:lnTo>
                    <a:pt x="1" y="5820"/>
                  </a:lnTo>
                  <a:lnTo>
                    <a:pt x="9313" y="5820"/>
                  </a:lnTo>
                  <a:lnTo>
                    <a:pt x="9313" y="4656"/>
                  </a:lnTo>
                  <a:lnTo>
                    <a:pt x="8422" y="4656"/>
                  </a:lnTo>
                  <a:lnTo>
                    <a:pt x="8228" y="2716"/>
                  </a:lnTo>
                  <a:lnTo>
                    <a:pt x="5044" y="2716"/>
                  </a:lnTo>
                  <a:lnTo>
                    <a:pt x="5044" y="1996"/>
                  </a:lnTo>
                  <a:cubicBezTo>
                    <a:pt x="5044" y="1536"/>
                    <a:pt x="5417" y="1165"/>
                    <a:pt x="5876" y="1165"/>
                  </a:cubicBezTo>
                  <a:lnTo>
                    <a:pt x="8536" y="1165"/>
                  </a:lnTo>
                  <a:lnTo>
                    <a:pt x="85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 name="Google Shape;1004;p60"/>
          <p:cNvGrpSpPr/>
          <p:nvPr/>
        </p:nvGrpSpPr>
        <p:grpSpPr>
          <a:xfrm>
            <a:off x="1541952" y="3977471"/>
            <a:ext cx="362578" cy="311448"/>
            <a:chOff x="1000100" y="3827300"/>
            <a:chExt cx="336125" cy="288725"/>
          </a:xfrm>
        </p:grpSpPr>
        <p:sp>
          <p:nvSpPr>
            <p:cNvPr id="1005" name="Google Shape;1005;p60"/>
            <p:cNvSpPr/>
            <p:nvPr/>
          </p:nvSpPr>
          <p:spPr>
            <a:xfrm>
              <a:off x="1000100" y="3827300"/>
              <a:ext cx="203725" cy="288725"/>
            </a:xfrm>
            <a:custGeom>
              <a:avLst/>
              <a:gdLst/>
              <a:ahLst/>
              <a:cxnLst/>
              <a:rect l="l" t="t" r="r" b="b"/>
              <a:pathLst>
                <a:path w="8149" h="11549" extrusionOk="0">
                  <a:moveTo>
                    <a:pt x="8149" y="0"/>
                  </a:moveTo>
                  <a:lnTo>
                    <a:pt x="3503" y="3252"/>
                  </a:lnTo>
                  <a:lnTo>
                    <a:pt x="1" y="3252"/>
                  </a:lnTo>
                  <a:lnTo>
                    <a:pt x="1" y="8297"/>
                  </a:lnTo>
                  <a:lnTo>
                    <a:pt x="3503" y="8297"/>
                  </a:lnTo>
                  <a:lnTo>
                    <a:pt x="8149" y="11549"/>
                  </a:lnTo>
                  <a:lnTo>
                    <a:pt x="81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60"/>
            <p:cNvSpPr/>
            <p:nvPr/>
          </p:nvSpPr>
          <p:spPr>
            <a:xfrm>
              <a:off x="1232900" y="3864425"/>
              <a:ext cx="103325" cy="206650"/>
            </a:xfrm>
            <a:custGeom>
              <a:avLst/>
              <a:gdLst/>
              <a:ahLst/>
              <a:cxnLst/>
              <a:rect l="l" t="t" r="r" b="b"/>
              <a:pathLst>
                <a:path w="4133" h="8266" extrusionOk="0">
                  <a:moveTo>
                    <a:pt x="1" y="0"/>
                  </a:moveTo>
                  <a:lnTo>
                    <a:pt x="1" y="1182"/>
                  </a:lnTo>
                  <a:cubicBezTo>
                    <a:pt x="1627" y="1182"/>
                    <a:pt x="2952" y="2506"/>
                    <a:pt x="2952" y="4133"/>
                  </a:cubicBezTo>
                  <a:cubicBezTo>
                    <a:pt x="2952" y="5761"/>
                    <a:pt x="1627" y="7085"/>
                    <a:pt x="1" y="7085"/>
                  </a:cubicBezTo>
                  <a:lnTo>
                    <a:pt x="1" y="8265"/>
                  </a:lnTo>
                  <a:cubicBezTo>
                    <a:pt x="2279" y="8265"/>
                    <a:pt x="4133" y="6411"/>
                    <a:pt x="4133" y="4133"/>
                  </a:cubicBezTo>
                  <a:cubicBezTo>
                    <a:pt x="4133" y="1854"/>
                    <a:pt x="227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60"/>
            <p:cNvSpPr/>
            <p:nvPr/>
          </p:nvSpPr>
          <p:spPr>
            <a:xfrm>
              <a:off x="1232875" y="3923450"/>
              <a:ext cx="44300" cy="88575"/>
            </a:xfrm>
            <a:custGeom>
              <a:avLst/>
              <a:gdLst/>
              <a:ahLst/>
              <a:cxnLst/>
              <a:rect l="l" t="t" r="r" b="b"/>
              <a:pathLst>
                <a:path w="1772" h="3543" extrusionOk="0">
                  <a:moveTo>
                    <a:pt x="0" y="0"/>
                  </a:moveTo>
                  <a:lnTo>
                    <a:pt x="0" y="1182"/>
                  </a:lnTo>
                  <a:cubicBezTo>
                    <a:pt x="323" y="1188"/>
                    <a:pt x="581" y="1449"/>
                    <a:pt x="581" y="1772"/>
                  </a:cubicBezTo>
                  <a:cubicBezTo>
                    <a:pt x="581" y="2094"/>
                    <a:pt x="323" y="2357"/>
                    <a:pt x="0" y="2363"/>
                  </a:cubicBezTo>
                  <a:lnTo>
                    <a:pt x="0" y="3543"/>
                  </a:lnTo>
                  <a:cubicBezTo>
                    <a:pt x="979" y="3543"/>
                    <a:pt x="1771" y="2749"/>
                    <a:pt x="1771" y="1772"/>
                  </a:cubicBezTo>
                  <a:cubicBezTo>
                    <a:pt x="1771" y="794"/>
                    <a:pt x="979" y="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60"/>
          <p:cNvGrpSpPr/>
          <p:nvPr/>
        </p:nvGrpSpPr>
        <p:grpSpPr>
          <a:xfrm>
            <a:off x="2407258" y="3944867"/>
            <a:ext cx="261585" cy="376655"/>
            <a:chOff x="1802275" y="3797075"/>
            <a:chExt cx="242500" cy="349175"/>
          </a:xfrm>
        </p:grpSpPr>
        <p:sp>
          <p:nvSpPr>
            <p:cNvPr id="1009" name="Google Shape;1009;p60"/>
            <p:cNvSpPr/>
            <p:nvPr/>
          </p:nvSpPr>
          <p:spPr>
            <a:xfrm>
              <a:off x="1802275" y="3797075"/>
              <a:ext cx="242500" cy="349175"/>
            </a:xfrm>
            <a:custGeom>
              <a:avLst/>
              <a:gdLst/>
              <a:ahLst/>
              <a:cxnLst/>
              <a:rect l="l" t="t" r="r" b="b"/>
              <a:pathLst>
                <a:path w="9700" h="13967" extrusionOk="0">
                  <a:moveTo>
                    <a:pt x="4779" y="2205"/>
                  </a:moveTo>
                  <a:cubicBezTo>
                    <a:pt x="5209" y="2205"/>
                    <a:pt x="5632" y="2373"/>
                    <a:pt x="5949" y="2690"/>
                  </a:cubicBezTo>
                  <a:cubicBezTo>
                    <a:pt x="6421" y="3163"/>
                    <a:pt x="6563" y="3874"/>
                    <a:pt x="6307" y="4492"/>
                  </a:cubicBezTo>
                  <a:cubicBezTo>
                    <a:pt x="6051" y="5110"/>
                    <a:pt x="5447" y="5512"/>
                    <a:pt x="4779" y="5512"/>
                  </a:cubicBezTo>
                  <a:cubicBezTo>
                    <a:pt x="3865" y="5512"/>
                    <a:pt x="3125" y="4772"/>
                    <a:pt x="3125" y="3858"/>
                  </a:cubicBezTo>
                  <a:cubicBezTo>
                    <a:pt x="3125" y="3190"/>
                    <a:pt x="3528" y="2587"/>
                    <a:pt x="4146" y="2331"/>
                  </a:cubicBezTo>
                  <a:cubicBezTo>
                    <a:pt x="4350" y="2247"/>
                    <a:pt x="4565" y="2205"/>
                    <a:pt x="4779" y="2205"/>
                  </a:cubicBezTo>
                  <a:close/>
                  <a:moveTo>
                    <a:pt x="4779" y="6616"/>
                  </a:moveTo>
                  <a:cubicBezTo>
                    <a:pt x="5818" y="6616"/>
                    <a:pt x="6757" y="7242"/>
                    <a:pt x="7156" y="8203"/>
                  </a:cubicBezTo>
                  <a:cubicBezTo>
                    <a:pt x="7554" y="9165"/>
                    <a:pt x="7334" y="10271"/>
                    <a:pt x="6598" y="11007"/>
                  </a:cubicBezTo>
                  <a:cubicBezTo>
                    <a:pt x="6105" y="11499"/>
                    <a:pt x="5447" y="11761"/>
                    <a:pt x="4778" y="11761"/>
                  </a:cubicBezTo>
                  <a:cubicBezTo>
                    <a:pt x="4447" y="11761"/>
                    <a:pt x="4112" y="11697"/>
                    <a:pt x="3794" y="11565"/>
                  </a:cubicBezTo>
                  <a:cubicBezTo>
                    <a:pt x="2833" y="11167"/>
                    <a:pt x="2205" y="10229"/>
                    <a:pt x="2205" y="9188"/>
                  </a:cubicBezTo>
                  <a:cubicBezTo>
                    <a:pt x="2205" y="7768"/>
                    <a:pt x="3358" y="6616"/>
                    <a:pt x="4779" y="6616"/>
                  </a:cubicBezTo>
                  <a:close/>
                  <a:moveTo>
                    <a:pt x="0" y="1"/>
                  </a:moveTo>
                  <a:lnTo>
                    <a:pt x="0" y="13967"/>
                  </a:lnTo>
                  <a:lnTo>
                    <a:pt x="9699" y="13967"/>
                  </a:ln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60"/>
            <p:cNvSpPr/>
            <p:nvPr/>
          </p:nvSpPr>
          <p:spPr>
            <a:xfrm>
              <a:off x="1882075" y="3990025"/>
              <a:ext cx="76450" cy="73525"/>
            </a:xfrm>
            <a:custGeom>
              <a:avLst/>
              <a:gdLst/>
              <a:ahLst/>
              <a:cxnLst/>
              <a:rect l="l" t="t" r="r" b="b"/>
              <a:pathLst>
                <a:path w="3058" h="2941" extrusionOk="0">
                  <a:moveTo>
                    <a:pt x="1587" y="1"/>
                  </a:moveTo>
                  <a:cubicBezTo>
                    <a:pt x="993" y="1"/>
                    <a:pt x="456" y="359"/>
                    <a:pt x="228" y="909"/>
                  </a:cubicBezTo>
                  <a:cubicBezTo>
                    <a:pt x="1" y="1458"/>
                    <a:pt x="126" y="2090"/>
                    <a:pt x="547" y="2511"/>
                  </a:cubicBezTo>
                  <a:cubicBezTo>
                    <a:pt x="829" y="2791"/>
                    <a:pt x="1205" y="2941"/>
                    <a:pt x="1587" y="2941"/>
                  </a:cubicBezTo>
                  <a:cubicBezTo>
                    <a:pt x="1777" y="2941"/>
                    <a:pt x="1967" y="2904"/>
                    <a:pt x="2149" y="2829"/>
                  </a:cubicBezTo>
                  <a:cubicBezTo>
                    <a:pt x="2699" y="2602"/>
                    <a:pt x="3057" y="2066"/>
                    <a:pt x="3057" y="1471"/>
                  </a:cubicBezTo>
                  <a:cubicBezTo>
                    <a:pt x="3057" y="659"/>
                    <a:pt x="2398" y="1"/>
                    <a:pt x="15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60"/>
            <p:cNvSpPr/>
            <p:nvPr/>
          </p:nvSpPr>
          <p:spPr>
            <a:xfrm>
              <a:off x="1906875" y="3879775"/>
              <a:ext cx="28650" cy="27575"/>
            </a:xfrm>
            <a:custGeom>
              <a:avLst/>
              <a:gdLst/>
              <a:ahLst/>
              <a:cxnLst/>
              <a:rect l="l" t="t" r="r" b="b"/>
              <a:pathLst>
                <a:path w="1146" h="1103" extrusionOk="0">
                  <a:moveTo>
                    <a:pt x="595" y="1"/>
                  </a:moveTo>
                  <a:cubicBezTo>
                    <a:pt x="372" y="1"/>
                    <a:pt x="171" y="135"/>
                    <a:pt x="86" y="341"/>
                  </a:cubicBezTo>
                  <a:cubicBezTo>
                    <a:pt x="1" y="546"/>
                    <a:pt x="47" y="783"/>
                    <a:pt x="204" y="941"/>
                  </a:cubicBezTo>
                  <a:cubicBezTo>
                    <a:pt x="310" y="1046"/>
                    <a:pt x="451" y="1102"/>
                    <a:pt x="595" y="1102"/>
                  </a:cubicBezTo>
                  <a:cubicBezTo>
                    <a:pt x="666" y="1102"/>
                    <a:pt x="738" y="1089"/>
                    <a:pt x="806" y="1061"/>
                  </a:cubicBezTo>
                  <a:cubicBezTo>
                    <a:pt x="1011" y="975"/>
                    <a:pt x="1146" y="774"/>
                    <a:pt x="1146" y="552"/>
                  </a:cubicBezTo>
                  <a:cubicBezTo>
                    <a:pt x="1146" y="247"/>
                    <a:pt x="898" y="1"/>
                    <a:pt x="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 name="Google Shape;1012;p60"/>
          <p:cNvGrpSpPr/>
          <p:nvPr/>
        </p:nvGrpSpPr>
        <p:grpSpPr>
          <a:xfrm>
            <a:off x="3223483" y="3944867"/>
            <a:ext cx="244541" cy="376655"/>
            <a:chOff x="2558950" y="3797075"/>
            <a:chExt cx="226700" cy="349175"/>
          </a:xfrm>
        </p:grpSpPr>
        <p:sp>
          <p:nvSpPr>
            <p:cNvPr id="1013" name="Google Shape;1013;p60"/>
            <p:cNvSpPr/>
            <p:nvPr/>
          </p:nvSpPr>
          <p:spPr>
            <a:xfrm>
              <a:off x="2558950" y="3797075"/>
              <a:ext cx="226700" cy="252200"/>
            </a:xfrm>
            <a:custGeom>
              <a:avLst/>
              <a:gdLst/>
              <a:ahLst/>
              <a:cxnLst/>
              <a:rect l="l" t="t" r="r" b="b"/>
              <a:pathLst>
                <a:path w="9068" h="10088" extrusionOk="0">
                  <a:moveTo>
                    <a:pt x="4727" y="3880"/>
                  </a:moveTo>
                  <a:lnTo>
                    <a:pt x="4727" y="5820"/>
                  </a:lnTo>
                  <a:lnTo>
                    <a:pt x="3954" y="5820"/>
                  </a:lnTo>
                  <a:lnTo>
                    <a:pt x="3954" y="3880"/>
                  </a:lnTo>
                  <a:close/>
                  <a:moveTo>
                    <a:pt x="3176" y="1"/>
                  </a:moveTo>
                  <a:lnTo>
                    <a:pt x="3176" y="1940"/>
                  </a:lnTo>
                  <a:lnTo>
                    <a:pt x="1624" y="1940"/>
                  </a:lnTo>
                  <a:lnTo>
                    <a:pt x="1624" y="7642"/>
                  </a:lnTo>
                  <a:lnTo>
                    <a:pt x="0" y="10087"/>
                  </a:lnTo>
                  <a:lnTo>
                    <a:pt x="9068" y="10087"/>
                  </a:lnTo>
                  <a:lnTo>
                    <a:pt x="7444" y="7642"/>
                  </a:lnTo>
                  <a:lnTo>
                    <a:pt x="7444" y="1940"/>
                  </a:lnTo>
                  <a:lnTo>
                    <a:pt x="5891" y="1940"/>
                  </a:lnTo>
                  <a:lnTo>
                    <a:pt x="5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60"/>
            <p:cNvSpPr/>
            <p:nvPr/>
          </p:nvSpPr>
          <p:spPr>
            <a:xfrm>
              <a:off x="2657750" y="4097750"/>
              <a:ext cx="19425" cy="48500"/>
            </a:xfrm>
            <a:custGeom>
              <a:avLst/>
              <a:gdLst/>
              <a:ahLst/>
              <a:cxnLst/>
              <a:rect l="l" t="t" r="r" b="b"/>
              <a:pathLst>
                <a:path w="777" h="1940" extrusionOk="0">
                  <a:moveTo>
                    <a:pt x="0" y="1"/>
                  </a:moveTo>
                  <a:lnTo>
                    <a:pt x="0" y="1940"/>
                  </a:lnTo>
                  <a:lnTo>
                    <a:pt x="777" y="1940"/>
                  </a:lnTo>
                  <a:lnTo>
                    <a:pt x="7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60"/>
            <p:cNvSpPr/>
            <p:nvPr/>
          </p:nvSpPr>
          <p:spPr>
            <a:xfrm>
              <a:off x="2706500" y="4072450"/>
              <a:ext cx="49950" cy="49950"/>
            </a:xfrm>
            <a:custGeom>
              <a:avLst/>
              <a:gdLst/>
              <a:ahLst/>
              <a:cxnLst/>
              <a:rect l="l" t="t" r="r" b="b"/>
              <a:pathLst>
                <a:path w="1998" h="1998" extrusionOk="0">
                  <a:moveTo>
                    <a:pt x="666" y="0"/>
                  </a:moveTo>
                  <a:lnTo>
                    <a:pt x="1" y="667"/>
                  </a:lnTo>
                  <a:lnTo>
                    <a:pt x="1332" y="1997"/>
                  </a:lnTo>
                  <a:lnTo>
                    <a:pt x="1997" y="1332"/>
                  </a:lnTo>
                  <a:lnTo>
                    <a:pt x="6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60"/>
            <p:cNvSpPr/>
            <p:nvPr/>
          </p:nvSpPr>
          <p:spPr>
            <a:xfrm>
              <a:off x="2584425" y="4072450"/>
              <a:ext cx="50000" cy="49975"/>
            </a:xfrm>
            <a:custGeom>
              <a:avLst/>
              <a:gdLst/>
              <a:ahLst/>
              <a:cxnLst/>
              <a:rect l="l" t="t" r="r" b="b"/>
              <a:pathLst>
                <a:path w="2000" h="1999" extrusionOk="0">
                  <a:moveTo>
                    <a:pt x="1332" y="0"/>
                  </a:moveTo>
                  <a:lnTo>
                    <a:pt x="1" y="1332"/>
                  </a:lnTo>
                  <a:lnTo>
                    <a:pt x="667" y="1999"/>
                  </a:lnTo>
                  <a:lnTo>
                    <a:pt x="1999" y="667"/>
                  </a:lnTo>
                  <a:lnTo>
                    <a:pt x="1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 name="Google Shape;1017;p60"/>
          <p:cNvGrpSpPr/>
          <p:nvPr/>
        </p:nvGrpSpPr>
        <p:grpSpPr>
          <a:xfrm>
            <a:off x="4031376" y="3950099"/>
            <a:ext cx="261612" cy="366246"/>
            <a:chOff x="3307900" y="3801925"/>
            <a:chExt cx="242525" cy="339525"/>
          </a:xfrm>
        </p:grpSpPr>
        <p:sp>
          <p:nvSpPr>
            <p:cNvPr id="1018" name="Google Shape;1018;p60"/>
            <p:cNvSpPr/>
            <p:nvPr/>
          </p:nvSpPr>
          <p:spPr>
            <a:xfrm>
              <a:off x="3307900" y="3801925"/>
              <a:ext cx="242525" cy="339525"/>
            </a:xfrm>
            <a:custGeom>
              <a:avLst/>
              <a:gdLst/>
              <a:ahLst/>
              <a:cxnLst/>
              <a:rect l="l" t="t" r="r" b="b"/>
              <a:pathLst>
                <a:path w="9701" h="13581" extrusionOk="0">
                  <a:moveTo>
                    <a:pt x="6597" y="3103"/>
                  </a:moveTo>
                  <a:lnTo>
                    <a:pt x="6597" y="6595"/>
                  </a:lnTo>
                  <a:lnTo>
                    <a:pt x="3105" y="6595"/>
                  </a:lnTo>
                  <a:lnTo>
                    <a:pt x="3105" y="3103"/>
                  </a:lnTo>
                  <a:close/>
                  <a:moveTo>
                    <a:pt x="1140" y="0"/>
                  </a:moveTo>
                  <a:lnTo>
                    <a:pt x="2279" y="2278"/>
                  </a:lnTo>
                  <a:lnTo>
                    <a:pt x="2279" y="2278"/>
                  </a:lnTo>
                  <a:lnTo>
                    <a:pt x="0" y="1140"/>
                  </a:lnTo>
                  <a:lnTo>
                    <a:pt x="0" y="8560"/>
                  </a:lnTo>
                  <a:lnTo>
                    <a:pt x="2279" y="7422"/>
                  </a:lnTo>
                  <a:lnTo>
                    <a:pt x="1140" y="9699"/>
                  </a:lnTo>
                  <a:lnTo>
                    <a:pt x="3309" y="9699"/>
                  </a:lnTo>
                  <a:lnTo>
                    <a:pt x="1300" y="13580"/>
                  </a:lnTo>
                  <a:lnTo>
                    <a:pt x="2419" y="13580"/>
                  </a:lnTo>
                  <a:lnTo>
                    <a:pt x="4269" y="9765"/>
                  </a:lnTo>
                  <a:lnTo>
                    <a:pt x="4269" y="13579"/>
                  </a:lnTo>
                  <a:lnTo>
                    <a:pt x="5433" y="13579"/>
                  </a:lnTo>
                  <a:lnTo>
                    <a:pt x="5433" y="9765"/>
                  </a:lnTo>
                  <a:lnTo>
                    <a:pt x="7325" y="13579"/>
                  </a:lnTo>
                  <a:lnTo>
                    <a:pt x="8444" y="13579"/>
                  </a:lnTo>
                  <a:lnTo>
                    <a:pt x="6436" y="9699"/>
                  </a:lnTo>
                  <a:lnTo>
                    <a:pt x="8562" y="9699"/>
                  </a:lnTo>
                  <a:lnTo>
                    <a:pt x="7422" y="7421"/>
                  </a:lnTo>
                  <a:lnTo>
                    <a:pt x="9701" y="8560"/>
                  </a:lnTo>
                  <a:lnTo>
                    <a:pt x="9699" y="1140"/>
                  </a:lnTo>
                  <a:lnTo>
                    <a:pt x="7422" y="2278"/>
                  </a:lnTo>
                  <a:lnTo>
                    <a:pt x="7422" y="2278"/>
                  </a:lnTo>
                  <a:lnTo>
                    <a:pt x="8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60"/>
            <p:cNvSpPr/>
            <p:nvPr/>
          </p:nvSpPr>
          <p:spPr>
            <a:xfrm>
              <a:off x="3412975" y="3910150"/>
              <a:ext cx="29225" cy="24975"/>
            </a:xfrm>
            <a:custGeom>
              <a:avLst/>
              <a:gdLst/>
              <a:ahLst/>
              <a:cxnLst/>
              <a:rect l="l" t="t" r="r" b="b"/>
              <a:pathLst>
                <a:path w="1169" h="999" extrusionOk="0">
                  <a:moveTo>
                    <a:pt x="669" y="0"/>
                  </a:moveTo>
                  <a:cubicBezTo>
                    <a:pt x="223" y="0"/>
                    <a:pt x="1" y="538"/>
                    <a:pt x="316" y="852"/>
                  </a:cubicBezTo>
                  <a:cubicBezTo>
                    <a:pt x="411" y="948"/>
                    <a:pt x="538" y="999"/>
                    <a:pt x="668" y="999"/>
                  </a:cubicBezTo>
                  <a:cubicBezTo>
                    <a:pt x="733" y="999"/>
                    <a:pt x="798" y="986"/>
                    <a:pt x="859" y="960"/>
                  </a:cubicBezTo>
                  <a:cubicBezTo>
                    <a:pt x="1046" y="884"/>
                    <a:pt x="1167" y="702"/>
                    <a:pt x="1169" y="499"/>
                  </a:cubicBezTo>
                  <a:cubicBezTo>
                    <a:pt x="1169" y="223"/>
                    <a:pt x="945" y="0"/>
                    <a:pt x="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60"/>
          <p:cNvGrpSpPr/>
          <p:nvPr/>
        </p:nvGrpSpPr>
        <p:grpSpPr>
          <a:xfrm>
            <a:off x="4786142" y="3939231"/>
            <a:ext cx="376655" cy="387954"/>
            <a:chOff x="4007600" y="3791850"/>
            <a:chExt cx="349175" cy="359650"/>
          </a:xfrm>
        </p:grpSpPr>
        <p:sp>
          <p:nvSpPr>
            <p:cNvPr id="1021" name="Google Shape;1021;p60"/>
            <p:cNvSpPr/>
            <p:nvPr/>
          </p:nvSpPr>
          <p:spPr>
            <a:xfrm>
              <a:off x="4007600" y="3791850"/>
              <a:ext cx="349175" cy="359650"/>
            </a:xfrm>
            <a:custGeom>
              <a:avLst/>
              <a:gdLst/>
              <a:ahLst/>
              <a:cxnLst/>
              <a:rect l="l" t="t" r="r" b="b"/>
              <a:pathLst>
                <a:path w="13967" h="14386" extrusionOk="0">
                  <a:moveTo>
                    <a:pt x="11203" y="6482"/>
                  </a:moveTo>
                  <a:cubicBezTo>
                    <a:pt x="11347" y="6482"/>
                    <a:pt x="11488" y="6538"/>
                    <a:pt x="11594" y="6644"/>
                  </a:cubicBezTo>
                  <a:cubicBezTo>
                    <a:pt x="11752" y="6801"/>
                    <a:pt x="11799" y="7040"/>
                    <a:pt x="11714" y="7247"/>
                  </a:cubicBezTo>
                  <a:cubicBezTo>
                    <a:pt x="11627" y="7454"/>
                    <a:pt x="11426" y="7588"/>
                    <a:pt x="11202" y="7588"/>
                  </a:cubicBezTo>
                  <a:cubicBezTo>
                    <a:pt x="10897" y="7588"/>
                    <a:pt x="10650" y="7339"/>
                    <a:pt x="10650" y="7034"/>
                  </a:cubicBezTo>
                  <a:cubicBezTo>
                    <a:pt x="10650" y="6812"/>
                    <a:pt x="10784" y="6609"/>
                    <a:pt x="10991" y="6524"/>
                  </a:cubicBezTo>
                  <a:cubicBezTo>
                    <a:pt x="11060" y="6496"/>
                    <a:pt x="11132" y="6482"/>
                    <a:pt x="11203" y="6482"/>
                  </a:cubicBezTo>
                  <a:close/>
                  <a:moveTo>
                    <a:pt x="11202" y="8694"/>
                  </a:moveTo>
                  <a:cubicBezTo>
                    <a:pt x="11426" y="8694"/>
                    <a:pt x="11627" y="8829"/>
                    <a:pt x="11714" y="9035"/>
                  </a:cubicBezTo>
                  <a:cubicBezTo>
                    <a:pt x="11799" y="9242"/>
                    <a:pt x="11752" y="9479"/>
                    <a:pt x="11594" y="9638"/>
                  </a:cubicBezTo>
                  <a:cubicBezTo>
                    <a:pt x="11488" y="9744"/>
                    <a:pt x="11346" y="9800"/>
                    <a:pt x="11202" y="9800"/>
                  </a:cubicBezTo>
                  <a:cubicBezTo>
                    <a:pt x="11131" y="9800"/>
                    <a:pt x="11059" y="9786"/>
                    <a:pt x="10991" y="9758"/>
                  </a:cubicBezTo>
                  <a:cubicBezTo>
                    <a:pt x="10784" y="9672"/>
                    <a:pt x="10650" y="9471"/>
                    <a:pt x="10650" y="9246"/>
                  </a:cubicBezTo>
                  <a:cubicBezTo>
                    <a:pt x="10650" y="8941"/>
                    <a:pt x="10897" y="8694"/>
                    <a:pt x="11202" y="8694"/>
                  </a:cubicBezTo>
                  <a:close/>
                  <a:moveTo>
                    <a:pt x="11202" y="10906"/>
                  </a:moveTo>
                  <a:cubicBezTo>
                    <a:pt x="11426" y="10906"/>
                    <a:pt x="11627" y="11041"/>
                    <a:pt x="11714" y="11248"/>
                  </a:cubicBezTo>
                  <a:cubicBezTo>
                    <a:pt x="11799" y="11454"/>
                    <a:pt x="11752" y="11691"/>
                    <a:pt x="11594" y="11851"/>
                  </a:cubicBezTo>
                  <a:cubicBezTo>
                    <a:pt x="11488" y="11956"/>
                    <a:pt x="11347" y="12012"/>
                    <a:pt x="11204" y="12012"/>
                  </a:cubicBezTo>
                  <a:cubicBezTo>
                    <a:pt x="11132" y="12012"/>
                    <a:pt x="11060" y="11998"/>
                    <a:pt x="10991" y="11969"/>
                  </a:cubicBezTo>
                  <a:cubicBezTo>
                    <a:pt x="10784" y="11884"/>
                    <a:pt x="10650" y="11683"/>
                    <a:pt x="10650" y="11459"/>
                  </a:cubicBezTo>
                  <a:cubicBezTo>
                    <a:pt x="10650" y="11154"/>
                    <a:pt x="10897" y="10906"/>
                    <a:pt x="11202" y="10906"/>
                  </a:cubicBezTo>
                  <a:close/>
                  <a:moveTo>
                    <a:pt x="9700" y="6625"/>
                  </a:moveTo>
                  <a:lnTo>
                    <a:pt x="9700" y="12057"/>
                  </a:lnTo>
                  <a:lnTo>
                    <a:pt x="2329" y="12057"/>
                  </a:lnTo>
                  <a:lnTo>
                    <a:pt x="2329" y="6625"/>
                  </a:lnTo>
                  <a:close/>
                  <a:moveTo>
                    <a:pt x="9924" y="1"/>
                  </a:moveTo>
                  <a:cubicBezTo>
                    <a:pt x="9315" y="1"/>
                    <a:pt x="8822" y="502"/>
                    <a:pt x="8822" y="1122"/>
                  </a:cubicBezTo>
                  <a:cubicBezTo>
                    <a:pt x="8821" y="1339"/>
                    <a:pt x="8885" y="1553"/>
                    <a:pt x="9003" y="1735"/>
                  </a:cubicBezTo>
                  <a:cubicBezTo>
                    <a:pt x="9003" y="1735"/>
                    <a:pt x="9003" y="1735"/>
                    <a:pt x="9003" y="1735"/>
                  </a:cubicBezTo>
                  <a:lnTo>
                    <a:pt x="9003" y="1735"/>
                  </a:lnTo>
                  <a:cubicBezTo>
                    <a:pt x="9003" y="1735"/>
                    <a:pt x="7741" y="4297"/>
                    <a:pt x="7741" y="4297"/>
                  </a:cubicBezTo>
                  <a:lnTo>
                    <a:pt x="5485" y="4297"/>
                  </a:lnTo>
                  <a:cubicBezTo>
                    <a:pt x="5485" y="4297"/>
                    <a:pt x="4239" y="1736"/>
                    <a:pt x="4230" y="1736"/>
                  </a:cubicBezTo>
                  <a:cubicBezTo>
                    <a:pt x="4230" y="1736"/>
                    <a:pt x="4230" y="1736"/>
                    <a:pt x="4230" y="1736"/>
                  </a:cubicBezTo>
                  <a:cubicBezTo>
                    <a:pt x="4404" y="1468"/>
                    <a:pt x="4467" y="1120"/>
                    <a:pt x="4354" y="759"/>
                  </a:cubicBezTo>
                  <a:cubicBezTo>
                    <a:pt x="4250" y="425"/>
                    <a:pt x="3990" y="163"/>
                    <a:pt x="3659" y="56"/>
                  </a:cubicBezTo>
                  <a:cubicBezTo>
                    <a:pt x="3540" y="19"/>
                    <a:pt x="3422" y="1"/>
                    <a:pt x="3308" y="1"/>
                  </a:cubicBezTo>
                  <a:cubicBezTo>
                    <a:pt x="2700" y="1"/>
                    <a:pt x="2206" y="503"/>
                    <a:pt x="2206" y="1122"/>
                  </a:cubicBezTo>
                  <a:cubicBezTo>
                    <a:pt x="2206" y="1721"/>
                    <a:pt x="2666" y="2208"/>
                    <a:pt x="3247" y="2241"/>
                  </a:cubicBezTo>
                  <a:cubicBezTo>
                    <a:pt x="3572" y="2902"/>
                    <a:pt x="3915" y="3603"/>
                    <a:pt x="4255" y="4297"/>
                  </a:cubicBezTo>
                  <a:lnTo>
                    <a:pt x="1" y="4297"/>
                  </a:lnTo>
                  <a:lnTo>
                    <a:pt x="1" y="14385"/>
                  </a:lnTo>
                  <a:lnTo>
                    <a:pt x="13967" y="14385"/>
                  </a:lnTo>
                  <a:lnTo>
                    <a:pt x="13967" y="4297"/>
                  </a:lnTo>
                  <a:lnTo>
                    <a:pt x="8971" y="4297"/>
                  </a:lnTo>
                  <a:cubicBezTo>
                    <a:pt x="9326" y="3579"/>
                    <a:pt x="9680" y="2858"/>
                    <a:pt x="9986" y="2241"/>
                  </a:cubicBezTo>
                  <a:cubicBezTo>
                    <a:pt x="10683" y="2202"/>
                    <a:pt x="11208" y="1505"/>
                    <a:pt x="10968" y="750"/>
                  </a:cubicBezTo>
                  <a:cubicBezTo>
                    <a:pt x="10863" y="422"/>
                    <a:pt x="10605" y="163"/>
                    <a:pt x="10277" y="56"/>
                  </a:cubicBezTo>
                  <a:cubicBezTo>
                    <a:pt x="10157" y="18"/>
                    <a:pt x="10038" y="1"/>
                    <a:pt x="99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60"/>
            <p:cNvSpPr/>
            <p:nvPr/>
          </p:nvSpPr>
          <p:spPr>
            <a:xfrm>
              <a:off x="4124000" y="3977850"/>
              <a:ext cx="75300" cy="90325"/>
            </a:xfrm>
            <a:custGeom>
              <a:avLst/>
              <a:gdLst/>
              <a:ahLst/>
              <a:cxnLst/>
              <a:rect l="l" t="t" r="r" b="b"/>
              <a:pathLst>
                <a:path w="3012" h="3613" extrusionOk="0">
                  <a:moveTo>
                    <a:pt x="1" y="1"/>
                  </a:moveTo>
                  <a:lnTo>
                    <a:pt x="1" y="3612"/>
                  </a:lnTo>
                  <a:lnTo>
                    <a:pt x="3011" y="180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 name="Google Shape;1023;p60"/>
          <p:cNvGrpSpPr/>
          <p:nvPr/>
        </p:nvGrpSpPr>
        <p:grpSpPr>
          <a:xfrm>
            <a:off x="5608085" y="3971376"/>
            <a:ext cx="366246" cy="321965"/>
            <a:chOff x="4769575" y="3821650"/>
            <a:chExt cx="339525" cy="298475"/>
          </a:xfrm>
        </p:grpSpPr>
        <p:sp>
          <p:nvSpPr>
            <p:cNvPr id="1024" name="Google Shape;1024;p60"/>
            <p:cNvSpPr/>
            <p:nvPr/>
          </p:nvSpPr>
          <p:spPr>
            <a:xfrm>
              <a:off x="4905375" y="3821650"/>
              <a:ext cx="203725" cy="221225"/>
            </a:xfrm>
            <a:custGeom>
              <a:avLst/>
              <a:gdLst/>
              <a:ahLst/>
              <a:cxnLst/>
              <a:rect l="l" t="t" r="r" b="b"/>
              <a:pathLst>
                <a:path w="8149" h="8849" extrusionOk="0">
                  <a:moveTo>
                    <a:pt x="5738" y="2929"/>
                  </a:moveTo>
                  <a:cubicBezTo>
                    <a:pt x="5991" y="2929"/>
                    <a:pt x="6234" y="3126"/>
                    <a:pt x="6234" y="3423"/>
                  </a:cubicBezTo>
                  <a:cubicBezTo>
                    <a:pt x="6234" y="3695"/>
                    <a:pt x="6013" y="3916"/>
                    <a:pt x="5741" y="3916"/>
                  </a:cubicBezTo>
                  <a:cubicBezTo>
                    <a:pt x="5301" y="3916"/>
                    <a:pt x="5081" y="3384"/>
                    <a:pt x="5392" y="3075"/>
                  </a:cubicBezTo>
                  <a:cubicBezTo>
                    <a:pt x="5493" y="2974"/>
                    <a:pt x="5617" y="2929"/>
                    <a:pt x="5738" y="2929"/>
                  </a:cubicBezTo>
                  <a:close/>
                  <a:moveTo>
                    <a:pt x="1" y="1"/>
                  </a:moveTo>
                  <a:lnTo>
                    <a:pt x="1" y="2878"/>
                  </a:lnTo>
                  <a:cubicBezTo>
                    <a:pt x="1295" y="2806"/>
                    <a:pt x="2044" y="2631"/>
                    <a:pt x="2078" y="2622"/>
                  </a:cubicBezTo>
                  <a:lnTo>
                    <a:pt x="2677" y="2472"/>
                  </a:lnTo>
                  <a:lnTo>
                    <a:pt x="3880" y="2171"/>
                  </a:lnTo>
                  <a:lnTo>
                    <a:pt x="3881" y="4726"/>
                  </a:lnTo>
                  <a:cubicBezTo>
                    <a:pt x="3935" y="4719"/>
                    <a:pt x="3990" y="4716"/>
                    <a:pt x="4043" y="4716"/>
                  </a:cubicBezTo>
                  <a:cubicBezTo>
                    <a:pt x="4846" y="4716"/>
                    <a:pt x="5499" y="5380"/>
                    <a:pt x="5499" y="6195"/>
                  </a:cubicBezTo>
                  <a:lnTo>
                    <a:pt x="3880" y="6195"/>
                  </a:lnTo>
                  <a:lnTo>
                    <a:pt x="3880" y="8848"/>
                  </a:lnTo>
                  <a:cubicBezTo>
                    <a:pt x="4143" y="8848"/>
                    <a:pt x="5134" y="8628"/>
                    <a:pt x="6101" y="8056"/>
                  </a:cubicBezTo>
                  <a:cubicBezTo>
                    <a:pt x="7440" y="7265"/>
                    <a:pt x="8148" y="6110"/>
                    <a:pt x="8148" y="4716"/>
                  </a:cubicBezTo>
                  <a:lnTo>
                    <a:pt x="8148" y="627"/>
                  </a:lnTo>
                  <a:lnTo>
                    <a:pt x="8147" y="4"/>
                  </a:lnTo>
                  <a:lnTo>
                    <a:pt x="7541" y="153"/>
                  </a:lnTo>
                  <a:cubicBezTo>
                    <a:pt x="7528" y="156"/>
                    <a:pt x="6256" y="465"/>
                    <a:pt x="4074" y="465"/>
                  </a:cubicBezTo>
                  <a:cubicBezTo>
                    <a:pt x="1892" y="465"/>
                    <a:pt x="619" y="156"/>
                    <a:pt x="608" y="153"/>
                  </a:cubicBez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60"/>
            <p:cNvSpPr/>
            <p:nvPr/>
          </p:nvSpPr>
          <p:spPr>
            <a:xfrm>
              <a:off x="4769575" y="3904650"/>
              <a:ext cx="203700" cy="215475"/>
            </a:xfrm>
            <a:custGeom>
              <a:avLst/>
              <a:gdLst/>
              <a:ahLst/>
              <a:cxnLst/>
              <a:rect l="l" t="t" r="r" b="b"/>
              <a:pathLst>
                <a:path w="8148" h="8619" extrusionOk="0">
                  <a:moveTo>
                    <a:pt x="2304" y="2895"/>
                  </a:moveTo>
                  <a:cubicBezTo>
                    <a:pt x="2425" y="2895"/>
                    <a:pt x="2549" y="2940"/>
                    <a:pt x="2649" y="3040"/>
                  </a:cubicBezTo>
                  <a:cubicBezTo>
                    <a:pt x="2789" y="3182"/>
                    <a:pt x="2833" y="3394"/>
                    <a:pt x="2756" y="3578"/>
                  </a:cubicBezTo>
                  <a:cubicBezTo>
                    <a:pt x="2679" y="3761"/>
                    <a:pt x="2500" y="3881"/>
                    <a:pt x="2301" y="3881"/>
                  </a:cubicBezTo>
                  <a:cubicBezTo>
                    <a:pt x="2029" y="3881"/>
                    <a:pt x="1808" y="3662"/>
                    <a:pt x="1808" y="3388"/>
                  </a:cubicBezTo>
                  <a:cubicBezTo>
                    <a:pt x="1808" y="3092"/>
                    <a:pt x="2051" y="2895"/>
                    <a:pt x="2304" y="2895"/>
                  </a:cubicBezTo>
                  <a:close/>
                  <a:moveTo>
                    <a:pt x="5912" y="2895"/>
                  </a:moveTo>
                  <a:cubicBezTo>
                    <a:pt x="6165" y="2895"/>
                    <a:pt x="6409" y="3092"/>
                    <a:pt x="6409" y="3388"/>
                  </a:cubicBezTo>
                  <a:cubicBezTo>
                    <a:pt x="6409" y="3662"/>
                    <a:pt x="6187" y="3881"/>
                    <a:pt x="5915" y="3881"/>
                  </a:cubicBezTo>
                  <a:cubicBezTo>
                    <a:pt x="5476" y="3881"/>
                    <a:pt x="5256" y="3351"/>
                    <a:pt x="5567" y="3040"/>
                  </a:cubicBezTo>
                  <a:cubicBezTo>
                    <a:pt x="5667" y="2940"/>
                    <a:pt x="5791" y="2895"/>
                    <a:pt x="5912" y="2895"/>
                  </a:cubicBezTo>
                  <a:close/>
                  <a:moveTo>
                    <a:pt x="5587" y="5203"/>
                  </a:moveTo>
                  <a:cubicBezTo>
                    <a:pt x="5586" y="6018"/>
                    <a:pt x="4925" y="6681"/>
                    <a:pt x="4108" y="6681"/>
                  </a:cubicBezTo>
                  <a:cubicBezTo>
                    <a:pt x="3291" y="6681"/>
                    <a:pt x="2630" y="6018"/>
                    <a:pt x="2629" y="5203"/>
                  </a:cubicBezTo>
                  <a:close/>
                  <a:moveTo>
                    <a:pt x="0" y="1"/>
                  </a:moveTo>
                  <a:lnTo>
                    <a:pt x="0" y="4536"/>
                  </a:lnTo>
                  <a:cubicBezTo>
                    <a:pt x="0" y="5919"/>
                    <a:pt x="704" y="7064"/>
                    <a:pt x="2033" y="7850"/>
                  </a:cubicBezTo>
                  <a:cubicBezTo>
                    <a:pt x="2993" y="8417"/>
                    <a:pt x="3948" y="8595"/>
                    <a:pt x="3987" y="8602"/>
                  </a:cubicBezTo>
                  <a:lnTo>
                    <a:pt x="4075" y="8618"/>
                  </a:lnTo>
                  <a:lnTo>
                    <a:pt x="4162" y="8602"/>
                  </a:lnTo>
                  <a:cubicBezTo>
                    <a:pt x="4202" y="8595"/>
                    <a:pt x="5156" y="8417"/>
                    <a:pt x="6115" y="7850"/>
                  </a:cubicBezTo>
                  <a:cubicBezTo>
                    <a:pt x="7445" y="7064"/>
                    <a:pt x="8148" y="5919"/>
                    <a:pt x="8148" y="4536"/>
                  </a:cubicBezTo>
                  <a:lnTo>
                    <a:pt x="8148" y="627"/>
                  </a:lnTo>
                  <a:lnTo>
                    <a:pt x="8148" y="2"/>
                  </a:lnTo>
                  <a:lnTo>
                    <a:pt x="7542" y="152"/>
                  </a:lnTo>
                  <a:cubicBezTo>
                    <a:pt x="7529" y="155"/>
                    <a:pt x="6257" y="463"/>
                    <a:pt x="4075" y="463"/>
                  </a:cubicBezTo>
                  <a:cubicBezTo>
                    <a:pt x="1893" y="463"/>
                    <a:pt x="621" y="155"/>
                    <a:pt x="609" y="152"/>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 name="Google Shape;1026;p60"/>
          <p:cNvSpPr/>
          <p:nvPr/>
        </p:nvSpPr>
        <p:spPr>
          <a:xfrm>
            <a:off x="6419262" y="4012734"/>
            <a:ext cx="376655" cy="240685"/>
          </a:xfrm>
          <a:custGeom>
            <a:avLst/>
            <a:gdLst/>
            <a:ahLst/>
            <a:cxnLst/>
            <a:rect l="l" t="t" r="r" b="b"/>
            <a:pathLst>
              <a:path w="13967" h="8925" extrusionOk="0">
                <a:moveTo>
                  <a:pt x="7146" y="1423"/>
                </a:moveTo>
                <a:lnTo>
                  <a:pt x="8045" y="3245"/>
                </a:lnTo>
                <a:lnTo>
                  <a:pt x="10057" y="3537"/>
                </a:lnTo>
                <a:lnTo>
                  <a:pt x="8602" y="4957"/>
                </a:lnTo>
                <a:lnTo>
                  <a:pt x="8945" y="6959"/>
                </a:lnTo>
                <a:lnTo>
                  <a:pt x="7146" y="6014"/>
                </a:lnTo>
                <a:lnTo>
                  <a:pt x="5347" y="6959"/>
                </a:lnTo>
                <a:lnTo>
                  <a:pt x="5347" y="6959"/>
                </a:lnTo>
                <a:lnTo>
                  <a:pt x="5690" y="4957"/>
                </a:lnTo>
                <a:lnTo>
                  <a:pt x="4235" y="3537"/>
                </a:lnTo>
                <a:lnTo>
                  <a:pt x="6247" y="3245"/>
                </a:lnTo>
                <a:lnTo>
                  <a:pt x="7146" y="1423"/>
                </a:lnTo>
                <a:close/>
                <a:moveTo>
                  <a:pt x="1553" y="0"/>
                </a:moveTo>
                <a:lnTo>
                  <a:pt x="1553" y="505"/>
                </a:lnTo>
                <a:cubicBezTo>
                  <a:pt x="1552" y="1083"/>
                  <a:pt x="1083" y="1552"/>
                  <a:pt x="505" y="1552"/>
                </a:cubicBezTo>
                <a:lnTo>
                  <a:pt x="0" y="1552"/>
                </a:lnTo>
                <a:lnTo>
                  <a:pt x="0" y="7371"/>
                </a:lnTo>
                <a:lnTo>
                  <a:pt x="505" y="7371"/>
                </a:lnTo>
                <a:cubicBezTo>
                  <a:pt x="1083" y="7371"/>
                  <a:pt x="1553" y="7841"/>
                  <a:pt x="1553" y="8420"/>
                </a:cubicBezTo>
                <a:lnTo>
                  <a:pt x="1553" y="8924"/>
                </a:lnTo>
                <a:lnTo>
                  <a:pt x="12415" y="8924"/>
                </a:lnTo>
                <a:lnTo>
                  <a:pt x="12415" y="8148"/>
                </a:lnTo>
                <a:cubicBezTo>
                  <a:pt x="12415" y="7720"/>
                  <a:pt x="12762" y="7373"/>
                  <a:pt x="13191" y="7373"/>
                </a:cubicBezTo>
                <a:lnTo>
                  <a:pt x="13966" y="7373"/>
                </a:lnTo>
                <a:lnTo>
                  <a:pt x="13966" y="1553"/>
                </a:lnTo>
                <a:lnTo>
                  <a:pt x="13191" y="1552"/>
                </a:lnTo>
                <a:cubicBezTo>
                  <a:pt x="12762" y="1552"/>
                  <a:pt x="12415" y="1205"/>
                  <a:pt x="12415" y="775"/>
                </a:cubicBezTo>
                <a:lnTo>
                  <a:pt x="12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60"/>
          <p:cNvSpPr/>
          <p:nvPr/>
        </p:nvSpPr>
        <p:spPr>
          <a:xfrm>
            <a:off x="7230819" y="4023170"/>
            <a:ext cx="376655" cy="219758"/>
          </a:xfrm>
          <a:custGeom>
            <a:avLst/>
            <a:gdLst/>
            <a:ahLst/>
            <a:cxnLst/>
            <a:rect l="l" t="t" r="r" b="b"/>
            <a:pathLst>
              <a:path w="13967" h="8149" extrusionOk="0">
                <a:moveTo>
                  <a:pt x="13190" y="777"/>
                </a:moveTo>
                <a:lnTo>
                  <a:pt x="13190" y="1554"/>
                </a:lnTo>
                <a:lnTo>
                  <a:pt x="1164" y="1554"/>
                </a:lnTo>
                <a:lnTo>
                  <a:pt x="1164" y="777"/>
                </a:lnTo>
                <a:close/>
                <a:moveTo>
                  <a:pt x="10087" y="3345"/>
                </a:moveTo>
                <a:cubicBezTo>
                  <a:pt x="10434" y="3351"/>
                  <a:pt x="10712" y="3633"/>
                  <a:pt x="10712" y="3980"/>
                </a:cubicBezTo>
                <a:cubicBezTo>
                  <a:pt x="10712" y="4327"/>
                  <a:pt x="10434" y="4609"/>
                  <a:pt x="10087" y="4615"/>
                </a:cubicBezTo>
                <a:lnTo>
                  <a:pt x="10087" y="3345"/>
                </a:lnTo>
                <a:close/>
                <a:moveTo>
                  <a:pt x="3869" y="3345"/>
                </a:moveTo>
                <a:cubicBezTo>
                  <a:pt x="3873" y="3345"/>
                  <a:pt x="3876" y="3345"/>
                  <a:pt x="3880" y="3345"/>
                </a:cubicBezTo>
                <a:lnTo>
                  <a:pt x="3880" y="4615"/>
                </a:lnTo>
                <a:cubicBezTo>
                  <a:pt x="3876" y="4615"/>
                  <a:pt x="3873" y="4615"/>
                  <a:pt x="3869" y="4615"/>
                </a:cubicBezTo>
                <a:cubicBezTo>
                  <a:pt x="3518" y="4615"/>
                  <a:pt x="3234" y="4331"/>
                  <a:pt x="3234" y="3980"/>
                </a:cubicBezTo>
                <a:cubicBezTo>
                  <a:pt x="3234" y="3629"/>
                  <a:pt x="3518" y="3345"/>
                  <a:pt x="3869" y="3345"/>
                </a:cubicBezTo>
                <a:close/>
                <a:moveTo>
                  <a:pt x="2999" y="2718"/>
                </a:moveTo>
                <a:cubicBezTo>
                  <a:pt x="2093" y="3396"/>
                  <a:pt x="2093" y="4755"/>
                  <a:pt x="2999" y="5433"/>
                </a:cubicBezTo>
                <a:lnTo>
                  <a:pt x="1666" y="5433"/>
                </a:lnTo>
                <a:cubicBezTo>
                  <a:pt x="1426" y="5021"/>
                  <a:pt x="1300" y="4551"/>
                  <a:pt x="1300" y="4075"/>
                </a:cubicBezTo>
                <a:cubicBezTo>
                  <a:pt x="1300" y="3598"/>
                  <a:pt x="1426" y="3130"/>
                  <a:pt x="1666" y="2718"/>
                </a:cubicBezTo>
                <a:close/>
                <a:moveTo>
                  <a:pt x="9311" y="2718"/>
                </a:moveTo>
                <a:lnTo>
                  <a:pt x="9311" y="5433"/>
                </a:lnTo>
                <a:lnTo>
                  <a:pt x="5044" y="5433"/>
                </a:lnTo>
                <a:lnTo>
                  <a:pt x="5044" y="2718"/>
                </a:lnTo>
                <a:close/>
                <a:moveTo>
                  <a:pt x="12473" y="2718"/>
                </a:moveTo>
                <a:cubicBezTo>
                  <a:pt x="12960" y="3556"/>
                  <a:pt x="12960" y="4593"/>
                  <a:pt x="12473" y="5433"/>
                </a:cubicBezTo>
                <a:lnTo>
                  <a:pt x="11140" y="5433"/>
                </a:lnTo>
                <a:cubicBezTo>
                  <a:pt x="12046" y="4755"/>
                  <a:pt x="12046" y="3396"/>
                  <a:pt x="11140" y="2718"/>
                </a:cubicBezTo>
                <a:close/>
                <a:moveTo>
                  <a:pt x="0" y="1"/>
                </a:moveTo>
                <a:lnTo>
                  <a:pt x="0" y="8148"/>
                </a:lnTo>
                <a:lnTo>
                  <a:pt x="13967" y="8148"/>
                </a:lnTo>
                <a:lnTo>
                  <a:pt x="139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60"/>
          <p:cNvSpPr/>
          <p:nvPr/>
        </p:nvSpPr>
        <p:spPr>
          <a:xfrm>
            <a:off x="8047015" y="2191035"/>
            <a:ext cx="376709" cy="272021"/>
          </a:xfrm>
          <a:custGeom>
            <a:avLst/>
            <a:gdLst/>
            <a:ahLst/>
            <a:cxnLst/>
            <a:rect l="l" t="t" r="r" b="b"/>
            <a:pathLst>
              <a:path w="13969" h="10087" extrusionOk="0">
                <a:moveTo>
                  <a:pt x="6985" y="4655"/>
                </a:moveTo>
                <a:lnTo>
                  <a:pt x="6985" y="5819"/>
                </a:lnTo>
                <a:lnTo>
                  <a:pt x="3493" y="5819"/>
                </a:lnTo>
                <a:lnTo>
                  <a:pt x="3493" y="4655"/>
                </a:lnTo>
                <a:close/>
                <a:moveTo>
                  <a:pt x="1166" y="0"/>
                </a:moveTo>
                <a:lnTo>
                  <a:pt x="1166" y="1164"/>
                </a:lnTo>
                <a:lnTo>
                  <a:pt x="7078" y="1164"/>
                </a:lnTo>
                <a:lnTo>
                  <a:pt x="7932" y="2328"/>
                </a:lnTo>
                <a:lnTo>
                  <a:pt x="1165" y="2328"/>
                </a:lnTo>
                <a:lnTo>
                  <a:pt x="1165" y="4267"/>
                </a:lnTo>
                <a:lnTo>
                  <a:pt x="1" y="4267"/>
                </a:lnTo>
                <a:lnTo>
                  <a:pt x="1" y="6595"/>
                </a:lnTo>
                <a:lnTo>
                  <a:pt x="1165" y="6595"/>
                </a:lnTo>
                <a:lnTo>
                  <a:pt x="1165" y="10087"/>
                </a:lnTo>
                <a:lnTo>
                  <a:pt x="10864" y="10087"/>
                </a:lnTo>
                <a:lnTo>
                  <a:pt x="10864" y="8146"/>
                </a:lnTo>
                <a:lnTo>
                  <a:pt x="11503" y="8146"/>
                </a:lnTo>
                <a:lnTo>
                  <a:pt x="13968" y="9380"/>
                </a:lnTo>
                <a:lnTo>
                  <a:pt x="13968" y="3035"/>
                </a:lnTo>
                <a:lnTo>
                  <a:pt x="11503" y="4267"/>
                </a:lnTo>
                <a:lnTo>
                  <a:pt x="10865" y="4267"/>
                </a:lnTo>
                <a:lnTo>
                  <a:pt x="10865" y="2328"/>
                </a:lnTo>
                <a:lnTo>
                  <a:pt x="9375" y="2328"/>
                </a:lnTo>
                <a:lnTo>
                  <a:pt x="76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60"/>
          <p:cNvSpPr/>
          <p:nvPr/>
        </p:nvSpPr>
        <p:spPr>
          <a:xfrm>
            <a:off x="8082610" y="2740560"/>
            <a:ext cx="302360" cy="374713"/>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 name="Google Shape;1030;p60"/>
          <p:cNvGrpSpPr/>
          <p:nvPr/>
        </p:nvGrpSpPr>
        <p:grpSpPr>
          <a:xfrm>
            <a:off x="8057785" y="3363933"/>
            <a:ext cx="355755" cy="324365"/>
            <a:chOff x="7040550" y="3258525"/>
            <a:chExt cx="329800" cy="300700"/>
          </a:xfrm>
        </p:grpSpPr>
        <p:sp>
          <p:nvSpPr>
            <p:cNvPr id="1031" name="Google Shape;1031;p60"/>
            <p:cNvSpPr/>
            <p:nvPr/>
          </p:nvSpPr>
          <p:spPr>
            <a:xfrm>
              <a:off x="7166650" y="3374900"/>
              <a:ext cx="87300" cy="184325"/>
            </a:xfrm>
            <a:custGeom>
              <a:avLst/>
              <a:gdLst/>
              <a:ahLst/>
              <a:cxnLst/>
              <a:rect l="l" t="t" r="r" b="b"/>
              <a:pathLst>
                <a:path w="3492" h="7373" extrusionOk="0">
                  <a:moveTo>
                    <a:pt x="0" y="1"/>
                  </a:moveTo>
                  <a:lnTo>
                    <a:pt x="0" y="7372"/>
                  </a:lnTo>
                  <a:lnTo>
                    <a:pt x="3492" y="7372"/>
                  </a:lnTo>
                  <a:lnTo>
                    <a:pt x="34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60"/>
            <p:cNvSpPr/>
            <p:nvPr/>
          </p:nvSpPr>
          <p:spPr>
            <a:xfrm>
              <a:off x="7283025" y="3258525"/>
              <a:ext cx="87325" cy="300700"/>
            </a:xfrm>
            <a:custGeom>
              <a:avLst/>
              <a:gdLst/>
              <a:ahLst/>
              <a:cxnLst/>
              <a:rect l="l" t="t" r="r" b="b"/>
              <a:pathLst>
                <a:path w="3493" h="12028" extrusionOk="0">
                  <a:moveTo>
                    <a:pt x="1" y="0"/>
                  </a:moveTo>
                  <a:lnTo>
                    <a:pt x="1" y="12027"/>
                  </a:lnTo>
                  <a:lnTo>
                    <a:pt x="3493" y="12027"/>
                  </a:lnTo>
                  <a:lnTo>
                    <a:pt x="34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60"/>
            <p:cNvSpPr/>
            <p:nvPr/>
          </p:nvSpPr>
          <p:spPr>
            <a:xfrm>
              <a:off x="7040550" y="3433100"/>
              <a:ext cx="87325" cy="116425"/>
            </a:xfrm>
            <a:custGeom>
              <a:avLst/>
              <a:gdLst/>
              <a:ahLst/>
              <a:cxnLst/>
              <a:rect l="l" t="t" r="r" b="b"/>
              <a:pathLst>
                <a:path w="3493" h="4657" extrusionOk="0">
                  <a:moveTo>
                    <a:pt x="1" y="1"/>
                  </a:moveTo>
                  <a:lnTo>
                    <a:pt x="1" y="4657"/>
                  </a:lnTo>
                  <a:lnTo>
                    <a:pt x="3493" y="4657"/>
                  </a:lnTo>
                  <a:lnTo>
                    <a:pt x="34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60"/>
          <p:cNvGrpSpPr/>
          <p:nvPr/>
        </p:nvGrpSpPr>
        <p:grpSpPr>
          <a:xfrm>
            <a:off x="8047349" y="3944867"/>
            <a:ext cx="376655" cy="376655"/>
            <a:chOff x="7030875" y="3797075"/>
            <a:chExt cx="349175" cy="349175"/>
          </a:xfrm>
        </p:grpSpPr>
        <p:sp>
          <p:nvSpPr>
            <p:cNvPr id="1035" name="Google Shape;1035;p60"/>
            <p:cNvSpPr/>
            <p:nvPr/>
          </p:nvSpPr>
          <p:spPr>
            <a:xfrm>
              <a:off x="7030875" y="3797075"/>
              <a:ext cx="349175" cy="349175"/>
            </a:xfrm>
            <a:custGeom>
              <a:avLst/>
              <a:gdLst/>
              <a:ahLst/>
              <a:cxnLst/>
              <a:rect l="l" t="t" r="r" b="b"/>
              <a:pathLst>
                <a:path w="13967" h="13967" extrusionOk="0">
                  <a:moveTo>
                    <a:pt x="7062" y="1604"/>
                  </a:moveTo>
                  <a:lnTo>
                    <a:pt x="8748" y="5018"/>
                  </a:lnTo>
                  <a:lnTo>
                    <a:pt x="12516" y="5566"/>
                  </a:lnTo>
                  <a:lnTo>
                    <a:pt x="9789" y="8222"/>
                  </a:lnTo>
                  <a:lnTo>
                    <a:pt x="10432" y="11977"/>
                  </a:lnTo>
                  <a:lnTo>
                    <a:pt x="7062" y="10206"/>
                  </a:lnTo>
                  <a:lnTo>
                    <a:pt x="3692" y="11977"/>
                  </a:lnTo>
                  <a:lnTo>
                    <a:pt x="4335" y="8223"/>
                  </a:lnTo>
                  <a:lnTo>
                    <a:pt x="1610" y="5566"/>
                  </a:lnTo>
                  <a:lnTo>
                    <a:pt x="5378" y="5018"/>
                  </a:lnTo>
                  <a:lnTo>
                    <a:pt x="7062" y="1604"/>
                  </a:lnTo>
                  <a:close/>
                  <a:moveTo>
                    <a:pt x="0" y="1"/>
                  </a:moveTo>
                  <a:lnTo>
                    <a:pt x="0" y="13967"/>
                  </a:lnTo>
                  <a:lnTo>
                    <a:pt x="13966" y="13967"/>
                  </a:lnTo>
                  <a:lnTo>
                    <a:pt x="139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60"/>
            <p:cNvSpPr/>
            <p:nvPr/>
          </p:nvSpPr>
          <p:spPr>
            <a:xfrm>
              <a:off x="7183525" y="3956375"/>
              <a:ext cx="46075" cy="44300"/>
            </a:xfrm>
            <a:custGeom>
              <a:avLst/>
              <a:gdLst/>
              <a:ahLst/>
              <a:cxnLst/>
              <a:rect l="l" t="t" r="r" b="b"/>
              <a:pathLst>
                <a:path w="1843" h="1772" extrusionOk="0">
                  <a:moveTo>
                    <a:pt x="956" y="1"/>
                  </a:moveTo>
                  <a:cubicBezTo>
                    <a:pt x="597" y="1"/>
                    <a:pt x="275" y="216"/>
                    <a:pt x="138" y="547"/>
                  </a:cubicBezTo>
                  <a:cubicBezTo>
                    <a:pt x="0" y="878"/>
                    <a:pt x="77" y="1259"/>
                    <a:pt x="330" y="1513"/>
                  </a:cubicBezTo>
                  <a:cubicBezTo>
                    <a:pt x="499" y="1682"/>
                    <a:pt x="725" y="1772"/>
                    <a:pt x="955" y="1772"/>
                  </a:cubicBezTo>
                  <a:cubicBezTo>
                    <a:pt x="1070" y="1772"/>
                    <a:pt x="1185" y="1750"/>
                    <a:pt x="1294" y="1704"/>
                  </a:cubicBezTo>
                  <a:cubicBezTo>
                    <a:pt x="1625" y="1568"/>
                    <a:pt x="1842" y="1244"/>
                    <a:pt x="1842" y="886"/>
                  </a:cubicBezTo>
                  <a:cubicBezTo>
                    <a:pt x="1842" y="397"/>
                    <a:pt x="1445" y="1"/>
                    <a:pt x="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40"/>
        <p:cNvGrpSpPr/>
        <p:nvPr/>
      </p:nvGrpSpPr>
      <p:grpSpPr>
        <a:xfrm>
          <a:off x="0" y="0"/>
          <a:ext cx="0" cy="0"/>
          <a:chOff x="0" y="0"/>
          <a:chExt cx="0" cy="0"/>
        </a:xfrm>
      </p:grpSpPr>
      <p:sp>
        <p:nvSpPr>
          <p:cNvPr id="1041" name="Google Shape;1041;p61"/>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ALTERNATIVE RESOURCES</a:t>
            </a:r>
            <a:endParaRPr/>
          </a:p>
        </p:txBody>
      </p:sp>
      <p:pic>
        <p:nvPicPr>
          <p:cNvPr id="1042" name="Google Shape;1042;p61"/>
          <p:cNvPicPr preferRelativeResize="0"/>
          <p:nvPr/>
        </p:nvPicPr>
        <p:blipFill>
          <a:blip r:embed="rId3">
            <a:alphaModFix/>
          </a:blip>
          <a:stretch>
            <a:fillRect/>
          </a:stretch>
        </p:blipFill>
        <p:spPr>
          <a:xfrm>
            <a:off x="766950" y="1268863"/>
            <a:ext cx="1673550" cy="1862676"/>
          </a:xfrm>
          <a:prstGeom prst="rect">
            <a:avLst/>
          </a:prstGeom>
          <a:noFill/>
          <a:ln>
            <a:noFill/>
          </a:ln>
        </p:spPr>
      </p:pic>
      <p:pic>
        <p:nvPicPr>
          <p:cNvPr id="1043" name="Google Shape;1043;p61"/>
          <p:cNvPicPr preferRelativeResize="0"/>
          <p:nvPr/>
        </p:nvPicPr>
        <p:blipFill>
          <a:blip r:embed="rId4">
            <a:alphaModFix/>
          </a:blip>
          <a:stretch>
            <a:fillRect/>
          </a:stretch>
        </p:blipFill>
        <p:spPr>
          <a:xfrm>
            <a:off x="4306217" y="3309763"/>
            <a:ext cx="3681031" cy="1026575"/>
          </a:xfrm>
          <a:prstGeom prst="rect">
            <a:avLst/>
          </a:prstGeom>
          <a:noFill/>
          <a:ln>
            <a:noFill/>
          </a:ln>
        </p:spPr>
      </p:pic>
      <p:pic>
        <p:nvPicPr>
          <p:cNvPr id="1044" name="Google Shape;1044;p61"/>
          <p:cNvPicPr preferRelativeResize="0"/>
          <p:nvPr/>
        </p:nvPicPr>
        <p:blipFill>
          <a:blip r:embed="rId5">
            <a:alphaModFix/>
          </a:blip>
          <a:stretch>
            <a:fillRect/>
          </a:stretch>
        </p:blipFill>
        <p:spPr>
          <a:xfrm>
            <a:off x="2795738" y="1911892"/>
            <a:ext cx="1293851" cy="1601245"/>
          </a:xfrm>
          <a:prstGeom prst="rect">
            <a:avLst/>
          </a:prstGeom>
          <a:noFill/>
          <a:ln>
            <a:noFill/>
          </a:ln>
        </p:spPr>
      </p:pic>
      <p:pic>
        <p:nvPicPr>
          <p:cNvPr id="1045" name="Google Shape;1045;p61"/>
          <p:cNvPicPr preferRelativeResize="0"/>
          <p:nvPr/>
        </p:nvPicPr>
        <p:blipFill>
          <a:blip r:embed="rId6">
            <a:alphaModFix/>
          </a:blip>
          <a:stretch>
            <a:fillRect/>
          </a:stretch>
        </p:blipFill>
        <p:spPr>
          <a:xfrm rot="-633883">
            <a:off x="5683389" y="1614477"/>
            <a:ext cx="2418164" cy="1470199"/>
          </a:xfrm>
          <a:prstGeom prst="rect">
            <a:avLst/>
          </a:prstGeom>
          <a:noFill/>
          <a:ln>
            <a:noFill/>
          </a:ln>
        </p:spPr>
      </p:pic>
      <p:pic>
        <p:nvPicPr>
          <p:cNvPr id="1046" name="Google Shape;1046;p61"/>
          <p:cNvPicPr preferRelativeResize="0"/>
          <p:nvPr/>
        </p:nvPicPr>
        <p:blipFill>
          <a:blip r:embed="rId7">
            <a:alphaModFix/>
          </a:blip>
          <a:stretch>
            <a:fillRect/>
          </a:stretch>
        </p:blipFill>
        <p:spPr>
          <a:xfrm>
            <a:off x="1096200" y="3230751"/>
            <a:ext cx="2752674" cy="1184600"/>
          </a:xfrm>
          <a:prstGeom prst="rect">
            <a:avLst/>
          </a:prstGeom>
          <a:noFill/>
          <a:ln>
            <a:noFill/>
          </a:ln>
        </p:spPr>
      </p:pic>
      <p:pic>
        <p:nvPicPr>
          <p:cNvPr id="1047" name="Google Shape;1047;p61"/>
          <p:cNvPicPr preferRelativeResize="0"/>
          <p:nvPr/>
        </p:nvPicPr>
        <p:blipFill>
          <a:blip r:embed="rId8">
            <a:alphaModFix/>
          </a:blip>
          <a:stretch>
            <a:fillRect/>
          </a:stretch>
        </p:blipFill>
        <p:spPr>
          <a:xfrm>
            <a:off x="4444825" y="1197573"/>
            <a:ext cx="1427300" cy="13060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838"/>
        <p:cNvGrpSpPr/>
        <p:nvPr/>
      </p:nvGrpSpPr>
      <p:grpSpPr>
        <a:xfrm>
          <a:off x="0" y="0"/>
          <a:ext cx="0" cy="0"/>
          <a:chOff x="0" y="0"/>
          <a:chExt cx="0" cy="0"/>
        </a:xfrm>
      </p:grpSpPr>
      <p:grpSp>
        <p:nvGrpSpPr>
          <p:cNvPr id="4839" name="Google Shape;4839;p72"/>
          <p:cNvGrpSpPr/>
          <p:nvPr/>
        </p:nvGrpSpPr>
        <p:grpSpPr>
          <a:xfrm>
            <a:off x="716991" y="971306"/>
            <a:ext cx="845921" cy="690752"/>
            <a:chOff x="732428" y="1198513"/>
            <a:chExt cx="845921" cy="690752"/>
          </a:xfrm>
        </p:grpSpPr>
        <p:grpSp>
          <p:nvGrpSpPr>
            <p:cNvPr id="4840" name="Google Shape;4840;p72"/>
            <p:cNvGrpSpPr/>
            <p:nvPr/>
          </p:nvGrpSpPr>
          <p:grpSpPr>
            <a:xfrm>
              <a:off x="823030" y="1198513"/>
              <a:ext cx="755319" cy="690752"/>
              <a:chOff x="823030" y="1198513"/>
              <a:chExt cx="755319" cy="690752"/>
            </a:xfrm>
          </p:grpSpPr>
          <p:sp>
            <p:nvSpPr>
              <p:cNvPr id="4841" name="Google Shape;4841;p72"/>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3" name="Google Shape;4843;p72"/>
            <p:cNvGrpSpPr/>
            <p:nvPr/>
          </p:nvGrpSpPr>
          <p:grpSpPr>
            <a:xfrm>
              <a:off x="732428" y="1239937"/>
              <a:ext cx="739912" cy="607886"/>
              <a:chOff x="732428" y="1239937"/>
              <a:chExt cx="739912" cy="607886"/>
            </a:xfrm>
          </p:grpSpPr>
          <p:sp>
            <p:nvSpPr>
              <p:cNvPr id="4844" name="Google Shape;4844;p72"/>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6" name="Google Shape;4846;p72"/>
            <p:cNvGrpSpPr/>
            <p:nvPr/>
          </p:nvGrpSpPr>
          <p:grpSpPr>
            <a:xfrm>
              <a:off x="732428" y="1277018"/>
              <a:ext cx="702832" cy="533758"/>
              <a:chOff x="732428" y="1277018"/>
              <a:chExt cx="702832" cy="533758"/>
            </a:xfrm>
          </p:grpSpPr>
          <p:sp>
            <p:nvSpPr>
              <p:cNvPr id="4847" name="Google Shape;4847;p72"/>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9" name="Google Shape;4849;p72"/>
            <p:cNvGrpSpPr/>
            <p:nvPr/>
          </p:nvGrpSpPr>
          <p:grpSpPr>
            <a:xfrm>
              <a:off x="931170" y="1306653"/>
              <a:ext cx="647179" cy="474455"/>
              <a:chOff x="931170" y="1306653"/>
              <a:chExt cx="647179" cy="474455"/>
            </a:xfrm>
          </p:grpSpPr>
          <p:sp>
            <p:nvSpPr>
              <p:cNvPr id="4850" name="Google Shape;4850;p72"/>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2" name="Google Shape;4852;p72"/>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72"/>
          <p:cNvGrpSpPr/>
          <p:nvPr/>
        </p:nvGrpSpPr>
        <p:grpSpPr>
          <a:xfrm>
            <a:off x="3948600" y="971313"/>
            <a:ext cx="634656" cy="699982"/>
            <a:chOff x="5985650" y="2860025"/>
            <a:chExt cx="1396075" cy="1539775"/>
          </a:xfrm>
        </p:grpSpPr>
        <p:sp>
          <p:nvSpPr>
            <p:cNvPr id="4854" name="Google Shape;4854;p72"/>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6" name="Google Shape;4886;p72"/>
          <p:cNvGrpSpPr/>
          <p:nvPr/>
        </p:nvGrpSpPr>
        <p:grpSpPr>
          <a:xfrm>
            <a:off x="4704250" y="971306"/>
            <a:ext cx="725845" cy="699975"/>
            <a:chOff x="4249973" y="1201875"/>
            <a:chExt cx="1958568" cy="1888762"/>
          </a:xfrm>
        </p:grpSpPr>
        <p:sp>
          <p:nvSpPr>
            <p:cNvPr id="4887" name="Google Shape;4887;p72"/>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88" name="Google Shape;4888;p72"/>
            <p:cNvGrpSpPr/>
            <p:nvPr/>
          </p:nvGrpSpPr>
          <p:grpSpPr>
            <a:xfrm>
              <a:off x="5853086" y="1789142"/>
              <a:ext cx="355454" cy="1048099"/>
              <a:chOff x="5576108" y="2016725"/>
              <a:chExt cx="565200" cy="1666560"/>
            </a:xfrm>
          </p:grpSpPr>
          <p:sp>
            <p:nvSpPr>
              <p:cNvPr id="4889" name="Google Shape;4889;p72"/>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0" name="Google Shape;4890;p72"/>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1" name="Google Shape;4891;p72"/>
            <p:cNvGrpSpPr/>
            <p:nvPr/>
          </p:nvGrpSpPr>
          <p:grpSpPr>
            <a:xfrm>
              <a:off x="4869455" y="2691676"/>
              <a:ext cx="1013897" cy="398961"/>
              <a:chOff x="4012057" y="3451825"/>
              <a:chExt cx="1612175" cy="634379"/>
            </a:xfrm>
          </p:grpSpPr>
          <p:sp>
            <p:nvSpPr>
              <p:cNvPr id="4892" name="Google Shape;4892;p72"/>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3" name="Google Shape;4893;p72"/>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4" name="Google Shape;4894;p72"/>
            <p:cNvGrpSpPr/>
            <p:nvPr/>
          </p:nvGrpSpPr>
          <p:grpSpPr>
            <a:xfrm>
              <a:off x="4276937" y="2155961"/>
              <a:ext cx="651965" cy="891358"/>
              <a:chOff x="3069908" y="2599997"/>
              <a:chExt cx="1036675" cy="1417328"/>
            </a:xfrm>
          </p:grpSpPr>
          <p:sp>
            <p:nvSpPr>
              <p:cNvPr id="4895" name="Google Shape;4895;p72"/>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6" name="Google Shape;4896;p72"/>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7" name="Google Shape;4897;p72"/>
            <p:cNvGrpSpPr/>
            <p:nvPr/>
          </p:nvGrpSpPr>
          <p:grpSpPr>
            <a:xfrm>
              <a:off x="5054918" y="1201875"/>
              <a:ext cx="999548" cy="602711"/>
              <a:chOff x="4306958" y="1082925"/>
              <a:chExt cx="1589359" cy="958358"/>
            </a:xfrm>
          </p:grpSpPr>
          <p:sp>
            <p:nvSpPr>
              <p:cNvPr id="4898" name="Google Shape;4898;p72"/>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9" name="Google Shape;4899;p72"/>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0" name="Google Shape;4900;p72"/>
            <p:cNvGrpSpPr/>
            <p:nvPr/>
          </p:nvGrpSpPr>
          <p:grpSpPr>
            <a:xfrm>
              <a:off x="4249973" y="1303451"/>
              <a:ext cx="799317" cy="841334"/>
              <a:chOff x="3027033" y="1244439"/>
              <a:chExt cx="1270977" cy="1337786"/>
            </a:xfrm>
          </p:grpSpPr>
          <p:sp>
            <p:nvSpPr>
              <p:cNvPr id="4901" name="Google Shape;4901;p72"/>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902" name="Google Shape;4902;p72"/>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03" name="Google Shape;4903;p72"/>
          <p:cNvGrpSpPr/>
          <p:nvPr/>
        </p:nvGrpSpPr>
        <p:grpSpPr>
          <a:xfrm>
            <a:off x="4057114" y="1858087"/>
            <a:ext cx="750769" cy="683784"/>
            <a:chOff x="4204684" y="2104422"/>
            <a:chExt cx="699822" cy="637382"/>
          </a:xfrm>
        </p:grpSpPr>
        <p:grpSp>
          <p:nvGrpSpPr>
            <p:cNvPr id="4904" name="Google Shape;4904;p72"/>
            <p:cNvGrpSpPr/>
            <p:nvPr/>
          </p:nvGrpSpPr>
          <p:grpSpPr>
            <a:xfrm>
              <a:off x="4204684" y="2430067"/>
              <a:ext cx="342957" cy="311738"/>
              <a:chOff x="4204684" y="2430067"/>
              <a:chExt cx="342957" cy="311738"/>
            </a:xfrm>
          </p:grpSpPr>
          <p:sp>
            <p:nvSpPr>
              <p:cNvPr id="4905" name="Google Shape;4905;p72"/>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7" name="Google Shape;4907;p72"/>
            <p:cNvGrpSpPr/>
            <p:nvPr/>
          </p:nvGrpSpPr>
          <p:grpSpPr>
            <a:xfrm>
              <a:off x="4561586" y="2430067"/>
              <a:ext cx="342920" cy="311738"/>
              <a:chOff x="4561586" y="2430067"/>
              <a:chExt cx="342920" cy="311738"/>
            </a:xfrm>
          </p:grpSpPr>
          <p:sp>
            <p:nvSpPr>
              <p:cNvPr id="4908" name="Google Shape;4908;p72"/>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72"/>
            <p:cNvGrpSpPr/>
            <p:nvPr/>
          </p:nvGrpSpPr>
          <p:grpSpPr>
            <a:xfrm>
              <a:off x="4561586" y="2104422"/>
              <a:ext cx="342920" cy="311738"/>
              <a:chOff x="4561586" y="2104422"/>
              <a:chExt cx="342920" cy="311738"/>
            </a:xfrm>
          </p:grpSpPr>
          <p:sp>
            <p:nvSpPr>
              <p:cNvPr id="4911" name="Google Shape;4911;p72"/>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3" name="Google Shape;4913;p72"/>
            <p:cNvGrpSpPr/>
            <p:nvPr/>
          </p:nvGrpSpPr>
          <p:grpSpPr>
            <a:xfrm>
              <a:off x="4204684" y="2104422"/>
              <a:ext cx="342957" cy="311664"/>
              <a:chOff x="4204684" y="2104422"/>
              <a:chExt cx="342957" cy="311664"/>
            </a:xfrm>
          </p:grpSpPr>
          <p:sp>
            <p:nvSpPr>
              <p:cNvPr id="4914" name="Google Shape;4914;p72"/>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16" name="Google Shape;4916;p72"/>
          <p:cNvGrpSpPr/>
          <p:nvPr/>
        </p:nvGrpSpPr>
        <p:grpSpPr>
          <a:xfrm>
            <a:off x="5521547" y="971301"/>
            <a:ext cx="660591" cy="688867"/>
            <a:chOff x="5830645" y="1267368"/>
            <a:chExt cx="530340" cy="553040"/>
          </a:xfrm>
        </p:grpSpPr>
        <p:sp>
          <p:nvSpPr>
            <p:cNvPr id="4917" name="Google Shape;4917;p72"/>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8" name="Google Shape;4918;p72"/>
            <p:cNvGrpSpPr/>
            <p:nvPr/>
          </p:nvGrpSpPr>
          <p:grpSpPr>
            <a:xfrm>
              <a:off x="5830645" y="1267368"/>
              <a:ext cx="259743" cy="269909"/>
              <a:chOff x="5830645" y="1267368"/>
              <a:chExt cx="259743" cy="269909"/>
            </a:xfrm>
          </p:grpSpPr>
          <p:sp>
            <p:nvSpPr>
              <p:cNvPr id="4919" name="Google Shape;4919;p72"/>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1" name="Google Shape;4921;p72"/>
            <p:cNvGrpSpPr/>
            <p:nvPr/>
          </p:nvGrpSpPr>
          <p:grpSpPr>
            <a:xfrm>
              <a:off x="6101293" y="1267368"/>
              <a:ext cx="259692" cy="269909"/>
              <a:chOff x="6101293" y="1267368"/>
              <a:chExt cx="259692" cy="269909"/>
            </a:xfrm>
          </p:grpSpPr>
          <p:sp>
            <p:nvSpPr>
              <p:cNvPr id="4922" name="Google Shape;4922;p72"/>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4" name="Google Shape;4924;p72"/>
            <p:cNvGrpSpPr/>
            <p:nvPr/>
          </p:nvGrpSpPr>
          <p:grpSpPr>
            <a:xfrm>
              <a:off x="5830645" y="1550500"/>
              <a:ext cx="259692" cy="269909"/>
              <a:chOff x="5830645" y="1550500"/>
              <a:chExt cx="259692" cy="269909"/>
            </a:xfrm>
          </p:grpSpPr>
          <p:sp>
            <p:nvSpPr>
              <p:cNvPr id="4925" name="Google Shape;4925;p72"/>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7" name="Google Shape;4927;p72"/>
            <p:cNvGrpSpPr/>
            <p:nvPr/>
          </p:nvGrpSpPr>
          <p:grpSpPr>
            <a:xfrm>
              <a:off x="6101293" y="1550500"/>
              <a:ext cx="259692" cy="269909"/>
              <a:chOff x="6101293" y="1550500"/>
              <a:chExt cx="259692" cy="269909"/>
            </a:xfrm>
          </p:grpSpPr>
          <p:sp>
            <p:nvSpPr>
              <p:cNvPr id="4928" name="Google Shape;4928;p72"/>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0" name="Google Shape;4930;p72"/>
          <p:cNvGrpSpPr/>
          <p:nvPr/>
        </p:nvGrpSpPr>
        <p:grpSpPr>
          <a:xfrm>
            <a:off x="723700" y="1861760"/>
            <a:ext cx="697154" cy="679574"/>
            <a:chOff x="2679875" y="2361475"/>
            <a:chExt cx="780425" cy="760575"/>
          </a:xfrm>
        </p:grpSpPr>
        <p:sp>
          <p:nvSpPr>
            <p:cNvPr id="4931" name="Google Shape;4931;p72"/>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72"/>
          <p:cNvGrpSpPr/>
          <p:nvPr/>
        </p:nvGrpSpPr>
        <p:grpSpPr>
          <a:xfrm>
            <a:off x="3122859" y="971352"/>
            <a:ext cx="735829" cy="684547"/>
            <a:chOff x="3351965" y="1148808"/>
            <a:chExt cx="750770" cy="698375"/>
          </a:xfrm>
        </p:grpSpPr>
        <p:grpSp>
          <p:nvGrpSpPr>
            <p:cNvPr id="4938" name="Google Shape;4938;p72"/>
            <p:cNvGrpSpPr/>
            <p:nvPr/>
          </p:nvGrpSpPr>
          <p:grpSpPr>
            <a:xfrm>
              <a:off x="3586796" y="1148808"/>
              <a:ext cx="294857" cy="286830"/>
              <a:chOff x="3750225" y="1774000"/>
              <a:chExt cx="149575" cy="145525"/>
            </a:xfrm>
          </p:grpSpPr>
          <p:sp>
            <p:nvSpPr>
              <p:cNvPr id="4939" name="Google Shape;4939;p72"/>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1" name="Google Shape;4941;p72"/>
            <p:cNvGrpSpPr/>
            <p:nvPr/>
          </p:nvGrpSpPr>
          <p:grpSpPr>
            <a:xfrm>
              <a:off x="3779245" y="1375768"/>
              <a:ext cx="323490" cy="286978"/>
              <a:chOff x="3847850" y="1889150"/>
              <a:chExt cx="164100" cy="145600"/>
            </a:xfrm>
          </p:grpSpPr>
          <p:sp>
            <p:nvSpPr>
              <p:cNvPr id="4942" name="Google Shape;4942;p72"/>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4" name="Google Shape;4944;p72"/>
            <p:cNvGrpSpPr/>
            <p:nvPr/>
          </p:nvGrpSpPr>
          <p:grpSpPr>
            <a:xfrm>
              <a:off x="3351965" y="1330435"/>
              <a:ext cx="295449" cy="285401"/>
              <a:chOff x="3631100" y="1866150"/>
              <a:chExt cx="149875" cy="144800"/>
            </a:xfrm>
          </p:grpSpPr>
          <p:sp>
            <p:nvSpPr>
              <p:cNvPr id="4945" name="Google Shape;4945;p72"/>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7" name="Google Shape;4947;p72"/>
            <p:cNvGrpSpPr/>
            <p:nvPr/>
          </p:nvGrpSpPr>
          <p:grpSpPr>
            <a:xfrm>
              <a:off x="3548208" y="1560352"/>
              <a:ext cx="294808" cy="286830"/>
              <a:chOff x="3730650" y="1982800"/>
              <a:chExt cx="149550" cy="145525"/>
            </a:xfrm>
          </p:grpSpPr>
          <p:sp>
            <p:nvSpPr>
              <p:cNvPr id="4948" name="Google Shape;4948;p72"/>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50" name="Google Shape;4950;p72"/>
          <p:cNvGrpSpPr/>
          <p:nvPr/>
        </p:nvGrpSpPr>
        <p:grpSpPr>
          <a:xfrm>
            <a:off x="7624512" y="971306"/>
            <a:ext cx="804565" cy="677795"/>
            <a:chOff x="7636443" y="1204988"/>
            <a:chExt cx="804565" cy="677795"/>
          </a:xfrm>
        </p:grpSpPr>
        <p:grpSp>
          <p:nvGrpSpPr>
            <p:cNvPr id="4951" name="Google Shape;4951;p72"/>
            <p:cNvGrpSpPr/>
            <p:nvPr/>
          </p:nvGrpSpPr>
          <p:grpSpPr>
            <a:xfrm>
              <a:off x="7636443" y="1509705"/>
              <a:ext cx="804565" cy="373078"/>
              <a:chOff x="7636443" y="1509705"/>
              <a:chExt cx="804565" cy="373078"/>
            </a:xfrm>
          </p:grpSpPr>
          <p:sp>
            <p:nvSpPr>
              <p:cNvPr id="4952" name="Google Shape;4952;p72"/>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4" name="Google Shape;4954;p72"/>
            <p:cNvGrpSpPr/>
            <p:nvPr/>
          </p:nvGrpSpPr>
          <p:grpSpPr>
            <a:xfrm>
              <a:off x="7636443" y="1408133"/>
              <a:ext cx="804565" cy="373078"/>
              <a:chOff x="7636443" y="1408133"/>
              <a:chExt cx="804565" cy="373078"/>
            </a:xfrm>
          </p:grpSpPr>
          <p:sp>
            <p:nvSpPr>
              <p:cNvPr id="4955" name="Google Shape;4955;p72"/>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7" name="Google Shape;4957;p72"/>
            <p:cNvGrpSpPr/>
            <p:nvPr/>
          </p:nvGrpSpPr>
          <p:grpSpPr>
            <a:xfrm>
              <a:off x="7636443" y="1306560"/>
              <a:ext cx="804565" cy="373078"/>
              <a:chOff x="7636443" y="1306560"/>
              <a:chExt cx="804565" cy="373078"/>
            </a:xfrm>
          </p:grpSpPr>
          <p:sp>
            <p:nvSpPr>
              <p:cNvPr id="4958" name="Google Shape;4958;p72"/>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0" name="Google Shape;4960;p72"/>
            <p:cNvGrpSpPr/>
            <p:nvPr/>
          </p:nvGrpSpPr>
          <p:grpSpPr>
            <a:xfrm>
              <a:off x="7636443" y="1204988"/>
              <a:ext cx="804565" cy="373078"/>
              <a:chOff x="7636443" y="1204988"/>
              <a:chExt cx="804565" cy="373078"/>
            </a:xfrm>
          </p:grpSpPr>
          <p:sp>
            <p:nvSpPr>
              <p:cNvPr id="4961" name="Google Shape;4961;p72"/>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63" name="Google Shape;4963;p72"/>
          <p:cNvGrpSpPr/>
          <p:nvPr/>
        </p:nvGrpSpPr>
        <p:grpSpPr>
          <a:xfrm>
            <a:off x="4963358" y="1878721"/>
            <a:ext cx="661339" cy="661188"/>
            <a:chOff x="3990000" y="975400"/>
            <a:chExt cx="3934200" cy="3933300"/>
          </a:xfrm>
        </p:grpSpPr>
        <p:sp>
          <p:nvSpPr>
            <p:cNvPr id="4964" name="Google Shape;4964;p72"/>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8" name="Google Shape;4968;p72"/>
          <p:cNvGrpSpPr/>
          <p:nvPr/>
        </p:nvGrpSpPr>
        <p:grpSpPr>
          <a:xfrm>
            <a:off x="6607006" y="1857359"/>
            <a:ext cx="868881" cy="684241"/>
            <a:chOff x="6598259" y="2078634"/>
            <a:chExt cx="868881" cy="684241"/>
          </a:xfrm>
        </p:grpSpPr>
        <p:sp>
          <p:nvSpPr>
            <p:cNvPr id="4969" name="Google Shape;4969;p72"/>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75" name="Google Shape;4975;p72"/>
            <p:cNvGrpSpPr/>
            <p:nvPr/>
          </p:nvGrpSpPr>
          <p:grpSpPr>
            <a:xfrm>
              <a:off x="6808175" y="2078634"/>
              <a:ext cx="452229" cy="684241"/>
              <a:chOff x="6808175" y="2078634"/>
              <a:chExt cx="452229" cy="684241"/>
            </a:xfrm>
          </p:grpSpPr>
          <p:sp>
            <p:nvSpPr>
              <p:cNvPr id="4976" name="Google Shape;4976;p72"/>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82" name="Google Shape;4982;p72"/>
              <p:cNvGrpSpPr/>
              <p:nvPr/>
            </p:nvGrpSpPr>
            <p:grpSpPr>
              <a:xfrm>
                <a:off x="6821586" y="2078634"/>
                <a:ext cx="426871" cy="684241"/>
                <a:chOff x="6821586" y="2078634"/>
                <a:chExt cx="426871" cy="684241"/>
              </a:xfrm>
            </p:grpSpPr>
            <p:grpSp>
              <p:nvGrpSpPr>
                <p:cNvPr id="4983" name="Google Shape;4983;p72"/>
                <p:cNvGrpSpPr/>
                <p:nvPr/>
              </p:nvGrpSpPr>
              <p:grpSpPr>
                <a:xfrm>
                  <a:off x="6821586" y="2078634"/>
                  <a:ext cx="426871" cy="684241"/>
                  <a:chOff x="6821586" y="2078634"/>
                  <a:chExt cx="426871" cy="684241"/>
                </a:xfrm>
              </p:grpSpPr>
              <p:sp>
                <p:nvSpPr>
                  <p:cNvPr id="4984" name="Google Shape;4984;p72"/>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03" name="Google Shape;5003;p72"/>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009" name="Google Shape;5009;p72"/>
          <p:cNvGrpSpPr/>
          <p:nvPr/>
        </p:nvGrpSpPr>
        <p:grpSpPr>
          <a:xfrm>
            <a:off x="5780173" y="1862968"/>
            <a:ext cx="671358" cy="671358"/>
            <a:chOff x="6535625" y="760425"/>
            <a:chExt cx="1665900" cy="1665900"/>
          </a:xfrm>
        </p:grpSpPr>
        <p:sp>
          <p:nvSpPr>
            <p:cNvPr id="5010" name="Google Shape;5010;p72"/>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4" name="Google Shape;5014;p72"/>
          <p:cNvGrpSpPr/>
          <p:nvPr/>
        </p:nvGrpSpPr>
        <p:grpSpPr>
          <a:xfrm>
            <a:off x="716989" y="3531368"/>
            <a:ext cx="1340789" cy="640830"/>
            <a:chOff x="238125" y="1151100"/>
            <a:chExt cx="7139450" cy="3412300"/>
          </a:xfrm>
        </p:grpSpPr>
        <p:sp>
          <p:nvSpPr>
            <p:cNvPr id="5015" name="Google Shape;5015;p72"/>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7" name="Google Shape;5027;p72"/>
          <p:cNvGrpSpPr/>
          <p:nvPr/>
        </p:nvGrpSpPr>
        <p:grpSpPr>
          <a:xfrm>
            <a:off x="5584212" y="2734649"/>
            <a:ext cx="985357" cy="585764"/>
            <a:chOff x="5145061" y="2881789"/>
            <a:chExt cx="1107641" cy="658458"/>
          </a:xfrm>
        </p:grpSpPr>
        <p:grpSp>
          <p:nvGrpSpPr>
            <p:cNvPr id="5028" name="Google Shape;5028;p72"/>
            <p:cNvGrpSpPr/>
            <p:nvPr/>
          </p:nvGrpSpPr>
          <p:grpSpPr>
            <a:xfrm>
              <a:off x="5722989" y="3244587"/>
              <a:ext cx="529713" cy="295659"/>
              <a:chOff x="5722989" y="3244587"/>
              <a:chExt cx="529713" cy="295659"/>
            </a:xfrm>
          </p:grpSpPr>
          <p:sp>
            <p:nvSpPr>
              <p:cNvPr id="5029" name="Google Shape;5029;p72"/>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0" name="Google Shape;5030;p72"/>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1" name="Google Shape;5031;p72"/>
            <p:cNvGrpSpPr/>
            <p:nvPr/>
          </p:nvGrpSpPr>
          <p:grpSpPr>
            <a:xfrm>
              <a:off x="5145061" y="3244587"/>
              <a:ext cx="536807" cy="295659"/>
              <a:chOff x="5145061" y="3244587"/>
              <a:chExt cx="536807" cy="295659"/>
            </a:xfrm>
          </p:grpSpPr>
          <p:sp>
            <p:nvSpPr>
              <p:cNvPr id="5032" name="Google Shape;5032;p72"/>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3" name="Google Shape;5033;p72"/>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4" name="Google Shape;5034;p72"/>
            <p:cNvGrpSpPr/>
            <p:nvPr/>
          </p:nvGrpSpPr>
          <p:grpSpPr>
            <a:xfrm>
              <a:off x="5341327" y="2898245"/>
              <a:ext cx="532309" cy="614891"/>
              <a:chOff x="5341327" y="2898245"/>
              <a:chExt cx="532309" cy="614891"/>
            </a:xfrm>
          </p:grpSpPr>
          <p:sp>
            <p:nvSpPr>
              <p:cNvPr id="5035" name="Google Shape;5035;p72"/>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6" name="Google Shape;5036;p72"/>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7" name="Google Shape;5037;p72"/>
            <p:cNvGrpSpPr/>
            <p:nvPr/>
          </p:nvGrpSpPr>
          <p:grpSpPr>
            <a:xfrm>
              <a:off x="5532290" y="2881789"/>
              <a:ext cx="620516" cy="305456"/>
              <a:chOff x="5532290" y="2881789"/>
              <a:chExt cx="620516" cy="305456"/>
            </a:xfrm>
          </p:grpSpPr>
          <p:sp>
            <p:nvSpPr>
              <p:cNvPr id="5038" name="Google Shape;5038;p72"/>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9" name="Google Shape;5039;p72"/>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040" name="Google Shape;5040;p72"/>
          <p:cNvGrpSpPr/>
          <p:nvPr/>
        </p:nvGrpSpPr>
        <p:grpSpPr>
          <a:xfrm>
            <a:off x="8163135" y="3526707"/>
            <a:ext cx="269068" cy="645491"/>
            <a:chOff x="7026852" y="3311869"/>
            <a:chExt cx="434331" cy="1041954"/>
          </a:xfrm>
        </p:grpSpPr>
        <p:sp>
          <p:nvSpPr>
            <p:cNvPr id="5041" name="Google Shape;5041;p72"/>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4" name="Google Shape;5044;p72"/>
          <p:cNvGrpSpPr/>
          <p:nvPr/>
        </p:nvGrpSpPr>
        <p:grpSpPr>
          <a:xfrm>
            <a:off x="6179716" y="3565945"/>
            <a:ext cx="293882" cy="293836"/>
            <a:chOff x="4873519" y="3311869"/>
            <a:chExt cx="499374" cy="499296"/>
          </a:xfrm>
        </p:grpSpPr>
        <p:sp>
          <p:nvSpPr>
            <p:cNvPr id="5045" name="Google Shape;5045;p72"/>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7" name="Google Shape;5047;p72"/>
          <p:cNvGrpSpPr/>
          <p:nvPr/>
        </p:nvGrpSpPr>
        <p:grpSpPr>
          <a:xfrm>
            <a:off x="6179716" y="3878316"/>
            <a:ext cx="293882" cy="293882"/>
            <a:chOff x="4873519" y="3875839"/>
            <a:chExt cx="499374" cy="499374"/>
          </a:xfrm>
        </p:grpSpPr>
        <p:sp>
          <p:nvSpPr>
            <p:cNvPr id="5048" name="Google Shape;5048;p72"/>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72"/>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0" name="Google Shape;5050;p72"/>
          <p:cNvGrpSpPr/>
          <p:nvPr/>
        </p:nvGrpSpPr>
        <p:grpSpPr>
          <a:xfrm>
            <a:off x="2410244" y="1850269"/>
            <a:ext cx="698104" cy="698208"/>
            <a:chOff x="2565073" y="2075876"/>
            <a:chExt cx="672482" cy="672518"/>
          </a:xfrm>
        </p:grpSpPr>
        <p:sp>
          <p:nvSpPr>
            <p:cNvPr id="5051" name="Google Shape;5051;p72"/>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72"/>
          <p:cNvGrpSpPr/>
          <p:nvPr/>
        </p:nvGrpSpPr>
        <p:grpSpPr>
          <a:xfrm>
            <a:off x="5633655" y="3534869"/>
            <a:ext cx="438354" cy="637329"/>
            <a:chOff x="1697726" y="3244179"/>
            <a:chExt cx="788124" cy="1146069"/>
          </a:xfrm>
        </p:grpSpPr>
        <p:sp>
          <p:nvSpPr>
            <p:cNvPr id="5058" name="Google Shape;5058;p72"/>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60" name="Google Shape;5060;p72"/>
          <p:cNvSpPr/>
          <p:nvPr/>
        </p:nvSpPr>
        <p:spPr>
          <a:xfrm>
            <a:off x="8130914"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61" name="Google Shape;5061;p72"/>
          <p:cNvGrpSpPr/>
          <p:nvPr/>
        </p:nvGrpSpPr>
        <p:grpSpPr>
          <a:xfrm>
            <a:off x="7634869" y="1863232"/>
            <a:ext cx="799565" cy="670282"/>
            <a:chOff x="7617850" y="2063282"/>
            <a:chExt cx="799565" cy="670282"/>
          </a:xfrm>
        </p:grpSpPr>
        <p:cxnSp>
          <p:nvCxnSpPr>
            <p:cNvPr id="5062" name="Google Shape;5062;p72"/>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3" name="Google Shape;5063;p72"/>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4" name="Google Shape;5064;p72"/>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5" name="Google Shape;5065;p72"/>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6" name="Google Shape;5066;p72"/>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067" name="Google Shape;5067;p72"/>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068" name="Google Shape;5068;p72"/>
            <p:cNvGrpSpPr/>
            <p:nvPr/>
          </p:nvGrpSpPr>
          <p:grpSpPr>
            <a:xfrm>
              <a:off x="7734309" y="2063282"/>
              <a:ext cx="570957" cy="620095"/>
              <a:chOff x="7734309" y="2063282"/>
              <a:chExt cx="570957" cy="620095"/>
            </a:xfrm>
          </p:grpSpPr>
          <p:grpSp>
            <p:nvGrpSpPr>
              <p:cNvPr id="5069" name="Google Shape;5069;p72"/>
              <p:cNvGrpSpPr/>
              <p:nvPr/>
            </p:nvGrpSpPr>
            <p:grpSpPr>
              <a:xfrm>
                <a:off x="8031573" y="2063282"/>
                <a:ext cx="273693" cy="620095"/>
                <a:chOff x="8031573" y="2063282"/>
                <a:chExt cx="273693" cy="620095"/>
              </a:xfrm>
            </p:grpSpPr>
            <p:sp>
              <p:nvSpPr>
                <p:cNvPr id="5070" name="Google Shape;5070;p7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4" name="Google Shape;5074;p72"/>
              <p:cNvGrpSpPr/>
              <p:nvPr/>
            </p:nvGrpSpPr>
            <p:grpSpPr>
              <a:xfrm flipH="1">
                <a:off x="7734309" y="2063282"/>
                <a:ext cx="273693" cy="620095"/>
                <a:chOff x="8031573" y="2063282"/>
                <a:chExt cx="273693" cy="620095"/>
              </a:xfrm>
            </p:grpSpPr>
            <p:sp>
              <p:nvSpPr>
                <p:cNvPr id="5075" name="Google Shape;5075;p7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079" name="Google Shape;5079;p72"/>
          <p:cNvSpPr/>
          <p:nvPr/>
        </p:nvSpPr>
        <p:spPr>
          <a:xfrm>
            <a:off x="7095123"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rot="10800000">
            <a:off x="6581305"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1" name="Google Shape;5081;p72"/>
          <p:cNvGrpSpPr/>
          <p:nvPr/>
        </p:nvGrpSpPr>
        <p:grpSpPr>
          <a:xfrm>
            <a:off x="7821475" y="2716715"/>
            <a:ext cx="602567" cy="601884"/>
            <a:chOff x="1186975" y="238125"/>
            <a:chExt cx="5244275" cy="5238325"/>
          </a:xfrm>
        </p:grpSpPr>
        <p:sp>
          <p:nvSpPr>
            <p:cNvPr id="5082" name="Google Shape;5082;p72"/>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6" name="Google Shape;5086;p72"/>
          <p:cNvGrpSpPr/>
          <p:nvPr/>
        </p:nvGrpSpPr>
        <p:grpSpPr>
          <a:xfrm>
            <a:off x="3264213" y="1856199"/>
            <a:ext cx="651848" cy="687338"/>
            <a:chOff x="3400515" y="2056248"/>
            <a:chExt cx="698134" cy="735987"/>
          </a:xfrm>
        </p:grpSpPr>
        <p:grpSp>
          <p:nvGrpSpPr>
            <p:cNvPr id="5087" name="Google Shape;5087;p72"/>
            <p:cNvGrpSpPr/>
            <p:nvPr/>
          </p:nvGrpSpPr>
          <p:grpSpPr>
            <a:xfrm>
              <a:off x="3400515" y="2283913"/>
              <a:ext cx="312919" cy="219900"/>
              <a:chOff x="3400515" y="2283913"/>
              <a:chExt cx="312919" cy="219900"/>
            </a:xfrm>
          </p:grpSpPr>
          <p:sp>
            <p:nvSpPr>
              <p:cNvPr id="5088" name="Google Shape;5088;p72"/>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89" name="Google Shape;5089;p72"/>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090" name="Google Shape;5090;p72"/>
            <p:cNvGrpSpPr/>
            <p:nvPr/>
          </p:nvGrpSpPr>
          <p:grpSpPr>
            <a:xfrm>
              <a:off x="3547823" y="2461089"/>
              <a:ext cx="219900" cy="331146"/>
              <a:chOff x="3547823" y="2461089"/>
              <a:chExt cx="219900" cy="331146"/>
            </a:xfrm>
          </p:grpSpPr>
          <p:sp>
            <p:nvSpPr>
              <p:cNvPr id="5091" name="Google Shape;5091;p72"/>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2" name="Google Shape;5092;p72"/>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093" name="Google Shape;5093;p72"/>
            <p:cNvGrpSpPr/>
            <p:nvPr/>
          </p:nvGrpSpPr>
          <p:grpSpPr>
            <a:xfrm>
              <a:off x="3734138" y="2461089"/>
              <a:ext cx="219900" cy="331146"/>
              <a:chOff x="3734138" y="2461089"/>
              <a:chExt cx="219900" cy="331146"/>
            </a:xfrm>
          </p:grpSpPr>
          <p:sp>
            <p:nvSpPr>
              <p:cNvPr id="5094" name="Google Shape;5094;p72"/>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5" name="Google Shape;5095;p72"/>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096" name="Google Shape;5096;p72"/>
            <p:cNvGrpSpPr/>
            <p:nvPr/>
          </p:nvGrpSpPr>
          <p:grpSpPr>
            <a:xfrm>
              <a:off x="3787560" y="2281742"/>
              <a:ext cx="311089" cy="219900"/>
              <a:chOff x="3787560" y="2281742"/>
              <a:chExt cx="311089" cy="219900"/>
            </a:xfrm>
          </p:grpSpPr>
          <p:sp>
            <p:nvSpPr>
              <p:cNvPr id="5097" name="Google Shape;5097;p72"/>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8" name="Google Shape;5098;p72"/>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099" name="Google Shape;5099;p72"/>
            <p:cNvGrpSpPr/>
            <p:nvPr/>
          </p:nvGrpSpPr>
          <p:grpSpPr>
            <a:xfrm>
              <a:off x="3637290" y="2056248"/>
              <a:ext cx="219900" cy="330736"/>
              <a:chOff x="3637290" y="2056248"/>
              <a:chExt cx="219900" cy="330736"/>
            </a:xfrm>
          </p:grpSpPr>
          <p:sp>
            <p:nvSpPr>
              <p:cNvPr id="5100" name="Google Shape;5100;p72"/>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101" name="Google Shape;5101;p72"/>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102" name="Google Shape;5102;p72"/>
          <p:cNvGrpSpPr/>
          <p:nvPr/>
        </p:nvGrpSpPr>
        <p:grpSpPr>
          <a:xfrm>
            <a:off x="2555919" y="2726205"/>
            <a:ext cx="1268144" cy="592394"/>
            <a:chOff x="238125" y="1188750"/>
            <a:chExt cx="7140450" cy="3335550"/>
          </a:xfrm>
        </p:grpSpPr>
        <p:sp>
          <p:nvSpPr>
            <p:cNvPr id="5103" name="Google Shape;5103;p72"/>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8" name="Google Shape;5108;p72"/>
          <p:cNvGrpSpPr/>
          <p:nvPr/>
        </p:nvGrpSpPr>
        <p:grpSpPr>
          <a:xfrm>
            <a:off x="6663819" y="2728360"/>
            <a:ext cx="1053944" cy="590147"/>
            <a:chOff x="238125" y="1335475"/>
            <a:chExt cx="5418735" cy="3034175"/>
          </a:xfrm>
        </p:grpSpPr>
        <p:sp>
          <p:nvSpPr>
            <p:cNvPr id="5109" name="Google Shape;5109;p72"/>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2" name="Google Shape;5112;p72"/>
          <p:cNvGrpSpPr/>
          <p:nvPr/>
        </p:nvGrpSpPr>
        <p:grpSpPr>
          <a:xfrm>
            <a:off x="4094628" y="3533259"/>
            <a:ext cx="1268207" cy="638939"/>
            <a:chOff x="3967651" y="3645904"/>
            <a:chExt cx="1479304" cy="745292"/>
          </a:xfrm>
        </p:grpSpPr>
        <p:grpSp>
          <p:nvGrpSpPr>
            <p:cNvPr id="5113" name="Google Shape;5113;p72"/>
            <p:cNvGrpSpPr/>
            <p:nvPr/>
          </p:nvGrpSpPr>
          <p:grpSpPr>
            <a:xfrm>
              <a:off x="3967651" y="4009026"/>
              <a:ext cx="1479304" cy="382170"/>
              <a:chOff x="3967651" y="4009026"/>
              <a:chExt cx="1479304" cy="382170"/>
            </a:xfrm>
          </p:grpSpPr>
          <p:grpSp>
            <p:nvGrpSpPr>
              <p:cNvPr id="5114" name="Google Shape;5114;p72"/>
              <p:cNvGrpSpPr/>
              <p:nvPr/>
            </p:nvGrpSpPr>
            <p:grpSpPr>
              <a:xfrm>
                <a:off x="4892216" y="4195630"/>
                <a:ext cx="554739" cy="195566"/>
                <a:chOff x="3604375" y="4892160"/>
                <a:chExt cx="1651500" cy="582215"/>
              </a:xfrm>
            </p:grpSpPr>
            <p:sp>
              <p:nvSpPr>
                <p:cNvPr id="5115" name="Google Shape;5115;p72"/>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7" name="Google Shape;5117;p72"/>
              <p:cNvGrpSpPr/>
              <p:nvPr/>
            </p:nvGrpSpPr>
            <p:grpSpPr>
              <a:xfrm>
                <a:off x="3967651" y="4146303"/>
                <a:ext cx="579402" cy="244893"/>
                <a:chOff x="851875" y="4745310"/>
                <a:chExt cx="1724925" cy="729065"/>
              </a:xfrm>
            </p:grpSpPr>
            <p:sp>
              <p:nvSpPr>
                <p:cNvPr id="5118" name="Google Shape;5118;p72"/>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0" name="Google Shape;5120;p72"/>
              <p:cNvGrpSpPr/>
              <p:nvPr/>
            </p:nvGrpSpPr>
            <p:grpSpPr>
              <a:xfrm>
                <a:off x="4460753" y="4009026"/>
                <a:ext cx="493110" cy="382170"/>
                <a:chOff x="2319875" y="4336625"/>
                <a:chExt cx="1468025" cy="1137750"/>
              </a:xfrm>
            </p:grpSpPr>
            <p:sp>
              <p:nvSpPr>
                <p:cNvPr id="5121" name="Google Shape;5121;p72"/>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23" name="Google Shape;5123;p72"/>
            <p:cNvGrpSpPr/>
            <p:nvPr/>
          </p:nvGrpSpPr>
          <p:grpSpPr>
            <a:xfrm>
              <a:off x="4479443" y="3645904"/>
              <a:ext cx="455965" cy="388789"/>
              <a:chOff x="2957425" y="238100"/>
              <a:chExt cx="1910200" cy="1628775"/>
            </a:xfrm>
          </p:grpSpPr>
          <p:sp>
            <p:nvSpPr>
              <p:cNvPr id="5124" name="Google Shape;5124;p72"/>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34" name="Google Shape;5134;p72"/>
          <p:cNvGrpSpPr/>
          <p:nvPr/>
        </p:nvGrpSpPr>
        <p:grpSpPr>
          <a:xfrm>
            <a:off x="2480742" y="3534460"/>
            <a:ext cx="1243128" cy="637739"/>
            <a:chOff x="2496310" y="3693351"/>
            <a:chExt cx="1342906" cy="688926"/>
          </a:xfrm>
        </p:grpSpPr>
        <p:grpSp>
          <p:nvGrpSpPr>
            <p:cNvPr id="5135" name="Google Shape;5135;p72"/>
            <p:cNvGrpSpPr/>
            <p:nvPr/>
          </p:nvGrpSpPr>
          <p:grpSpPr>
            <a:xfrm>
              <a:off x="2496310" y="3693351"/>
              <a:ext cx="1342906" cy="688875"/>
              <a:chOff x="2496310" y="3693351"/>
              <a:chExt cx="1342906" cy="688875"/>
            </a:xfrm>
          </p:grpSpPr>
          <p:sp>
            <p:nvSpPr>
              <p:cNvPr id="5136" name="Google Shape;5136;p72"/>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42" name="Google Shape;5142;p72"/>
              <p:cNvCxnSpPr>
                <a:stCxn id="514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143" name="Google Shape;5143;p72"/>
              <p:cNvCxnSpPr>
                <a:stCxn id="513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144" name="Google Shape;5144;p72"/>
              <p:cNvCxnSpPr>
                <a:stCxn id="513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145" name="Google Shape;5145;p72"/>
              <p:cNvCxnSpPr>
                <a:stCxn id="514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146" name="Google Shape;5146;p72"/>
              <p:cNvCxnSpPr>
                <a:stCxn id="513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147" name="Google Shape;5147;p72"/>
            <p:cNvGrpSpPr/>
            <p:nvPr/>
          </p:nvGrpSpPr>
          <p:grpSpPr>
            <a:xfrm>
              <a:off x="2675275" y="3930557"/>
              <a:ext cx="1003306" cy="451719"/>
              <a:chOff x="2675275" y="4174282"/>
              <a:chExt cx="1003306" cy="451719"/>
            </a:xfrm>
          </p:grpSpPr>
          <p:sp>
            <p:nvSpPr>
              <p:cNvPr id="5148" name="Google Shape;5148;p72"/>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1" name="Google Shape;5151;p72"/>
          <p:cNvGrpSpPr/>
          <p:nvPr/>
        </p:nvGrpSpPr>
        <p:grpSpPr>
          <a:xfrm>
            <a:off x="1654412" y="971306"/>
            <a:ext cx="574511" cy="874709"/>
            <a:chOff x="1715404" y="1112080"/>
            <a:chExt cx="642270" cy="977984"/>
          </a:xfrm>
        </p:grpSpPr>
        <p:grpSp>
          <p:nvGrpSpPr>
            <p:cNvPr id="5152" name="Google Shape;5152;p72"/>
            <p:cNvGrpSpPr/>
            <p:nvPr/>
          </p:nvGrpSpPr>
          <p:grpSpPr>
            <a:xfrm>
              <a:off x="1715404" y="1112080"/>
              <a:ext cx="642270" cy="977984"/>
              <a:chOff x="1715404" y="1112080"/>
              <a:chExt cx="642270" cy="977984"/>
            </a:xfrm>
          </p:grpSpPr>
          <p:sp>
            <p:nvSpPr>
              <p:cNvPr id="5153" name="Google Shape;5153;p72"/>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5" name="Google Shape;5155;p72"/>
            <p:cNvGrpSpPr/>
            <p:nvPr/>
          </p:nvGrpSpPr>
          <p:grpSpPr>
            <a:xfrm>
              <a:off x="1768927" y="1165603"/>
              <a:ext cx="535225" cy="851367"/>
              <a:chOff x="1768927" y="1165603"/>
              <a:chExt cx="535225" cy="851367"/>
            </a:xfrm>
          </p:grpSpPr>
          <p:sp>
            <p:nvSpPr>
              <p:cNvPr id="5156" name="Google Shape;5156;p72"/>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8" name="Google Shape;5158;p72"/>
            <p:cNvGrpSpPr/>
            <p:nvPr/>
          </p:nvGrpSpPr>
          <p:grpSpPr>
            <a:xfrm>
              <a:off x="1822449" y="1219125"/>
              <a:ext cx="428180" cy="718859"/>
              <a:chOff x="1822449" y="1219125"/>
              <a:chExt cx="428180" cy="718859"/>
            </a:xfrm>
          </p:grpSpPr>
          <p:sp>
            <p:nvSpPr>
              <p:cNvPr id="5159" name="Google Shape;5159;p72"/>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1" name="Google Shape;5161;p72"/>
            <p:cNvGrpSpPr/>
            <p:nvPr/>
          </p:nvGrpSpPr>
          <p:grpSpPr>
            <a:xfrm>
              <a:off x="1875972" y="1272648"/>
              <a:ext cx="321135" cy="586939"/>
              <a:chOff x="1875972" y="1272648"/>
              <a:chExt cx="321135" cy="586939"/>
            </a:xfrm>
          </p:grpSpPr>
          <p:sp>
            <p:nvSpPr>
              <p:cNvPr id="5162" name="Google Shape;5162;p72"/>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64" name="Google Shape;5164;p72"/>
          <p:cNvGrpSpPr/>
          <p:nvPr/>
        </p:nvGrpSpPr>
        <p:grpSpPr>
          <a:xfrm>
            <a:off x="7761573" y="3528028"/>
            <a:ext cx="293855" cy="644170"/>
            <a:chOff x="241025" y="3151575"/>
            <a:chExt cx="293855" cy="644170"/>
          </a:xfrm>
        </p:grpSpPr>
        <p:sp>
          <p:nvSpPr>
            <p:cNvPr id="5165" name="Google Shape;5165;p72"/>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7" name="Google Shape;5167;p72"/>
          <p:cNvGrpSpPr/>
          <p:nvPr/>
        </p:nvGrpSpPr>
        <p:grpSpPr>
          <a:xfrm>
            <a:off x="709557" y="2728028"/>
            <a:ext cx="1779649" cy="591620"/>
            <a:chOff x="246070" y="1983375"/>
            <a:chExt cx="1855347" cy="616849"/>
          </a:xfrm>
        </p:grpSpPr>
        <p:sp>
          <p:nvSpPr>
            <p:cNvPr id="5168" name="Google Shape;5168;p72"/>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7" name="Google Shape;5177;p72"/>
          <p:cNvGrpSpPr/>
          <p:nvPr/>
        </p:nvGrpSpPr>
        <p:grpSpPr>
          <a:xfrm>
            <a:off x="2320424" y="971306"/>
            <a:ext cx="711055" cy="745993"/>
            <a:chOff x="2496269" y="1171698"/>
            <a:chExt cx="761953" cy="799392"/>
          </a:xfrm>
        </p:grpSpPr>
        <p:grpSp>
          <p:nvGrpSpPr>
            <p:cNvPr id="5178" name="Google Shape;5178;p72"/>
            <p:cNvGrpSpPr/>
            <p:nvPr/>
          </p:nvGrpSpPr>
          <p:grpSpPr>
            <a:xfrm>
              <a:off x="2496269" y="1171698"/>
              <a:ext cx="761953" cy="723022"/>
              <a:chOff x="2496269" y="1171698"/>
              <a:chExt cx="761953" cy="723022"/>
            </a:xfrm>
          </p:grpSpPr>
          <p:sp>
            <p:nvSpPr>
              <p:cNvPr id="5179" name="Google Shape;5179;p72"/>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72"/>
              <p:cNvGrpSpPr/>
              <p:nvPr/>
            </p:nvGrpSpPr>
            <p:grpSpPr>
              <a:xfrm>
                <a:off x="2496269" y="1171698"/>
                <a:ext cx="761953" cy="723022"/>
                <a:chOff x="2496269" y="1120652"/>
                <a:chExt cx="761953" cy="723022"/>
              </a:xfrm>
            </p:grpSpPr>
            <p:grpSp>
              <p:nvGrpSpPr>
                <p:cNvPr id="5182" name="Google Shape;5182;p72"/>
                <p:cNvGrpSpPr/>
                <p:nvPr/>
              </p:nvGrpSpPr>
              <p:grpSpPr>
                <a:xfrm>
                  <a:off x="2496269" y="1120652"/>
                  <a:ext cx="761953" cy="723022"/>
                  <a:chOff x="2496269" y="1120652"/>
                  <a:chExt cx="761953" cy="723022"/>
                </a:xfrm>
              </p:grpSpPr>
              <p:grpSp>
                <p:nvGrpSpPr>
                  <p:cNvPr id="5183" name="Google Shape;5183;p72"/>
                  <p:cNvGrpSpPr/>
                  <p:nvPr/>
                </p:nvGrpSpPr>
                <p:grpSpPr>
                  <a:xfrm>
                    <a:off x="2496269" y="1304589"/>
                    <a:ext cx="407089" cy="305057"/>
                    <a:chOff x="2496269" y="1304589"/>
                    <a:chExt cx="407089" cy="305057"/>
                  </a:xfrm>
                </p:grpSpPr>
                <p:sp>
                  <p:nvSpPr>
                    <p:cNvPr id="5184" name="Google Shape;5184;p72"/>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6" name="Google Shape;5186;p72"/>
                  <p:cNvGrpSpPr/>
                  <p:nvPr/>
                </p:nvGrpSpPr>
                <p:grpSpPr>
                  <a:xfrm>
                    <a:off x="2586468" y="1493376"/>
                    <a:ext cx="358850" cy="349656"/>
                    <a:chOff x="2586468" y="1493376"/>
                    <a:chExt cx="358850" cy="349656"/>
                  </a:xfrm>
                </p:grpSpPr>
                <p:sp>
                  <p:nvSpPr>
                    <p:cNvPr id="5187" name="Google Shape;5187;p72"/>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9" name="Google Shape;5189;p72"/>
                  <p:cNvGrpSpPr/>
                  <p:nvPr/>
                </p:nvGrpSpPr>
                <p:grpSpPr>
                  <a:xfrm>
                    <a:off x="2807939" y="1494024"/>
                    <a:ext cx="358857" cy="349650"/>
                    <a:chOff x="2807939" y="1494024"/>
                    <a:chExt cx="358857" cy="349650"/>
                  </a:xfrm>
                </p:grpSpPr>
                <p:sp>
                  <p:nvSpPr>
                    <p:cNvPr id="5190" name="Google Shape;5190;p72"/>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2" name="Google Shape;5192;p72"/>
                  <p:cNvGrpSpPr/>
                  <p:nvPr/>
                </p:nvGrpSpPr>
                <p:grpSpPr>
                  <a:xfrm>
                    <a:off x="2851133" y="1305635"/>
                    <a:ext cx="407089" cy="305057"/>
                    <a:chOff x="2851133" y="1305635"/>
                    <a:chExt cx="407089" cy="305057"/>
                  </a:xfrm>
                </p:grpSpPr>
                <p:sp>
                  <p:nvSpPr>
                    <p:cNvPr id="5193" name="Google Shape;5193;p72"/>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5" name="Google Shape;5195;p72"/>
                  <p:cNvGrpSpPr/>
                  <p:nvPr/>
                </p:nvGrpSpPr>
                <p:grpSpPr>
                  <a:xfrm>
                    <a:off x="2727495" y="1120652"/>
                    <a:ext cx="300271" cy="396358"/>
                    <a:chOff x="2727495" y="1120652"/>
                    <a:chExt cx="300271" cy="396358"/>
                  </a:xfrm>
                </p:grpSpPr>
                <p:sp>
                  <p:nvSpPr>
                    <p:cNvPr id="5196" name="Google Shape;5196;p72"/>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8" name="Google Shape;5198;p72"/>
                <p:cNvGrpSpPr/>
                <p:nvPr/>
              </p:nvGrpSpPr>
              <p:grpSpPr>
                <a:xfrm>
                  <a:off x="2722305" y="1350460"/>
                  <a:ext cx="308357" cy="308344"/>
                  <a:chOff x="2722305" y="1350460"/>
                  <a:chExt cx="308357" cy="308344"/>
                </a:xfrm>
              </p:grpSpPr>
              <p:sp>
                <p:nvSpPr>
                  <p:cNvPr id="5199" name="Google Shape;5199;p72"/>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0" name="Google Shape;5200;p72"/>
                  <p:cNvGrpSpPr/>
                  <p:nvPr/>
                </p:nvGrpSpPr>
                <p:grpSpPr>
                  <a:xfrm>
                    <a:off x="2725064" y="1364529"/>
                    <a:ext cx="297954" cy="280182"/>
                    <a:chOff x="2725064" y="1364529"/>
                    <a:chExt cx="297954" cy="280182"/>
                  </a:xfrm>
                </p:grpSpPr>
                <p:sp>
                  <p:nvSpPr>
                    <p:cNvPr id="5201" name="Google Shape;5201;p72"/>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206" name="Google Shape;5206;p72"/>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1" name="Google Shape;5211;p72"/>
          <p:cNvGrpSpPr/>
          <p:nvPr/>
        </p:nvGrpSpPr>
        <p:grpSpPr>
          <a:xfrm>
            <a:off x="3909124" y="2727412"/>
            <a:ext cx="1569144" cy="591015"/>
            <a:chOff x="3820100" y="3023049"/>
            <a:chExt cx="1303926" cy="491162"/>
          </a:xfrm>
        </p:grpSpPr>
        <p:grpSp>
          <p:nvGrpSpPr>
            <p:cNvPr id="5212" name="Google Shape;5212;p72"/>
            <p:cNvGrpSpPr/>
            <p:nvPr/>
          </p:nvGrpSpPr>
          <p:grpSpPr>
            <a:xfrm>
              <a:off x="3820100" y="3023072"/>
              <a:ext cx="1303926" cy="491139"/>
              <a:chOff x="3820100" y="3023072"/>
              <a:chExt cx="1303926" cy="491139"/>
            </a:xfrm>
          </p:grpSpPr>
          <p:sp>
            <p:nvSpPr>
              <p:cNvPr id="5213" name="Google Shape;5213;p72"/>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72"/>
            <p:cNvGrpSpPr/>
            <p:nvPr/>
          </p:nvGrpSpPr>
          <p:grpSpPr>
            <a:xfrm>
              <a:off x="4132439" y="3023645"/>
              <a:ext cx="393633" cy="177096"/>
              <a:chOff x="4132439" y="3023645"/>
              <a:chExt cx="393633" cy="177096"/>
            </a:xfrm>
          </p:grpSpPr>
          <p:sp>
            <p:nvSpPr>
              <p:cNvPr id="5216" name="Google Shape;5216;p72"/>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72"/>
            <p:cNvGrpSpPr/>
            <p:nvPr/>
          </p:nvGrpSpPr>
          <p:grpSpPr>
            <a:xfrm>
              <a:off x="3921811" y="3023049"/>
              <a:ext cx="1002397" cy="388943"/>
              <a:chOff x="3921811" y="3023049"/>
              <a:chExt cx="1002397" cy="388943"/>
            </a:xfrm>
          </p:grpSpPr>
          <p:sp>
            <p:nvSpPr>
              <p:cNvPr id="5219" name="Google Shape;5219;p72"/>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1" name="Google Shape;5221;p72"/>
            <p:cNvGrpSpPr/>
            <p:nvPr/>
          </p:nvGrpSpPr>
          <p:grpSpPr>
            <a:xfrm>
              <a:off x="4023645" y="3023049"/>
              <a:ext cx="683032" cy="286722"/>
              <a:chOff x="4023645" y="3023049"/>
              <a:chExt cx="683032" cy="286722"/>
            </a:xfrm>
          </p:grpSpPr>
          <p:sp>
            <p:nvSpPr>
              <p:cNvPr id="5222" name="Google Shape;5222;p72"/>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4" name="Google Shape;5224;p72"/>
          <p:cNvGrpSpPr/>
          <p:nvPr/>
        </p:nvGrpSpPr>
        <p:grpSpPr>
          <a:xfrm>
            <a:off x="1541246" y="1854257"/>
            <a:ext cx="713522" cy="688025"/>
            <a:chOff x="1706078" y="2092648"/>
            <a:chExt cx="660913" cy="637296"/>
          </a:xfrm>
        </p:grpSpPr>
        <p:sp>
          <p:nvSpPr>
            <p:cNvPr id="5225" name="Google Shape;5225;p72"/>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26" name="Google Shape;5226;p72"/>
            <p:cNvGrpSpPr/>
            <p:nvPr/>
          </p:nvGrpSpPr>
          <p:grpSpPr>
            <a:xfrm>
              <a:off x="1706078" y="2092648"/>
              <a:ext cx="660913" cy="575241"/>
              <a:chOff x="1706078" y="2092648"/>
              <a:chExt cx="660913" cy="575241"/>
            </a:xfrm>
          </p:grpSpPr>
          <p:sp>
            <p:nvSpPr>
              <p:cNvPr id="5227" name="Google Shape;5227;p72"/>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30" name="Google Shape;5230;p72"/>
          <p:cNvGrpSpPr/>
          <p:nvPr/>
        </p:nvGrpSpPr>
        <p:grpSpPr>
          <a:xfrm>
            <a:off x="6303104" y="971806"/>
            <a:ext cx="1317459" cy="684168"/>
            <a:chOff x="238125" y="999450"/>
            <a:chExt cx="7140700" cy="3708225"/>
          </a:xfrm>
        </p:grpSpPr>
        <p:sp>
          <p:nvSpPr>
            <p:cNvPr id="5231" name="Google Shape;5231;p72"/>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928</TotalTime>
  <Words>1469</Words>
  <Application>Microsoft Office PowerPoint</Application>
  <PresentationFormat>On-screen Show (16:9)</PresentationFormat>
  <Paragraphs>226</Paragraphs>
  <Slides>38</Slides>
  <Notes>37</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38</vt:i4>
      </vt:variant>
    </vt:vector>
  </HeadingPairs>
  <TitlesOfParts>
    <vt:vector size="48" baseType="lpstr">
      <vt:lpstr>Arial</vt:lpstr>
      <vt:lpstr>Roboto Medium</vt:lpstr>
      <vt:lpstr>Righteous</vt:lpstr>
      <vt:lpstr>Proxima Nova</vt:lpstr>
      <vt:lpstr>Comic Neue</vt:lpstr>
      <vt:lpstr>Proxima Nova Semibold</vt:lpstr>
      <vt:lpstr>Calibri</vt:lpstr>
      <vt:lpstr>Bebas Neue</vt:lpstr>
      <vt:lpstr>Movie Maker Animation Studios Style Workshop by Slidesgo</vt:lpstr>
      <vt:lpstr>Slidesgo Final Pages</vt:lpstr>
      <vt:lpstr>Auditions Analysis System</vt:lpstr>
      <vt:lpstr>Architecture Recap</vt:lpstr>
      <vt:lpstr>COMPONENT DIAGRAM</vt:lpstr>
      <vt:lpstr>Implementation Overview</vt:lpstr>
      <vt:lpstr>Overview</vt:lpstr>
      <vt:lpstr>Implementation Overview – System Workflow</vt:lpstr>
      <vt:lpstr>Functional Coverage Mapping</vt:lpstr>
      <vt:lpstr>Single-Stream Data Pipeline</vt:lpstr>
      <vt:lpstr>Code Structure &amp; Core Modules</vt:lpstr>
      <vt:lpstr>PowerPoint Presentation</vt:lpstr>
      <vt:lpstr>Architecture vs Implementation Alignment</vt:lpstr>
      <vt:lpstr>Design Rationale &amp; Technical Background</vt:lpstr>
      <vt:lpstr>Design Rationale - Architecture</vt:lpstr>
      <vt:lpstr>Alternatives Acknowledgement</vt:lpstr>
      <vt:lpstr>Technical Background</vt:lpstr>
      <vt:lpstr>Evaluation Methodology</vt:lpstr>
      <vt:lpstr>Quantitative</vt:lpstr>
      <vt:lpstr>System Stability, Risks, Challenges &amp;Next Steps</vt:lpstr>
      <vt:lpstr>System Stability &amp; Risks</vt:lpstr>
      <vt:lpstr>Challenges &amp; Next Steps</vt:lpstr>
      <vt:lpstr>Live Demo</vt:lpstr>
      <vt:lpstr>CONTENTS OF THIS TEMPLATE</vt:lpstr>
      <vt:lpstr>Theoretical lesson</vt:lpstr>
      <vt:lpstr>IMPORTANT LESSON</vt:lpstr>
      <vt:lpstr>WHAT IS THIS TOPIC ABOUT?</vt:lpstr>
      <vt:lpstr>Mercury</vt:lpstr>
      <vt:lpstr>RECOMMENDATIONS</vt:lpstr>
      <vt:lpstr>AWESOME WORDS</vt:lpstr>
      <vt:lpstr>A PICTURE ALWAYS REINFORCES THE CONCEPT</vt:lpstr>
      <vt:lpstr>DESKTOP SOFTWARE</vt:lpstr>
      <vt:lpstr>150,000</vt:lpstr>
      <vt:lpstr>9h 55m 23s</vt:lpstr>
      <vt:lpstr>PRACTICAL EXERCISE</vt:lpstr>
      <vt:lpstr>TOPIC DATA</vt:lpstr>
      <vt:lpstr>INTERNATIONAL WORKSHOP</vt:lpstr>
      <vt:lpstr>FILLED CINEMA ICON PACK</vt:lpstr>
      <vt:lpstr>ALTERNATIVE 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39</cp:revision>
  <dcterms:modified xsi:type="dcterms:W3CDTF">2026-03-28T11:42:07Z</dcterms:modified>
</cp:coreProperties>
</file>