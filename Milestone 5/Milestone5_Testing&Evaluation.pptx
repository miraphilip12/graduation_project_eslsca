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47"/>
  </p:notesMasterIdLst>
  <p:sldIdLst>
    <p:sldId id="256" r:id="rId2"/>
    <p:sldId id="298" r:id="rId3"/>
    <p:sldId id="299" r:id="rId4"/>
    <p:sldId id="300" r:id="rId5"/>
    <p:sldId id="301" r:id="rId6"/>
    <p:sldId id="302" r:id="rId7"/>
    <p:sldId id="303" r:id="rId8"/>
    <p:sldId id="304" r:id="rId9"/>
    <p:sldId id="305" r:id="rId10"/>
    <p:sldId id="306" r:id="rId11"/>
    <p:sldId id="307" r:id="rId12"/>
    <p:sldId id="308" r:id="rId13"/>
    <p:sldId id="261" r:id="rId14"/>
    <p:sldId id="259" r:id="rId15"/>
    <p:sldId id="309" r:id="rId16"/>
    <p:sldId id="310" r:id="rId17"/>
    <p:sldId id="265" r:id="rId18"/>
    <p:sldId id="311" r:id="rId19"/>
    <p:sldId id="290" r:id="rId20"/>
    <p:sldId id="312" r:id="rId21"/>
    <p:sldId id="313" r:id="rId22"/>
    <p:sldId id="258" r:id="rId23"/>
    <p:sldId id="260" r:id="rId24"/>
    <p:sldId id="262" r:id="rId25"/>
    <p:sldId id="264" r:id="rId26"/>
    <p:sldId id="266" r:id="rId27"/>
    <p:sldId id="267" r:id="rId28"/>
    <p:sldId id="272" r:id="rId29"/>
    <p:sldId id="274" r:id="rId30"/>
    <p:sldId id="275" r:id="rId31"/>
    <p:sldId id="277" r:id="rId32"/>
    <p:sldId id="278" r:id="rId33"/>
    <p:sldId id="280" r:id="rId34"/>
    <p:sldId id="281" r:id="rId35"/>
    <p:sldId id="282" r:id="rId36"/>
    <p:sldId id="285" r:id="rId37"/>
    <p:sldId id="286" r:id="rId38"/>
    <p:sldId id="287" r:id="rId39"/>
    <p:sldId id="288" r:id="rId40"/>
    <p:sldId id="289" r:id="rId41"/>
    <p:sldId id="292" r:id="rId42"/>
    <p:sldId id="293" r:id="rId43"/>
    <p:sldId id="294" r:id="rId44"/>
    <p:sldId id="296" r:id="rId45"/>
    <p:sldId id="297" r:id="rId46"/>
  </p:sldIdLst>
  <p:sldSz cx="9144000" cy="5143500" type="screen16x9"/>
  <p:notesSz cx="6858000" cy="9144000"/>
  <p:embeddedFontLst>
    <p:embeddedFont>
      <p:font typeface="Montserrat Medium" panose="020B0604020202020204" charset="0"/>
      <p:regular r:id="rId48"/>
      <p:bold r:id="rId49"/>
      <p:italic r:id="rId50"/>
      <p:boldItalic r:id="rId51"/>
    </p:embeddedFont>
    <p:embeddedFont>
      <p:font typeface="Fira Sans Extra Condensed" panose="020B0604020202020204" charset="0"/>
      <p:regular r:id="rId52"/>
      <p:bold r:id="rId53"/>
      <p:italic r:id="rId54"/>
      <p:boldItalic r:id="rId55"/>
    </p:embeddedFont>
    <p:embeddedFont>
      <p:font typeface="Quicksand" panose="020B0604020202020204" charset="0"/>
      <p:regular r:id="rId56"/>
      <p:bold r:id="rId57"/>
    </p:embeddedFont>
    <p:embeddedFont>
      <p:font typeface="Quicksand Light" panose="020B0604020202020204" charset="0"/>
      <p:regular r:id="rId58"/>
      <p:bold r:id="rId59"/>
    </p:embeddedFont>
    <p:embeddedFont>
      <p:font typeface="Bebas Neue" panose="020B0604020202020204" charset="0"/>
      <p:regular r:id="rId60"/>
    </p:embeddedFont>
    <p:embeddedFont>
      <p:font typeface="Montserrat" panose="020B0604020202020204" charset="0"/>
      <p:regular r:id="rId61"/>
      <p:bold r:id="rId62"/>
      <p:italic r:id="rId63"/>
      <p:boldItalic r:id="rId64"/>
    </p:embeddedFont>
    <p:embeddedFont>
      <p:font typeface="Quicksand Medium" panose="020B0604020202020204" charset="0"/>
      <p:regular r:id="rId65"/>
      <p:bold r:id="rId66"/>
    </p:embeddedFont>
    <p:embeddedFont>
      <p:font typeface="Montserrat Black" panose="020B0604020202020204" charset="0"/>
      <p:bold r:id="rId67"/>
      <p:boldItalic r:id="rId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4A799AC-BB72-4878-BA20-D60459698B90}">
  <a:tblStyle styleId="{B4A799AC-BB72-4878-BA20-D60459698B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46" y="23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63" Type="http://schemas.openxmlformats.org/officeDocument/2006/relationships/font" Target="fonts/font16.fntdata"/><Relationship Id="rId68" Type="http://schemas.openxmlformats.org/officeDocument/2006/relationships/font" Target="fonts/font21.fntdata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6.fntdata"/><Relationship Id="rId58" Type="http://schemas.openxmlformats.org/officeDocument/2006/relationships/font" Target="fonts/font11.fntdata"/><Relationship Id="rId66" Type="http://schemas.openxmlformats.org/officeDocument/2006/relationships/font" Target="fonts/font19.fntdata"/><Relationship Id="rId5" Type="http://schemas.openxmlformats.org/officeDocument/2006/relationships/slide" Target="slides/slide4.xml"/><Relationship Id="rId61" Type="http://schemas.openxmlformats.org/officeDocument/2006/relationships/font" Target="fonts/font1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1.fntdata"/><Relationship Id="rId56" Type="http://schemas.openxmlformats.org/officeDocument/2006/relationships/font" Target="fonts/font9.fntdata"/><Relationship Id="rId64" Type="http://schemas.openxmlformats.org/officeDocument/2006/relationships/font" Target="fonts/font17.fntdata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4.fntdata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2.fntdata"/><Relationship Id="rId67" Type="http://schemas.openxmlformats.org/officeDocument/2006/relationships/font" Target="fonts/font20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7.fntdata"/><Relationship Id="rId62" Type="http://schemas.openxmlformats.org/officeDocument/2006/relationships/font" Target="fonts/font15.fntdata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2.fntdata"/><Relationship Id="rId57" Type="http://schemas.openxmlformats.org/officeDocument/2006/relationships/font" Target="fonts/font10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5.fntdata"/><Relationship Id="rId60" Type="http://schemas.openxmlformats.org/officeDocument/2006/relationships/font" Target="fonts/font13.fntdata"/><Relationship Id="rId65" Type="http://schemas.openxmlformats.org/officeDocument/2006/relationships/font" Target="fonts/font1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font" Target="fonts/font3.fntdata"/><Relationship Id="rId55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578fe0731a_1_2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578fe0731a_1_2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8510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33845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13059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43166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8129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40086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4577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20477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94902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73651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25227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435532658d_0_449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435532658d_0_449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1578fe0731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1578fe0731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41432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4683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1435532658d_0_460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1435532658d_0_460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92250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2490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84217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1435532658d_0_446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1435532658d_0_446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142b926f97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142b926f97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1435532658d_0_45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1435532658d_0_455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1435532658d_0_458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1435532658d_0_458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142b926f978_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142b926f978_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435532658d_0_46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435532658d_0_46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1435532658d_0_47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1435532658d_0_47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1435532658d_0_474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1435532658d_0_474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1435532658d_0_476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1435532658d_0_476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1435532658d_0_480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1435532658d_0_480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g1435532658d_0_48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3" name="Google Shape;743;g1435532658d_0_48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1435532658d_0_484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1435532658d_0_484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1435532658d_0_487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1435532658d_0_487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1435532658d_0_489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1" name="Google Shape;851;g1435532658d_0_489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g1435532658d_0_49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" name="Google Shape;948;g1435532658d_0_49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1435532658d_0_495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1435532658d_0_495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g1435532658d_0_498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2" name="Google Shape;962;g1435532658d_0_498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g1435532658d_0_500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6" name="Google Shape;986;g1435532658d_0_500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g1435532658d_0_50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5" name="Google Shape;995;g1435532658d_0_50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g1435532658d_0_504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9" name="Google Shape;1079;g1435532658d_0_504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g142b926f97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9" name="Google Shape;1119;g142b926f97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1435532658d_0_50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0" name="Google Shape;1130;g1435532658d_0_50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g1435532658d_0_50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7" name="Google Shape;1157;g1435532658d_0_50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Google Shape;1171;g1435532658d_0_50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2" name="Google Shape;1172;g1435532658d_0_50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-15000"/>
            <a:ext cx="4572000" cy="5173500"/>
          </a:xfrm>
          <a:prstGeom prst="rect">
            <a:avLst/>
          </a:prstGeom>
          <a:solidFill>
            <a:srgbClr val="3838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5100" y="963000"/>
            <a:ext cx="3704400" cy="2816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8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715700" y="3779400"/>
            <a:ext cx="37032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0" y="-30125"/>
            <a:ext cx="4572000" cy="517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720000" y="534499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0"/>
            <a:ext cx="45861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4343"/>
              </a:solidFill>
            </a:endParaRPr>
          </a:p>
        </p:txBody>
      </p:sp>
      <p:sp>
        <p:nvSpPr>
          <p:cNvPr id="24" name="Google Shape;24;p5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1568050" y="1542150"/>
            <a:ext cx="27432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48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2"/>
          </p:nvPr>
        </p:nvSpPr>
        <p:spPr>
          <a:xfrm>
            <a:off x="4832775" y="1542150"/>
            <a:ext cx="27432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48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3"/>
          </p:nvPr>
        </p:nvSpPr>
        <p:spPr>
          <a:xfrm>
            <a:off x="1568050" y="2331763"/>
            <a:ext cx="2743200" cy="218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4"/>
          </p:nvPr>
        </p:nvSpPr>
        <p:spPr>
          <a:xfrm>
            <a:off x="4832775" y="2331763"/>
            <a:ext cx="2743200" cy="218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52969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571175" y="1017700"/>
            <a:ext cx="36576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571175" y="1514200"/>
            <a:ext cx="3657600" cy="16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latin typeface="Quicksand"/>
                <a:ea typeface="Quicksand"/>
                <a:cs typeface="Quicksand"/>
                <a:sym typeface="Quicksand"/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1388100" y="1202325"/>
            <a:ext cx="6367800" cy="26244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dk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2161200" y="1364363"/>
            <a:ext cx="4821600" cy="2220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15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2161200" y="3546938"/>
            <a:ext cx="4821600" cy="99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729925"/>
            <a:ext cx="6576000" cy="17832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subTitle" idx="1"/>
          </p:nvPr>
        </p:nvSpPr>
        <p:spPr>
          <a:xfrm>
            <a:off x="1284000" y="3513125"/>
            <a:ext cx="6576000" cy="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5">
  <p:cSld name="SECTION_HEADER_5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/>
          <p:nvPr/>
        </p:nvSpPr>
        <p:spPr>
          <a:xfrm>
            <a:off x="0" y="-30125"/>
            <a:ext cx="4572000" cy="517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033100" y="2422350"/>
            <a:ext cx="3538800" cy="16185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title" idx="2" hasCustomPrompt="1"/>
          </p:nvPr>
        </p:nvSpPr>
        <p:spPr>
          <a:xfrm>
            <a:off x="1033200" y="940950"/>
            <a:ext cx="3538800" cy="1481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4">
  <p:cSld name="SECTION_HEADER_4_1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/>
          <p:nvPr/>
        </p:nvSpPr>
        <p:spPr>
          <a:xfrm>
            <a:off x="0" y="-30125"/>
            <a:ext cx="4572000" cy="517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title"/>
          </p:nvPr>
        </p:nvSpPr>
        <p:spPr>
          <a:xfrm>
            <a:off x="715100" y="1371500"/>
            <a:ext cx="3657600" cy="1664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title" idx="2" hasCustomPrompt="1"/>
          </p:nvPr>
        </p:nvSpPr>
        <p:spPr>
          <a:xfrm>
            <a:off x="715100" y="3035600"/>
            <a:ext cx="3657600" cy="15729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_HEADER_3_1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/>
          <p:nvPr/>
        </p:nvSpPr>
        <p:spPr>
          <a:xfrm>
            <a:off x="0" y="-30125"/>
            <a:ext cx="4572000" cy="517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/>
          </p:nvPr>
        </p:nvSpPr>
        <p:spPr>
          <a:xfrm>
            <a:off x="4572000" y="2352150"/>
            <a:ext cx="3924300" cy="15729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67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2" hasCustomPrompt="1"/>
          </p:nvPr>
        </p:nvSpPr>
        <p:spPr>
          <a:xfrm>
            <a:off x="4572000" y="688050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2_1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/>
          <p:nvPr/>
        </p:nvSpPr>
        <p:spPr>
          <a:xfrm>
            <a:off x="0" y="-30125"/>
            <a:ext cx="4572000" cy="517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6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title"/>
          </p:nvPr>
        </p:nvSpPr>
        <p:spPr>
          <a:xfrm>
            <a:off x="715100" y="2414000"/>
            <a:ext cx="4937700" cy="16641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title" idx="2" hasCustomPrompt="1"/>
          </p:nvPr>
        </p:nvSpPr>
        <p:spPr>
          <a:xfrm>
            <a:off x="715100" y="749900"/>
            <a:ext cx="4937700" cy="1664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title" hasCustomPrompt="1"/>
          </p:nvPr>
        </p:nvSpPr>
        <p:spPr>
          <a:xfrm>
            <a:off x="720000" y="1214275"/>
            <a:ext cx="2336400" cy="593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0" rIns="91425" bIns="0" anchor="ctr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9" name="Google Shape;79;p18"/>
          <p:cNvSpPr txBox="1">
            <a:spLocks noGrp="1"/>
          </p:cNvSpPr>
          <p:nvPr>
            <p:ph type="subTitle" idx="1"/>
          </p:nvPr>
        </p:nvSpPr>
        <p:spPr>
          <a:xfrm>
            <a:off x="720000" y="2139786"/>
            <a:ext cx="23364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title" idx="2" hasCustomPrompt="1"/>
          </p:nvPr>
        </p:nvSpPr>
        <p:spPr>
          <a:xfrm>
            <a:off x="3403800" y="1214275"/>
            <a:ext cx="2336400" cy="593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0" rIns="91425" bIns="0" anchor="ctr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1" name="Google Shape;81;p18"/>
          <p:cNvSpPr txBox="1">
            <a:spLocks noGrp="1"/>
          </p:cNvSpPr>
          <p:nvPr>
            <p:ph type="subTitle" idx="3"/>
          </p:nvPr>
        </p:nvSpPr>
        <p:spPr>
          <a:xfrm>
            <a:off x="3403800" y="2139786"/>
            <a:ext cx="23364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title" idx="4" hasCustomPrompt="1"/>
          </p:nvPr>
        </p:nvSpPr>
        <p:spPr>
          <a:xfrm>
            <a:off x="6087600" y="1214275"/>
            <a:ext cx="2336400" cy="593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0" rIns="91425" bIns="0" anchor="ctr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3" name="Google Shape;83;p18"/>
          <p:cNvSpPr txBox="1">
            <a:spLocks noGrp="1"/>
          </p:cNvSpPr>
          <p:nvPr>
            <p:ph type="subTitle" idx="5"/>
          </p:nvPr>
        </p:nvSpPr>
        <p:spPr>
          <a:xfrm>
            <a:off x="6087600" y="2139786"/>
            <a:ext cx="23364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6" hasCustomPrompt="1"/>
          </p:nvPr>
        </p:nvSpPr>
        <p:spPr>
          <a:xfrm>
            <a:off x="720000" y="3003675"/>
            <a:ext cx="2336400" cy="593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0" rIns="91425" bIns="0" anchor="ctr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5" name="Google Shape;85;p18"/>
          <p:cNvSpPr txBox="1">
            <a:spLocks noGrp="1"/>
          </p:cNvSpPr>
          <p:nvPr>
            <p:ph type="subTitle" idx="7"/>
          </p:nvPr>
        </p:nvSpPr>
        <p:spPr>
          <a:xfrm>
            <a:off x="720000" y="3950503"/>
            <a:ext cx="23364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title" idx="8" hasCustomPrompt="1"/>
          </p:nvPr>
        </p:nvSpPr>
        <p:spPr>
          <a:xfrm>
            <a:off x="3403800" y="3003675"/>
            <a:ext cx="2336400" cy="593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0" rIns="91425" bIns="0" anchor="ctr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subTitle" idx="9"/>
          </p:nvPr>
        </p:nvSpPr>
        <p:spPr>
          <a:xfrm>
            <a:off x="3403800" y="3950503"/>
            <a:ext cx="23364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title" idx="13" hasCustomPrompt="1"/>
          </p:nvPr>
        </p:nvSpPr>
        <p:spPr>
          <a:xfrm>
            <a:off x="6087600" y="3003675"/>
            <a:ext cx="2336400" cy="593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0" rIns="91425" bIns="0" anchor="ctr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accent6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9" name="Google Shape;89;p18"/>
          <p:cNvSpPr txBox="1">
            <a:spLocks noGrp="1"/>
          </p:cNvSpPr>
          <p:nvPr>
            <p:ph type="subTitle" idx="14"/>
          </p:nvPr>
        </p:nvSpPr>
        <p:spPr>
          <a:xfrm>
            <a:off x="6087600" y="3950503"/>
            <a:ext cx="23364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8"/>
          <p:cNvSpPr txBox="1">
            <a:spLocks noGrp="1"/>
          </p:cNvSpPr>
          <p:nvPr>
            <p:ph type="title" idx="15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8"/>
          <p:cNvSpPr txBox="1">
            <a:spLocks noGrp="1"/>
          </p:cNvSpPr>
          <p:nvPr>
            <p:ph type="subTitle" idx="16"/>
          </p:nvPr>
        </p:nvSpPr>
        <p:spPr>
          <a:xfrm>
            <a:off x="715100" y="1883875"/>
            <a:ext cx="2336400" cy="25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18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2" name="Google Shape;92;p18"/>
          <p:cNvSpPr txBox="1">
            <a:spLocks noGrp="1"/>
          </p:cNvSpPr>
          <p:nvPr>
            <p:ph type="subTitle" idx="17"/>
          </p:nvPr>
        </p:nvSpPr>
        <p:spPr>
          <a:xfrm>
            <a:off x="3403800" y="1883875"/>
            <a:ext cx="2336400" cy="25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18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subTitle" idx="18"/>
          </p:nvPr>
        </p:nvSpPr>
        <p:spPr>
          <a:xfrm>
            <a:off x="6092500" y="1883875"/>
            <a:ext cx="2336400" cy="25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18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4" name="Google Shape;94;p18"/>
          <p:cNvSpPr txBox="1">
            <a:spLocks noGrp="1"/>
          </p:cNvSpPr>
          <p:nvPr>
            <p:ph type="subTitle" idx="19"/>
          </p:nvPr>
        </p:nvSpPr>
        <p:spPr>
          <a:xfrm>
            <a:off x="715100" y="3694600"/>
            <a:ext cx="2336400" cy="25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18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5" name="Google Shape;95;p18"/>
          <p:cNvSpPr txBox="1">
            <a:spLocks noGrp="1"/>
          </p:cNvSpPr>
          <p:nvPr>
            <p:ph type="subTitle" idx="20"/>
          </p:nvPr>
        </p:nvSpPr>
        <p:spPr>
          <a:xfrm>
            <a:off x="3403800" y="3694600"/>
            <a:ext cx="2336400" cy="25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18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6" name="Google Shape;96;p18"/>
          <p:cNvSpPr txBox="1">
            <a:spLocks noGrp="1"/>
          </p:cNvSpPr>
          <p:nvPr>
            <p:ph type="subTitle" idx="21"/>
          </p:nvPr>
        </p:nvSpPr>
        <p:spPr>
          <a:xfrm>
            <a:off x="6092500" y="3694600"/>
            <a:ext cx="2336400" cy="25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18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19"/>
          <p:cNvSpPr txBox="1">
            <a:spLocks noGrp="1"/>
          </p:cNvSpPr>
          <p:nvPr>
            <p:ph type="title"/>
          </p:nvPr>
        </p:nvSpPr>
        <p:spPr>
          <a:xfrm>
            <a:off x="1581900" y="3791975"/>
            <a:ext cx="5980200" cy="479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subTitle" idx="1"/>
          </p:nvPr>
        </p:nvSpPr>
        <p:spPr>
          <a:xfrm>
            <a:off x="1581900" y="1611725"/>
            <a:ext cx="5980200" cy="20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000">
                <a:solidFill>
                  <a:schemeClr val="lt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/>
          <p:nvPr/>
        </p:nvSpPr>
        <p:spPr>
          <a:xfrm flipH="1">
            <a:off x="4572000" y="-30125"/>
            <a:ext cx="4572000" cy="51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20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0"/>
          <p:cNvSpPr txBox="1">
            <a:spLocks noGrp="1"/>
          </p:cNvSpPr>
          <p:nvPr>
            <p:ph type="subTitle" idx="1"/>
          </p:nvPr>
        </p:nvSpPr>
        <p:spPr>
          <a:xfrm>
            <a:off x="4765575" y="1657350"/>
            <a:ext cx="3657600" cy="18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0"/>
          <p:cNvSpPr txBox="1">
            <a:spLocks noGrp="1"/>
          </p:cNvSpPr>
          <p:nvPr>
            <p:ph type="title"/>
          </p:nvPr>
        </p:nvSpPr>
        <p:spPr>
          <a:xfrm>
            <a:off x="715100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5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21"/>
          <p:cNvSpPr txBox="1">
            <a:spLocks noGrp="1"/>
          </p:cNvSpPr>
          <p:nvPr>
            <p:ph type="subTitle" idx="1"/>
          </p:nvPr>
        </p:nvSpPr>
        <p:spPr>
          <a:xfrm>
            <a:off x="4571175" y="1593734"/>
            <a:ext cx="3657600" cy="25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9" name="Google Shape;109;p21"/>
          <p:cNvSpPr txBox="1">
            <a:spLocks noGrp="1"/>
          </p:cNvSpPr>
          <p:nvPr>
            <p:ph type="title"/>
          </p:nvPr>
        </p:nvSpPr>
        <p:spPr>
          <a:xfrm>
            <a:off x="4572000" y="1017725"/>
            <a:ext cx="3657600" cy="5760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ubTitle" idx="1"/>
          </p:nvPr>
        </p:nvSpPr>
        <p:spPr>
          <a:xfrm>
            <a:off x="7200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subTitle" idx="2"/>
          </p:nvPr>
        </p:nvSpPr>
        <p:spPr>
          <a:xfrm>
            <a:off x="7200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subTitle" idx="3"/>
          </p:nvPr>
        </p:nvSpPr>
        <p:spPr>
          <a:xfrm>
            <a:off x="34038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2"/>
          <p:cNvSpPr txBox="1">
            <a:spLocks noGrp="1"/>
          </p:cNvSpPr>
          <p:nvPr>
            <p:ph type="subTitle" idx="4"/>
          </p:nvPr>
        </p:nvSpPr>
        <p:spPr>
          <a:xfrm>
            <a:off x="60876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2"/>
          <p:cNvSpPr txBox="1">
            <a:spLocks noGrp="1"/>
          </p:cNvSpPr>
          <p:nvPr>
            <p:ph type="title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17" name="Google Shape;117;p22"/>
          <p:cNvSpPr txBox="1">
            <a:spLocks noGrp="1"/>
          </p:cNvSpPr>
          <p:nvPr>
            <p:ph type="subTitle" idx="5"/>
          </p:nvPr>
        </p:nvSpPr>
        <p:spPr>
          <a:xfrm>
            <a:off x="34038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8" name="Google Shape;118;p22"/>
          <p:cNvSpPr txBox="1">
            <a:spLocks noGrp="1"/>
          </p:cNvSpPr>
          <p:nvPr>
            <p:ph type="subTitle" idx="6"/>
          </p:nvPr>
        </p:nvSpPr>
        <p:spPr>
          <a:xfrm>
            <a:off x="60876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subTitle" idx="1"/>
          </p:nvPr>
        </p:nvSpPr>
        <p:spPr>
          <a:xfrm>
            <a:off x="715100" y="1321525"/>
            <a:ext cx="26649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ubTitle" idx="2"/>
          </p:nvPr>
        </p:nvSpPr>
        <p:spPr>
          <a:xfrm>
            <a:off x="715100" y="1778200"/>
            <a:ext cx="2664900" cy="933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subTitle" idx="3"/>
          </p:nvPr>
        </p:nvSpPr>
        <p:spPr>
          <a:xfrm>
            <a:off x="5339875" y="1778200"/>
            <a:ext cx="2664900" cy="93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subTitle" idx="4"/>
          </p:nvPr>
        </p:nvSpPr>
        <p:spPr>
          <a:xfrm>
            <a:off x="715100" y="3675800"/>
            <a:ext cx="2664900" cy="93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subTitle" idx="5"/>
          </p:nvPr>
        </p:nvSpPr>
        <p:spPr>
          <a:xfrm>
            <a:off x="5343775" y="3675800"/>
            <a:ext cx="2661000" cy="93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3"/>
          <p:cNvSpPr txBox="1">
            <a:spLocks noGrp="1"/>
          </p:cNvSpPr>
          <p:nvPr>
            <p:ph type="title"/>
          </p:nvPr>
        </p:nvSpPr>
        <p:spPr>
          <a:xfrm>
            <a:off x="715100" y="535336"/>
            <a:ext cx="77091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3"/>
          <p:cNvSpPr txBox="1">
            <a:spLocks noGrp="1"/>
          </p:cNvSpPr>
          <p:nvPr>
            <p:ph type="subTitle" idx="6"/>
          </p:nvPr>
        </p:nvSpPr>
        <p:spPr>
          <a:xfrm>
            <a:off x="715100" y="3181125"/>
            <a:ext cx="26649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7"/>
          </p:nvPr>
        </p:nvSpPr>
        <p:spPr>
          <a:xfrm>
            <a:off x="5339875" y="3181125"/>
            <a:ext cx="26649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8"/>
          </p:nvPr>
        </p:nvSpPr>
        <p:spPr>
          <a:xfrm>
            <a:off x="5339875" y="1321525"/>
            <a:ext cx="26649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title"/>
          </p:nvPr>
        </p:nvSpPr>
        <p:spPr>
          <a:xfrm>
            <a:off x="720000" y="535336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ubTitle" idx="1"/>
          </p:nvPr>
        </p:nvSpPr>
        <p:spPr>
          <a:xfrm>
            <a:off x="1056302" y="2152586"/>
            <a:ext cx="18249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2"/>
          </p:nvPr>
        </p:nvSpPr>
        <p:spPr>
          <a:xfrm>
            <a:off x="3668188" y="2152586"/>
            <a:ext cx="18288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subTitle" idx="3"/>
          </p:nvPr>
        </p:nvSpPr>
        <p:spPr>
          <a:xfrm>
            <a:off x="6262788" y="2152586"/>
            <a:ext cx="18249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subTitle" idx="4"/>
          </p:nvPr>
        </p:nvSpPr>
        <p:spPr>
          <a:xfrm>
            <a:off x="1056302" y="3841578"/>
            <a:ext cx="18249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subTitle" idx="5"/>
          </p:nvPr>
        </p:nvSpPr>
        <p:spPr>
          <a:xfrm>
            <a:off x="3668188" y="3841578"/>
            <a:ext cx="18288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subTitle" idx="6"/>
          </p:nvPr>
        </p:nvSpPr>
        <p:spPr>
          <a:xfrm>
            <a:off x="6262788" y="3841578"/>
            <a:ext cx="18249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subTitle" idx="7"/>
          </p:nvPr>
        </p:nvSpPr>
        <p:spPr>
          <a:xfrm>
            <a:off x="1052475" y="1805175"/>
            <a:ext cx="18249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 txBox="1">
            <a:spLocks noGrp="1"/>
          </p:cNvSpPr>
          <p:nvPr>
            <p:ph type="subTitle" idx="8"/>
          </p:nvPr>
        </p:nvSpPr>
        <p:spPr>
          <a:xfrm>
            <a:off x="3668188" y="1805175"/>
            <a:ext cx="18288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1" name="Google Shape;141;p24"/>
          <p:cNvSpPr txBox="1">
            <a:spLocks noGrp="1"/>
          </p:cNvSpPr>
          <p:nvPr>
            <p:ph type="subTitle" idx="9"/>
          </p:nvPr>
        </p:nvSpPr>
        <p:spPr>
          <a:xfrm>
            <a:off x="6266615" y="1805175"/>
            <a:ext cx="18249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2" name="Google Shape;142;p24"/>
          <p:cNvSpPr txBox="1">
            <a:spLocks noGrp="1"/>
          </p:cNvSpPr>
          <p:nvPr>
            <p:ph type="subTitle" idx="13"/>
          </p:nvPr>
        </p:nvSpPr>
        <p:spPr>
          <a:xfrm>
            <a:off x="1052475" y="3501700"/>
            <a:ext cx="18249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3" name="Google Shape;143;p24"/>
          <p:cNvSpPr txBox="1">
            <a:spLocks noGrp="1"/>
          </p:cNvSpPr>
          <p:nvPr>
            <p:ph type="subTitle" idx="14"/>
          </p:nvPr>
        </p:nvSpPr>
        <p:spPr>
          <a:xfrm>
            <a:off x="3668188" y="3501700"/>
            <a:ext cx="18288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4" name="Google Shape;144;p24"/>
          <p:cNvSpPr txBox="1">
            <a:spLocks noGrp="1"/>
          </p:cNvSpPr>
          <p:nvPr>
            <p:ph type="subTitle" idx="15"/>
          </p:nvPr>
        </p:nvSpPr>
        <p:spPr>
          <a:xfrm>
            <a:off x="6266615" y="3501700"/>
            <a:ext cx="18249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_1">
    <p:bg>
      <p:bgPr>
        <a:solidFill>
          <a:schemeClr val="dk1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1_Table of content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3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/>
          </p:nvPr>
        </p:nvSpPr>
        <p:spPr>
          <a:xfrm>
            <a:off x="1529700" y="11722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722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"/>
          </p:nvPr>
        </p:nvSpPr>
        <p:spPr>
          <a:xfrm>
            <a:off x="1529700" y="15739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3"/>
          </p:nvPr>
        </p:nvSpPr>
        <p:spPr>
          <a:xfrm>
            <a:off x="2328900" y="20231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4" hasCustomPrompt="1"/>
          </p:nvPr>
        </p:nvSpPr>
        <p:spPr>
          <a:xfrm>
            <a:off x="1519200" y="20231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5"/>
          </p:nvPr>
        </p:nvSpPr>
        <p:spPr>
          <a:xfrm>
            <a:off x="2328900" y="24248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6"/>
          </p:nvPr>
        </p:nvSpPr>
        <p:spPr>
          <a:xfrm>
            <a:off x="3124500" y="287575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7" hasCustomPrompt="1"/>
          </p:nvPr>
        </p:nvSpPr>
        <p:spPr>
          <a:xfrm>
            <a:off x="2314800" y="287575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8"/>
          </p:nvPr>
        </p:nvSpPr>
        <p:spPr>
          <a:xfrm>
            <a:off x="3124500" y="327745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9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title" idx="13"/>
          </p:nvPr>
        </p:nvSpPr>
        <p:spPr>
          <a:xfrm>
            <a:off x="3923700" y="37254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14" hasCustomPrompt="1"/>
          </p:nvPr>
        </p:nvSpPr>
        <p:spPr>
          <a:xfrm>
            <a:off x="3114000" y="37254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15"/>
          </p:nvPr>
        </p:nvSpPr>
        <p:spPr>
          <a:xfrm>
            <a:off x="3923700" y="41271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921551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7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7"/>
          <p:cNvSpPr/>
          <p:nvPr/>
        </p:nvSpPr>
        <p:spPr>
          <a:xfrm rot="5400000">
            <a:off x="6683100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7"/>
          <p:cNvSpPr/>
          <p:nvPr/>
        </p:nvSpPr>
        <p:spPr>
          <a:xfrm rot="-5400000">
            <a:off x="1641575" y="-1282437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0048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4800"/>
              <a:buFont typeface="Bebas Neue"/>
              <a:buNone/>
              <a:defRPr sz="48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3" r:id="rId22"/>
    <p:sldLayoutId id="2147483674" r:id="rId23"/>
    <p:sldLayoutId id="2147483678" r:id="rId24"/>
    <p:sldLayoutId id="2147483679" r:id="rId2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reepik.com/free-photo/woman-working-her-laptop-outside-drinking-coffee_23985869.htm/?utm_source=slidesgo_template&amp;utm_medium=referral-link&amp;utm_campaign=sg_resources&amp;utm_content=freepik" TargetMode="External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3" Type="http://schemas.openxmlformats.org/officeDocument/2006/relationships/hyperlink" Target="https://www.freepik.com/free-photo/people-working-as-team-company_19534462.htm/?utm_source=slidesgo_template&amp;utm_medium=referral-link&amp;utm_campaign=sg_resources&amp;utm_content=freepik" TargetMode="External"/><Relationship Id="rId7" Type="http://schemas.openxmlformats.org/officeDocument/2006/relationships/hyperlink" Target="https://www.freepik.com/free-photo/low-angle-business-people-hand-shake_12162229.htm/?utm_source=slidesgo_template&amp;utm_medium=referral-link&amp;utm_campaign=sg_resources&amp;utm_content=freepik" TargetMode="External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notesSlide" Target="../notesSlides/notesSlide44.xml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freepik.com/free-photo/business-people-office-break_12162231.htm/?utm_source=slidesgo_template&amp;utm_medium=referral-link&amp;utm_campaign=sg_resources&amp;utm_content=freepik" TargetMode="External"/><Relationship Id="rId11" Type="http://schemas.openxmlformats.org/officeDocument/2006/relationships/image" Target="../media/image16.png"/><Relationship Id="rId5" Type="http://schemas.openxmlformats.org/officeDocument/2006/relationships/hyperlink" Target="https://www.freepik.com/free-photo/people-taking-part-business-event_23987501.htm/?utm_source=slidesgo_template&amp;utm_medium=referral-link&amp;utm_campaign=sg_resources&amp;utm_content=freepik" TargetMode="External"/><Relationship Id="rId15" Type="http://schemas.openxmlformats.org/officeDocument/2006/relationships/image" Target="../media/image20.png"/><Relationship Id="rId10" Type="http://schemas.openxmlformats.org/officeDocument/2006/relationships/hyperlink" Target="https://www.freepik.com/free-photo/smiley-business-people-with-food_13377836.htm/?utm_source=slidesgo_template&amp;utm_medium=referral-link&amp;utm_campaign=sg_resources&amp;utm_content=freepik" TargetMode="External"/><Relationship Id="rId4" Type="http://schemas.openxmlformats.org/officeDocument/2006/relationships/hyperlink" Target="https://www.freepik.com/free-photo/people-taking-part-business-event_23987499.htm/?utm_source=slidesgo_template&amp;utm_medium=referral-link&amp;utm_campaign=sg_resources&amp;utm_content=freepik" TargetMode="External"/><Relationship Id="rId9" Type="http://schemas.openxmlformats.org/officeDocument/2006/relationships/hyperlink" Target="https://www.freepik.com/free-photo/people-business-meeting-high-angle_13377825.htm/?utm_source=slidesgo_template&amp;utm_medium=referral-link&amp;utm_campaign=sg_resources&amp;utm_content=freepik" TargetMode="External"/><Relationship Id="rId14" Type="http://schemas.openxmlformats.org/officeDocument/2006/relationships/image" Target="../media/image19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reepik.com/free-photo/people-working-as-team-company_19534471.htm/?utm_source=slidesgo_template&amp;utm_medium=referral-link&amp;utm_campaign=sg_resources&amp;utm_content=freepik" TargetMode="External"/><Relationship Id="rId13" Type="http://schemas.openxmlformats.org/officeDocument/2006/relationships/hyperlink" Target="https://www.freepik.com/free-photo/men-analyzing-graph-together-work_14667564.htm/?utm_source=slidesgo_template&amp;utm_medium=referral-link&amp;utm_campaign=sg_resources&amp;utm_content=freepik" TargetMode="External"/><Relationship Id="rId3" Type="http://schemas.openxmlformats.org/officeDocument/2006/relationships/hyperlink" Target="https://www.freepik.com/free-photo/close-up-business-people-conference-room_13377896.htm/?utm_source=slidesgo_template&amp;utm_medium=referral-link&amp;utm_campaign=sg_resources&amp;utm_content=freepik" TargetMode="External"/><Relationship Id="rId7" Type="http://schemas.openxmlformats.org/officeDocument/2006/relationships/hyperlink" Target="https://www.freepik.com/free-photo/people-taking-part-business-event_23987504.htm/?utm_source=slidesgo_template&amp;utm_medium=referral-link&amp;utm_campaign=sg_resources&amp;utm_content=freepik" TargetMode="External"/><Relationship Id="rId12" Type="http://schemas.openxmlformats.org/officeDocument/2006/relationships/hyperlink" Target="https://www.freepik.com/free-photo/different-coworkers-having-meeting_14667535.htm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freepik.com/free-photo/businesswomen-talking-about-their-jobs_23985893.htm/?utm_source=slidesgo_template&amp;utm_medium=referral-link&amp;utm_campaign=sg_resources&amp;utm_content=freepik" TargetMode="External"/><Relationship Id="rId11" Type="http://schemas.openxmlformats.org/officeDocument/2006/relationships/hyperlink" Target="https://www.freepik.com/free-photo/person-posing-coworkers_14667534.htm/?utm_source=slidesgo_template&amp;utm_medium=referral-link&amp;utm_campaign=sg_resources&amp;utm_content=freepik" TargetMode="External"/><Relationship Id="rId5" Type="http://schemas.openxmlformats.org/officeDocument/2006/relationships/hyperlink" Target="https://www.freepik.com/free-photo/businesswomen-walking-together-work-place_23985890.htm/?utm_source=slidesgo_template&amp;utm_medium=referral-link&amp;utm_campaign=sg_resources&amp;utm_content=freepik" TargetMode="External"/><Relationship Id="rId15" Type="http://schemas.openxmlformats.org/officeDocument/2006/relationships/hyperlink" Target="https://www.freepik.com/free-photo/teamwork-meeting-with-business-people_12162301.htm/?utm_source=slidesgo_template&amp;utm_medium=referral-link&amp;utm_campaign=sg_resources&amp;utm_content=freepik" TargetMode="External"/><Relationship Id="rId10" Type="http://schemas.openxmlformats.org/officeDocument/2006/relationships/hyperlink" Target="https://www.freepik.com/free-photo/person-posing-coworkers_14667531.htm/?utm_source=slidesgo_template&amp;utm_medium=referral-link&amp;utm_campaign=sg_resources&amp;utm_content=freepik" TargetMode="External"/><Relationship Id="rId4" Type="http://schemas.openxmlformats.org/officeDocument/2006/relationships/hyperlink" Target="https://www.freepik.com/free-photo/business-people-conference-room_13377831.htm/?utm_source=slidesgo_template&amp;utm_medium=referral-link&amp;utm_campaign=sg_resources&amp;utm_content=freepik" TargetMode="External"/><Relationship Id="rId9" Type="http://schemas.openxmlformats.org/officeDocument/2006/relationships/hyperlink" Target="https://www.freepik.com/free-photo/coworkers-having-work-meeting-office_14667487.htm/?utm_source=slidesgo_template&amp;utm_medium=referral-link&amp;utm_campaign=sg_resources&amp;utm_content=freepik" TargetMode="External"/><Relationship Id="rId14" Type="http://schemas.openxmlformats.org/officeDocument/2006/relationships/hyperlink" Target="https://www.freepik.com/free-photo/business-people-office-break_12162274.htm/?utm_source=slidesgo_template&amp;utm_medium=referral-link&amp;utm_campaign=sg_resources&amp;utm_content=freepi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2"/>
          <p:cNvSpPr/>
          <p:nvPr/>
        </p:nvSpPr>
        <p:spPr>
          <a:xfrm>
            <a:off x="942975" y="3076575"/>
            <a:ext cx="3475800" cy="647700"/>
          </a:xfrm>
          <a:prstGeom prst="rect">
            <a:avLst/>
          </a:prstGeom>
          <a:solidFill>
            <a:srgbClr val="4C4C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32"/>
          <p:cNvSpPr txBox="1">
            <a:spLocks noGrp="1"/>
          </p:cNvSpPr>
          <p:nvPr>
            <p:ph type="ctrTitle"/>
          </p:nvPr>
        </p:nvSpPr>
        <p:spPr>
          <a:xfrm>
            <a:off x="715100" y="963000"/>
            <a:ext cx="3704400" cy="2816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sz="7200" dirty="0">
                <a:solidFill>
                  <a:schemeClr val="accent3"/>
                </a:solidFill>
              </a:rPr>
              <a:t>Testing &amp;</a:t>
            </a:r>
            <a:br>
              <a:rPr lang="en-US" sz="7200" dirty="0">
                <a:solidFill>
                  <a:schemeClr val="accent3"/>
                </a:solidFill>
              </a:rPr>
            </a:br>
            <a:r>
              <a:rPr lang="en-US" sz="7200" dirty="0">
                <a:solidFill>
                  <a:schemeClr val="accent3"/>
                </a:solidFill>
              </a:rPr>
              <a:t>Evaluation</a:t>
            </a:r>
            <a:endParaRPr sz="7200" dirty="0" smtClean="0">
              <a:solidFill>
                <a:schemeClr val="accent3"/>
              </a:solidFill>
            </a:endParaRPr>
          </a:p>
        </p:txBody>
      </p:sp>
      <p:sp>
        <p:nvSpPr>
          <p:cNvPr id="174" name="Google Shape;174;p32"/>
          <p:cNvSpPr txBox="1">
            <a:spLocks noGrp="1"/>
          </p:cNvSpPr>
          <p:nvPr>
            <p:ph type="subTitle" idx="1"/>
          </p:nvPr>
        </p:nvSpPr>
        <p:spPr>
          <a:xfrm>
            <a:off x="715700" y="3779400"/>
            <a:ext cx="3703200" cy="10440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Milestone 5 done by:</a:t>
            </a:r>
            <a:br>
              <a:rPr lang="en-US" dirty="0"/>
            </a:br>
            <a:r>
              <a:rPr lang="en-US" dirty="0"/>
              <a:t>Mehraeel Philip, </a:t>
            </a:r>
            <a:r>
              <a:rPr lang="en-US" dirty="0" err="1"/>
              <a:t>Fatema</a:t>
            </a:r>
            <a:r>
              <a:rPr lang="en-US" dirty="0"/>
              <a:t> </a:t>
            </a:r>
            <a:r>
              <a:rPr lang="en-US" dirty="0" err="1"/>
              <a:t>Milad</a:t>
            </a:r>
            <a:r>
              <a:rPr lang="en-US" dirty="0"/>
              <a:t>, Sama </a:t>
            </a:r>
            <a:r>
              <a:rPr lang="en-US" dirty="0" err="1"/>
              <a:t>Gehad</a:t>
            </a:r>
            <a:r>
              <a:rPr lang="en-US" dirty="0"/>
              <a:t>, Marwan Ahmed, </a:t>
            </a:r>
            <a:endParaRPr lang="en-US" dirty="0" smtClean="0"/>
          </a:p>
          <a:p>
            <a:pPr marL="0" lvl="0" indent="0"/>
            <a:r>
              <a:rPr lang="en-US" dirty="0" smtClean="0"/>
              <a:t>Mo’men </a:t>
            </a:r>
            <a:r>
              <a:rPr lang="en-US" dirty="0" err="1"/>
              <a:t>Mohie</a:t>
            </a:r>
            <a:r>
              <a:rPr lang="en-US" dirty="0"/>
              <a:t> &amp; Jana </a:t>
            </a:r>
            <a:r>
              <a:rPr lang="en-US" dirty="0" err="1"/>
              <a:t>Mahdy</a:t>
            </a:r>
            <a:endParaRPr dirty="0"/>
          </a:p>
        </p:txBody>
      </p:sp>
      <p:pic>
        <p:nvPicPr>
          <p:cNvPr id="1028" name="Picture 4" descr="176,214 Movie Directors Royalty-Free Images, Stock Photo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24"/>
          <a:stretch/>
        </p:blipFill>
        <p:spPr bwMode="auto">
          <a:xfrm>
            <a:off x="4986655" y="1848425"/>
            <a:ext cx="3714750" cy="2453005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6"/>
          <p:cNvSpPr txBox="1">
            <a:spLocks noGrp="1"/>
          </p:cNvSpPr>
          <p:nvPr>
            <p:ph type="title" idx="4294967295"/>
          </p:nvPr>
        </p:nvSpPr>
        <p:spPr>
          <a:xfrm>
            <a:off x="720000" y="352713"/>
            <a:ext cx="7702550" cy="676275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STRATEGY</a:t>
            </a:r>
            <a:endParaRPr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397" y="1311672"/>
            <a:ext cx="8096190" cy="3365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547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018431195"/>
              </p:ext>
            </p:extLst>
          </p:nvPr>
        </p:nvGraphicFramePr>
        <p:xfrm>
          <a:off x="719999" y="1249859"/>
          <a:ext cx="7678784" cy="336397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919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204050409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A1</a:t>
                      </a: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. Video Input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STEPS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upload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Choose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file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Accepts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browsing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 Capture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Run system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Frames processed continuously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type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Wrong fie input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handled gracefully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ready to be processed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Start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analysis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4654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553477006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A2.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Emotion Detection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Happy face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"Happy"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Sad acting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"Sad"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Lighting change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detects correctly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193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587241871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A3.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Face and Eye Tracking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crash, no detection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 Tracking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scoring and analysis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oice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crash, no detection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faces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Only one face tracked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4209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EE"/>
        </a:solidFill>
        <a:effectLst/>
      </p:bgPr>
    </p:bg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472435061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A4.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Gesture Recognition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Known gesture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Correct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Unknown gesture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 or low confidence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Speed variation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recognized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Noise input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false positives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2038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335337622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A5.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Action Segmentation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actions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All actions segmented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Overlapping actions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Correct boundaries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Speed variation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recognized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Missing frames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Robust handling, scoring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5521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207150376"/>
              </p:ext>
            </p:extLst>
          </p:nvPr>
        </p:nvGraphicFramePr>
        <p:xfrm>
          <a:off x="335766" y="103231"/>
          <a:ext cx="8389824" cy="496225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796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50031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A6.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Report Generation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15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Generate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Output created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Printing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Printed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locally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Score display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Numeric scores shown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Perfor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mance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Good, Moderate or Bad shown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Visualization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Widgets render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076122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New analysis restart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accessible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2314701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Variables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Independent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variable scoring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202812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Recommendations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Improvement advices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504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0299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422323167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B1.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Performance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FPS (real-time)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≥ 15 FPS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Processing delay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200 </a:t>
                      </a:r>
                      <a:r>
                        <a:rPr lang="en-US" sz="1200" b="1" dirty="0" err="1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CPU usage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80%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TC-32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Memory usage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7021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345814390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B2.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Usability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First-time user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Can run without help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UI clarity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Buttons understandable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Report readability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Easy to interpret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TC-36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messages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Clear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92626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314186840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B3.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Security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file upload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Large file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Handled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safely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Data privacy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external leaks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TC-40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Path injection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Prevented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917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4112165432"/>
              </p:ext>
            </p:extLst>
          </p:nvPr>
        </p:nvGraphicFramePr>
        <p:xfrm>
          <a:off x="848286" y="850034"/>
          <a:ext cx="7447428" cy="390948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488454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B4.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Reliability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7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91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runs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Restart system (Recovery)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Works again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3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 user loads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processed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TC-43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Feature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Individual functions working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TC-44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Endurance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867548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TC-45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Mean Time To Repair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1s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6808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232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Usability </a:t>
            </a:r>
            <a:br>
              <a:rPr lang="en" dirty="0" smtClean="0"/>
            </a:br>
            <a:r>
              <a:rPr lang="en" dirty="0" smtClean="0"/>
              <a:t>testing</a:t>
            </a:r>
            <a:endParaRPr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02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5"/>
          <p:cNvSpPr txBox="1">
            <a:spLocks noGrp="1"/>
          </p:cNvSpPr>
          <p:nvPr>
            <p:ph type="subTitle" idx="1"/>
          </p:nvPr>
        </p:nvSpPr>
        <p:spPr>
          <a:xfrm>
            <a:off x="4765575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/>
            <a:r>
              <a:rPr lang="en-US" dirty="0"/>
              <a:t>Measure: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Time to complete tasks 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Number of errors 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Task success rate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Participants: 5–10 users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User satisfaction</a:t>
            </a:r>
            <a:endParaRPr lang="en-US" dirty="0"/>
          </a:p>
        </p:txBody>
      </p:sp>
      <p:sp>
        <p:nvSpPr>
          <p:cNvPr id="213" name="Google Shape;213;p35"/>
          <p:cNvSpPr txBox="1">
            <a:spLocks noGrp="1"/>
          </p:cNvSpPr>
          <p:nvPr>
            <p:ph type="title"/>
          </p:nvPr>
        </p:nvSpPr>
        <p:spPr>
          <a:xfrm>
            <a:off x="715100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</a:t>
            </a:r>
            <a:br>
              <a:rPr lang="en" dirty="0" smtClean="0"/>
            </a:br>
            <a:r>
              <a:rPr lang="en" dirty="0" smtClean="0"/>
              <a:t>plan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5"/>
          <p:cNvSpPr txBox="1">
            <a:spLocks noGrp="1"/>
          </p:cNvSpPr>
          <p:nvPr>
            <p:ph type="title" idx="4294967295"/>
          </p:nvPr>
        </p:nvSpPr>
        <p:spPr>
          <a:xfrm>
            <a:off x="0" y="539750"/>
            <a:ext cx="7702550" cy="676275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Metrics to Test Usability</a:t>
            </a:r>
            <a:endParaRPr dirty="0"/>
          </a:p>
        </p:txBody>
      </p:sp>
      <p:graphicFrame>
        <p:nvGraphicFramePr>
          <p:cNvPr id="329" name="Google Shape;329;p35"/>
          <p:cNvGraphicFramePr/>
          <p:nvPr>
            <p:extLst>
              <p:ext uri="{D42A27DB-BD31-4B8C-83A1-F6EECF244321}">
                <p14:modId xmlns:p14="http://schemas.microsoft.com/office/powerpoint/2010/main" val="3304507410"/>
              </p:ext>
            </p:extLst>
          </p:nvPr>
        </p:nvGraphicFramePr>
        <p:xfrm>
          <a:off x="720000" y="1576514"/>
          <a:ext cx="7704000" cy="165339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49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45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381">
                  <a:extLst>
                    <a:ext uri="{9D8B030D-6E8A-4147-A177-3AD203B41FA5}">
                      <a16:colId xmlns:a16="http://schemas.microsoft.com/office/drawing/2014/main" val="1634702740"/>
                    </a:ext>
                  </a:extLst>
                </a:gridCol>
              </a:tblGrid>
              <a:tr h="327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Metric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Description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Results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Task Completion Rate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% of users completed task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100 %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Time to Complete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Minutes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~ 3 minutes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Error Count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Number of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User Satisfaction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Questionnaire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~</a:t>
                      </a:r>
                      <a:r>
                        <a:rPr lang="en-US" sz="95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score: 85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Google Shape;447;p38"/>
          <p:cNvSpPr txBox="1">
            <a:spLocks/>
          </p:cNvSpPr>
          <p:nvPr/>
        </p:nvSpPr>
        <p:spPr>
          <a:xfrm>
            <a:off x="720000" y="3437217"/>
            <a:ext cx="3489052" cy="72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algn="l"/>
            <a:r>
              <a:rPr lang="en-US" sz="1100" dirty="0"/>
              <a:t>Use </a:t>
            </a:r>
            <a:r>
              <a:rPr lang="en-US" sz="1100" b="1" dirty="0"/>
              <a:t>SUS (System Usability Scale)</a:t>
            </a:r>
            <a:endParaRPr lang="en-US" sz="1100" dirty="0"/>
          </a:p>
          <a:p>
            <a:pPr algn="l"/>
            <a:r>
              <a:rPr lang="en-US" sz="1100" dirty="0"/>
              <a:t>Score range: 0–100 </a:t>
            </a:r>
          </a:p>
          <a:p>
            <a:pPr algn="l"/>
            <a:r>
              <a:rPr lang="en-US" sz="1100" dirty="0"/>
              <a:t>Passing score: </a:t>
            </a:r>
            <a:r>
              <a:rPr lang="en-US" sz="1100" b="1" dirty="0"/>
              <a:t>≥ 68</a:t>
            </a:r>
            <a:r>
              <a:rPr lang="en-US" sz="1100" dirty="0"/>
              <a:t> </a:t>
            </a:r>
            <a:endParaRPr lang="en-US" sz="1100" dirty="0" smtClean="0"/>
          </a:p>
          <a:p>
            <a:pPr algn="l"/>
            <a:endParaRPr lang="en-US" sz="1100" dirty="0"/>
          </a:p>
        </p:txBody>
      </p:sp>
      <p:sp>
        <p:nvSpPr>
          <p:cNvPr id="8" name="Google Shape;447;p38"/>
          <p:cNvSpPr txBox="1">
            <a:spLocks/>
          </p:cNvSpPr>
          <p:nvPr/>
        </p:nvSpPr>
        <p:spPr>
          <a:xfrm>
            <a:off x="4486457" y="3437216"/>
            <a:ext cx="3489052" cy="72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algn="l"/>
            <a:r>
              <a:rPr lang="en-US" sz="1100" dirty="0"/>
              <a:t>Example of feedbacks:</a:t>
            </a:r>
          </a:p>
          <a:p>
            <a:pPr algn="l"/>
            <a:r>
              <a:rPr lang="en-US" sz="1100" dirty="0"/>
              <a:t>“The system was easy to use” </a:t>
            </a:r>
          </a:p>
          <a:p>
            <a:pPr algn="l"/>
            <a:r>
              <a:rPr lang="en-US" sz="1100" dirty="0"/>
              <a:t>“I felt confident using the system”</a:t>
            </a:r>
          </a:p>
        </p:txBody>
      </p:sp>
    </p:spTree>
    <p:extLst>
      <p:ext uri="{BB962C8B-B14F-4D97-AF65-F5344CB8AC3E}">
        <p14:creationId xmlns:p14="http://schemas.microsoft.com/office/powerpoint/2010/main" val="19914032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 smtClean="0"/>
              <a:t>Field </a:t>
            </a:r>
            <a:br>
              <a:rPr lang="en" dirty="0" smtClean="0"/>
            </a:br>
            <a:r>
              <a:rPr lang="en" dirty="0" smtClean="0"/>
              <a:t>study</a:t>
            </a:r>
            <a:br>
              <a:rPr lang="en" dirty="0" smtClean="0"/>
            </a:br>
            <a:r>
              <a:rPr lang="en-US" sz="3200" dirty="0"/>
              <a:t>(REAL ENVIRONMENT </a:t>
            </a:r>
            <a:r>
              <a:rPr lang="en-US" sz="3200" dirty="0" smtClean="0"/>
              <a:t>TEST)</a:t>
            </a:r>
            <a:endParaRPr sz="3200"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777251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1"/>
          <p:cNvSpPr txBox="1">
            <a:spLocks noGrp="1"/>
          </p:cNvSpPr>
          <p:nvPr>
            <p:ph type="subTitle" idx="1"/>
          </p:nvPr>
        </p:nvSpPr>
        <p:spPr>
          <a:xfrm>
            <a:off x="7200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/>
            <a:r>
              <a:rPr lang="en-US" dirty="0"/>
              <a:t>Implementation</a:t>
            </a:r>
            <a:endParaRPr lang="en-US" dirty="0"/>
          </a:p>
        </p:txBody>
      </p:sp>
      <p:sp>
        <p:nvSpPr>
          <p:cNvPr id="305" name="Google Shape;305;p41"/>
          <p:cNvSpPr txBox="1">
            <a:spLocks noGrp="1"/>
          </p:cNvSpPr>
          <p:nvPr>
            <p:ph type="subTitle" idx="2"/>
          </p:nvPr>
        </p:nvSpPr>
        <p:spPr>
          <a:xfrm>
            <a:off x="853440" y="2141220"/>
            <a:ext cx="2142000" cy="20269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Record actors performing scenes naturally.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Use the system for real auditions</a:t>
            </a:r>
            <a:endParaRPr lang="en-US" dirty="0"/>
          </a:p>
        </p:txBody>
      </p:sp>
      <p:sp>
        <p:nvSpPr>
          <p:cNvPr id="306" name="Google Shape;306;p41"/>
          <p:cNvSpPr txBox="1">
            <a:spLocks noGrp="1"/>
          </p:cNvSpPr>
          <p:nvPr>
            <p:ph type="subTitle" idx="3"/>
          </p:nvPr>
        </p:nvSpPr>
        <p:spPr>
          <a:xfrm>
            <a:off x="3694620" y="2141219"/>
            <a:ext cx="1853430" cy="1729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dirty="0"/>
              <a:t>Observations – Interviews - Video recordings - User feedback</a:t>
            </a:r>
            <a:endParaRPr lang="en-US" dirty="0"/>
          </a:p>
        </p:txBody>
      </p:sp>
      <p:sp>
        <p:nvSpPr>
          <p:cNvPr id="307" name="Google Shape;307;p41"/>
          <p:cNvSpPr txBox="1">
            <a:spLocks noGrp="1"/>
          </p:cNvSpPr>
          <p:nvPr>
            <p:ph type="subTitle" idx="4"/>
          </p:nvPr>
        </p:nvSpPr>
        <p:spPr>
          <a:xfrm>
            <a:off x="6282000" y="2141219"/>
            <a:ext cx="2142000" cy="1729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Lighting affects emotion detection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Actor feels stressed = gaze instability</a:t>
            </a:r>
            <a:endParaRPr lang="en-US" dirty="0"/>
          </a:p>
        </p:txBody>
      </p:sp>
      <p:sp>
        <p:nvSpPr>
          <p:cNvPr id="308" name="Google Shape;308;p41"/>
          <p:cNvSpPr txBox="1">
            <a:spLocks noGrp="1"/>
          </p:cNvSpPr>
          <p:nvPr>
            <p:ph type="title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STRATEGY</a:t>
            </a:r>
            <a:endParaRPr dirty="0"/>
          </a:p>
        </p:txBody>
      </p:sp>
      <p:sp>
        <p:nvSpPr>
          <p:cNvPr id="309" name="Google Shape;309;p41"/>
          <p:cNvSpPr txBox="1">
            <a:spLocks noGrp="1"/>
          </p:cNvSpPr>
          <p:nvPr>
            <p:ph type="subTitle" idx="5"/>
          </p:nvPr>
        </p:nvSpPr>
        <p:spPr>
          <a:xfrm>
            <a:off x="34038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lang="en-US" dirty="0"/>
          </a:p>
        </p:txBody>
      </p:sp>
      <p:sp>
        <p:nvSpPr>
          <p:cNvPr id="310" name="Google Shape;310;p41"/>
          <p:cNvSpPr txBox="1">
            <a:spLocks noGrp="1"/>
          </p:cNvSpPr>
          <p:nvPr>
            <p:ph type="subTitle" idx="6"/>
          </p:nvPr>
        </p:nvSpPr>
        <p:spPr>
          <a:xfrm>
            <a:off x="60876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dirty="0"/>
              <a:t>Findings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238000" y="1295400"/>
            <a:ext cx="4334000" cy="3352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r>
              <a:rPr lang="en-US" dirty="0"/>
              <a:t>System</a:t>
            </a:r>
            <a:br>
              <a:rPr lang="en-US" dirty="0"/>
            </a:br>
            <a:r>
              <a:rPr lang="en-US" dirty="0"/>
              <a:t>Performance Testing</a:t>
            </a:r>
            <a:r>
              <a:rPr lang="en-US" sz="4000" dirty="0"/>
              <a:t/>
            </a:r>
            <a:br>
              <a:rPr lang="en-US" sz="4000" dirty="0"/>
            </a:br>
            <a:endParaRPr sz="3200"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3718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" y="828072"/>
            <a:ext cx="8061960" cy="39765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389" y="934751"/>
            <a:ext cx="6831331" cy="3789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020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786" y="828072"/>
            <a:ext cx="4944427" cy="395554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5431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 txBox="1">
            <a:spLocks noGrp="1"/>
          </p:cNvSpPr>
          <p:nvPr>
            <p:ph type="title"/>
          </p:nvPr>
        </p:nvSpPr>
        <p:spPr>
          <a:xfrm>
            <a:off x="720000" y="1214275"/>
            <a:ext cx="2336400" cy="593400"/>
          </a:xfrm>
          <a:prstGeom prst="rect">
            <a:avLst/>
          </a:prstGeom>
        </p:spPr>
        <p:txBody>
          <a:bodyPr spcFirstLastPara="1" wrap="square" lIns="91425" tIns="91425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90" name="Google Shape;190;p34"/>
          <p:cNvSpPr txBox="1">
            <a:spLocks noGrp="1"/>
          </p:cNvSpPr>
          <p:nvPr>
            <p:ph type="subTitle" idx="1"/>
          </p:nvPr>
        </p:nvSpPr>
        <p:spPr>
          <a:xfrm>
            <a:off x="720000" y="2139786"/>
            <a:ext cx="2336400" cy="4848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describe the topic of the section here</a:t>
            </a:r>
            <a:endParaRPr/>
          </a:p>
        </p:txBody>
      </p:sp>
      <p:sp>
        <p:nvSpPr>
          <p:cNvPr id="191" name="Google Shape;191;p34"/>
          <p:cNvSpPr txBox="1">
            <a:spLocks noGrp="1"/>
          </p:cNvSpPr>
          <p:nvPr>
            <p:ph type="title" idx="2"/>
          </p:nvPr>
        </p:nvSpPr>
        <p:spPr>
          <a:xfrm>
            <a:off x="3403800" y="1214275"/>
            <a:ext cx="2336400" cy="593400"/>
          </a:xfrm>
          <a:prstGeom prst="rect">
            <a:avLst/>
          </a:prstGeom>
        </p:spPr>
        <p:txBody>
          <a:bodyPr spcFirstLastPara="1" wrap="square" lIns="91425" tIns="91425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92" name="Google Shape;192;p34"/>
          <p:cNvSpPr txBox="1">
            <a:spLocks noGrp="1"/>
          </p:cNvSpPr>
          <p:nvPr>
            <p:ph type="subTitle" idx="3"/>
          </p:nvPr>
        </p:nvSpPr>
        <p:spPr>
          <a:xfrm>
            <a:off x="3403800" y="2139786"/>
            <a:ext cx="2336400" cy="4848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describe the topic of the section here</a:t>
            </a:r>
            <a:endParaRPr/>
          </a:p>
        </p:txBody>
      </p:sp>
      <p:sp>
        <p:nvSpPr>
          <p:cNvPr id="193" name="Google Shape;193;p34"/>
          <p:cNvSpPr txBox="1">
            <a:spLocks noGrp="1"/>
          </p:cNvSpPr>
          <p:nvPr>
            <p:ph type="title" idx="4"/>
          </p:nvPr>
        </p:nvSpPr>
        <p:spPr>
          <a:xfrm>
            <a:off x="6087600" y="1214275"/>
            <a:ext cx="2336400" cy="593400"/>
          </a:xfrm>
          <a:prstGeom prst="rect">
            <a:avLst/>
          </a:prstGeom>
        </p:spPr>
        <p:txBody>
          <a:bodyPr spcFirstLastPara="1" wrap="square" lIns="91425" tIns="91425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94" name="Google Shape;194;p34"/>
          <p:cNvSpPr txBox="1">
            <a:spLocks noGrp="1"/>
          </p:cNvSpPr>
          <p:nvPr>
            <p:ph type="subTitle" idx="5"/>
          </p:nvPr>
        </p:nvSpPr>
        <p:spPr>
          <a:xfrm>
            <a:off x="6087600" y="2139786"/>
            <a:ext cx="2336400" cy="4848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describe the topic of the section here</a:t>
            </a:r>
            <a:endParaRPr/>
          </a:p>
        </p:txBody>
      </p:sp>
      <p:sp>
        <p:nvSpPr>
          <p:cNvPr id="195" name="Google Shape;195;p34"/>
          <p:cNvSpPr txBox="1">
            <a:spLocks noGrp="1"/>
          </p:cNvSpPr>
          <p:nvPr>
            <p:ph type="title" idx="6"/>
          </p:nvPr>
        </p:nvSpPr>
        <p:spPr>
          <a:xfrm>
            <a:off x="720000" y="3003675"/>
            <a:ext cx="2336400" cy="593400"/>
          </a:xfrm>
          <a:prstGeom prst="rect">
            <a:avLst/>
          </a:prstGeom>
        </p:spPr>
        <p:txBody>
          <a:bodyPr spcFirstLastPara="1" wrap="square" lIns="91425" tIns="91425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96" name="Google Shape;196;p34"/>
          <p:cNvSpPr txBox="1">
            <a:spLocks noGrp="1"/>
          </p:cNvSpPr>
          <p:nvPr>
            <p:ph type="subTitle" idx="7"/>
          </p:nvPr>
        </p:nvSpPr>
        <p:spPr>
          <a:xfrm>
            <a:off x="720000" y="3950503"/>
            <a:ext cx="2336400" cy="4848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describe the topic of the section here</a:t>
            </a:r>
            <a:endParaRPr/>
          </a:p>
        </p:txBody>
      </p:sp>
      <p:sp>
        <p:nvSpPr>
          <p:cNvPr id="197" name="Google Shape;197;p34"/>
          <p:cNvSpPr txBox="1">
            <a:spLocks noGrp="1"/>
          </p:cNvSpPr>
          <p:nvPr>
            <p:ph type="title" idx="8"/>
          </p:nvPr>
        </p:nvSpPr>
        <p:spPr>
          <a:xfrm>
            <a:off x="3403800" y="3003675"/>
            <a:ext cx="2336400" cy="593400"/>
          </a:xfrm>
          <a:prstGeom prst="rect">
            <a:avLst/>
          </a:prstGeom>
        </p:spPr>
        <p:txBody>
          <a:bodyPr spcFirstLastPara="1" wrap="square" lIns="91425" tIns="91425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198" name="Google Shape;198;p34"/>
          <p:cNvSpPr txBox="1">
            <a:spLocks noGrp="1"/>
          </p:cNvSpPr>
          <p:nvPr>
            <p:ph type="subTitle" idx="9"/>
          </p:nvPr>
        </p:nvSpPr>
        <p:spPr>
          <a:xfrm>
            <a:off x="3403800" y="3950503"/>
            <a:ext cx="2336400" cy="4848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describe the topic of the section here</a:t>
            </a:r>
            <a:endParaRPr/>
          </a:p>
        </p:txBody>
      </p:sp>
      <p:sp>
        <p:nvSpPr>
          <p:cNvPr id="199" name="Google Shape;199;p34"/>
          <p:cNvSpPr txBox="1">
            <a:spLocks noGrp="1"/>
          </p:cNvSpPr>
          <p:nvPr>
            <p:ph type="title" idx="13"/>
          </p:nvPr>
        </p:nvSpPr>
        <p:spPr>
          <a:xfrm>
            <a:off x="6087600" y="3003675"/>
            <a:ext cx="2336400" cy="593400"/>
          </a:xfrm>
          <a:prstGeom prst="rect">
            <a:avLst/>
          </a:prstGeom>
        </p:spPr>
        <p:txBody>
          <a:bodyPr spcFirstLastPara="1" wrap="square" lIns="91425" tIns="91425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200" name="Google Shape;200;p34"/>
          <p:cNvSpPr txBox="1">
            <a:spLocks noGrp="1"/>
          </p:cNvSpPr>
          <p:nvPr>
            <p:ph type="subTitle" idx="14"/>
          </p:nvPr>
        </p:nvSpPr>
        <p:spPr>
          <a:xfrm>
            <a:off x="6087600" y="3950503"/>
            <a:ext cx="2336400" cy="4848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describe the topic of the section here</a:t>
            </a:r>
            <a:endParaRPr/>
          </a:p>
        </p:txBody>
      </p:sp>
      <p:sp>
        <p:nvSpPr>
          <p:cNvPr id="201" name="Google Shape;201;p34"/>
          <p:cNvSpPr txBox="1">
            <a:spLocks noGrp="1"/>
          </p:cNvSpPr>
          <p:nvPr>
            <p:ph type="title" idx="15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202" name="Google Shape;202;p34"/>
          <p:cNvSpPr txBox="1">
            <a:spLocks noGrp="1"/>
          </p:cNvSpPr>
          <p:nvPr>
            <p:ph type="subTitle" idx="16"/>
          </p:nvPr>
        </p:nvSpPr>
        <p:spPr>
          <a:xfrm>
            <a:off x="715100" y="1883875"/>
            <a:ext cx="2336400" cy="255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overview</a:t>
            </a:r>
            <a:endParaRPr/>
          </a:p>
        </p:txBody>
      </p:sp>
      <p:sp>
        <p:nvSpPr>
          <p:cNvPr id="203" name="Google Shape;203;p34"/>
          <p:cNvSpPr txBox="1">
            <a:spLocks noGrp="1"/>
          </p:cNvSpPr>
          <p:nvPr>
            <p:ph type="subTitle" idx="17"/>
          </p:nvPr>
        </p:nvSpPr>
        <p:spPr>
          <a:xfrm>
            <a:off x="3403800" y="1883875"/>
            <a:ext cx="2336400" cy="255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Market analysis</a:t>
            </a:r>
            <a:endParaRPr/>
          </a:p>
        </p:txBody>
      </p:sp>
      <p:sp>
        <p:nvSpPr>
          <p:cNvPr id="204" name="Google Shape;204;p34"/>
          <p:cNvSpPr txBox="1">
            <a:spLocks noGrp="1"/>
          </p:cNvSpPr>
          <p:nvPr>
            <p:ph type="subTitle" idx="18"/>
          </p:nvPr>
        </p:nvSpPr>
        <p:spPr>
          <a:xfrm>
            <a:off x="6092500" y="1883875"/>
            <a:ext cx="2336400" cy="255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Sales and marketing plan</a:t>
            </a:r>
            <a:endParaRPr/>
          </a:p>
        </p:txBody>
      </p:sp>
      <p:sp>
        <p:nvSpPr>
          <p:cNvPr id="205" name="Google Shape;205;p34"/>
          <p:cNvSpPr txBox="1">
            <a:spLocks noGrp="1"/>
          </p:cNvSpPr>
          <p:nvPr>
            <p:ph type="subTitle" idx="19"/>
          </p:nvPr>
        </p:nvSpPr>
        <p:spPr>
          <a:xfrm>
            <a:off x="715100" y="3694600"/>
            <a:ext cx="2336400" cy="255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Management plan</a:t>
            </a:r>
            <a:endParaRPr/>
          </a:p>
        </p:txBody>
      </p:sp>
      <p:sp>
        <p:nvSpPr>
          <p:cNvPr id="206" name="Google Shape;206;p34"/>
          <p:cNvSpPr txBox="1">
            <a:spLocks noGrp="1"/>
          </p:cNvSpPr>
          <p:nvPr>
            <p:ph type="subTitle" idx="20"/>
          </p:nvPr>
        </p:nvSpPr>
        <p:spPr>
          <a:xfrm>
            <a:off x="3403800" y="3694600"/>
            <a:ext cx="2336400" cy="255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Operating plan</a:t>
            </a:r>
            <a:endParaRPr/>
          </a:p>
        </p:txBody>
      </p:sp>
      <p:sp>
        <p:nvSpPr>
          <p:cNvPr id="207" name="Google Shape;207;p34"/>
          <p:cNvSpPr txBox="1">
            <a:spLocks noGrp="1"/>
          </p:cNvSpPr>
          <p:nvPr>
            <p:ph type="subTitle" idx="21"/>
          </p:nvPr>
        </p:nvSpPr>
        <p:spPr>
          <a:xfrm>
            <a:off x="6092500" y="3694600"/>
            <a:ext cx="2336400" cy="255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Financial plan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6"/>
          <p:cNvSpPr/>
          <p:nvPr/>
        </p:nvSpPr>
        <p:spPr>
          <a:xfrm>
            <a:off x="4571175" y="3335000"/>
            <a:ext cx="1129500" cy="1129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36"/>
          <p:cNvSpPr txBox="1">
            <a:spLocks noGrp="1"/>
          </p:cNvSpPr>
          <p:nvPr>
            <p:ph type="ctrTitle" idx="4294967295"/>
          </p:nvPr>
        </p:nvSpPr>
        <p:spPr>
          <a:xfrm>
            <a:off x="4786058" y="4069890"/>
            <a:ext cx="699900" cy="3120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YOUR LOGO</a:t>
            </a:r>
            <a:endParaRPr sz="1200"/>
          </a:p>
        </p:txBody>
      </p:sp>
      <p:grpSp>
        <p:nvGrpSpPr>
          <p:cNvPr id="220" name="Google Shape;220;p36"/>
          <p:cNvGrpSpPr/>
          <p:nvPr/>
        </p:nvGrpSpPr>
        <p:grpSpPr>
          <a:xfrm>
            <a:off x="4928477" y="3515638"/>
            <a:ext cx="414815" cy="553851"/>
            <a:chOff x="903530" y="3806125"/>
            <a:chExt cx="264550" cy="353222"/>
          </a:xfrm>
        </p:grpSpPr>
        <p:sp>
          <p:nvSpPr>
            <p:cNvPr id="221" name="Google Shape;221;p36"/>
            <p:cNvSpPr/>
            <p:nvPr/>
          </p:nvSpPr>
          <p:spPr>
            <a:xfrm>
              <a:off x="926637" y="3839321"/>
              <a:ext cx="173237" cy="162002"/>
            </a:xfrm>
            <a:custGeom>
              <a:avLst/>
              <a:gdLst/>
              <a:ahLst/>
              <a:cxnLst/>
              <a:rect l="l" t="t" r="r" b="b"/>
              <a:pathLst>
                <a:path w="5443" h="5090" extrusionOk="0">
                  <a:moveTo>
                    <a:pt x="3418" y="1"/>
                  </a:moveTo>
                  <a:cubicBezTo>
                    <a:pt x="2623" y="1"/>
                    <a:pt x="1831" y="307"/>
                    <a:pt x="1227" y="911"/>
                  </a:cubicBezTo>
                  <a:cubicBezTo>
                    <a:pt x="108" y="2030"/>
                    <a:pt x="1" y="3804"/>
                    <a:pt x="989" y="5030"/>
                  </a:cubicBezTo>
                  <a:cubicBezTo>
                    <a:pt x="1013" y="5078"/>
                    <a:pt x="1061" y="5090"/>
                    <a:pt x="1120" y="5090"/>
                  </a:cubicBezTo>
                  <a:cubicBezTo>
                    <a:pt x="1156" y="5090"/>
                    <a:pt x="1192" y="5078"/>
                    <a:pt x="1227" y="5066"/>
                  </a:cubicBezTo>
                  <a:cubicBezTo>
                    <a:pt x="1299" y="5006"/>
                    <a:pt x="1311" y="4899"/>
                    <a:pt x="1251" y="4840"/>
                  </a:cubicBezTo>
                  <a:cubicBezTo>
                    <a:pt x="382" y="3744"/>
                    <a:pt x="477" y="2149"/>
                    <a:pt x="1477" y="1149"/>
                  </a:cubicBezTo>
                  <a:cubicBezTo>
                    <a:pt x="2019" y="607"/>
                    <a:pt x="2735" y="334"/>
                    <a:pt x="3452" y="334"/>
                  </a:cubicBezTo>
                  <a:cubicBezTo>
                    <a:pt x="4059" y="334"/>
                    <a:pt x="4666" y="530"/>
                    <a:pt x="5168" y="923"/>
                  </a:cubicBezTo>
                  <a:cubicBezTo>
                    <a:pt x="5199" y="948"/>
                    <a:pt x="5237" y="961"/>
                    <a:pt x="5273" y="961"/>
                  </a:cubicBezTo>
                  <a:cubicBezTo>
                    <a:pt x="5321" y="961"/>
                    <a:pt x="5367" y="939"/>
                    <a:pt x="5394" y="899"/>
                  </a:cubicBezTo>
                  <a:cubicBezTo>
                    <a:pt x="5442" y="827"/>
                    <a:pt x="5418" y="720"/>
                    <a:pt x="5347" y="672"/>
                  </a:cubicBezTo>
                  <a:cubicBezTo>
                    <a:pt x="4777" y="223"/>
                    <a:pt x="4096" y="1"/>
                    <a:pt x="341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36"/>
            <p:cNvSpPr/>
            <p:nvPr/>
          </p:nvSpPr>
          <p:spPr>
            <a:xfrm>
              <a:off x="903530" y="3806125"/>
              <a:ext cx="264550" cy="353222"/>
            </a:xfrm>
            <a:custGeom>
              <a:avLst/>
              <a:gdLst/>
              <a:ahLst/>
              <a:cxnLst/>
              <a:rect l="l" t="t" r="r" b="b"/>
              <a:pathLst>
                <a:path w="8312" h="11098" extrusionOk="0">
                  <a:moveTo>
                    <a:pt x="4144" y="322"/>
                  </a:moveTo>
                  <a:cubicBezTo>
                    <a:pt x="6251" y="322"/>
                    <a:pt x="7966" y="2025"/>
                    <a:pt x="7966" y="4144"/>
                  </a:cubicBezTo>
                  <a:cubicBezTo>
                    <a:pt x="7978" y="5085"/>
                    <a:pt x="7775" y="6002"/>
                    <a:pt x="7371" y="6895"/>
                  </a:cubicBezTo>
                  <a:cubicBezTo>
                    <a:pt x="7037" y="7609"/>
                    <a:pt x="6597" y="8323"/>
                    <a:pt x="6025" y="8978"/>
                  </a:cubicBezTo>
                  <a:cubicBezTo>
                    <a:pt x="5228" y="9919"/>
                    <a:pt x="4418" y="10526"/>
                    <a:pt x="4156" y="10717"/>
                  </a:cubicBezTo>
                  <a:cubicBezTo>
                    <a:pt x="3882" y="10538"/>
                    <a:pt x="3084" y="9931"/>
                    <a:pt x="2275" y="8990"/>
                  </a:cubicBezTo>
                  <a:cubicBezTo>
                    <a:pt x="1715" y="8323"/>
                    <a:pt x="1251" y="7621"/>
                    <a:pt x="929" y="6895"/>
                  </a:cubicBezTo>
                  <a:cubicBezTo>
                    <a:pt x="525" y="6002"/>
                    <a:pt x="310" y="5085"/>
                    <a:pt x="310" y="4144"/>
                  </a:cubicBezTo>
                  <a:cubicBezTo>
                    <a:pt x="310" y="2025"/>
                    <a:pt x="2025" y="322"/>
                    <a:pt x="4144" y="322"/>
                  </a:cubicBezTo>
                  <a:close/>
                  <a:moveTo>
                    <a:pt x="4156" y="1"/>
                  </a:moveTo>
                  <a:cubicBezTo>
                    <a:pt x="1858" y="1"/>
                    <a:pt x="1" y="1870"/>
                    <a:pt x="1" y="4156"/>
                  </a:cubicBezTo>
                  <a:cubicBezTo>
                    <a:pt x="1" y="5121"/>
                    <a:pt x="215" y="6097"/>
                    <a:pt x="644" y="7049"/>
                  </a:cubicBezTo>
                  <a:cubicBezTo>
                    <a:pt x="989" y="7788"/>
                    <a:pt x="1441" y="8514"/>
                    <a:pt x="2037" y="9216"/>
                  </a:cubicBezTo>
                  <a:cubicBezTo>
                    <a:pt x="3037" y="10395"/>
                    <a:pt x="4037" y="11050"/>
                    <a:pt x="4061" y="11062"/>
                  </a:cubicBezTo>
                  <a:cubicBezTo>
                    <a:pt x="4096" y="11074"/>
                    <a:pt x="4120" y="11098"/>
                    <a:pt x="4156" y="11098"/>
                  </a:cubicBezTo>
                  <a:cubicBezTo>
                    <a:pt x="4180" y="11098"/>
                    <a:pt x="4215" y="11074"/>
                    <a:pt x="4239" y="11062"/>
                  </a:cubicBezTo>
                  <a:cubicBezTo>
                    <a:pt x="4287" y="11038"/>
                    <a:pt x="5275" y="10395"/>
                    <a:pt x="6263" y="9216"/>
                  </a:cubicBezTo>
                  <a:cubicBezTo>
                    <a:pt x="6859" y="8538"/>
                    <a:pt x="7323" y="7800"/>
                    <a:pt x="7668" y="7049"/>
                  </a:cubicBezTo>
                  <a:cubicBezTo>
                    <a:pt x="8085" y="6109"/>
                    <a:pt x="8311" y="5144"/>
                    <a:pt x="8311" y="4156"/>
                  </a:cubicBezTo>
                  <a:cubicBezTo>
                    <a:pt x="8311" y="1870"/>
                    <a:pt x="6442" y="1"/>
                    <a:pt x="41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36"/>
            <p:cNvSpPr/>
            <p:nvPr/>
          </p:nvSpPr>
          <p:spPr>
            <a:xfrm>
              <a:off x="1008879" y="3904059"/>
              <a:ext cx="54966" cy="18460"/>
            </a:xfrm>
            <a:custGeom>
              <a:avLst/>
              <a:gdLst/>
              <a:ahLst/>
              <a:cxnLst/>
              <a:rect l="l" t="t" r="r" b="b"/>
              <a:pathLst>
                <a:path w="1727" h="580" extrusionOk="0">
                  <a:moveTo>
                    <a:pt x="648" y="1"/>
                  </a:moveTo>
                  <a:cubicBezTo>
                    <a:pt x="492" y="1"/>
                    <a:pt x="319" y="16"/>
                    <a:pt x="132" y="55"/>
                  </a:cubicBezTo>
                  <a:cubicBezTo>
                    <a:pt x="60" y="67"/>
                    <a:pt x="1" y="127"/>
                    <a:pt x="1" y="222"/>
                  </a:cubicBezTo>
                  <a:lnTo>
                    <a:pt x="1" y="401"/>
                  </a:lnTo>
                  <a:cubicBezTo>
                    <a:pt x="1" y="484"/>
                    <a:pt x="72" y="555"/>
                    <a:pt x="155" y="555"/>
                  </a:cubicBezTo>
                  <a:cubicBezTo>
                    <a:pt x="251" y="555"/>
                    <a:pt x="322" y="484"/>
                    <a:pt x="322" y="401"/>
                  </a:cubicBezTo>
                  <a:lnTo>
                    <a:pt x="322" y="365"/>
                  </a:lnTo>
                  <a:cubicBezTo>
                    <a:pt x="434" y="350"/>
                    <a:pt x="539" y="343"/>
                    <a:pt x="636" y="343"/>
                  </a:cubicBezTo>
                  <a:cubicBezTo>
                    <a:pt x="841" y="343"/>
                    <a:pt x="1011" y="372"/>
                    <a:pt x="1132" y="413"/>
                  </a:cubicBezTo>
                  <a:cubicBezTo>
                    <a:pt x="1334" y="472"/>
                    <a:pt x="1453" y="543"/>
                    <a:pt x="1465" y="543"/>
                  </a:cubicBezTo>
                  <a:cubicBezTo>
                    <a:pt x="1501" y="555"/>
                    <a:pt x="1525" y="579"/>
                    <a:pt x="1560" y="579"/>
                  </a:cubicBezTo>
                  <a:cubicBezTo>
                    <a:pt x="1620" y="579"/>
                    <a:pt x="1667" y="543"/>
                    <a:pt x="1691" y="496"/>
                  </a:cubicBezTo>
                  <a:cubicBezTo>
                    <a:pt x="1727" y="401"/>
                    <a:pt x="1703" y="305"/>
                    <a:pt x="1632" y="246"/>
                  </a:cubicBezTo>
                  <a:cubicBezTo>
                    <a:pt x="1613" y="236"/>
                    <a:pt x="1255" y="1"/>
                    <a:pt x="6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36"/>
            <p:cNvSpPr/>
            <p:nvPr/>
          </p:nvSpPr>
          <p:spPr>
            <a:xfrm>
              <a:off x="972118" y="3872072"/>
              <a:ext cx="172473" cy="164866"/>
            </a:xfrm>
            <a:custGeom>
              <a:avLst/>
              <a:gdLst/>
              <a:ahLst/>
              <a:cxnLst/>
              <a:rect l="l" t="t" r="r" b="b"/>
              <a:pathLst>
                <a:path w="5419" h="5180" extrusionOk="0">
                  <a:moveTo>
                    <a:pt x="3239" y="346"/>
                  </a:moveTo>
                  <a:lnTo>
                    <a:pt x="3239" y="1144"/>
                  </a:lnTo>
                  <a:cubicBezTo>
                    <a:pt x="3239" y="1287"/>
                    <a:pt x="3203" y="1418"/>
                    <a:pt x="3144" y="1537"/>
                  </a:cubicBezTo>
                  <a:lnTo>
                    <a:pt x="3084" y="1668"/>
                  </a:lnTo>
                  <a:cubicBezTo>
                    <a:pt x="3073" y="1703"/>
                    <a:pt x="3073" y="1715"/>
                    <a:pt x="3073" y="1739"/>
                  </a:cubicBezTo>
                  <a:lnTo>
                    <a:pt x="3073" y="2084"/>
                  </a:lnTo>
                  <a:cubicBezTo>
                    <a:pt x="3073" y="2370"/>
                    <a:pt x="2953" y="2632"/>
                    <a:pt x="2763" y="2846"/>
                  </a:cubicBezTo>
                  <a:cubicBezTo>
                    <a:pt x="2558" y="3028"/>
                    <a:pt x="2311" y="3145"/>
                    <a:pt x="2040" y="3145"/>
                  </a:cubicBezTo>
                  <a:cubicBezTo>
                    <a:pt x="2027" y="3145"/>
                    <a:pt x="2014" y="3144"/>
                    <a:pt x="2001" y="3144"/>
                  </a:cubicBezTo>
                  <a:cubicBezTo>
                    <a:pt x="1406" y="3108"/>
                    <a:pt x="941" y="2620"/>
                    <a:pt x="941" y="2037"/>
                  </a:cubicBezTo>
                  <a:lnTo>
                    <a:pt x="941" y="1739"/>
                  </a:lnTo>
                  <a:cubicBezTo>
                    <a:pt x="941" y="1715"/>
                    <a:pt x="941" y="1703"/>
                    <a:pt x="929" y="1668"/>
                  </a:cubicBezTo>
                  <a:lnTo>
                    <a:pt x="870" y="1537"/>
                  </a:lnTo>
                  <a:cubicBezTo>
                    <a:pt x="810" y="1418"/>
                    <a:pt x="775" y="1287"/>
                    <a:pt x="775" y="1144"/>
                  </a:cubicBezTo>
                  <a:cubicBezTo>
                    <a:pt x="775" y="703"/>
                    <a:pt x="1132" y="346"/>
                    <a:pt x="1584" y="346"/>
                  </a:cubicBezTo>
                  <a:close/>
                  <a:moveTo>
                    <a:pt x="1465" y="3346"/>
                  </a:moveTo>
                  <a:cubicBezTo>
                    <a:pt x="1608" y="3406"/>
                    <a:pt x="1775" y="3453"/>
                    <a:pt x="1953" y="3465"/>
                  </a:cubicBezTo>
                  <a:lnTo>
                    <a:pt x="2001" y="3465"/>
                  </a:lnTo>
                  <a:cubicBezTo>
                    <a:pt x="2180" y="3465"/>
                    <a:pt x="2370" y="3442"/>
                    <a:pt x="2537" y="3370"/>
                  </a:cubicBezTo>
                  <a:lnTo>
                    <a:pt x="2537" y="3584"/>
                  </a:lnTo>
                  <a:cubicBezTo>
                    <a:pt x="2537" y="3632"/>
                    <a:pt x="2549" y="3692"/>
                    <a:pt x="2549" y="3739"/>
                  </a:cubicBezTo>
                  <a:lnTo>
                    <a:pt x="2001" y="4156"/>
                  </a:lnTo>
                  <a:lnTo>
                    <a:pt x="1453" y="3727"/>
                  </a:lnTo>
                  <a:cubicBezTo>
                    <a:pt x="1465" y="3680"/>
                    <a:pt x="1465" y="3632"/>
                    <a:pt x="1465" y="3573"/>
                  </a:cubicBezTo>
                  <a:lnTo>
                    <a:pt x="1465" y="3346"/>
                  </a:lnTo>
                  <a:close/>
                  <a:moveTo>
                    <a:pt x="1251" y="3977"/>
                  </a:moveTo>
                  <a:lnTo>
                    <a:pt x="1834" y="4406"/>
                  </a:lnTo>
                  <a:lnTo>
                    <a:pt x="1834" y="4870"/>
                  </a:lnTo>
                  <a:cubicBezTo>
                    <a:pt x="1334" y="4835"/>
                    <a:pt x="822" y="4680"/>
                    <a:pt x="394" y="4358"/>
                  </a:cubicBezTo>
                  <a:cubicBezTo>
                    <a:pt x="417" y="4335"/>
                    <a:pt x="465" y="4299"/>
                    <a:pt x="501" y="4287"/>
                  </a:cubicBezTo>
                  <a:lnTo>
                    <a:pt x="1132" y="4049"/>
                  </a:lnTo>
                  <a:cubicBezTo>
                    <a:pt x="1179" y="4037"/>
                    <a:pt x="1227" y="4001"/>
                    <a:pt x="1251" y="3977"/>
                  </a:cubicBezTo>
                  <a:close/>
                  <a:moveTo>
                    <a:pt x="2739" y="3989"/>
                  </a:moveTo>
                  <a:cubicBezTo>
                    <a:pt x="2787" y="4025"/>
                    <a:pt x="2822" y="4037"/>
                    <a:pt x="2858" y="4061"/>
                  </a:cubicBezTo>
                  <a:lnTo>
                    <a:pt x="3632" y="4346"/>
                  </a:lnTo>
                  <a:cubicBezTo>
                    <a:pt x="3192" y="4656"/>
                    <a:pt x="2680" y="4835"/>
                    <a:pt x="2168" y="4870"/>
                  </a:cubicBezTo>
                  <a:lnTo>
                    <a:pt x="2168" y="4418"/>
                  </a:lnTo>
                  <a:lnTo>
                    <a:pt x="2739" y="3989"/>
                  </a:lnTo>
                  <a:close/>
                  <a:moveTo>
                    <a:pt x="1596" y="1"/>
                  </a:moveTo>
                  <a:cubicBezTo>
                    <a:pt x="977" y="1"/>
                    <a:pt x="465" y="501"/>
                    <a:pt x="465" y="1132"/>
                  </a:cubicBezTo>
                  <a:cubicBezTo>
                    <a:pt x="465" y="1310"/>
                    <a:pt x="513" y="1501"/>
                    <a:pt x="596" y="1668"/>
                  </a:cubicBezTo>
                  <a:lnTo>
                    <a:pt x="644" y="1751"/>
                  </a:lnTo>
                  <a:lnTo>
                    <a:pt x="644" y="2013"/>
                  </a:lnTo>
                  <a:cubicBezTo>
                    <a:pt x="644" y="2453"/>
                    <a:pt x="858" y="2858"/>
                    <a:pt x="1168" y="3120"/>
                  </a:cubicBezTo>
                  <a:lnTo>
                    <a:pt x="1168" y="3561"/>
                  </a:lnTo>
                  <a:cubicBezTo>
                    <a:pt x="1168" y="3632"/>
                    <a:pt x="1120" y="3704"/>
                    <a:pt x="1048" y="3739"/>
                  </a:cubicBezTo>
                  <a:lnTo>
                    <a:pt x="406" y="3977"/>
                  </a:lnTo>
                  <a:cubicBezTo>
                    <a:pt x="239" y="4037"/>
                    <a:pt x="108" y="4168"/>
                    <a:pt x="36" y="4311"/>
                  </a:cubicBezTo>
                  <a:cubicBezTo>
                    <a:pt x="1" y="4394"/>
                    <a:pt x="25" y="4466"/>
                    <a:pt x="84" y="4513"/>
                  </a:cubicBezTo>
                  <a:cubicBezTo>
                    <a:pt x="644" y="4954"/>
                    <a:pt x="1334" y="5180"/>
                    <a:pt x="2001" y="5180"/>
                  </a:cubicBezTo>
                  <a:cubicBezTo>
                    <a:pt x="2799" y="5180"/>
                    <a:pt x="3596" y="4870"/>
                    <a:pt x="4204" y="4275"/>
                  </a:cubicBezTo>
                  <a:cubicBezTo>
                    <a:pt x="5323" y="3168"/>
                    <a:pt x="5418" y="1406"/>
                    <a:pt x="4442" y="167"/>
                  </a:cubicBezTo>
                  <a:cubicBezTo>
                    <a:pt x="4405" y="124"/>
                    <a:pt x="4351" y="98"/>
                    <a:pt x="4301" y="98"/>
                  </a:cubicBezTo>
                  <a:cubicBezTo>
                    <a:pt x="4269" y="98"/>
                    <a:pt x="4239" y="108"/>
                    <a:pt x="4216" y="132"/>
                  </a:cubicBezTo>
                  <a:cubicBezTo>
                    <a:pt x="4144" y="191"/>
                    <a:pt x="4132" y="298"/>
                    <a:pt x="4192" y="358"/>
                  </a:cubicBezTo>
                  <a:cubicBezTo>
                    <a:pt x="5061" y="1465"/>
                    <a:pt x="4966" y="3049"/>
                    <a:pt x="3965" y="4049"/>
                  </a:cubicBezTo>
                  <a:lnTo>
                    <a:pt x="3906" y="4108"/>
                  </a:lnTo>
                  <a:cubicBezTo>
                    <a:pt x="3870" y="4096"/>
                    <a:pt x="3835" y="4061"/>
                    <a:pt x="3799" y="4049"/>
                  </a:cubicBezTo>
                  <a:lnTo>
                    <a:pt x="2977" y="3739"/>
                  </a:lnTo>
                  <a:cubicBezTo>
                    <a:pt x="2906" y="3704"/>
                    <a:pt x="2858" y="3644"/>
                    <a:pt x="2858" y="3561"/>
                  </a:cubicBezTo>
                  <a:lnTo>
                    <a:pt x="2858" y="3144"/>
                  </a:lnTo>
                  <a:cubicBezTo>
                    <a:pt x="2894" y="3108"/>
                    <a:pt x="2942" y="3084"/>
                    <a:pt x="2965" y="3049"/>
                  </a:cubicBezTo>
                  <a:cubicBezTo>
                    <a:pt x="3239" y="2787"/>
                    <a:pt x="3382" y="2441"/>
                    <a:pt x="3382" y="2072"/>
                  </a:cubicBezTo>
                  <a:lnTo>
                    <a:pt x="3382" y="1751"/>
                  </a:lnTo>
                  <a:lnTo>
                    <a:pt x="3430" y="1668"/>
                  </a:lnTo>
                  <a:cubicBezTo>
                    <a:pt x="3513" y="1501"/>
                    <a:pt x="3561" y="1310"/>
                    <a:pt x="3561" y="1132"/>
                  </a:cubicBezTo>
                  <a:lnTo>
                    <a:pt x="3561" y="167"/>
                  </a:lnTo>
                  <a:cubicBezTo>
                    <a:pt x="3561" y="72"/>
                    <a:pt x="3489" y="1"/>
                    <a:pt x="33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5" name="Google Shape;225;p36"/>
          <p:cNvSpPr txBox="1">
            <a:spLocks noGrp="1"/>
          </p:cNvSpPr>
          <p:nvPr>
            <p:ph type="title"/>
          </p:nvPr>
        </p:nvSpPr>
        <p:spPr>
          <a:xfrm>
            <a:off x="4571175" y="1017700"/>
            <a:ext cx="36576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COMPANY</a:t>
            </a:r>
            <a:endParaRPr/>
          </a:p>
        </p:txBody>
      </p:sp>
      <p:pic>
        <p:nvPicPr>
          <p:cNvPr id="226" name="Google Shape;226;p36"/>
          <p:cNvPicPr preferRelativeResize="0"/>
          <p:nvPr/>
        </p:nvPicPr>
        <p:blipFill rotWithShape="1">
          <a:blip r:embed="rId3">
            <a:alphaModFix/>
          </a:blip>
          <a:srcRect r="9649" b="-17772"/>
          <a:stretch/>
        </p:blipFill>
        <p:spPr>
          <a:xfrm>
            <a:off x="715100" y="535000"/>
            <a:ext cx="3098400" cy="6057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</p:pic>
      <p:sp>
        <p:nvSpPr>
          <p:cNvPr id="227" name="Google Shape;227;p36"/>
          <p:cNvSpPr txBox="1">
            <a:spLocks noGrp="1"/>
          </p:cNvSpPr>
          <p:nvPr>
            <p:ph type="body" idx="1"/>
          </p:nvPr>
        </p:nvSpPr>
        <p:spPr>
          <a:xfrm>
            <a:off x="4571175" y="1514200"/>
            <a:ext cx="3657600" cy="16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Solar System—it’s only a bit larger than the Moon. The planet’s name has nothing to do with the liquid metal, since Mercury was named after a Roman god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8"/>
          <p:cNvSpPr txBox="1">
            <a:spLocks noGrp="1"/>
          </p:cNvSpPr>
          <p:nvPr>
            <p:ph type="title"/>
          </p:nvPr>
        </p:nvSpPr>
        <p:spPr>
          <a:xfrm>
            <a:off x="1581900" y="3791975"/>
            <a:ext cx="5980200" cy="479700"/>
          </a:xfrm>
          <a:prstGeom prst="rect">
            <a:avLst/>
          </a:prstGeom>
        </p:spPr>
        <p:txBody>
          <a:bodyPr spcFirstLastPara="1" wrap="square" lIns="91425" tIns="91425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—SOMEONE FAMOUS</a:t>
            </a:r>
            <a:endParaRPr/>
          </a:p>
        </p:txBody>
      </p:sp>
      <p:sp>
        <p:nvSpPr>
          <p:cNvPr id="240" name="Google Shape;240;p38"/>
          <p:cNvSpPr txBox="1">
            <a:spLocks noGrp="1"/>
          </p:cNvSpPr>
          <p:nvPr>
            <p:ph type="subTitle" idx="1"/>
          </p:nvPr>
        </p:nvSpPr>
        <p:spPr>
          <a:xfrm>
            <a:off x="1581900" y="1611725"/>
            <a:ext cx="5980200" cy="2031300"/>
          </a:xfrm>
          <a:prstGeom prst="rect">
            <a:avLst/>
          </a:prstGeom>
        </p:spPr>
        <p:txBody>
          <a:bodyPr spcFirstLastPara="1" wrap="square" lIns="91425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“This is a quote, words full of wisdom that someone important said and can make the reader get inspired.”</a:t>
            </a:r>
            <a:endParaRPr/>
          </a:p>
        </p:txBody>
      </p:sp>
      <p:grpSp>
        <p:nvGrpSpPr>
          <p:cNvPr id="241" name="Google Shape;241;p38"/>
          <p:cNvGrpSpPr/>
          <p:nvPr/>
        </p:nvGrpSpPr>
        <p:grpSpPr>
          <a:xfrm>
            <a:off x="4351384" y="1070587"/>
            <a:ext cx="441253" cy="541134"/>
            <a:chOff x="3086313" y="2877049"/>
            <a:chExt cx="320143" cy="392581"/>
          </a:xfrm>
        </p:grpSpPr>
        <p:sp>
          <p:nvSpPr>
            <p:cNvPr id="242" name="Google Shape;242;p38"/>
            <p:cNvSpPr/>
            <p:nvPr/>
          </p:nvSpPr>
          <p:spPr>
            <a:xfrm>
              <a:off x="3125749" y="2915371"/>
              <a:ext cx="240505" cy="354259"/>
            </a:xfrm>
            <a:custGeom>
              <a:avLst/>
              <a:gdLst/>
              <a:ahLst/>
              <a:cxnLst/>
              <a:rect l="l" t="t" r="r" b="b"/>
              <a:pathLst>
                <a:path w="7550" h="11121" extrusionOk="0">
                  <a:moveTo>
                    <a:pt x="3775" y="2929"/>
                  </a:moveTo>
                  <a:lnTo>
                    <a:pt x="3918" y="3120"/>
                  </a:lnTo>
                  <a:cubicBezTo>
                    <a:pt x="3871" y="3144"/>
                    <a:pt x="3823" y="3144"/>
                    <a:pt x="3775" y="3144"/>
                  </a:cubicBezTo>
                  <a:cubicBezTo>
                    <a:pt x="3740" y="3132"/>
                    <a:pt x="3692" y="3120"/>
                    <a:pt x="3644" y="3120"/>
                  </a:cubicBezTo>
                  <a:lnTo>
                    <a:pt x="3775" y="2929"/>
                  </a:lnTo>
                  <a:close/>
                  <a:moveTo>
                    <a:pt x="4168" y="3501"/>
                  </a:moveTo>
                  <a:lnTo>
                    <a:pt x="4299" y="3703"/>
                  </a:lnTo>
                  <a:cubicBezTo>
                    <a:pt x="4126" y="3751"/>
                    <a:pt x="3948" y="3775"/>
                    <a:pt x="3769" y="3775"/>
                  </a:cubicBezTo>
                  <a:cubicBezTo>
                    <a:pt x="3591" y="3775"/>
                    <a:pt x="3412" y="3751"/>
                    <a:pt x="3239" y="3703"/>
                  </a:cubicBezTo>
                  <a:lnTo>
                    <a:pt x="3382" y="3501"/>
                  </a:lnTo>
                  <a:cubicBezTo>
                    <a:pt x="3513" y="3560"/>
                    <a:pt x="3644" y="3572"/>
                    <a:pt x="3775" y="3572"/>
                  </a:cubicBezTo>
                  <a:cubicBezTo>
                    <a:pt x="3918" y="3572"/>
                    <a:pt x="4049" y="3537"/>
                    <a:pt x="4168" y="3501"/>
                  </a:cubicBezTo>
                  <a:close/>
                  <a:moveTo>
                    <a:pt x="3120" y="4132"/>
                  </a:moveTo>
                  <a:cubicBezTo>
                    <a:pt x="3275" y="4180"/>
                    <a:pt x="3418" y="4191"/>
                    <a:pt x="3561" y="4215"/>
                  </a:cubicBezTo>
                  <a:lnTo>
                    <a:pt x="3561" y="8109"/>
                  </a:lnTo>
                  <a:lnTo>
                    <a:pt x="3120" y="8109"/>
                  </a:lnTo>
                  <a:lnTo>
                    <a:pt x="3120" y="4132"/>
                  </a:lnTo>
                  <a:close/>
                  <a:moveTo>
                    <a:pt x="4430" y="4132"/>
                  </a:moveTo>
                  <a:lnTo>
                    <a:pt x="4430" y="8109"/>
                  </a:lnTo>
                  <a:lnTo>
                    <a:pt x="4001" y="8109"/>
                  </a:lnTo>
                  <a:lnTo>
                    <a:pt x="4001" y="4215"/>
                  </a:lnTo>
                  <a:cubicBezTo>
                    <a:pt x="4156" y="4191"/>
                    <a:pt x="4287" y="4180"/>
                    <a:pt x="4430" y="4132"/>
                  </a:cubicBezTo>
                  <a:close/>
                  <a:moveTo>
                    <a:pt x="3799" y="441"/>
                  </a:moveTo>
                  <a:cubicBezTo>
                    <a:pt x="4668" y="441"/>
                    <a:pt x="5490" y="786"/>
                    <a:pt x="6121" y="1394"/>
                  </a:cubicBezTo>
                  <a:cubicBezTo>
                    <a:pt x="6752" y="2025"/>
                    <a:pt x="7097" y="2858"/>
                    <a:pt x="7097" y="3751"/>
                  </a:cubicBezTo>
                  <a:cubicBezTo>
                    <a:pt x="7097" y="4620"/>
                    <a:pt x="6752" y="5442"/>
                    <a:pt x="6157" y="6073"/>
                  </a:cubicBezTo>
                  <a:cubicBezTo>
                    <a:pt x="5609" y="6632"/>
                    <a:pt x="5299" y="7347"/>
                    <a:pt x="5240" y="8109"/>
                  </a:cubicBezTo>
                  <a:lnTo>
                    <a:pt x="4883" y="8109"/>
                  </a:lnTo>
                  <a:lnTo>
                    <a:pt x="4883" y="3822"/>
                  </a:lnTo>
                  <a:cubicBezTo>
                    <a:pt x="4883" y="3775"/>
                    <a:pt x="4871" y="3739"/>
                    <a:pt x="4835" y="3703"/>
                  </a:cubicBezTo>
                  <a:lnTo>
                    <a:pt x="3978" y="2406"/>
                  </a:lnTo>
                  <a:cubicBezTo>
                    <a:pt x="3930" y="2346"/>
                    <a:pt x="3871" y="2310"/>
                    <a:pt x="3799" y="2310"/>
                  </a:cubicBezTo>
                  <a:cubicBezTo>
                    <a:pt x="3716" y="2310"/>
                    <a:pt x="3644" y="2334"/>
                    <a:pt x="3620" y="2406"/>
                  </a:cubicBezTo>
                  <a:lnTo>
                    <a:pt x="2751" y="3703"/>
                  </a:lnTo>
                  <a:cubicBezTo>
                    <a:pt x="2728" y="3739"/>
                    <a:pt x="2704" y="3775"/>
                    <a:pt x="2704" y="3822"/>
                  </a:cubicBezTo>
                  <a:lnTo>
                    <a:pt x="2704" y="8109"/>
                  </a:lnTo>
                  <a:lnTo>
                    <a:pt x="2347" y="8109"/>
                  </a:lnTo>
                  <a:cubicBezTo>
                    <a:pt x="2287" y="7347"/>
                    <a:pt x="1977" y="6632"/>
                    <a:pt x="1430" y="6073"/>
                  </a:cubicBezTo>
                  <a:cubicBezTo>
                    <a:pt x="834" y="5465"/>
                    <a:pt x="501" y="4656"/>
                    <a:pt x="489" y="3810"/>
                  </a:cubicBezTo>
                  <a:cubicBezTo>
                    <a:pt x="477" y="2929"/>
                    <a:pt x="823" y="2096"/>
                    <a:pt x="1430" y="1453"/>
                  </a:cubicBezTo>
                  <a:cubicBezTo>
                    <a:pt x="2049" y="822"/>
                    <a:pt x="2870" y="453"/>
                    <a:pt x="3751" y="441"/>
                  </a:cubicBezTo>
                  <a:close/>
                  <a:moveTo>
                    <a:pt x="5228" y="8561"/>
                  </a:moveTo>
                  <a:lnTo>
                    <a:pt x="5228" y="8835"/>
                  </a:lnTo>
                  <a:lnTo>
                    <a:pt x="5228" y="8883"/>
                  </a:lnTo>
                  <a:lnTo>
                    <a:pt x="2335" y="8883"/>
                  </a:lnTo>
                  <a:lnTo>
                    <a:pt x="2335" y="8835"/>
                  </a:lnTo>
                  <a:lnTo>
                    <a:pt x="2335" y="8561"/>
                  </a:lnTo>
                  <a:close/>
                  <a:moveTo>
                    <a:pt x="5121" y="9311"/>
                  </a:moveTo>
                  <a:cubicBezTo>
                    <a:pt x="4942" y="9752"/>
                    <a:pt x="4525" y="10026"/>
                    <a:pt x="4037" y="10026"/>
                  </a:cubicBezTo>
                  <a:lnTo>
                    <a:pt x="3525" y="10026"/>
                  </a:lnTo>
                  <a:cubicBezTo>
                    <a:pt x="3037" y="10026"/>
                    <a:pt x="2620" y="9728"/>
                    <a:pt x="2442" y="9311"/>
                  </a:cubicBezTo>
                  <a:close/>
                  <a:moveTo>
                    <a:pt x="4049" y="10478"/>
                  </a:moveTo>
                  <a:cubicBezTo>
                    <a:pt x="4061" y="10478"/>
                    <a:pt x="4109" y="10478"/>
                    <a:pt x="4132" y="10490"/>
                  </a:cubicBezTo>
                  <a:cubicBezTo>
                    <a:pt x="4132" y="10597"/>
                    <a:pt x="4049" y="10668"/>
                    <a:pt x="3954" y="10668"/>
                  </a:cubicBezTo>
                  <a:lnTo>
                    <a:pt x="3620" y="10668"/>
                  </a:lnTo>
                  <a:cubicBezTo>
                    <a:pt x="3513" y="10668"/>
                    <a:pt x="3442" y="10585"/>
                    <a:pt x="3442" y="10490"/>
                  </a:cubicBezTo>
                  <a:lnTo>
                    <a:pt x="3442" y="10478"/>
                  </a:lnTo>
                  <a:close/>
                  <a:moveTo>
                    <a:pt x="3762" y="0"/>
                  </a:moveTo>
                  <a:cubicBezTo>
                    <a:pt x="3746" y="0"/>
                    <a:pt x="3731" y="0"/>
                    <a:pt x="3716" y="0"/>
                  </a:cubicBezTo>
                  <a:cubicBezTo>
                    <a:pt x="1656" y="24"/>
                    <a:pt x="1" y="1739"/>
                    <a:pt x="13" y="3810"/>
                  </a:cubicBezTo>
                  <a:cubicBezTo>
                    <a:pt x="25" y="4775"/>
                    <a:pt x="406" y="5680"/>
                    <a:pt x="1073" y="6370"/>
                  </a:cubicBezTo>
                  <a:cubicBezTo>
                    <a:pt x="1596" y="6906"/>
                    <a:pt x="1870" y="7609"/>
                    <a:pt x="1870" y="8335"/>
                  </a:cubicBezTo>
                  <a:lnTo>
                    <a:pt x="1870" y="8835"/>
                  </a:lnTo>
                  <a:cubicBezTo>
                    <a:pt x="1870" y="9549"/>
                    <a:pt x="2335" y="10168"/>
                    <a:pt x="2966" y="10383"/>
                  </a:cubicBezTo>
                  <a:lnTo>
                    <a:pt x="2966" y="10490"/>
                  </a:lnTo>
                  <a:cubicBezTo>
                    <a:pt x="2966" y="10835"/>
                    <a:pt x="3239" y="11121"/>
                    <a:pt x="3585" y="11121"/>
                  </a:cubicBezTo>
                  <a:lnTo>
                    <a:pt x="3930" y="11121"/>
                  </a:lnTo>
                  <a:cubicBezTo>
                    <a:pt x="4275" y="11121"/>
                    <a:pt x="4549" y="10835"/>
                    <a:pt x="4549" y="10490"/>
                  </a:cubicBezTo>
                  <a:lnTo>
                    <a:pt x="4549" y="10383"/>
                  </a:lnTo>
                  <a:cubicBezTo>
                    <a:pt x="5192" y="10168"/>
                    <a:pt x="5645" y="9549"/>
                    <a:pt x="5645" y="8835"/>
                  </a:cubicBezTo>
                  <a:lnTo>
                    <a:pt x="5645" y="8335"/>
                  </a:lnTo>
                  <a:cubicBezTo>
                    <a:pt x="5645" y="7609"/>
                    <a:pt x="5918" y="6918"/>
                    <a:pt x="6442" y="6382"/>
                  </a:cubicBezTo>
                  <a:cubicBezTo>
                    <a:pt x="7133" y="5680"/>
                    <a:pt x="7502" y="4751"/>
                    <a:pt x="7502" y="3763"/>
                  </a:cubicBezTo>
                  <a:cubicBezTo>
                    <a:pt x="7550" y="2751"/>
                    <a:pt x="7145" y="1798"/>
                    <a:pt x="6418" y="1084"/>
                  </a:cubicBezTo>
                  <a:cubicBezTo>
                    <a:pt x="5715" y="380"/>
                    <a:pt x="4757" y="0"/>
                    <a:pt x="376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38"/>
            <p:cNvSpPr/>
            <p:nvPr/>
          </p:nvSpPr>
          <p:spPr>
            <a:xfrm>
              <a:off x="3263076" y="2942511"/>
              <a:ext cx="79287" cy="99579"/>
            </a:xfrm>
            <a:custGeom>
              <a:avLst/>
              <a:gdLst/>
              <a:ahLst/>
              <a:cxnLst/>
              <a:rect l="l" t="t" r="r" b="b"/>
              <a:pathLst>
                <a:path w="2489" h="3126" extrusionOk="0">
                  <a:moveTo>
                    <a:pt x="246" y="1"/>
                  </a:moveTo>
                  <a:cubicBezTo>
                    <a:pt x="146" y="1"/>
                    <a:pt x="56" y="59"/>
                    <a:pt x="36" y="161"/>
                  </a:cubicBezTo>
                  <a:cubicBezTo>
                    <a:pt x="0" y="280"/>
                    <a:pt x="60" y="399"/>
                    <a:pt x="179" y="422"/>
                  </a:cubicBezTo>
                  <a:cubicBezTo>
                    <a:pt x="1286" y="744"/>
                    <a:pt x="2048" y="1768"/>
                    <a:pt x="2048" y="2899"/>
                  </a:cubicBezTo>
                  <a:cubicBezTo>
                    <a:pt x="2048" y="3018"/>
                    <a:pt x="2143" y="3125"/>
                    <a:pt x="2262" y="3125"/>
                  </a:cubicBezTo>
                  <a:cubicBezTo>
                    <a:pt x="2381" y="3125"/>
                    <a:pt x="2488" y="3018"/>
                    <a:pt x="2488" y="2899"/>
                  </a:cubicBezTo>
                  <a:cubicBezTo>
                    <a:pt x="2488" y="1577"/>
                    <a:pt x="1595" y="387"/>
                    <a:pt x="298" y="6"/>
                  </a:cubicBezTo>
                  <a:cubicBezTo>
                    <a:pt x="280" y="2"/>
                    <a:pt x="263" y="1"/>
                    <a:pt x="2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38"/>
            <p:cNvSpPr/>
            <p:nvPr/>
          </p:nvSpPr>
          <p:spPr>
            <a:xfrm>
              <a:off x="3237656" y="2939262"/>
              <a:ext cx="20897" cy="14462"/>
            </a:xfrm>
            <a:custGeom>
              <a:avLst/>
              <a:gdLst/>
              <a:ahLst/>
              <a:cxnLst/>
              <a:rect l="l" t="t" r="r" b="b"/>
              <a:pathLst>
                <a:path w="656" h="454" extrusionOk="0">
                  <a:moveTo>
                    <a:pt x="227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7" y="453"/>
                  </a:cubicBezTo>
                  <a:lnTo>
                    <a:pt x="417" y="453"/>
                  </a:lnTo>
                  <a:cubicBezTo>
                    <a:pt x="536" y="453"/>
                    <a:pt x="619" y="358"/>
                    <a:pt x="643" y="251"/>
                  </a:cubicBezTo>
                  <a:cubicBezTo>
                    <a:pt x="655" y="108"/>
                    <a:pt x="560" y="1"/>
                    <a:pt x="42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38"/>
            <p:cNvSpPr/>
            <p:nvPr/>
          </p:nvSpPr>
          <p:spPr>
            <a:xfrm>
              <a:off x="3379888" y="3029539"/>
              <a:ext cx="26567" cy="14048"/>
            </a:xfrm>
            <a:custGeom>
              <a:avLst/>
              <a:gdLst/>
              <a:ahLst/>
              <a:cxnLst/>
              <a:rect l="l" t="t" r="r" b="b"/>
              <a:pathLst>
                <a:path w="834" h="441" extrusionOk="0">
                  <a:moveTo>
                    <a:pt x="226" y="0"/>
                  </a:moveTo>
                  <a:cubicBezTo>
                    <a:pt x="107" y="0"/>
                    <a:pt x="0" y="107"/>
                    <a:pt x="0" y="226"/>
                  </a:cubicBezTo>
                  <a:cubicBezTo>
                    <a:pt x="0" y="346"/>
                    <a:pt x="107" y="441"/>
                    <a:pt x="226" y="441"/>
                  </a:cubicBezTo>
                  <a:lnTo>
                    <a:pt x="607" y="441"/>
                  </a:lnTo>
                  <a:cubicBezTo>
                    <a:pt x="726" y="441"/>
                    <a:pt x="834" y="346"/>
                    <a:pt x="834" y="226"/>
                  </a:cubicBezTo>
                  <a:cubicBezTo>
                    <a:pt x="822" y="107"/>
                    <a:pt x="726" y="0"/>
                    <a:pt x="60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8"/>
            <p:cNvSpPr/>
            <p:nvPr/>
          </p:nvSpPr>
          <p:spPr>
            <a:xfrm>
              <a:off x="3086313" y="3029539"/>
              <a:ext cx="26599" cy="14048"/>
            </a:xfrm>
            <a:custGeom>
              <a:avLst/>
              <a:gdLst/>
              <a:ahLst/>
              <a:cxnLst/>
              <a:rect l="l" t="t" r="r" b="b"/>
              <a:pathLst>
                <a:path w="835" h="441" extrusionOk="0">
                  <a:moveTo>
                    <a:pt x="227" y="0"/>
                  </a:moveTo>
                  <a:cubicBezTo>
                    <a:pt x="108" y="0"/>
                    <a:pt x="1" y="107"/>
                    <a:pt x="1" y="226"/>
                  </a:cubicBezTo>
                  <a:cubicBezTo>
                    <a:pt x="1" y="346"/>
                    <a:pt x="108" y="441"/>
                    <a:pt x="227" y="441"/>
                  </a:cubicBezTo>
                  <a:lnTo>
                    <a:pt x="608" y="441"/>
                  </a:lnTo>
                  <a:cubicBezTo>
                    <a:pt x="727" y="441"/>
                    <a:pt x="834" y="346"/>
                    <a:pt x="834" y="226"/>
                  </a:cubicBezTo>
                  <a:cubicBezTo>
                    <a:pt x="834" y="107"/>
                    <a:pt x="727" y="0"/>
                    <a:pt x="6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38"/>
            <p:cNvSpPr/>
            <p:nvPr/>
          </p:nvSpPr>
          <p:spPr>
            <a:xfrm>
              <a:off x="3359788" y="2953469"/>
              <a:ext cx="26567" cy="20355"/>
            </a:xfrm>
            <a:custGeom>
              <a:avLst/>
              <a:gdLst/>
              <a:ahLst/>
              <a:cxnLst/>
              <a:rect l="l" t="t" r="r" b="b"/>
              <a:pathLst>
                <a:path w="834" h="639" extrusionOk="0">
                  <a:moveTo>
                    <a:pt x="594" y="0"/>
                  </a:moveTo>
                  <a:cubicBezTo>
                    <a:pt x="555" y="0"/>
                    <a:pt x="514" y="13"/>
                    <a:pt x="476" y="43"/>
                  </a:cubicBezTo>
                  <a:lnTo>
                    <a:pt x="155" y="233"/>
                  </a:lnTo>
                  <a:cubicBezTo>
                    <a:pt x="48" y="293"/>
                    <a:pt x="0" y="424"/>
                    <a:pt x="83" y="531"/>
                  </a:cubicBezTo>
                  <a:cubicBezTo>
                    <a:pt x="119" y="602"/>
                    <a:pt x="203" y="638"/>
                    <a:pt x="274" y="638"/>
                  </a:cubicBezTo>
                  <a:cubicBezTo>
                    <a:pt x="310" y="638"/>
                    <a:pt x="345" y="614"/>
                    <a:pt x="381" y="602"/>
                  </a:cubicBezTo>
                  <a:lnTo>
                    <a:pt x="703" y="412"/>
                  </a:lnTo>
                  <a:cubicBezTo>
                    <a:pt x="810" y="352"/>
                    <a:pt x="834" y="221"/>
                    <a:pt x="774" y="114"/>
                  </a:cubicBezTo>
                  <a:cubicBezTo>
                    <a:pt x="735" y="45"/>
                    <a:pt x="667" y="0"/>
                    <a:pt x="59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38"/>
            <p:cNvSpPr/>
            <p:nvPr/>
          </p:nvSpPr>
          <p:spPr>
            <a:xfrm>
              <a:off x="3106413" y="3100034"/>
              <a:ext cx="26599" cy="20164"/>
            </a:xfrm>
            <a:custGeom>
              <a:avLst/>
              <a:gdLst/>
              <a:ahLst/>
              <a:cxnLst/>
              <a:rect l="l" t="t" r="r" b="b"/>
              <a:pathLst>
                <a:path w="835" h="633" extrusionOk="0">
                  <a:moveTo>
                    <a:pt x="590" y="0"/>
                  </a:moveTo>
                  <a:cubicBezTo>
                    <a:pt x="550" y="0"/>
                    <a:pt x="511" y="12"/>
                    <a:pt x="477" y="38"/>
                  </a:cubicBezTo>
                  <a:lnTo>
                    <a:pt x="144" y="228"/>
                  </a:lnTo>
                  <a:cubicBezTo>
                    <a:pt x="36" y="288"/>
                    <a:pt x="1" y="419"/>
                    <a:pt x="72" y="526"/>
                  </a:cubicBezTo>
                  <a:cubicBezTo>
                    <a:pt x="108" y="597"/>
                    <a:pt x="191" y="633"/>
                    <a:pt x="263" y="633"/>
                  </a:cubicBezTo>
                  <a:cubicBezTo>
                    <a:pt x="310" y="633"/>
                    <a:pt x="334" y="609"/>
                    <a:pt x="370" y="597"/>
                  </a:cubicBezTo>
                  <a:lnTo>
                    <a:pt x="691" y="407"/>
                  </a:lnTo>
                  <a:cubicBezTo>
                    <a:pt x="787" y="347"/>
                    <a:pt x="834" y="216"/>
                    <a:pt x="775" y="109"/>
                  </a:cubicBezTo>
                  <a:cubicBezTo>
                    <a:pt x="736" y="40"/>
                    <a:pt x="663" y="0"/>
                    <a:pt x="5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8"/>
            <p:cNvSpPr/>
            <p:nvPr/>
          </p:nvSpPr>
          <p:spPr>
            <a:xfrm>
              <a:off x="3308565" y="2897277"/>
              <a:ext cx="22044" cy="24178"/>
            </a:xfrm>
            <a:custGeom>
              <a:avLst/>
              <a:gdLst/>
              <a:ahLst/>
              <a:cxnLst/>
              <a:rect l="l" t="t" r="r" b="b"/>
              <a:pathLst>
                <a:path w="692" h="759" extrusionOk="0">
                  <a:moveTo>
                    <a:pt x="441" y="1"/>
                  </a:moveTo>
                  <a:cubicBezTo>
                    <a:pt x="369" y="1"/>
                    <a:pt x="301" y="35"/>
                    <a:pt x="263" y="104"/>
                  </a:cubicBezTo>
                  <a:lnTo>
                    <a:pt x="60" y="438"/>
                  </a:lnTo>
                  <a:cubicBezTo>
                    <a:pt x="1" y="533"/>
                    <a:pt x="37" y="676"/>
                    <a:pt x="144" y="735"/>
                  </a:cubicBezTo>
                  <a:cubicBezTo>
                    <a:pt x="167" y="747"/>
                    <a:pt x="215" y="759"/>
                    <a:pt x="239" y="759"/>
                  </a:cubicBezTo>
                  <a:cubicBezTo>
                    <a:pt x="322" y="759"/>
                    <a:pt x="394" y="711"/>
                    <a:pt x="441" y="652"/>
                  </a:cubicBezTo>
                  <a:lnTo>
                    <a:pt x="632" y="330"/>
                  </a:lnTo>
                  <a:cubicBezTo>
                    <a:pt x="691" y="223"/>
                    <a:pt x="656" y="92"/>
                    <a:pt x="560" y="33"/>
                  </a:cubicBezTo>
                  <a:cubicBezTo>
                    <a:pt x="522" y="11"/>
                    <a:pt x="481" y="1"/>
                    <a:pt x="4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38"/>
            <p:cNvSpPr/>
            <p:nvPr/>
          </p:nvSpPr>
          <p:spPr>
            <a:xfrm>
              <a:off x="3239153" y="2877049"/>
              <a:ext cx="14080" cy="26599"/>
            </a:xfrm>
            <a:custGeom>
              <a:avLst/>
              <a:gdLst/>
              <a:ahLst/>
              <a:cxnLst/>
              <a:rect l="l" t="t" r="r" b="b"/>
              <a:pathLst>
                <a:path w="442" h="835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lnTo>
                    <a:pt x="1" y="608"/>
                  </a:lnTo>
                  <a:cubicBezTo>
                    <a:pt x="1" y="727"/>
                    <a:pt x="96" y="834"/>
                    <a:pt x="215" y="834"/>
                  </a:cubicBezTo>
                  <a:cubicBezTo>
                    <a:pt x="334" y="834"/>
                    <a:pt x="441" y="727"/>
                    <a:pt x="441" y="608"/>
                  </a:cubicBezTo>
                  <a:lnTo>
                    <a:pt x="441" y="215"/>
                  </a:lnTo>
                  <a:cubicBezTo>
                    <a:pt x="441" y="96"/>
                    <a:pt x="358" y="1"/>
                    <a:pt x="2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8"/>
            <p:cNvSpPr/>
            <p:nvPr/>
          </p:nvSpPr>
          <p:spPr>
            <a:xfrm>
              <a:off x="3161809" y="2897500"/>
              <a:ext cx="22394" cy="24337"/>
            </a:xfrm>
            <a:custGeom>
              <a:avLst/>
              <a:gdLst/>
              <a:ahLst/>
              <a:cxnLst/>
              <a:rect l="l" t="t" r="r" b="b"/>
              <a:pathLst>
                <a:path w="703" h="764" extrusionOk="0">
                  <a:moveTo>
                    <a:pt x="262" y="0"/>
                  </a:moveTo>
                  <a:cubicBezTo>
                    <a:pt x="222" y="0"/>
                    <a:pt x="181" y="12"/>
                    <a:pt x="143" y="38"/>
                  </a:cubicBezTo>
                  <a:cubicBezTo>
                    <a:pt x="48" y="97"/>
                    <a:pt x="0" y="228"/>
                    <a:pt x="72" y="335"/>
                  </a:cubicBezTo>
                  <a:lnTo>
                    <a:pt x="262" y="669"/>
                  </a:lnTo>
                  <a:cubicBezTo>
                    <a:pt x="310" y="740"/>
                    <a:pt x="381" y="764"/>
                    <a:pt x="464" y="764"/>
                  </a:cubicBezTo>
                  <a:cubicBezTo>
                    <a:pt x="500" y="764"/>
                    <a:pt x="536" y="752"/>
                    <a:pt x="560" y="740"/>
                  </a:cubicBezTo>
                  <a:cubicBezTo>
                    <a:pt x="667" y="681"/>
                    <a:pt x="703" y="550"/>
                    <a:pt x="643" y="442"/>
                  </a:cubicBezTo>
                  <a:lnTo>
                    <a:pt x="441" y="109"/>
                  </a:lnTo>
                  <a:cubicBezTo>
                    <a:pt x="402" y="40"/>
                    <a:pt x="334" y="0"/>
                    <a:pt x="26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8"/>
            <p:cNvSpPr/>
            <p:nvPr/>
          </p:nvSpPr>
          <p:spPr>
            <a:xfrm>
              <a:off x="3106413" y="2953151"/>
              <a:ext cx="26599" cy="19909"/>
            </a:xfrm>
            <a:custGeom>
              <a:avLst/>
              <a:gdLst/>
              <a:ahLst/>
              <a:cxnLst/>
              <a:rect l="l" t="t" r="r" b="b"/>
              <a:pathLst>
                <a:path w="835" h="625" extrusionOk="0">
                  <a:moveTo>
                    <a:pt x="246" y="0"/>
                  </a:moveTo>
                  <a:cubicBezTo>
                    <a:pt x="168" y="0"/>
                    <a:pt x="92" y="40"/>
                    <a:pt x="60" y="112"/>
                  </a:cubicBezTo>
                  <a:cubicBezTo>
                    <a:pt x="1" y="208"/>
                    <a:pt x="25" y="350"/>
                    <a:pt x="132" y="410"/>
                  </a:cubicBezTo>
                  <a:lnTo>
                    <a:pt x="453" y="600"/>
                  </a:lnTo>
                  <a:cubicBezTo>
                    <a:pt x="489" y="612"/>
                    <a:pt x="537" y="624"/>
                    <a:pt x="560" y="624"/>
                  </a:cubicBezTo>
                  <a:cubicBezTo>
                    <a:pt x="632" y="624"/>
                    <a:pt x="715" y="589"/>
                    <a:pt x="751" y="529"/>
                  </a:cubicBezTo>
                  <a:cubicBezTo>
                    <a:pt x="834" y="422"/>
                    <a:pt x="787" y="291"/>
                    <a:pt x="679" y="231"/>
                  </a:cubicBezTo>
                  <a:lnTo>
                    <a:pt x="358" y="29"/>
                  </a:lnTo>
                  <a:cubicBezTo>
                    <a:pt x="323" y="10"/>
                    <a:pt x="284" y="0"/>
                    <a:pt x="24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8"/>
            <p:cNvSpPr/>
            <p:nvPr/>
          </p:nvSpPr>
          <p:spPr>
            <a:xfrm>
              <a:off x="3360520" y="3099811"/>
              <a:ext cx="25834" cy="20005"/>
            </a:xfrm>
            <a:custGeom>
              <a:avLst/>
              <a:gdLst/>
              <a:ahLst/>
              <a:cxnLst/>
              <a:rect l="l" t="t" r="r" b="b"/>
              <a:pathLst>
                <a:path w="811" h="628" extrusionOk="0">
                  <a:moveTo>
                    <a:pt x="239" y="1"/>
                  </a:moveTo>
                  <a:cubicBezTo>
                    <a:pt x="167" y="1"/>
                    <a:pt x="99" y="35"/>
                    <a:pt x="60" y="104"/>
                  </a:cubicBezTo>
                  <a:cubicBezTo>
                    <a:pt x="1" y="211"/>
                    <a:pt x="25" y="342"/>
                    <a:pt x="132" y="402"/>
                  </a:cubicBezTo>
                  <a:lnTo>
                    <a:pt x="453" y="592"/>
                  </a:lnTo>
                  <a:cubicBezTo>
                    <a:pt x="489" y="604"/>
                    <a:pt x="537" y="628"/>
                    <a:pt x="561" y="628"/>
                  </a:cubicBezTo>
                  <a:cubicBezTo>
                    <a:pt x="632" y="628"/>
                    <a:pt x="715" y="580"/>
                    <a:pt x="751" y="521"/>
                  </a:cubicBezTo>
                  <a:cubicBezTo>
                    <a:pt x="811" y="426"/>
                    <a:pt x="787" y="283"/>
                    <a:pt x="680" y="223"/>
                  </a:cubicBezTo>
                  <a:lnTo>
                    <a:pt x="358" y="33"/>
                  </a:lnTo>
                  <a:cubicBezTo>
                    <a:pt x="320" y="11"/>
                    <a:pt x="279" y="1"/>
                    <a:pt x="2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0"/>
          <p:cNvSpPr txBox="1">
            <a:spLocks noGrp="1"/>
          </p:cNvSpPr>
          <p:nvPr>
            <p:ph type="subTitle" idx="4"/>
          </p:nvPr>
        </p:nvSpPr>
        <p:spPr>
          <a:xfrm>
            <a:off x="4832775" y="2331763"/>
            <a:ext cx="2743200" cy="218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Despite being red, Mars is actually a cold place. It's full of iron oxide dust, which gives the planet its reddish cast</a:t>
            </a:r>
            <a:endParaRPr/>
          </a:p>
        </p:txBody>
      </p:sp>
      <p:sp>
        <p:nvSpPr>
          <p:cNvPr id="267" name="Google Shape;267;p40"/>
          <p:cNvSpPr txBox="1">
            <a:spLocks noGrp="1"/>
          </p:cNvSpPr>
          <p:nvPr>
            <p:ph type="subTitle" idx="2"/>
          </p:nvPr>
        </p:nvSpPr>
        <p:spPr>
          <a:xfrm>
            <a:off x="4832775" y="1542150"/>
            <a:ext cx="2743200" cy="713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268" name="Google Shape;268;p40"/>
          <p:cNvSpPr txBox="1">
            <a:spLocks noGrp="1"/>
          </p:cNvSpPr>
          <p:nvPr>
            <p:ph type="subTitle" idx="1"/>
          </p:nvPr>
        </p:nvSpPr>
        <p:spPr>
          <a:xfrm>
            <a:off x="1568050" y="1542150"/>
            <a:ext cx="2743200" cy="713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endParaRPr/>
          </a:p>
        </p:txBody>
      </p:sp>
      <p:sp>
        <p:nvSpPr>
          <p:cNvPr id="269" name="Google Shape;269;p40"/>
          <p:cNvSpPr txBox="1">
            <a:spLocks noGrp="1"/>
          </p:cNvSpPr>
          <p:nvPr>
            <p:ph type="subTitle" idx="3"/>
          </p:nvPr>
        </p:nvSpPr>
        <p:spPr>
          <a:xfrm>
            <a:off x="1568050" y="2331763"/>
            <a:ext cx="2743200" cy="218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Mercury is the closest planet to the Sun and the smallest one in the Solar System—it’s only a bit larger than the Moon</a:t>
            </a:r>
            <a:endParaRPr/>
          </a:p>
        </p:txBody>
      </p:sp>
      <p:grpSp>
        <p:nvGrpSpPr>
          <p:cNvPr id="270" name="Google Shape;270;p40"/>
          <p:cNvGrpSpPr/>
          <p:nvPr/>
        </p:nvGrpSpPr>
        <p:grpSpPr>
          <a:xfrm>
            <a:off x="4832765" y="3594651"/>
            <a:ext cx="357720" cy="355148"/>
            <a:chOff x="1408777" y="3680964"/>
            <a:chExt cx="357720" cy="355148"/>
          </a:xfrm>
        </p:grpSpPr>
        <p:sp>
          <p:nvSpPr>
            <p:cNvPr id="271" name="Google Shape;271;p40"/>
            <p:cNvSpPr/>
            <p:nvPr/>
          </p:nvSpPr>
          <p:spPr>
            <a:xfrm>
              <a:off x="1510488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62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62" y="1548"/>
                    <a:pt x="596" y="1548"/>
                  </a:cubicBezTo>
                  <a:cubicBezTo>
                    <a:pt x="917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08" y="524"/>
                    <a:pt x="1024" y="524"/>
                  </a:cubicBezTo>
                  <a:cubicBezTo>
                    <a:pt x="941" y="524"/>
                    <a:pt x="858" y="596"/>
                    <a:pt x="858" y="691"/>
                  </a:cubicBezTo>
                  <a:lnTo>
                    <a:pt x="858" y="953"/>
                  </a:lnTo>
                  <a:cubicBezTo>
                    <a:pt x="858" y="1108"/>
                    <a:pt x="739" y="1227"/>
                    <a:pt x="596" y="1227"/>
                  </a:cubicBezTo>
                  <a:cubicBezTo>
                    <a:pt x="441" y="1227"/>
                    <a:pt x="322" y="1108"/>
                    <a:pt x="322" y="953"/>
                  </a:cubicBezTo>
                  <a:lnTo>
                    <a:pt x="322" y="596"/>
                  </a:lnTo>
                  <a:cubicBezTo>
                    <a:pt x="322" y="453"/>
                    <a:pt x="441" y="334"/>
                    <a:pt x="596" y="334"/>
                  </a:cubicBezTo>
                  <a:cubicBezTo>
                    <a:pt x="679" y="334"/>
                    <a:pt x="763" y="262"/>
                    <a:pt x="763" y="167"/>
                  </a:cubicBezTo>
                  <a:cubicBezTo>
                    <a:pt x="763" y="84"/>
                    <a:pt x="679" y="0"/>
                    <a:pt x="59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40"/>
            <p:cNvSpPr/>
            <p:nvPr/>
          </p:nvSpPr>
          <p:spPr>
            <a:xfrm>
              <a:off x="1627315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62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62" y="1548"/>
                    <a:pt x="596" y="1548"/>
                  </a:cubicBezTo>
                  <a:cubicBezTo>
                    <a:pt x="917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08" y="524"/>
                    <a:pt x="1024" y="524"/>
                  </a:cubicBezTo>
                  <a:cubicBezTo>
                    <a:pt x="929" y="524"/>
                    <a:pt x="858" y="596"/>
                    <a:pt x="858" y="691"/>
                  </a:cubicBezTo>
                  <a:lnTo>
                    <a:pt x="858" y="953"/>
                  </a:lnTo>
                  <a:cubicBezTo>
                    <a:pt x="858" y="1108"/>
                    <a:pt x="739" y="1227"/>
                    <a:pt x="596" y="1227"/>
                  </a:cubicBezTo>
                  <a:cubicBezTo>
                    <a:pt x="441" y="1227"/>
                    <a:pt x="322" y="1108"/>
                    <a:pt x="322" y="953"/>
                  </a:cubicBezTo>
                  <a:lnTo>
                    <a:pt x="322" y="596"/>
                  </a:lnTo>
                  <a:cubicBezTo>
                    <a:pt x="322" y="453"/>
                    <a:pt x="441" y="334"/>
                    <a:pt x="596" y="334"/>
                  </a:cubicBezTo>
                  <a:cubicBezTo>
                    <a:pt x="679" y="334"/>
                    <a:pt x="751" y="262"/>
                    <a:pt x="751" y="167"/>
                  </a:cubicBezTo>
                  <a:cubicBezTo>
                    <a:pt x="751" y="84"/>
                    <a:pt x="679" y="0"/>
                    <a:pt x="59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40"/>
            <p:cNvSpPr/>
            <p:nvPr/>
          </p:nvSpPr>
          <p:spPr>
            <a:xfrm>
              <a:off x="1525604" y="3908806"/>
              <a:ext cx="123305" cy="33152"/>
            </a:xfrm>
            <a:custGeom>
              <a:avLst/>
              <a:gdLst/>
              <a:ahLst/>
              <a:cxnLst/>
              <a:rect l="l" t="t" r="r" b="b"/>
              <a:pathLst>
                <a:path w="3883" h="1044" extrusionOk="0">
                  <a:moveTo>
                    <a:pt x="3714" y="0"/>
                  </a:moveTo>
                  <a:cubicBezTo>
                    <a:pt x="3669" y="0"/>
                    <a:pt x="3622" y="18"/>
                    <a:pt x="3585" y="55"/>
                  </a:cubicBezTo>
                  <a:cubicBezTo>
                    <a:pt x="3215" y="460"/>
                    <a:pt x="2596" y="710"/>
                    <a:pt x="1953" y="710"/>
                  </a:cubicBezTo>
                  <a:cubicBezTo>
                    <a:pt x="1299" y="710"/>
                    <a:pt x="679" y="472"/>
                    <a:pt x="310" y="55"/>
                  </a:cubicBezTo>
                  <a:cubicBezTo>
                    <a:pt x="278" y="23"/>
                    <a:pt x="231" y="4"/>
                    <a:pt x="183" y="4"/>
                  </a:cubicBezTo>
                  <a:cubicBezTo>
                    <a:pt x="144" y="4"/>
                    <a:pt x="104" y="17"/>
                    <a:pt x="72" y="43"/>
                  </a:cubicBezTo>
                  <a:cubicBezTo>
                    <a:pt x="13" y="103"/>
                    <a:pt x="1" y="210"/>
                    <a:pt x="60" y="282"/>
                  </a:cubicBezTo>
                  <a:cubicBezTo>
                    <a:pt x="489" y="758"/>
                    <a:pt x="1191" y="1044"/>
                    <a:pt x="1930" y="1044"/>
                  </a:cubicBezTo>
                  <a:cubicBezTo>
                    <a:pt x="2680" y="1044"/>
                    <a:pt x="3370" y="758"/>
                    <a:pt x="3811" y="282"/>
                  </a:cubicBezTo>
                  <a:cubicBezTo>
                    <a:pt x="3882" y="210"/>
                    <a:pt x="3882" y="103"/>
                    <a:pt x="3823" y="43"/>
                  </a:cubicBezTo>
                  <a:cubicBezTo>
                    <a:pt x="3794" y="15"/>
                    <a:pt x="3755" y="0"/>
                    <a:pt x="37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40"/>
            <p:cNvSpPr/>
            <p:nvPr/>
          </p:nvSpPr>
          <p:spPr>
            <a:xfrm>
              <a:off x="1408777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5" y="0"/>
                  </a:moveTo>
                  <a:cubicBezTo>
                    <a:pt x="5592" y="0"/>
                    <a:pt x="5529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7" y="2646"/>
                    <a:pt x="96" y="3992"/>
                    <a:pt x="48" y="5421"/>
                  </a:cubicBezTo>
                  <a:cubicBezTo>
                    <a:pt x="1" y="6849"/>
                    <a:pt x="489" y="8219"/>
                    <a:pt x="1429" y="9278"/>
                  </a:cubicBezTo>
                  <a:cubicBezTo>
                    <a:pt x="1465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54" y="325"/>
                  </a:cubicBezTo>
                  <a:cubicBezTo>
                    <a:pt x="5500" y="323"/>
                    <a:pt x="5547" y="323"/>
                    <a:pt x="5594" y="323"/>
                  </a:cubicBezTo>
                  <a:cubicBezTo>
                    <a:pt x="6878" y="323"/>
                    <a:pt x="8120" y="796"/>
                    <a:pt x="9085" y="1634"/>
                  </a:cubicBezTo>
                  <a:cubicBezTo>
                    <a:pt x="9119" y="1663"/>
                    <a:pt x="9162" y="1678"/>
                    <a:pt x="9203" y="1678"/>
                  </a:cubicBezTo>
                  <a:cubicBezTo>
                    <a:pt x="9248" y="1678"/>
                    <a:pt x="9292" y="1660"/>
                    <a:pt x="9323" y="1623"/>
                  </a:cubicBezTo>
                  <a:cubicBezTo>
                    <a:pt x="9395" y="1551"/>
                    <a:pt x="9395" y="1444"/>
                    <a:pt x="9323" y="1384"/>
                  </a:cubicBezTo>
                  <a:cubicBezTo>
                    <a:pt x="8300" y="486"/>
                    <a:pt x="7004" y="0"/>
                    <a:pt x="565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40"/>
            <p:cNvSpPr/>
            <p:nvPr/>
          </p:nvSpPr>
          <p:spPr>
            <a:xfrm>
              <a:off x="1468508" y="3739075"/>
              <a:ext cx="297989" cy="297036"/>
            </a:xfrm>
            <a:custGeom>
              <a:avLst/>
              <a:gdLst/>
              <a:ahLst/>
              <a:cxnLst/>
              <a:rect l="l" t="t" r="r" b="b"/>
              <a:pathLst>
                <a:path w="9384" h="9354" extrusionOk="0">
                  <a:moveTo>
                    <a:pt x="7834" y="1"/>
                  </a:moveTo>
                  <a:cubicBezTo>
                    <a:pt x="7795" y="1"/>
                    <a:pt x="7754" y="15"/>
                    <a:pt x="7716" y="43"/>
                  </a:cubicBezTo>
                  <a:cubicBezTo>
                    <a:pt x="7645" y="102"/>
                    <a:pt x="7645" y="209"/>
                    <a:pt x="7704" y="281"/>
                  </a:cubicBezTo>
                  <a:cubicBezTo>
                    <a:pt x="8585" y="1281"/>
                    <a:pt x="9062" y="2579"/>
                    <a:pt x="9014" y="3912"/>
                  </a:cubicBezTo>
                  <a:cubicBezTo>
                    <a:pt x="8966" y="5257"/>
                    <a:pt x="8431" y="6520"/>
                    <a:pt x="7478" y="7472"/>
                  </a:cubicBezTo>
                  <a:cubicBezTo>
                    <a:pt x="6526" y="8425"/>
                    <a:pt x="5263" y="8972"/>
                    <a:pt x="3918" y="9008"/>
                  </a:cubicBezTo>
                  <a:cubicBezTo>
                    <a:pt x="3870" y="9009"/>
                    <a:pt x="3823" y="9010"/>
                    <a:pt x="3775" y="9010"/>
                  </a:cubicBezTo>
                  <a:cubicBezTo>
                    <a:pt x="2492" y="9010"/>
                    <a:pt x="1251" y="8548"/>
                    <a:pt x="299" y="7698"/>
                  </a:cubicBezTo>
                  <a:cubicBezTo>
                    <a:pt x="259" y="7670"/>
                    <a:pt x="216" y="7655"/>
                    <a:pt x="175" y="7655"/>
                  </a:cubicBezTo>
                  <a:cubicBezTo>
                    <a:pt x="130" y="7655"/>
                    <a:pt x="86" y="7673"/>
                    <a:pt x="49" y="7710"/>
                  </a:cubicBezTo>
                  <a:cubicBezTo>
                    <a:pt x="1" y="7782"/>
                    <a:pt x="1" y="7889"/>
                    <a:pt x="72" y="7948"/>
                  </a:cubicBezTo>
                  <a:cubicBezTo>
                    <a:pt x="1096" y="8853"/>
                    <a:pt x="2394" y="9353"/>
                    <a:pt x="3763" y="9353"/>
                  </a:cubicBezTo>
                  <a:lnTo>
                    <a:pt x="3930" y="9353"/>
                  </a:lnTo>
                  <a:cubicBezTo>
                    <a:pt x="5359" y="9306"/>
                    <a:pt x="6692" y="8722"/>
                    <a:pt x="7704" y="7710"/>
                  </a:cubicBezTo>
                  <a:cubicBezTo>
                    <a:pt x="8716" y="6698"/>
                    <a:pt x="9300" y="5365"/>
                    <a:pt x="9347" y="3936"/>
                  </a:cubicBezTo>
                  <a:cubicBezTo>
                    <a:pt x="9383" y="2507"/>
                    <a:pt x="8895" y="1126"/>
                    <a:pt x="7954" y="66"/>
                  </a:cubicBezTo>
                  <a:cubicBezTo>
                    <a:pt x="7922" y="21"/>
                    <a:pt x="7879" y="1"/>
                    <a:pt x="783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40"/>
          <p:cNvGrpSpPr/>
          <p:nvPr/>
        </p:nvGrpSpPr>
        <p:grpSpPr>
          <a:xfrm>
            <a:off x="3953523" y="3594651"/>
            <a:ext cx="357720" cy="355148"/>
            <a:chOff x="1952836" y="3680964"/>
            <a:chExt cx="357720" cy="355148"/>
          </a:xfrm>
        </p:grpSpPr>
        <p:sp>
          <p:nvSpPr>
            <p:cNvPr id="277" name="Google Shape;277;p40"/>
            <p:cNvSpPr/>
            <p:nvPr/>
          </p:nvSpPr>
          <p:spPr>
            <a:xfrm>
              <a:off x="2054166" y="3814144"/>
              <a:ext cx="38233" cy="49188"/>
            </a:xfrm>
            <a:custGeom>
              <a:avLst/>
              <a:gdLst/>
              <a:ahLst/>
              <a:cxnLst/>
              <a:rect l="l" t="t" r="r" b="b"/>
              <a:pathLst>
                <a:path w="1204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203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40"/>
            <p:cNvSpPr/>
            <p:nvPr/>
          </p:nvSpPr>
          <p:spPr>
            <a:xfrm>
              <a:off x="2170992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40"/>
            <p:cNvSpPr/>
            <p:nvPr/>
          </p:nvSpPr>
          <p:spPr>
            <a:xfrm>
              <a:off x="2070043" y="3908647"/>
              <a:ext cx="122924" cy="33311"/>
            </a:xfrm>
            <a:custGeom>
              <a:avLst/>
              <a:gdLst/>
              <a:ahLst/>
              <a:cxnLst/>
              <a:rect l="l" t="t" r="r" b="b"/>
              <a:pathLst>
                <a:path w="3871" h="1049" extrusionOk="0">
                  <a:moveTo>
                    <a:pt x="1930" y="1"/>
                  </a:moveTo>
                  <a:cubicBezTo>
                    <a:pt x="1191" y="1"/>
                    <a:pt x="489" y="287"/>
                    <a:pt x="60" y="763"/>
                  </a:cubicBezTo>
                  <a:cubicBezTo>
                    <a:pt x="1" y="822"/>
                    <a:pt x="1" y="930"/>
                    <a:pt x="72" y="1001"/>
                  </a:cubicBezTo>
                  <a:cubicBezTo>
                    <a:pt x="101" y="1029"/>
                    <a:pt x="140" y="1044"/>
                    <a:pt x="181" y="1044"/>
                  </a:cubicBezTo>
                  <a:cubicBezTo>
                    <a:pt x="226" y="1044"/>
                    <a:pt x="273" y="1026"/>
                    <a:pt x="310" y="989"/>
                  </a:cubicBezTo>
                  <a:cubicBezTo>
                    <a:pt x="679" y="584"/>
                    <a:pt x="1299" y="334"/>
                    <a:pt x="1953" y="334"/>
                  </a:cubicBezTo>
                  <a:cubicBezTo>
                    <a:pt x="2596" y="334"/>
                    <a:pt x="3215" y="572"/>
                    <a:pt x="3585" y="989"/>
                  </a:cubicBezTo>
                  <a:cubicBezTo>
                    <a:pt x="3620" y="1013"/>
                    <a:pt x="3656" y="1049"/>
                    <a:pt x="3704" y="1049"/>
                  </a:cubicBezTo>
                  <a:cubicBezTo>
                    <a:pt x="3751" y="1049"/>
                    <a:pt x="3775" y="1037"/>
                    <a:pt x="3811" y="1001"/>
                  </a:cubicBezTo>
                  <a:cubicBezTo>
                    <a:pt x="3870" y="930"/>
                    <a:pt x="3870" y="822"/>
                    <a:pt x="3811" y="763"/>
                  </a:cubicBezTo>
                  <a:cubicBezTo>
                    <a:pt x="3382" y="287"/>
                    <a:pt x="2680" y="1"/>
                    <a:pt x="193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40"/>
            <p:cNvSpPr/>
            <p:nvPr/>
          </p:nvSpPr>
          <p:spPr>
            <a:xfrm>
              <a:off x="1952836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4" y="0"/>
                  </a:moveTo>
                  <a:cubicBezTo>
                    <a:pt x="5591" y="0"/>
                    <a:pt x="5528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48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8" y="323"/>
                    <a:pt x="8120" y="796"/>
                    <a:pt x="9073" y="1634"/>
                  </a:cubicBezTo>
                  <a:cubicBezTo>
                    <a:pt x="9113" y="1663"/>
                    <a:pt x="9156" y="1678"/>
                    <a:pt x="9196" y="1678"/>
                  </a:cubicBezTo>
                  <a:cubicBezTo>
                    <a:pt x="9239" y="1678"/>
                    <a:pt x="9280" y="1660"/>
                    <a:pt x="9312" y="1623"/>
                  </a:cubicBezTo>
                  <a:cubicBezTo>
                    <a:pt x="9395" y="1551"/>
                    <a:pt x="9395" y="1444"/>
                    <a:pt x="9312" y="1384"/>
                  </a:cubicBezTo>
                  <a:cubicBezTo>
                    <a:pt x="8288" y="486"/>
                    <a:pt x="6992" y="0"/>
                    <a:pt x="565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40"/>
            <p:cNvSpPr/>
            <p:nvPr/>
          </p:nvSpPr>
          <p:spPr>
            <a:xfrm>
              <a:off x="2012217" y="3739075"/>
              <a:ext cx="298338" cy="297036"/>
            </a:xfrm>
            <a:custGeom>
              <a:avLst/>
              <a:gdLst/>
              <a:ahLst/>
              <a:cxnLst/>
              <a:rect l="l" t="t" r="r" b="b"/>
              <a:pathLst>
                <a:path w="9395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56" y="102"/>
                    <a:pt x="7656" y="209"/>
                    <a:pt x="7715" y="281"/>
                  </a:cubicBezTo>
                  <a:cubicBezTo>
                    <a:pt x="8585" y="1281"/>
                    <a:pt x="9073" y="2579"/>
                    <a:pt x="9025" y="3912"/>
                  </a:cubicBezTo>
                  <a:cubicBezTo>
                    <a:pt x="8977" y="5257"/>
                    <a:pt x="8442" y="6520"/>
                    <a:pt x="7489" y="7472"/>
                  </a:cubicBezTo>
                  <a:cubicBezTo>
                    <a:pt x="6537" y="8425"/>
                    <a:pt x="5275" y="8972"/>
                    <a:pt x="3929" y="9008"/>
                  </a:cubicBezTo>
                  <a:cubicBezTo>
                    <a:pt x="3881" y="9009"/>
                    <a:pt x="3834" y="9010"/>
                    <a:pt x="3786" y="9010"/>
                  </a:cubicBezTo>
                  <a:cubicBezTo>
                    <a:pt x="2503" y="9010"/>
                    <a:pt x="1262" y="8548"/>
                    <a:pt x="298" y="7698"/>
                  </a:cubicBezTo>
                  <a:cubicBezTo>
                    <a:pt x="264" y="7670"/>
                    <a:pt x="221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83" y="7948"/>
                  </a:cubicBezTo>
                  <a:cubicBezTo>
                    <a:pt x="1107" y="8853"/>
                    <a:pt x="2405" y="9353"/>
                    <a:pt x="3774" y="9353"/>
                  </a:cubicBezTo>
                  <a:lnTo>
                    <a:pt x="3929" y="9353"/>
                  </a:lnTo>
                  <a:cubicBezTo>
                    <a:pt x="5358" y="9306"/>
                    <a:pt x="6703" y="8722"/>
                    <a:pt x="7715" y="7710"/>
                  </a:cubicBezTo>
                  <a:cubicBezTo>
                    <a:pt x="8727" y="6698"/>
                    <a:pt x="9311" y="5365"/>
                    <a:pt x="9347" y="3936"/>
                  </a:cubicBezTo>
                  <a:cubicBezTo>
                    <a:pt x="9394" y="2507"/>
                    <a:pt x="8906" y="1126"/>
                    <a:pt x="7965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5" name="Google Shape;315;p42"/>
          <p:cNvGrpSpPr/>
          <p:nvPr/>
        </p:nvGrpSpPr>
        <p:grpSpPr>
          <a:xfrm>
            <a:off x="3653904" y="2089956"/>
            <a:ext cx="422596" cy="310382"/>
            <a:chOff x="2278533" y="2937377"/>
            <a:chExt cx="346788" cy="254704"/>
          </a:xfrm>
        </p:grpSpPr>
        <p:sp>
          <p:nvSpPr>
            <p:cNvPr id="316" name="Google Shape;316;p42"/>
            <p:cNvSpPr/>
            <p:nvPr/>
          </p:nvSpPr>
          <p:spPr>
            <a:xfrm>
              <a:off x="2317557" y="2958607"/>
              <a:ext cx="270619" cy="184200"/>
            </a:xfrm>
            <a:custGeom>
              <a:avLst/>
              <a:gdLst/>
              <a:ahLst/>
              <a:cxnLst/>
              <a:rect l="l" t="t" r="r" b="b"/>
              <a:pathLst>
                <a:path w="8502" h="5787" extrusionOk="0">
                  <a:moveTo>
                    <a:pt x="2691" y="1179"/>
                  </a:moveTo>
                  <a:cubicBezTo>
                    <a:pt x="2882" y="1179"/>
                    <a:pt x="3049" y="1346"/>
                    <a:pt x="3049" y="1536"/>
                  </a:cubicBezTo>
                  <a:lnTo>
                    <a:pt x="3049" y="1881"/>
                  </a:lnTo>
                  <a:cubicBezTo>
                    <a:pt x="3049" y="2167"/>
                    <a:pt x="2810" y="2405"/>
                    <a:pt x="2525" y="2405"/>
                  </a:cubicBezTo>
                  <a:cubicBezTo>
                    <a:pt x="2227" y="2405"/>
                    <a:pt x="1989" y="2167"/>
                    <a:pt x="1989" y="1881"/>
                  </a:cubicBezTo>
                  <a:lnTo>
                    <a:pt x="1989" y="1536"/>
                  </a:lnTo>
                  <a:cubicBezTo>
                    <a:pt x="1989" y="1346"/>
                    <a:pt x="2156" y="1179"/>
                    <a:pt x="2346" y="1179"/>
                  </a:cubicBezTo>
                  <a:close/>
                  <a:moveTo>
                    <a:pt x="6787" y="1036"/>
                  </a:moveTo>
                  <a:cubicBezTo>
                    <a:pt x="6894" y="1036"/>
                    <a:pt x="6966" y="1108"/>
                    <a:pt x="6966" y="1215"/>
                  </a:cubicBezTo>
                  <a:lnTo>
                    <a:pt x="6966" y="1715"/>
                  </a:lnTo>
                  <a:cubicBezTo>
                    <a:pt x="6966" y="1774"/>
                    <a:pt x="6930" y="1834"/>
                    <a:pt x="6871" y="1870"/>
                  </a:cubicBezTo>
                  <a:cubicBezTo>
                    <a:pt x="6835" y="1893"/>
                    <a:pt x="6799" y="1941"/>
                    <a:pt x="6799" y="2000"/>
                  </a:cubicBezTo>
                  <a:lnTo>
                    <a:pt x="6799" y="2251"/>
                  </a:lnTo>
                  <a:cubicBezTo>
                    <a:pt x="6799" y="2334"/>
                    <a:pt x="6847" y="2381"/>
                    <a:pt x="6918" y="2405"/>
                  </a:cubicBezTo>
                  <a:lnTo>
                    <a:pt x="7335" y="2512"/>
                  </a:lnTo>
                  <a:cubicBezTo>
                    <a:pt x="7406" y="2524"/>
                    <a:pt x="7466" y="2596"/>
                    <a:pt x="7466" y="2691"/>
                  </a:cubicBezTo>
                  <a:lnTo>
                    <a:pt x="7466" y="2727"/>
                  </a:lnTo>
                  <a:lnTo>
                    <a:pt x="5739" y="2727"/>
                  </a:lnTo>
                  <a:lnTo>
                    <a:pt x="5739" y="2691"/>
                  </a:lnTo>
                  <a:cubicBezTo>
                    <a:pt x="5739" y="2596"/>
                    <a:pt x="5799" y="2536"/>
                    <a:pt x="5870" y="2512"/>
                  </a:cubicBezTo>
                  <a:lnTo>
                    <a:pt x="6287" y="2405"/>
                  </a:lnTo>
                  <a:cubicBezTo>
                    <a:pt x="6370" y="2381"/>
                    <a:pt x="6406" y="2334"/>
                    <a:pt x="6406" y="2251"/>
                  </a:cubicBezTo>
                  <a:lnTo>
                    <a:pt x="6406" y="2000"/>
                  </a:lnTo>
                  <a:cubicBezTo>
                    <a:pt x="6430" y="1941"/>
                    <a:pt x="6394" y="1893"/>
                    <a:pt x="6359" y="1870"/>
                  </a:cubicBezTo>
                  <a:cubicBezTo>
                    <a:pt x="6299" y="1834"/>
                    <a:pt x="6263" y="1774"/>
                    <a:pt x="6263" y="1715"/>
                  </a:cubicBezTo>
                  <a:lnTo>
                    <a:pt x="6263" y="1215"/>
                  </a:lnTo>
                  <a:cubicBezTo>
                    <a:pt x="6263" y="1108"/>
                    <a:pt x="6335" y="1036"/>
                    <a:pt x="6442" y="1036"/>
                  </a:cubicBezTo>
                  <a:close/>
                  <a:moveTo>
                    <a:pt x="8144" y="334"/>
                  </a:moveTo>
                  <a:lnTo>
                    <a:pt x="8144" y="2751"/>
                  </a:lnTo>
                  <a:lnTo>
                    <a:pt x="7787" y="2751"/>
                  </a:lnTo>
                  <a:lnTo>
                    <a:pt x="7787" y="2703"/>
                  </a:lnTo>
                  <a:cubicBezTo>
                    <a:pt x="7787" y="2477"/>
                    <a:pt x="7633" y="2274"/>
                    <a:pt x="7406" y="2215"/>
                  </a:cubicBezTo>
                  <a:lnTo>
                    <a:pt x="7109" y="2131"/>
                  </a:lnTo>
                  <a:lnTo>
                    <a:pt x="7109" y="2096"/>
                  </a:lnTo>
                  <a:cubicBezTo>
                    <a:pt x="7216" y="2000"/>
                    <a:pt x="7275" y="1870"/>
                    <a:pt x="7275" y="1715"/>
                  </a:cubicBezTo>
                  <a:lnTo>
                    <a:pt x="7275" y="1215"/>
                  </a:lnTo>
                  <a:cubicBezTo>
                    <a:pt x="7275" y="929"/>
                    <a:pt x="7049" y="703"/>
                    <a:pt x="6775" y="703"/>
                  </a:cubicBezTo>
                  <a:lnTo>
                    <a:pt x="6430" y="703"/>
                  </a:lnTo>
                  <a:cubicBezTo>
                    <a:pt x="6144" y="703"/>
                    <a:pt x="5918" y="929"/>
                    <a:pt x="5918" y="1215"/>
                  </a:cubicBezTo>
                  <a:lnTo>
                    <a:pt x="5918" y="1715"/>
                  </a:lnTo>
                  <a:cubicBezTo>
                    <a:pt x="5918" y="1870"/>
                    <a:pt x="5978" y="2000"/>
                    <a:pt x="6085" y="2096"/>
                  </a:cubicBezTo>
                  <a:lnTo>
                    <a:pt x="6085" y="2131"/>
                  </a:lnTo>
                  <a:lnTo>
                    <a:pt x="5787" y="2215"/>
                  </a:lnTo>
                  <a:cubicBezTo>
                    <a:pt x="5561" y="2274"/>
                    <a:pt x="5418" y="2465"/>
                    <a:pt x="5418" y="2703"/>
                  </a:cubicBezTo>
                  <a:lnTo>
                    <a:pt x="5418" y="2751"/>
                  </a:lnTo>
                  <a:lnTo>
                    <a:pt x="5061" y="2751"/>
                  </a:lnTo>
                  <a:lnTo>
                    <a:pt x="5061" y="334"/>
                  </a:lnTo>
                  <a:close/>
                  <a:moveTo>
                    <a:pt x="2691" y="2715"/>
                  </a:moveTo>
                  <a:lnTo>
                    <a:pt x="2691" y="2786"/>
                  </a:lnTo>
                  <a:cubicBezTo>
                    <a:pt x="2703" y="2846"/>
                    <a:pt x="2727" y="2905"/>
                    <a:pt x="2751" y="2965"/>
                  </a:cubicBezTo>
                  <a:lnTo>
                    <a:pt x="2525" y="3191"/>
                  </a:lnTo>
                  <a:lnTo>
                    <a:pt x="2513" y="3191"/>
                  </a:lnTo>
                  <a:lnTo>
                    <a:pt x="2287" y="2965"/>
                  </a:lnTo>
                  <a:cubicBezTo>
                    <a:pt x="2322" y="2929"/>
                    <a:pt x="2334" y="2870"/>
                    <a:pt x="2334" y="2810"/>
                  </a:cubicBezTo>
                  <a:lnTo>
                    <a:pt x="2334" y="2715"/>
                  </a:lnTo>
                  <a:close/>
                  <a:moveTo>
                    <a:pt x="3037" y="3143"/>
                  </a:moveTo>
                  <a:lnTo>
                    <a:pt x="3346" y="3263"/>
                  </a:lnTo>
                  <a:cubicBezTo>
                    <a:pt x="3477" y="3310"/>
                    <a:pt x="3572" y="3441"/>
                    <a:pt x="3572" y="3596"/>
                  </a:cubicBezTo>
                  <a:lnTo>
                    <a:pt x="3572" y="4608"/>
                  </a:lnTo>
                  <a:cubicBezTo>
                    <a:pt x="3572" y="4715"/>
                    <a:pt x="3501" y="4787"/>
                    <a:pt x="3394" y="4787"/>
                  </a:cubicBezTo>
                  <a:lnTo>
                    <a:pt x="2691" y="4787"/>
                  </a:lnTo>
                  <a:lnTo>
                    <a:pt x="2691" y="4596"/>
                  </a:lnTo>
                  <a:lnTo>
                    <a:pt x="3049" y="4596"/>
                  </a:lnTo>
                  <a:cubicBezTo>
                    <a:pt x="3144" y="4596"/>
                    <a:pt x="3215" y="4513"/>
                    <a:pt x="3215" y="4429"/>
                  </a:cubicBezTo>
                  <a:lnTo>
                    <a:pt x="3215" y="3917"/>
                  </a:lnTo>
                  <a:cubicBezTo>
                    <a:pt x="3215" y="3834"/>
                    <a:pt x="3144" y="3763"/>
                    <a:pt x="3049" y="3763"/>
                  </a:cubicBezTo>
                  <a:cubicBezTo>
                    <a:pt x="2965" y="3763"/>
                    <a:pt x="2882" y="3834"/>
                    <a:pt x="2882" y="3917"/>
                  </a:cubicBezTo>
                  <a:lnTo>
                    <a:pt x="2882" y="4275"/>
                  </a:lnTo>
                  <a:lnTo>
                    <a:pt x="2191" y="4275"/>
                  </a:lnTo>
                  <a:lnTo>
                    <a:pt x="2191" y="3917"/>
                  </a:lnTo>
                  <a:cubicBezTo>
                    <a:pt x="2191" y="3834"/>
                    <a:pt x="2108" y="3763"/>
                    <a:pt x="2025" y="3763"/>
                  </a:cubicBezTo>
                  <a:cubicBezTo>
                    <a:pt x="1929" y="3763"/>
                    <a:pt x="1858" y="3834"/>
                    <a:pt x="1858" y="3917"/>
                  </a:cubicBezTo>
                  <a:lnTo>
                    <a:pt x="1858" y="4429"/>
                  </a:lnTo>
                  <a:cubicBezTo>
                    <a:pt x="1858" y="4513"/>
                    <a:pt x="1929" y="4596"/>
                    <a:pt x="2025" y="4596"/>
                  </a:cubicBezTo>
                  <a:lnTo>
                    <a:pt x="2382" y="4596"/>
                  </a:lnTo>
                  <a:lnTo>
                    <a:pt x="2382" y="4787"/>
                  </a:lnTo>
                  <a:lnTo>
                    <a:pt x="1679" y="4787"/>
                  </a:lnTo>
                  <a:cubicBezTo>
                    <a:pt x="1572" y="4787"/>
                    <a:pt x="1501" y="4715"/>
                    <a:pt x="1501" y="4608"/>
                  </a:cubicBezTo>
                  <a:lnTo>
                    <a:pt x="1501" y="3596"/>
                  </a:lnTo>
                  <a:lnTo>
                    <a:pt x="1489" y="3596"/>
                  </a:lnTo>
                  <a:cubicBezTo>
                    <a:pt x="1489" y="3441"/>
                    <a:pt x="1572" y="3310"/>
                    <a:pt x="1715" y="3263"/>
                  </a:cubicBezTo>
                  <a:lnTo>
                    <a:pt x="2025" y="3143"/>
                  </a:lnTo>
                  <a:lnTo>
                    <a:pt x="2287" y="3417"/>
                  </a:lnTo>
                  <a:cubicBezTo>
                    <a:pt x="2346" y="3477"/>
                    <a:pt x="2441" y="3501"/>
                    <a:pt x="2525" y="3501"/>
                  </a:cubicBezTo>
                  <a:cubicBezTo>
                    <a:pt x="2620" y="3501"/>
                    <a:pt x="2691" y="3477"/>
                    <a:pt x="2763" y="3417"/>
                  </a:cubicBezTo>
                  <a:lnTo>
                    <a:pt x="3037" y="3143"/>
                  </a:lnTo>
                  <a:close/>
                  <a:moveTo>
                    <a:pt x="4727" y="4763"/>
                  </a:moveTo>
                  <a:lnTo>
                    <a:pt x="4727" y="5465"/>
                  </a:lnTo>
                  <a:lnTo>
                    <a:pt x="298" y="5465"/>
                  </a:lnTo>
                  <a:lnTo>
                    <a:pt x="298" y="4763"/>
                  </a:lnTo>
                  <a:lnTo>
                    <a:pt x="1191" y="4763"/>
                  </a:lnTo>
                  <a:cubicBezTo>
                    <a:pt x="1251" y="4965"/>
                    <a:pt x="1441" y="5108"/>
                    <a:pt x="1667" y="5108"/>
                  </a:cubicBezTo>
                  <a:lnTo>
                    <a:pt x="3358" y="5108"/>
                  </a:lnTo>
                  <a:cubicBezTo>
                    <a:pt x="3584" y="5108"/>
                    <a:pt x="3763" y="4965"/>
                    <a:pt x="3834" y="4763"/>
                  </a:cubicBezTo>
                  <a:close/>
                  <a:moveTo>
                    <a:pt x="6763" y="3775"/>
                  </a:moveTo>
                  <a:cubicBezTo>
                    <a:pt x="6871" y="3775"/>
                    <a:pt x="6942" y="3846"/>
                    <a:pt x="6942" y="3953"/>
                  </a:cubicBezTo>
                  <a:lnTo>
                    <a:pt x="6942" y="4453"/>
                  </a:lnTo>
                  <a:cubicBezTo>
                    <a:pt x="6942" y="4513"/>
                    <a:pt x="6918" y="4572"/>
                    <a:pt x="6859" y="4608"/>
                  </a:cubicBezTo>
                  <a:cubicBezTo>
                    <a:pt x="6811" y="4632"/>
                    <a:pt x="6787" y="4679"/>
                    <a:pt x="6787" y="4739"/>
                  </a:cubicBezTo>
                  <a:lnTo>
                    <a:pt x="6787" y="4989"/>
                  </a:lnTo>
                  <a:cubicBezTo>
                    <a:pt x="6787" y="5060"/>
                    <a:pt x="6823" y="5120"/>
                    <a:pt x="6906" y="5144"/>
                  </a:cubicBezTo>
                  <a:lnTo>
                    <a:pt x="7323" y="5251"/>
                  </a:lnTo>
                  <a:cubicBezTo>
                    <a:pt x="7394" y="5263"/>
                    <a:pt x="7454" y="5334"/>
                    <a:pt x="7454" y="5429"/>
                  </a:cubicBezTo>
                  <a:lnTo>
                    <a:pt x="7454" y="5465"/>
                  </a:lnTo>
                  <a:lnTo>
                    <a:pt x="5739" y="5465"/>
                  </a:lnTo>
                  <a:lnTo>
                    <a:pt x="5739" y="5429"/>
                  </a:lnTo>
                  <a:cubicBezTo>
                    <a:pt x="5739" y="5334"/>
                    <a:pt x="5799" y="5275"/>
                    <a:pt x="5882" y="5251"/>
                  </a:cubicBezTo>
                  <a:lnTo>
                    <a:pt x="6287" y="5144"/>
                  </a:lnTo>
                  <a:cubicBezTo>
                    <a:pt x="6370" y="5120"/>
                    <a:pt x="6406" y="5060"/>
                    <a:pt x="6406" y="4989"/>
                  </a:cubicBezTo>
                  <a:lnTo>
                    <a:pt x="6406" y="4739"/>
                  </a:lnTo>
                  <a:cubicBezTo>
                    <a:pt x="6406" y="4679"/>
                    <a:pt x="6382" y="4632"/>
                    <a:pt x="6335" y="4608"/>
                  </a:cubicBezTo>
                  <a:cubicBezTo>
                    <a:pt x="6275" y="4572"/>
                    <a:pt x="6251" y="4513"/>
                    <a:pt x="6251" y="4453"/>
                  </a:cubicBezTo>
                  <a:lnTo>
                    <a:pt x="6251" y="3953"/>
                  </a:lnTo>
                  <a:cubicBezTo>
                    <a:pt x="6251" y="3846"/>
                    <a:pt x="6323" y="3775"/>
                    <a:pt x="6430" y="3775"/>
                  </a:cubicBezTo>
                  <a:close/>
                  <a:moveTo>
                    <a:pt x="8156" y="3060"/>
                  </a:moveTo>
                  <a:lnTo>
                    <a:pt x="8156" y="5465"/>
                  </a:lnTo>
                  <a:lnTo>
                    <a:pt x="7799" y="5465"/>
                  </a:lnTo>
                  <a:lnTo>
                    <a:pt x="7799" y="5429"/>
                  </a:lnTo>
                  <a:cubicBezTo>
                    <a:pt x="7799" y="5203"/>
                    <a:pt x="7644" y="4989"/>
                    <a:pt x="7430" y="4929"/>
                  </a:cubicBezTo>
                  <a:lnTo>
                    <a:pt x="7132" y="4858"/>
                  </a:lnTo>
                  <a:lnTo>
                    <a:pt x="7132" y="4810"/>
                  </a:lnTo>
                  <a:cubicBezTo>
                    <a:pt x="7228" y="4727"/>
                    <a:pt x="7287" y="4596"/>
                    <a:pt x="7287" y="4441"/>
                  </a:cubicBezTo>
                  <a:lnTo>
                    <a:pt x="7287" y="3941"/>
                  </a:lnTo>
                  <a:cubicBezTo>
                    <a:pt x="7287" y="3655"/>
                    <a:pt x="7073" y="3429"/>
                    <a:pt x="6787" y="3429"/>
                  </a:cubicBezTo>
                  <a:lnTo>
                    <a:pt x="6442" y="3429"/>
                  </a:lnTo>
                  <a:cubicBezTo>
                    <a:pt x="6156" y="3429"/>
                    <a:pt x="5942" y="3655"/>
                    <a:pt x="5942" y="3941"/>
                  </a:cubicBezTo>
                  <a:lnTo>
                    <a:pt x="5942" y="4441"/>
                  </a:lnTo>
                  <a:cubicBezTo>
                    <a:pt x="5942" y="4596"/>
                    <a:pt x="6001" y="4727"/>
                    <a:pt x="6097" y="4810"/>
                  </a:cubicBezTo>
                  <a:lnTo>
                    <a:pt x="6097" y="4858"/>
                  </a:lnTo>
                  <a:lnTo>
                    <a:pt x="5799" y="4929"/>
                  </a:lnTo>
                  <a:cubicBezTo>
                    <a:pt x="5585" y="4989"/>
                    <a:pt x="5430" y="5191"/>
                    <a:pt x="5430" y="5429"/>
                  </a:cubicBezTo>
                  <a:lnTo>
                    <a:pt x="5430" y="5465"/>
                  </a:lnTo>
                  <a:lnTo>
                    <a:pt x="5073" y="5465"/>
                  </a:lnTo>
                  <a:lnTo>
                    <a:pt x="5073" y="3060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5620"/>
                  </a:lnTo>
                  <a:cubicBezTo>
                    <a:pt x="1" y="5703"/>
                    <a:pt x="72" y="5787"/>
                    <a:pt x="167" y="5787"/>
                  </a:cubicBezTo>
                  <a:lnTo>
                    <a:pt x="8335" y="5787"/>
                  </a:lnTo>
                  <a:cubicBezTo>
                    <a:pt x="8418" y="5787"/>
                    <a:pt x="8502" y="5703"/>
                    <a:pt x="8502" y="5620"/>
                  </a:cubicBezTo>
                  <a:lnTo>
                    <a:pt x="8502" y="167"/>
                  </a:lnTo>
                  <a:cubicBezTo>
                    <a:pt x="8466" y="84"/>
                    <a:pt x="8395" y="24"/>
                    <a:pt x="8311" y="24"/>
                  </a:cubicBezTo>
                  <a:lnTo>
                    <a:pt x="1334" y="24"/>
                  </a:lnTo>
                  <a:cubicBezTo>
                    <a:pt x="1251" y="24"/>
                    <a:pt x="1167" y="95"/>
                    <a:pt x="1167" y="191"/>
                  </a:cubicBezTo>
                  <a:cubicBezTo>
                    <a:pt x="1167" y="274"/>
                    <a:pt x="1251" y="346"/>
                    <a:pt x="1334" y="346"/>
                  </a:cubicBezTo>
                  <a:lnTo>
                    <a:pt x="4763" y="346"/>
                  </a:lnTo>
                  <a:lnTo>
                    <a:pt x="4763" y="4453"/>
                  </a:lnTo>
                  <a:lnTo>
                    <a:pt x="3882" y="4453"/>
                  </a:lnTo>
                  <a:lnTo>
                    <a:pt x="3882" y="3608"/>
                  </a:lnTo>
                  <a:cubicBezTo>
                    <a:pt x="3882" y="3346"/>
                    <a:pt x="3703" y="3084"/>
                    <a:pt x="3453" y="2977"/>
                  </a:cubicBezTo>
                  <a:lnTo>
                    <a:pt x="3037" y="2822"/>
                  </a:lnTo>
                  <a:lnTo>
                    <a:pt x="3037" y="2798"/>
                  </a:lnTo>
                  <a:lnTo>
                    <a:pt x="3037" y="2572"/>
                  </a:lnTo>
                  <a:cubicBezTo>
                    <a:pt x="3239" y="2417"/>
                    <a:pt x="3382" y="2167"/>
                    <a:pt x="3382" y="1893"/>
                  </a:cubicBezTo>
                  <a:lnTo>
                    <a:pt x="3382" y="1560"/>
                  </a:lnTo>
                  <a:cubicBezTo>
                    <a:pt x="3382" y="1179"/>
                    <a:pt x="3084" y="881"/>
                    <a:pt x="2703" y="881"/>
                  </a:cubicBezTo>
                  <a:lnTo>
                    <a:pt x="2370" y="881"/>
                  </a:lnTo>
                  <a:cubicBezTo>
                    <a:pt x="1989" y="881"/>
                    <a:pt x="1691" y="1179"/>
                    <a:pt x="1691" y="1560"/>
                  </a:cubicBezTo>
                  <a:lnTo>
                    <a:pt x="1691" y="1893"/>
                  </a:lnTo>
                  <a:cubicBezTo>
                    <a:pt x="1691" y="2179"/>
                    <a:pt x="1834" y="2417"/>
                    <a:pt x="2037" y="2572"/>
                  </a:cubicBezTo>
                  <a:lnTo>
                    <a:pt x="2037" y="2810"/>
                  </a:lnTo>
                  <a:lnTo>
                    <a:pt x="2037" y="2822"/>
                  </a:lnTo>
                  <a:lnTo>
                    <a:pt x="1620" y="2989"/>
                  </a:lnTo>
                  <a:cubicBezTo>
                    <a:pt x="1370" y="3084"/>
                    <a:pt x="1191" y="3346"/>
                    <a:pt x="1191" y="3608"/>
                  </a:cubicBezTo>
                  <a:lnTo>
                    <a:pt x="1191" y="4453"/>
                  </a:lnTo>
                  <a:lnTo>
                    <a:pt x="310" y="4453"/>
                  </a:lnTo>
                  <a:lnTo>
                    <a:pt x="310" y="334"/>
                  </a:lnTo>
                  <a:lnTo>
                    <a:pt x="667" y="334"/>
                  </a:lnTo>
                  <a:cubicBezTo>
                    <a:pt x="763" y="334"/>
                    <a:pt x="834" y="262"/>
                    <a:pt x="834" y="167"/>
                  </a:cubicBezTo>
                  <a:cubicBezTo>
                    <a:pt x="834" y="84"/>
                    <a:pt x="763" y="0"/>
                    <a:pt x="66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42"/>
            <p:cNvSpPr/>
            <p:nvPr/>
          </p:nvSpPr>
          <p:spPr>
            <a:xfrm>
              <a:off x="2278533" y="2937377"/>
              <a:ext cx="346788" cy="254704"/>
            </a:xfrm>
            <a:custGeom>
              <a:avLst/>
              <a:gdLst/>
              <a:ahLst/>
              <a:cxnLst/>
              <a:rect l="l" t="t" r="r" b="b"/>
              <a:pathLst>
                <a:path w="10895" h="8002" extrusionOk="0">
                  <a:moveTo>
                    <a:pt x="9871" y="310"/>
                  </a:moveTo>
                  <a:cubicBezTo>
                    <a:pt x="9978" y="310"/>
                    <a:pt x="10049" y="393"/>
                    <a:pt x="10049" y="489"/>
                  </a:cubicBezTo>
                  <a:lnTo>
                    <a:pt x="10049" y="6799"/>
                  </a:lnTo>
                  <a:lnTo>
                    <a:pt x="9692" y="6799"/>
                  </a:lnTo>
                  <a:cubicBezTo>
                    <a:pt x="9609" y="6799"/>
                    <a:pt x="9525" y="6882"/>
                    <a:pt x="9525" y="6966"/>
                  </a:cubicBezTo>
                  <a:cubicBezTo>
                    <a:pt x="9525" y="7061"/>
                    <a:pt x="9609" y="7132"/>
                    <a:pt x="9692" y="7132"/>
                  </a:cubicBezTo>
                  <a:lnTo>
                    <a:pt x="10537" y="7132"/>
                  </a:lnTo>
                  <a:cubicBezTo>
                    <a:pt x="10537" y="7132"/>
                    <a:pt x="10561" y="7132"/>
                    <a:pt x="10561" y="7144"/>
                  </a:cubicBezTo>
                  <a:lnTo>
                    <a:pt x="10561" y="7490"/>
                  </a:lnTo>
                  <a:cubicBezTo>
                    <a:pt x="10573" y="7585"/>
                    <a:pt x="10478" y="7668"/>
                    <a:pt x="10394" y="7668"/>
                  </a:cubicBezTo>
                  <a:lnTo>
                    <a:pt x="512" y="7668"/>
                  </a:lnTo>
                  <a:cubicBezTo>
                    <a:pt x="405" y="7668"/>
                    <a:pt x="334" y="7597"/>
                    <a:pt x="334" y="7490"/>
                  </a:cubicBezTo>
                  <a:lnTo>
                    <a:pt x="334" y="7144"/>
                  </a:lnTo>
                  <a:cubicBezTo>
                    <a:pt x="334" y="7144"/>
                    <a:pt x="334" y="7132"/>
                    <a:pt x="346" y="7132"/>
                  </a:cubicBezTo>
                  <a:lnTo>
                    <a:pt x="9037" y="7132"/>
                  </a:lnTo>
                  <a:cubicBezTo>
                    <a:pt x="9132" y="7132"/>
                    <a:pt x="9204" y="7061"/>
                    <a:pt x="9204" y="6966"/>
                  </a:cubicBezTo>
                  <a:cubicBezTo>
                    <a:pt x="9204" y="6882"/>
                    <a:pt x="9132" y="6799"/>
                    <a:pt x="9037" y="6799"/>
                  </a:cubicBezTo>
                  <a:lnTo>
                    <a:pt x="858" y="6799"/>
                  </a:lnTo>
                  <a:lnTo>
                    <a:pt x="858" y="489"/>
                  </a:lnTo>
                  <a:cubicBezTo>
                    <a:pt x="858" y="393"/>
                    <a:pt x="929" y="310"/>
                    <a:pt x="1036" y="310"/>
                  </a:cubicBezTo>
                  <a:close/>
                  <a:moveTo>
                    <a:pt x="1012" y="0"/>
                  </a:moveTo>
                  <a:cubicBezTo>
                    <a:pt x="738" y="0"/>
                    <a:pt x="512" y="227"/>
                    <a:pt x="512" y="512"/>
                  </a:cubicBezTo>
                  <a:lnTo>
                    <a:pt x="512" y="6823"/>
                  </a:lnTo>
                  <a:lnTo>
                    <a:pt x="334" y="6823"/>
                  </a:lnTo>
                  <a:cubicBezTo>
                    <a:pt x="155" y="6823"/>
                    <a:pt x="0" y="6966"/>
                    <a:pt x="0" y="7144"/>
                  </a:cubicBezTo>
                  <a:lnTo>
                    <a:pt x="0" y="7490"/>
                  </a:lnTo>
                  <a:cubicBezTo>
                    <a:pt x="0" y="7775"/>
                    <a:pt x="226" y="8001"/>
                    <a:pt x="512" y="8001"/>
                  </a:cubicBezTo>
                  <a:lnTo>
                    <a:pt x="10394" y="8001"/>
                  </a:lnTo>
                  <a:cubicBezTo>
                    <a:pt x="10680" y="8001"/>
                    <a:pt x="10894" y="7775"/>
                    <a:pt x="10894" y="7490"/>
                  </a:cubicBezTo>
                  <a:lnTo>
                    <a:pt x="10894" y="7144"/>
                  </a:lnTo>
                  <a:cubicBezTo>
                    <a:pt x="10883" y="6966"/>
                    <a:pt x="10728" y="6823"/>
                    <a:pt x="10561" y="6823"/>
                  </a:cubicBezTo>
                  <a:lnTo>
                    <a:pt x="10383" y="6823"/>
                  </a:lnTo>
                  <a:lnTo>
                    <a:pt x="10383" y="512"/>
                  </a:lnTo>
                  <a:cubicBezTo>
                    <a:pt x="10383" y="227"/>
                    <a:pt x="10156" y="0"/>
                    <a:pt x="987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8" name="Google Shape;318;p42"/>
          <p:cNvGrpSpPr/>
          <p:nvPr/>
        </p:nvGrpSpPr>
        <p:grpSpPr>
          <a:xfrm>
            <a:off x="4607962" y="3190518"/>
            <a:ext cx="382788" cy="328613"/>
            <a:chOff x="6558300" y="1538193"/>
            <a:chExt cx="382788" cy="328613"/>
          </a:xfrm>
        </p:grpSpPr>
        <p:sp>
          <p:nvSpPr>
            <p:cNvPr id="319" name="Google Shape;319;p42"/>
            <p:cNvSpPr/>
            <p:nvPr/>
          </p:nvSpPr>
          <p:spPr>
            <a:xfrm>
              <a:off x="6558300" y="1538193"/>
              <a:ext cx="382788" cy="328613"/>
            </a:xfrm>
            <a:custGeom>
              <a:avLst/>
              <a:gdLst/>
              <a:ahLst/>
              <a:cxnLst/>
              <a:rect l="l" t="t" r="r" b="b"/>
              <a:pathLst>
                <a:path w="12026" h="10324" extrusionOk="0">
                  <a:moveTo>
                    <a:pt x="6859" y="358"/>
                  </a:moveTo>
                  <a:cubicBezTo>
                    <a:pt x="7037" y="358"/>
                    <a:pt x="7204" y="477"/>
                    <a:pt x="7228" y="656"/>
                  </a:cubicBezTo>
                  <a:lnTo>
                    <a:pt x="7454" y="1691"/>
                  </a:lnTo>
                  <a:lnTo>
                    <a:pt x="4513" y="1691"/>
                  </a:lnTo>
                  <a:lnTo>
                    <a:pt x="4763" y="656"/>
                  </a:lnTo>
                  <a:cubicBezTo>
                    <a:pt x="4811" y="477"/>
                    <a:pt x="4954" y="358"/>
                    <a:pt x="5132" y="358"/>
                  </a:cubicBezTo>
                  <a:close/>
                  <a:moveTo>
                    <a:pt x="2822" y="2037"/>
                  </a:moveTo>
                  <a:lnTo>
                    <a:pt x="2822" y="5835"/>
                  </a:lnTo>
                  <a:lnTo>
                    <a:pt x="2429" y="5835"/>
                  </a:lnTo>
                  <a:lnTo>
                    <a:pt x="2429" y="2037"/>
                  </a:lnTo>
                  <a:close/>
                  <a:moveTo>
                    <a:pt x="9597" y="2037"/>
                  </a:moveTo>
                  <a:lnTo>
                    <a:pt x="9597" y="5835"/>
                  </a:lnTo>
                  <a:lnTo>
                    <a:pt x="9192" y="5835"/>
                  </a:lnTo>
                  <a:lnTo>
                    <a:pt x="9192" y="2037"/>
                  </a:lnTo>
                  <a:close/>
                  <a:moveTo>
                    <a:pt x="8835" y="2037"/>
                  </a:moveTo>
                  <a:lnTo>
                    <a:pt x="8835" y="5835"/>
                  </a:lnTo>
                  <a:lnTo>
                    <a:pt x="8823" y="5835"/>
                  </a:lnTo>
                  <a:cubicBezTo>
                    <a:pt x="8621" y="5835"/>
                    <a:pt x="8466" y="6001"/>
                    <a:pt x="8466" y="6192"/>
                  </a:cubicBezTo>
                  <a:lnTo>
                    <a:pt x="8466" y="6573"/>
                  </a:lnTo>
                  <a:lnTo>
                    <a:pt x="3561" y="6573"/>
                  </a:lnTo>
                  <a:lnTo>
                    <a:pt x="3561" y="6192"/>
                  </a:lnTo>
                  <a:cubicBezTo>
                    <a:pt x="3561" y="5978"/>
                    <a:pt x="3394" y="5835"/>
                    <a:pt x="3203" y="5835"/>
                  </a:cubicBezTo>
                  <a:lnTo>
                    <a:pt x="3180" y="5835"/>
                  </a:lnTo>
                  <a:lnTo>
                    <a:pt x="3180" y="2037"/>
                  </a:lnTo>
                  <a:close/>
                  <a:moveTo>
                    <a:pt x="2084" y="2037"/>
                  </a:moveTo>
                  <a:lnTo>
                    <a:pt x="2084" y="5835"/>
                  </a:lnTo>
                  <a:lnTo>
                    <a:pt x="2072" y="5835"/>
                  </a:lnTo>
                  <a:cubicBezTo>
                    <a:pt x="1858" y="5835"/>
                    <a:pt x="1715" y="6001"/>
                    <a:pt x="1715" y="6192"/>
                  </a:cubicBezTo>
                  <a:lnTo>
                    <a:pt x="1715" y="6573"/>
                  </a:lnTo>
                  <a:lnTo>
                    <a:pt x="1691" y="6573"/>
                  </a:lnTo>
                  <a:cubicBezTo>
                    <a:pt x="1677" y="6573"/>
                    <a:pt x="1663" y="6574"/>
                    <a:pt x="1648" y="6574"/>
                  </a:cubicBezTo>
                  <a:cubicBezTo>
                    <a:pt x="930" y="6574"/>
                    <a:pt x="358" y="5987"/>
                    <a:pt x="358" y="5251"/>
                  </a:cubicBezTo>
                  <a:lnTo>
                    <a:pt x="358" y="2620"/>
                  </a:lnTo>
                  <a:cubicBezTo>
                    <a:pt x="358" y="2299"/>
                    <a:pt x="608" y="2037"/>
                    <a:pt x="941" y="2037"/>
                  </a:cubicBezTo>
                  <a:close/>
                  <a:moveTo>
                    <a:pt x="11097" y="2049"/>
                  </a:moveTo>
                  <a:cubicBezTo>
                    <a:pt x="11419" y="2049"/>
                    <a:pt x="11681" y="2299"/>
                    <a:pt x="11681" y="2632"/>
                  </a:cubicBezTo>
                  <a:lnTo>
                    <a:pt x="11681" y="5263"/>
                  </a:lnTo>
                  <a:cubicBezTo>
                    <a:pt x="11669" y="6001"/>
                    <a:pt x="11073" y="6597"/>
                    <a:pt x="10347" y="6597"/>
                  </a:cubicBezTo>
                  <a:lnTo>
                    <a:pt x="10323" y="6204"/>
                  </a:lnTo>
                  <a:cubicBezTo>
                    <a:pt x="10323" y="6001"/>
                    <a:pt x="10168" y="5847"/>
                    <a:pt x="9966" y="5847"/>
                  </a:cubicBezTo>
                  <a:lnTo>
                    <a:pt x="9954" y="5847"/>
                  </a:lnTo>
                  <a:lnTo>
                    <a:pt x="9954" y="2049"/>
                  </a:lnTo>
                  <a:close/>
                  <a:moveTo>
                    <a:pt x="3180" y="6192"/>
                  </a:moveTo>
                  <a:cubicBezTo>
                    <a:pt x="3180" y="6192"/>
                    <a:pt x="3203" y="6192"/>
                    <a:pt x="3203" y="6204"/>
                  </a:cubicBezTo>
                  <a:lnTo>
                    <a:pt x="3203" y="7144"/>
                  </a:lnTo>
                  <a:cubicBezTo>
                    <a:pt x="3203" y="7144"/>
                    <a:pt x="3203" y="7156"/>
                    <a:pt x="3180" y="7156"/>
                  </a:cubicBezTo>
                  <a:lnTo>
                    <a:pt x="2048" y="7156"/>
                  </a:lnTo>
                  <a:cubicBezTo>
                    <a:pt x="2048" y="7156"/>
                    <a:pt x="2037" y="7156"/>
                    <a:pt x="2037" y="7144"/>
                  </a:cubicBezTo>
                  <a:lnTo>
                    <a:pt x="2037" y="6204"/>
                  </a:lnTo>
                  <a:cubicBezTo>
                    <a:pt x="2037" y="6204"/>
                    <a:pt x="2037" y="6192"/>
                    <a:pt x="2048" y="6192"/>
                  </a:cubicBezTo>
                  <a:lnTo>
                    <a:pt x="2441" y="6192"/>
                  </a:lnTo>
                  <a:lnTo>
                    <a:pt x="2441" y="6573"/>
                  </a:lnTo>
                  <a:cubicBezTo>
                    <a:pt x="2441" y="6668"/>
                    <a:pt x="2525" y="6752"/>
                    <a:pt x="2620" y="6752"/>
                  </a:cubicBezTo>
                  <a:cubicBezTo>
                    <a:pt x="2727" y="6752"/>
                    <a:pt x="2799" y="6680"/>
                    <a:pt x="2799" y="6573"/>
                  </a:cubicBezTo>
                  <a:lnTo>
                    <a:pt x="2799" y="6192"/>
                  </a:lnTo>
                  <a:close/>
                  <a:moveTo>
                    <a:pt x="9966" y="6192"/>
                  </a:moveTo>
                  <a:cubicBezTo>
                    <a:pt x="9966" y="6192"/>
                    <a:pt x="9978" y="6192"/>
                    <a:pt x="9978" y="6204"/>
                  </a:cubicBezTo>
                  <a:lnTo>
                    <a:pt x="9990" y="7144"/>
                  </a:lnTo>
                  <a:lnTo>
                    <a:pt x="8835" y="7156"/>
                  </a:lnTo>
                  <a:cubicBezTo>
                    <a:pt x="8835" y="7156"/>
                    <a:pt x="8823" y="7156"/>
                    <a:pt x="8823" y="7144"/>
                  </a:cubicBezTo>
                  <a:lnTo>
                    <a:pt x="8823" y="6204"/>
                  </a:lnTo>
                  <a:cubicBezTo>
                    <a:pt x="8823" y="6204"/>
                    <a:pt x="8823" y="6192"/>
                    <a:pt x="8835" y="6192"/>
                  </a:cubicBezTo>
                  <a:lnTo>
                    <a:pt x="9228" y="6192"/>
                  </a:lnTo>
                  <a:lnTo>
                    <a:pt x="9228" y="6573"/>
                  </a:lnTo>
                  <a:cubicBezTo>
                    <a:pt x="9228" y="6680"/>
                    <a:pt x="9299" y="6752"/>
                    <a:pt x="9406" y="6752"/>
                  </a:cubicBezTo>
                  <a:cubicBezTo>
                    <a:pt x="9514" y="6752"/>
                    <a:pt x="9585" y="6680"/>
                    <a:pt x="9585" y="6573"/>
                  </a:cubicBezTo>
                  <a:lnTo>
                    <a:pt x="9585" y="6192"/>
                  </a:lnTo>
                  <a:close/>
                  <a:moveTo>
                    <a:pt x="727" y="6632"/>
                  </a:moveTo>
                  <a:cubicBezTo>
                    <a:pt x="989" y="6823"/>
                    <a:pt x="1322" y="6930"/>
                    <a:pt x="1679" y="6930"/>
                  </a:cubicBezTo>
                  <a:lnTo>
                    <a:pt x="1691" y="6930"/>
                  </a:lnTo>
                  <a:lnTo>
                    <a:pt x="1691" y="7121"/>
                  </a:lnTo>
                  <a:cubicBezTo>
                    <a:pt x="1691" y="7335"/>
                    <a:pt x="1858" y="7478"/>
                    <a:pt x="2048" y="7478"/>
                  </a:cubicBezTo>
                  <a:lnTo>
                    <a:pt x="2810" y="7478"/>
                  </a:lnTo>
                  <a:lnTo>
                    <a:pt x="2810" y="9966"/>
                  </a:lnTo>
                  <a:lnTo>
                    <a:pt x="2429" y="9966"/>
                  </a:lnTo>
                  <a:lnTo>
                    <a:pt x="2429" y="8085"/>
                  </a:lnTo>
                  <a:cubicBezTo>
                    <a:pt x="2429" y="7978"/>
                    <a:pt x="2346" y="7906"/>
                    <a:pt x="2239" y="7906"/>
                  </a:cubicBezTo>
                  <a:cubicBezTo>
                    <a:pt x="2144" y="7906"/>
                    <a:pt x="2060" y="7978"/>
                    <a:pt x="2060" y="8085"/>
                  </a:cubicBezTo>
                  <a:lnTo>
                    <a:pt x="2060" y="9966"/>
                  </a:lnTo>
                  <a:lnTo>
                    <a:pt x="1108" y="9966"/>
                  </a:lnTo>
                  <a:cubicBezTo>
                    <a:pt x="905" y="9966"/>
                    <a:pt x="727" y="9788"/>
                    <a:pt x="727" y="9585"/>
                  </a:cubicBezTo>
                  <a:lnTo>
                    <a:pt x="727" y="6632"/>
                  </a:lnTo>
                  <a:close/>
                  <a:moveTo>
                    <a:pt x="8466" y="6942"/>
                  </a:moveTo>
                  <a:lnTo>
                    <a:pt x="8466" y="7144"/>
                  </a:lnTo>
                  <a:cubicBezTo>
                    <a:pt x="8466" y="7347"/>
                    <a:pt x="8633" y="7502"/>
                    <a:pt x="8823" y="7502"/>
                  </a:cubicBezTo>
                  <a:lnTo>
                    <a:pt x="9585" y="7502"/>
                  </a:lnTo>
                  <a:lnTo>
                    <a:pt x="9597" y="9966"/>
                  </a:lnTo>
                  <a:lnTo>
                    <a:pt x="9192" y="9966"/>
                  </a:lnTo>
                  <a:lnTo>
                    <a:pt x="9192" y="8085"/>
                  </a:lnTo>
                  <a:cubicBezTo>
                    <a:pt x="9192" y="7978"/>
                    <a:pt x="9121" y="7906"/>
                    <a:pt x="9014" y="7906"/>
                  </a:cubicBezTo>
                  <a:cubicBezTo>
                    <a:pt x="8906" y="7906"/>
                    <a:pt x="8835" y="7978"/>
                    <a:pt x="8835" y="8085"/>
                  </a:cubicBezTo>
                  <a:lnTo>
                    <a:pt x="8835" y="9966"/>
                  </a:lnTo>
                  <a:lnTo>
                    <a:pt x="3168" y="9966"/>
                  </a:lnTo>
                  <a:lnTo>
                    <a:pt x="3168" y="7502"/>
                  </a:lnTo>
                  <a:lnTo>
                    <a:pt x="3180" y="7502"/>
                  </a:lnTo>
                  <a:cubicBezTo>
                    <a:pt x="3394" y="7502"/>
                    <a:pt x="3537" y="7335"/>
                    <a:pt x="3537" y="7144"/>
                  </a:cubicBezTo>
                  <a:lnTo>
                    <a:pt x="3537" y="6942"/>
                  </a:lnTo>
                  <a:close/>
                  <a:moveTo>
                    <a:pt x="11300" y="6656"/>
                  </a:moveTo>
                  <a:lnTo>
                    <a:pt x="11300" y="9585"/>
                  </a:lnTo>
                  <a:cubicBezTo>
                    <a:pt x="11300" y="9788"/>
                    <a:pt x="11121" y="9966"/>
                    <a:pt x="10907" y="9966"/>
                  </a:cubicBezTo>
                  <a:lnTo>
                    <a:pt x="9954" y="9966"/>
                  </a:lnTo>
                  <a:lnTo>
                    <a:pt x="9954" y="7502"/>
                  </a:lnTo>
                  <a:lnTo>
                    <a:pt x="9966" y="7502"/>
                  </a:lnTo>
                  <a:cubicBezTo>
                    <a:pt x="10180" y="7502"/>
                    <a:pt x="10323" y="7335"/>
                    <a:pt x="10323" y="7144"/>
                  </a:cubicBezTo>
                  <a:lnTo>
                    <a:pt x="10323" y="6954"/>
                  </a:lnTo>
                  <a:lnTo>
                    <a:pt x="10347" y="6954"/>
                  </a:lnTo>
                  <a:cubicBezTo>
                    <a:pt x="10704" y="6954"/>
                    <a:pt x="11026" y="6847"/>
                    <a:pt x="11300" y="6656"/>
                  </a:cubicBezTo>
                  <a:close/>
                  <a:moveTo>
                    <a:pt x="5144" y="1"/>
                  </a:moveTo>
                  <a:cubicBezTo>
                    <a:pt x="4787" y="1"/>
                    <a:pt x="4489" y="239"/>
                    <a:pt x="4418" y="584"/>
                  </a:cubicBezTo>
                  <a:lnTo>
                    <a:pt x="4168" y="1691"/>
                  </a:lnTo>
                  <a:lnTo>
                    <a:pt x="917" y="1691"/>
                  </a:lnTo>
                  <a:cubicBezTo>
                    <a:pt x="417" y="1691"/>
                    <a:pt x="1" y="2108"/>
                    <a:pt x="1" y="2620"/>
                  </a:cubicBezTo>
                  <a:lnTo>
                    <a:pt x="1" y="5251"/>
                  </a:lnTo>
                  <a:cubicBezTo>
                    <a:pt x="1" y="5656"/>
                    <a:pt x="132" y="6025"/>
                    <a:pt x="370" y="6311"/>
                  </a:cubicBezTo>
                  <a:lnTo>
                    <a:pt x="370" y="9585"/>
                  </a:lnTo>
                  <a:cubicBezTo>
                    <a:pt x="370" y="9990"/>
                    <a:pt x="703" y="10323"/>
                    <a:pt x="1120" y="10323"/>
                  </a:cubicBezTo>
                  <a:lnTo>
                    <a:pt x="10907" y="10323"/>
                  </a:lnTo>
                  <a:cubicBezTo>
                    <a:pt x="11311" y="10323"/>
                    <a:pt x="11657" y="10002"/>
                    <a:pt x="11657" y="9585"/>
                  </a:cubicBezTo>
                  <a:lnTo>
                    <a:pt x="11657" y="6311"/>
                  </a:lnTo>
                  <a:cubicBezTo>
                    <a:pt x="11883" y="6025"/>
                    <a:pt x="12026" y="5656"/>
                    <a:pt x="12026" y="5251"/>
                  </a:cubicBezTo>
                  <a:lnTo>
                    <a:pt x="12026" y="2620"/>
                  </a:lnTo>
                  <a:cubicBezTo>
                    <a:pt x="12026" y="2108"/>
                    <a:pt x="11609" y="1691"/>
                    <a:pt x="11097" y="1691"/>
                  </a:cubicBezTo>
                  <a:lnTo>
                    <a:pt x="7859" y="1691"/>
                  </a:lnTo>
                  <a:lnTo>
                    <a:pt x="7609" y="584"/>
                  </a:lnTo>
                  <a:cubicBezTo>
                    <a:pt x="7525" y="239"/>
                    <a:pt x="7228" y="1"/>
                    <a:pt x="687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42"/>
            <p:cNvSpPr/>
            <p:nvPr/>
          </p:nvSpPr>
          <p:spPr>
            <a:xfrm>
              <a:off x="6714426" y="1699635"/>
              <a:ext cx="70917" cy="34536"/>
            </a:xfrm>
            <a:custGeom>
              <a:avLst/>
              <a:gdLst/>
              <a:ahLst/>
              <a:cxnLst/>
              <a:rect l="l" t="t" r="r" b="b"/>
              <a:pathLst>
                <a:path w="2228" h="1085" extrusionOk="0">
                  <a:moveTo>
                    <a:pt x="358" y="1"/>
                  </a:moveTo>
                  <a:cubicBezTo>
                    <a:pt x="156" y="1"/>
                    <a:pt x="1" y="167"/>
                    <a:pt x="1" y="358"/>
                  </a:cubicBezTo>
                  <a:lnTo>
                    <a:pt x="1" y="727"/>
                  </a:lnTo>
                  <a:cubicBezTo>
                    <a:pt x="1" y="941"/>
                    <a:pt x="168" y="1084"/>
                    <a:pt x="358" y="1084"/>
                  </a:cubicBezTo>
                  <a:lnTo>
                    <a:pt x="1870" y="1084"/>
                  </a:lnTo>
                  <a:cubicBezTo>
                    <a:pt x="2073" y="1084"/>
                    <a:pt x="2227" y="918"/>
                    <a:pt x="2227" y="727"/>
                  </a:cubicBezTo>
                  <a:lnTo>
                    <a:pt x="2227" y="358"/>
                  </a:lnTo>
                  <a:cubicBezTo>
                    <a:pt x="2227" y="167"/>
                    <a:pt x="2061" y="1"/>
                    <a:pt x="1870" y="1"/>
                  </a:cubicBezTo>
                  <a:lnTo>
                    <a:pt x="1668" y="1"/>
                  </a:lnTo>
                  <a:cubicBezTo>
                    <a:pt x="1573" y="1"/>
                    <a:pt x="1489" y="72"/>
                    <a:pt x="1489" y="179"/>
                  </a:cubicBezTo>
                  <a:cubicBezTo>
                    <a:pt x="1489" y="287"/>
                    <a:pt x="1573" y="358"/>
                    <a:pt x="1668" y="358"/>
                  </a:cubicBezTo>
                  <a:lnTo>
                    <a:pt x="1870" y="358"/>
                  </a:lnTo>
                  <a:cubicBezTo>
                    <a:pt x="1870" y="358"/>
                    <a:pt x="1882" y="358"/>
                    <a:pt x="1882" y="370"/>
                  </a:cubicBezTo>
                  <a:lnTo>
                    <a:pt x="1882" y="751"/>
                  </a:lnTo>
                  <a:cubicBezTo>
                    <a:pt x="1882" y="751"/>
                    <a:pt x="1882" y="763"/>
                    <a:pt x="1870" y="763"/>
                  </a:cubicBezTo>
                  <a:lnTo>
                    <a:pt x="358" y="763"/>
                  </a:lnTo>
                  <a:cubicBezTo>
                    <a:pt x="358" y="763"/>
                    <a:pt x="346" y="763"/>
                    <a:pt x="346" y="751"/>
                  </a:cubicBezTo>
                  <a:lnTo>
                    <a:pt x="346" y="370"/>
                  </a:lnTo>
                  <a:cubicBezTo>
                    <a:pt x="346" y="370"/>
                    <a:pt x="346" y="358"/>
                    <a:pt x="358" y="358"/>
                  </a:cubicBezTo>
                  <a:lnTo>
                    <a:pt x="930" y="358"/>
                  </a:lnTo>
                  <a:cubicBezTo>
                    <a:pt x="1037" y="358"/>
                    <a:pt x="1108" y="287"/>
                    <a:pt x="1108" y="179"/>
                  </a:cubicBezTo>
                  <a:cubicBezTo>
                    <a:pt x="1108" y="72"/>
                    <a:pt x="1037" y="1"/>
                    <a:pt x="93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1" name="Google Shape;321;p42"/>
          <p:cNvGrpSpPr/>
          <p:nvPr/>
        </p:nvGrpSpPr>
        <p:grpSpPr>
          <a:xfrm>
            <a:off x="4800245" y="1337742"/>
            <a:ext cx="361971" cy="314958"/>
            <a:chOff x="3716358" y="1544655"/>
            <a:chExt cx="361971" cy="314958"/>
          </a:xfrm>
        </p:grpSpPr>
        <p:sp>
          <p:nvSpPr>
            <p:cNvPr id="322" name="Google Shape;322;p42"/>
            <p:cNvSpPr/>
            <p:nvPr/>
          </p:nvSpPr>
          <p:spPr>
            <a:xfrm>
              <a:off x="3767509" y="1646957"/>
              <a:ext cx="231213" cy="10663"/>
            </a:xfrm>
            <a:custGeom>
              <a:avLst/>
              <a:gdLst/>
              <a:ahLst/>
              <a:cxnLst/>
              <a:rect l="l" t="t" r="r" b="b"/>
              <a:pathLst>
                <a:path w="7264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7097" y="334"/>
                  </a:lnTo>
                  <a:cubicBezTo>
                    <a:pt x="7192" y="334"/>
                    <a:pt x="7264" y="263"/>
                    <a:pt x="7264" y="167"/>
                  </a:cubicBezTo>
                  <a:cubicBezTo>
                    <a:pt x="7264" y="72"/>
                    <a:pt x="7192" y="1"/>
                    <a:pt x="709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42"/>
            <p:cNvSpPr/>
            <p:nvPr/>
          </p:nvSpPr>
          <p:spPr>
            <a:xfrm>
              <a:off x="3767509" y="1618532"/>
              <a:ext cx="152020" cy="10663"/>
            </a:xfrm>
            <a:custGeom>
              <a:avLst/>
              <a:gdLst/>
              <a:ahLst/>
              <a:cxnLst/>
              <a:rect l="l" t="t" r="r" b="b"/>
              <a:pathLst>
                <a:path w="477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4621" y="334"/>
                  </a:lnTo>
                  <a:cubicBezTo>
                    <a:pt x="4704" y="334"/>
                    <a:pt x="4775" y="263"/>
                    <a:pt x="4775" y="168"/>
                  </a:cubicBezTo>
                  <a:cubicBezTo>
                    <a:pt x="4775" y="72"/>
                    <a:pt x="4704" y="1"/>
                    <a:pt x="462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42"/>
            <p:cNvSpPr/>
            <p:nvPr/>
          </p:nvSpPr>
          <p:spPr>
            <a:xfrm>
              <a:off x="3931624" y="1618532"/>
              <a:ext cx="67098" cy="10663"/>
            </a:xfrm>
            <a:custGeom>
              <a:avLst/>
              <a:gdLst/>
              <a:ahLst/>
              <a:cxnLst/>
              <a:rect l="l" t="t" r="r" b="b"/>
              <a:pathLst>
                <a:path w="2108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941" y="334"/>
                  </a:lnTo>
                  <a:cubicBezTo>
                    <a:pt x="2036" y="334"/>
                    <a:pt x="2108" y="263"/>
                    <a:pt x="2108" y="168"/>
                  </a:cubicBezTo>
                  <a:cubicBezTo>
                    <a:pt x="2108" y="72"/>
                    <a:pt x="2036" y="1"/>
                    <a:pt x="194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42"/>
            <p:cNvSpPr/>
            <p:nvPr/>
          </p:nvSpPr>
          <p:spPr>
            <a:xfrm>
              <a:off x="3767509" y="1590108"/>
              <a:ext cx="39087" cy="10663"/>
            </a:xfrm>
            <a:custGeom>
              <a:avLst/>
              <a:gdLst/>
              <a:ahLst/>
              <a:cxnLst/>
              <a:rect l="l" t="t" r="r" b="b"/>
              <a:pathLst>
                <a:path w="122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1061" y="334"/>
                  </a:lnTo>
                  <a:cubicBezTo>
                    <a:pt x="1144" y="334"/>
                    <a:pt x="1227" y="263"/>
                    <a:pt x="1227" y="168"/>
                  </a:cubicBezTo>
                  <a:cubicBezTo>
                    <a:pt x="1227" y="72"/>
                    <a:pt x="1144" y="1"/>
                    <a:pt x="106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42"/>
            <p:cNvSpPr/>
            <p:nvPr/>
          </p:nvSpPr>
          <p:spPr>
            <a:xfrm>
              <a:off x="3818309" y="1590108"/>
              <a:ext cx="180412" cy="10663"/>
            </a:xfrm>
            <a:custGeom>
              <a:avLst/>
              <a:gdLst/>
              <a:ahLst/>
              <a:cxnLst/>
              <a:rect l="l" t="t" r="r" b="b"/>
              <a:pathLst>
                <a:path w="5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501" y="334"/>
                  </a:lnTo>
                  <a:cubicBezTo>
                    <a:pt x="5596" y="334"/>
                    <a:pt x="5668" y="263"/>
                    <a:pt x="5668" y="168"/>
                  </a:cubicBezTo>
                  <a:cubicBezTo>
                    <a:pt x="5668" y="72"/>
                    <a:pt x="5596" y="1"/>
                    <a:pt x="550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27" name="Google Shape;327;p42"/>
            <p:cNvGrpSpPr/>
            <p:nvPr/>
          </p:nvGrpSpPr>
          <p:grpSpPr>
            <a:xfrm>
              <a:off x="3716358" y="1544655"/>
              <a:ext cx="361971" cy="314958"/>
              <a:chOff x="3716358" y="1544655"/>
              <a:chExt cx="361971" cy="314958"/>
            </a:xfrm>
          </p:grpSpPr>
          <p:sp>
            <p:nvSpPr>
              <p:cNvPr id="328" name="Google Shape;328;p42"/>
              <p:cNvSpPr/>
              <p:nvPr/>
            </p:nvSpPr>
            <p:spPr>
              <a:xfrm>
                <a:off x="3767509" y="1675381"/>
                <a:ext cx="84540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2656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7"/>
                    </a:cubicBezTo>
                    <a:cubicBezTo>
                      <a:pt x="1" y="263"/>
                      <a:pt x="72" y="334"/>
                      <a:pt x="168" y="334"/>
                    </a:cubicBezTo>
                    <a:lnTo>
                      <a:pt x="2477" y="334"/>
                    </a:lnTo>
                    <a:cubicBezTo>
                      <a:pt x="2561" y="334"/>
                      <a:pt x="2632" y="263"/>
                      <a:pt x="2632" y="167"/>
                    </a:cubicBezTo>
                    <a:cubicBezTo>
                      <a:pt x="2656" y="72"/>
                      <a:pt x="2573" y="1"/>
                      <a:pt x="2477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42"/>
              <p:cNvSpPr/>
              <p:nvPr/>
            </p:nvSpPr>
            <p:spPr>
              <a:xfrm>
                <a:off x="3875158" y="1675381"/>
                <a:ext cx="123564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3882" h="335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cubicBezTo>
                      <a:pt x="0" y="263"/>
                      <a:pt x="72" y="334"/>
                      <a:pt x="167" y="334"/>
                    </a:cubicBezTo>
                    <a:lnTo>
                      <a:pt x="3715" y="334"/>
                    </a:lnTo>
                    <a:cubicBezTo>
                      <a:pt x="3810" y="334"/>
                      <a:pt x="3882" y="263"/>
                      <a:pt x="3882" y="167"/>
                    </a:cubicBezTo>
                    <a:cubicBezTo>
                      <a:pt x="3882" y="72"/>
                      <a:pt x="3810" y="1"/>
                      <a:pt x="3715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42"/>
              <p:cNvSpPr/>
              <p:nvPr/>
            </p:nvSpPr>
            <p:spPr>
              <a:xfrm>
                <a:off x="3767509" y="1703423"/>
                <a:ext cx="174747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68" y="334"/>
                    </a:cubicBezTo>
                    <a:lnTo>
                      <a:pt x="5335" y="334"/>
                    </a:lnTo>
                    <a:cubicBezTo>
                      <a:pt x="5418" y="334"/>
                      <a:pt x="5490" y="251"/>
                      <a:pt x="5490" y="168"/>
                    </a:cubicBezTo>
                    <a:cubicBezTo>
                      <a:pt x="5490" y="72"/>
                      <a:pt x="5418" y="1"/>
                      <a:pt x="5335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42"/>
              <p:cNvSpPr/>
              <p:nvPr/>
            </p:nvSpPr>
            <p:spPr>
              <a:xfrm>
                <a:off x="3954351" y="1703423"/>
                <a:ext cx="44371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1394" h="335" extrusionOk="0">
                    <a:moveTo>
                      <a:pt x="155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55" y="334"/>
                    </a:cubicBezTo>
                    <a:lnTo>
                      <a:pt x="1227" y="334"/>
                    </a:lnTo>
                    <a:cubicBezTo>
                      <a:pt x="1322" y="334"/>
                      <a:pt x="1394" y="251"/>
                      <a:pt x="1394" y="168"/>
                    </a:cubicBezTo>
                    <a:cubicBezTo>
                      <a:pt x="1394" y="72"/>
                      <a:pt x="1322" y="1"/>
                      <a:pt x="1227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42"/>
              <p:cNvSpPr/>
              <p:nvPr/>
            </p:nvSpPr>
            <p:spPr>
              <a:xfrm>
                <a:off x="3716358" y="1544655"/>
                <a:ext cx="361971" cy="314958"/>
              </a:xfrm>
              <a:custGeom>
                <a:avLst/>
                <a:gdLst/>
                <a:ahLst/>
                <a:cxnLst/>
                <a:rect l="l" t="t" r="r" b="b"/>
                <a:pathLst>
                  <a:path w="11372" h="9895" extrusionOk="0">
                    <a:moveTo>
                      <a:pt x="3513" y="6751"/>
                    </a:moveTo>
                    <a:lnTo>
                      <a:pt x="3346" y="7477"/>
                    </a:lnTo>
                    <a:lnTo>
                      <a:pt x="1953" y="7477"/>
                    </a:lnTo>
                    <a:lnTo>
                      <a:pt x="1953" y="7489"/>
                    </a:lnTo>
                    <a:cubicBezTo>
                      <a:pt x="1656" y="7489"/>
                      <a:pt x="1394" y="7251"/>
                      <a:pt x="1394" y="6941"/>
                    </a:cubicBezTo>
                    <a:lnTo>
                      <a:pt x="1394" y="6751"/>
                    </a:lnTo>
                    <a:close/>
                    <a:moveTo>
                      <a:pt x="9430" y="333"/>
                    </a:moveTo>
                    <a:cubicBezTo>
                      <a:pt x="9728" y="333"/>
                      <a:pt x="9990" y="572"/>
                      <a:pt x="9990" y="881"/>
                    </a:cubicBezTo>
                    <a:lnTo>
                      <a:pt x="9990" y="5870"/>
                    </a:lnTo>
                    <a:cubicBezTo>
                      <a:pt x="9990" y="6168"/>
                      <a:pt x="9752" y="6418"/>
                      <a:pt x="9430" y="6418"/>
                    </a:cubicBezTo>
                    <a:lnTo>
                      <a:pt x="6597" y="6418"/>
                    </a:lnTo>
                    <a:cubicBezTo>
                      <a:pt x="6561" y="6418"/>
                      <a:pt x="6537" y="6429"/>
                      <a:pt x="6501" y="6441"/>
                    </a:cubicBezTo>
                    <a:lnTo>
                      <a:pt x="3489" y="8501"/>
                    </a:lnTo>
                    <a:cubicBezTo>
                      <a:pt x="3465" y="8501"/>
                      <a:pt x="3465" y="8489"/>
                      <a:pt x="3465" y="8489"/>
                    </a:cubicBezTo>
                    <a:lnTo>
                      <a:pt x="3906" y="6608"/>
                    </a:lnTo>
                    <a:cubicBezTo>
                      <a:pt x="3918" y="6560"/>
                      <a:pt x="3906" y="6501"/>
                      <a:pt x="3870" y="6477"/>
                    </a:cubicBezTo>
                    <a:cubicBezTo>
                      <a:pt x="3834" y="6429"/>
                      <a:pt x="3799" y="6418"/>
                      <a:pt x="3739" y="6418"/>
                    </a:cubicBezTo>
                    <a:lnTo>
                      <a:pt x="894" y="6418"/>
                    </a:lnTo>
                    <a:cubicBezTo>
                      <a:pt x="596" y="6418"/>
                      <a:pt x="346" y="6179"/>
                      <a:pt x="346" y="5870"/>
                    </a:cubicBezTo>
                    <a:lnTo>
                      <a:pt x="346" y="881"/>
                    </a:lnTo>
                    <a:cubicBezTo>
                      <a:pt x="346" y="584"/>
                      <a:pt x="584" y="333"/>
                      <a:pt x="894" y="333"/>
                    </a:cubicBezTo>
                    <a:close/>
                    <a:moveTo>
                      <a:pt x="10502" y="1405"/>
                    </a:moveTo>
                    <a:cubicBezTo>
                      <a:pt x="10800" y="1405"/>
                      <a:pt x="11061" y="1643"/>
                      <a:pt x="11061" y="1953"/>
                    </a:cubicBezTo>
                    <a:lnTo>
                      <a:pt x="11061" y="6941"/>
                    </a:lnTo>
                    <a:cubicBezTo>
                      <a:pt x="11050" y="7239"/>
                      <a:pt x="10788" y="7489"/>
                      <a:pt x="10490" y="7489"/>
                    </a:cubicBezTo>
                    <a:lnTo>
                      <a:pt x="7656" y="7489"/>
                    </a:lnTo>
                    <a:cubicBezTo>
                      <a:pt x="7609" y="7489"/>
                      <a:pt x="7549" y="7525"/>
                      <a:pt x="7513" y="7549"/>
                    </a:cubicBezTo>
                    <a:cubicBezTo>
                      <a:pt x="7490" y="7596"/>
                      <a:pt x="7478" y="7644"/>
                      <a:pt x="7490" y="7680"/>
                    </a:cubicBezTo>
                    <a:lnTo>
                      <a:pt x="7918" y="9561"/>
                    </a:lnTo>
                    <a:lnTo>
                      <a:pt x="7918" y="9573"/>
                    </a:lnTo>
                    <a:lnTo>
                      <a:pt x="7906" y="9573"/>
                    </a:lnTo>
                    <a:lnTo>
                      <a:pt x="5216" y="7727"/>
                    </a:lnTo>
                    <a:lnTo>
                      <a:pt x="6644" y="6751"/>
                    </a:lnTo>
                    <a:lnTo>
                      <a:pt x="9430" y="6751"/>
                    </a:lnTo>
                    <a:cubicBezTo>
                      <a:pt x="9930" y="6751"/>
                      <a:pt x="10311" y="6358"/>
                      <a:pt x="10311" y="5870"/>
                    </a:cubicBezTo>
                    <a:lnTo>
                      <a:pt x="10311" y="1405"/>
                    </a:lnTo>
                    <a:close/>
                    <a:moveTo>
                      <a:pt x="882" y="0"/>
                    </a:moveTo>
                    <a:cubicBezTo>
                      <a:pt x="393" y="0"/>
                      <a:pt x="1" y="393"/>
                      <a:pt x="1" y="881"/>
                    </a:cubicBezTo>
                    <a:lnTo>
                      <a:pt x="1" y="5870"/>
                    </a:lnTo>
                    <a:cubicBezTo>
                      <a:pt x="1" y="6358"/>
                      <a:pt x="393" y="6739"/>
                      <a:pt x="882" y="6739"/>
                    </a:cubicBezTo>
                    <a:lnTo>
                      <a:pt x="1072" y="6739"/>
                    </a:lnTo>
                    <a:lnTo>
                      <a:pt x="1072" y="6941"/>
                    </a:lnTo>
                    <a:cubicBezTo>
                      <a:pt x="1072" y="7430"/>
                      <a:pt x="1465" y="7811"/>
                      <a:pt x="1953" y="7811"/>
                    </a:cubicBezTo>
                    <a:lnTo>
                      <a:pt x="3275" y="7811"/>
                    </a:lnTo>
                    <a:lnTo>
                      <a:pt x="3144" y="8406"/>
                    </a:lnTo>
                    <a:cubicBezTo>
                      <a:pt x="3108" y="8549"/>
                      <a:pt x="3168" y="8692"/>
                      <a:pt x="3287" y="8763"/>
                    </a:cubicBezTo>
                    <a:cubicBezTo>
                      <a:pt x="3346" y="8811"/>
                      <a:pt x="3430" y="8823"/>
                      <a:pt x="3489" y="8823"/>
                    </a:cubicBezTo>
                    <a:cubicBezTo>
                      <a:pt x="3561" y="8823"/>
                      <a:pt x="3620" y="8811"/>
                      <a:pt x="3680" y="8763"/>
                    </a:cubicBezTo>
                    <a:lnTo>
                      <a:pt x="4918" y="7918"/>
                    </a:lnTo>
                    <a:lnTo>
                      <a:pt x="7704" y="9835"/>
                    </a:lnTo>
                    <a:cubicBezTo>
                      <a:pt x="7763" y="9882"/>
                      <a:pt x="7847" y="9894"/>
                      <a:pt x="7906" y="9894"/>
                    </a:cubicBezTo>
                    <a:cubicBezTo>
                      <a:pt x="7978" y="9894"/>
                      <a:pt x="8037" y="9882"/>
                      <a:pt x="8097" y="9835"/>
                    </a:cubicBezTo>
                    <a:cubicBezTo>
                      <a:pt x="8216" y="9763"/>
                      <a:pt x="8275" y="9620"/>
                      <a:pt x="8240" y="9477"/>
                    </a:cubicBezTo>
                    <a:lnTo>
                      <a:pt x="7859" y="7811"/>
                    </a:lnTo>
                    <a:lnTo>
                      <a:pt x="10490" y="7811"/>
                    </a:lnTo>
                    <a:cubicBezTo>
                      <a:pt x="10978" y="7811"/>
                      <a:pt x="11371" y="7430"/>
                      <a:pt x="11371" y="6941"/>
                    </a:cubicBezTo>
                    <a:lnTo>
                      <a:pt x="11371" y="1953"/>
                    </a:lnTo>
                    <a:cubicBezTo>
                      <a:pt x="11371" y="1476"/>
                      <a:pt x="10966" y="1072"/>
                      <a:pt x="10490" y="1072"/>
                    </a:cubicBezTo>
                    <a:lnTo>
                      <a:pt x="10299" y="1072"/>
                    </a:lnTo>
                    <a:lnTo>
                      <a:pt x="10299" y="881"/>
                    </a:lnTo>
                    <a:cubicBezTo>
                      <a:pt x="10299" y="393"/>
                      <a:pt x="9918" y="0"/>
                      <a:pt x="9418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33" name="Google Shape;333;p42"/>
          <p:cNvSpPr txBox="1">
            <a:spLocks noGrp="1"/>
          </p:cNvSpPr>
          <p:nvPr>
            <p:ph type="subTitle" idx="1"/>
          </p:nvPr>
        </p:nvSpPr>
        <p:spPr>
          <a:xfrm>
            <a:off x="715100" y="1321525"/>
            <a:ext cx="2664900" cy="3474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334" name="Google Shape;334;p42"/>
          <p:cNvSpPr txBox="1">
            <a:spLocks noGrp="1"/>
          </p:cNvSpPr>
          <p:nvPr>
            <p:ph type="subTitle" idx="2"/>
          </p:nvPr>
        </p:nvSpPr>
        <p:spPr>
          <a:xfrm>
            <a:off x="715100" y="1778200"/>
            <a:ext cx="2664900" cy="93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 cold place. It’s full of iron oxide dust, which gives the planet its reddish cast</a:t>
            </a:r>
            <a:endParaRPr/>
          </a:p>
        </p:txBody>
      </p:sp>
      <p:sp>
        <p:nvSpPr>
          <p:cNvPr id="335" name="Google Shape;335;p42"/>
          <p:cNvSpPr txBox="1">
            <a:spLocks noGrp="1"/>
          </p:cNvSpPr>
          <p:nvPr>
            <p:ph type="subTitle" idx="3"/>
          </p:nvPr>
        </p:nvSpPr>
        <p:spPr>
          <a:xfrm>
            <a:off x="5339875" y="1778200"/>
            <a:ext cx="2664900" cy="9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composed mostly of hydrogen and helium. It was named after the Roman god of wealth and agriculture</a:t>
            </a:r>
            <a:endParaRPr/>
          </a:p>
        </p:txBody>
      </p:sp>
      <p:sp>
        <p:nvSpPr>
          <p:cNvPr id="336" name="Google Shape;336;p42"/>
          <p:cNvSpPr txBox="1">
            <a:spLocks noGrp="1"/>
          </p:cNvSpPr>
          <p:nvPr>
            <p:ph type="title"/>
          </p:nvPr>
        </p:nvSpPr>
        <p:spPr>
          <a:xfrm>
            <a:off x="715100" y="535336"/>
            <a:ext cx="77091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COMPETITORS</a:t>
            </a:r>
            <a:endParaRPr/>
          </a:p>
        </p:txBody>
      </p:sp>
      <p:sp>
        <p:nvSpPr>
          <p:cNvPr id="337" name="Google Shape;337;p42"/>
          <p:cNvSpPr txBox="1">
            <a:spLocks noGrp="1"/>
          </p:cNvSpPr>
          <p:nvPr>
            <p:ph type="subTitle" idx="6"/>
          </p:nvPr>
        </p:nvSpPr>
        <p:spPr>
          <a:xfrm>
            <a:off x="715100" y="3181125"/>
            <a:ext cx="2664900" cy="3474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Neptune</a:t>
            </a:r>
            <a:endParaRPr/>
          </a:p>
        </p:txBody>
      </p:sp>
      <p:sp>
        <p:nvSpPr>
          <p:cNvPr id="338" name="Google Shape;338;p42"/>
          <p:cNvSpPr txBox="1">
            <a:spLocks noGrp="1"/>
          </p:cNvSpPr>
          <p:nvPr>
            <p:ph type="subTitle" idx="4"/>
          </p:nvPr>
        </p:nvSpPr>
        <p:spPr>
          <a:xfrm>
            <a:off x="715100" y="3675800"/>
            <a:ext cx="2664900" cy="93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Neptune is the farthest planet from the Sun. It's also the fourth-largest by diameter in the Solar System</a:t>
            </a:r>
            <a:endParaRPr/>
          </a:p>
        </p:txBody>
      </p:sp>
      <p:sp>
        <p:nvSpPr>
          <p:cNvPr id="339" name="Google Shape;339;p42"/>
          <p:cNvSpPr txBox="1">
            <a:spLocks noGrp="1"/>
          </p:cNvSpPr>
          <p:nvPr>
            <p:ph type="subTitle" idx="7"/>
          </p:nvPr>
        </p:nvSpPr>
        <p:spPr>
          <a:xfrm>
            <a:off x="5339875" y="3181125"/>
            <a:ext cx="26649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340" name="Google Shape;340;p42"/>
          <p:cNvSpPr txBox="1">
            <a:spLocks noGrp="1"/>
          </p:cNvSpPr>
          <p:nvPr>
            <p:ph type="subTitle" idx="8"/>
          </p:nvPr>
        </p:nvSpPr>
        <p:spPr>
          <a:xfrm>
            <a:off x="5339875" y="1321525"/>
            <a:ext cx="26649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341" name="Google Shape;341;p42"/>
          <p:cNvSpPr/>
          <p:nvPr/>
        </p:nvSpPr>
        <p:spPr>
          <a:xfrm>
            <a:off x="3653905" y="4236142"/>
            <a:ext cx="371366" cy="372353"/>
          </a:xfrm>
          <a:custGeom>
            <a:avLst/>
            <a:gdLst/>
            <a:ahLst/>
            <a:cxnLst/>
            <a:rect l="l" t="t" r="r" b="b"/>
            <a:pathLst>
              <a:path w="11658" h="11689" extrusionOk="0">
                <a:moveTo>
                  <a:pt x="10514" y="382"/>
                </a:moveTo>
                <a:cubicBezTo>
                  <a:pt x="10657" y="382"/>
                  <a:pt x="10812" y="441"/>
                  <a:pt x="10907" y="548"/>
                </a:cubicBezTo>
                <a:lnTo>
                  <a:pt x="11181" y="810"/>
                </a:lnTo>
                <a:cubicBezTo>
                  <a:pt x="11288" y="917"/>
                  <a:pt x="11348" y="1072"/>
                  <a:pt x="11348" y="1215"/>
                </a:cubicBezTo>
                <a:cubicBezTo>
                  <a:pt x="11348" y="1370"/>
                  <a:pt x="11288" y="1513"/>
                  <a:pt x="11181" y="1620"/>
                </a:cubicBezTo>
                <a:lnTo>
                  <a:pt x="10240" y="2560"/>
                </a:lnTo>
                <a:lnTo>
                  <a:pt x="9169" y="1489"/>
                </a:lnTo>
                <a:lnTo>
                  <a:pt x="10109" y="548"/>
                </a:lnTo>
                <a:cubicBezTo>
                  <a:pt x="10217" y="441"/>
                  <a:pt x="10359" y="382"/>
                  <a:pt x="10514" y="382"/>
                </a:cubicBezTo>
                <a:close/>
                <a:moveTo>
                  <a:pt x="8919" y="1715"/>
                </a:moveTo>
                <a:lnTo>
                  <a:pt x="9990" y="2799"/>
                </a:lnTo>
                <a:lnTo>
                  <a:pt x="6954" y="5823"/>
                </a:lnTo>
                <a:lnTo>
                  <a:pt x="5883" y="4751"/>
                </a:lnTo>
                <a:lnTo>
                  <a:pt x="8919" y="1715"/>
                </a:lnTo>
                <a:close/>
                <a:moveTo>
                  <a:pt x="1966" y="8668"/>
                </a:moveTo>
                <a:lnTo>
                  <a:pt x="3037" y="9740"/>
                </a:lnTo>
                <a:lnTo>
                  <a:pt x="2370" y="10419"/>
                </a:lnTo>
                <a:cubicBezTo>
                  <a:pt x="2335" y="10454"/>
                  <a:pt x="2281" y="10472"/>
                  <a:pt x="2227" y="10472"/>
                </a:cubicBezTo>
                <a:cubicBezTo>
                  <a:pt x="2174" y="10472"/>
                  <a:pt x="2120" y="10454"/>
                  <a:pt x="2085" y="10419"/>
                </a:cubicBezTo>
                <a:lnTo>
                  <a:pt x="1299" y="9621"/>
                </a:lnTo>
                <a:cubicBezTo>
                  <a:pt x="1215" y="9549"/>
                  <a:pt x="1215" y="9418"/>
                  <a:pt x="1299" y="9347"/>
                </a:cubicBezTo>
                <a:lnTo>
                  <a:pt x="1966" y="8668"/>
                </a:lnTo>
                <a:close/>
                <a:moveTo>
                  <a:pt x="1311" y="10133"/>
                </a:moveTo>
                <a:lnTo>
                  <a:pt x="1596" y="10407"/>
                </a:lnTo>
                <a:lnTo>
                  <a:pt x="1061" y="10942"/>
                </a:lnTo>
                <a:cubicBezTo>
                  <a:pt x="1019" y="10984"/>
                  <a:pt x="965" y="11005"/>
                  <a:pt x="913" y="11005"/>
                </a:cubicBezTo>
                <a:cubicBezTo>
                  <a:pt x="861" y="11005"/>
                  <a:pt x="811" y="10984"/>
                  <a:pt x="775" y="10942"/>
                </a:cubicBezTo>
                <a:cubicBezTo>
                  <a:pt x="703" y="10859"/>
                  <a:pt x="703" y="10740"/>
                  <a:pt x="775" y="10669"/>
                </a:cubicBezTo>
                <a:lnTo>
                  <a:pt x="1311" y="10133"/>
                </a:lnTo>
                <a:close/>
                <a:moveTo>
                  <a:pt x="10467" y="1"/>
                </a:moveTo>
                <a:cubicBezTo>
                  <a:pt x="10228" y="1"/>
                  <a:pt x="9990" y="84"/>
                  <a:pt x="9812" y="263"/>
                </a:cubicBezTo>
                <a:lnTo>
                  <a:pt x="8871" y="1203"/>
                </a:lnTo>
                <a:lnTo>
                  <a:pt x="8728" y="1048"/>
                </a:lnTo>
                <a:cubicBezTo>
                  <a:pt x="8687" y="1013"/>
                  <a:pt x="8642" y="995"/>
                  <a:pt x="8597" y="995"/>
                </a:cubicBezTo>
                <a:cubicBezTo>
                  <a:pt x="8553" y="995"/>
                  <a:pt x="8508" y="1013"/>
                  <a:pt x="8466" y="1048"/>
                </a:cubicBezTo>
                <a:cubicBezTo>
                  <a:pt x="8395" y="1120"/>
                  <a:pt x="8395" y="1227"/>
                  <a:pt x="8466" y="1310"/>
                </a:cubicBezTo>
                <a:lnTo>
                  <a:pt x="8621" y="1453"/>
                </a:lnTo>
                <a:lnTo>
                  <a:pt x="5037" y="5037"/>
                </a:lnTo>
                <a:cubicBezTo>
                  <a:pt x="4954" y="5120"/>
                  <a:pt x="4954" y="5216"/>
                  <a:pt x="5037" y="5299"/>
                </a:cubicBezTo>
                <a:cubicBezTo>
                  <a:pt x="5073" y="5335"/>
                  <a:pt x="5118" y="5352"/>
                  <a:pt x="5162" y="5352"/>
                </a:cubicBezTo>
                <a:cubicBezTo>
                  <a:pt x="5207" y="5352"/>
                  <a:pt x="5252" y="5335"/>
                  <a:pt x="5287" y="5299"/>
                </a:cubicBezTo>
                <a:lnTo>
                  <a:pt x="5597" y="4977"/>
                </a:lnTo>
                <a:lnTo>
                  <a:pt x="6668" y="6049"/>
                </a:lnTo>
                <a:cubicBezTo>
                  <a:pt x="6299" y="6525"/>
                  <a:pt x="6073" y="6978"/>
                  <a:pt x="5883" y="7382"/>
                </a:cubicBezTo>
                <a:cubicBezTo>
                  <a:pt x="5430" y="8287"/>
                  <a:pt x="5097" y="9002"/>
                  <a:pt x="3275" y="9526"/>
                </a:cubicBezTo>
                <a:lnTo>
                  <a:pt x="2156" y="8406"/>
                </a:lnTo>
                <a:lnTo>
                  <a:pt x="4597" y="5966"/>
                </a:lnTo>
                <a:cubicBezTo>
                  <a:pt x="4680" y="5894"/>
                  <a:pt x="4680" y="5787"/>
                  <a:pt x="4597" y="5716"/>
                </a:cubicBezTo>
                <a:cubicBezTo>
                  <a:pt x="4561" y="5674"/>
                  <a:pt x="4516" y="5653"/>
                  <a:pt x="4472" y="5653"/>
                </a:cubicBezTo>
                <a:cubicBezTo>
                  <a:pt x="4427" y="5653"/>
                  <a:pt x="4382" y="5674"/>
                  <a:pt x="4347" y="5716"/>
                </a:cubicBezTo>
                <a:lnTo>
                  <a:pt x="989" y="9073"/>
                </a:lnTo>
                <a:cubicBezTo>
                  <a:pt x="775" y="9287"/>
                  <a:pt x="775" y="9645"/>
                  <a:pt x="989" y="9847"/>
                </a:cubicBezTo>
                <a:lnTo>
                  <a:pt x="1001" y="9859"/>
                </a:lnTo>
                <a:lnTo>
                  <a:pt x="465" y="10395"/>
                </a:lnTo>
                <a:cubicBezTo>
                  <a:pt x="299" y="10561"/>
                  <a:pt x="251" y="10811"/>
                  <a:pt x="358" y="11026"/>
                </a:cubicBezTo>
                <a:lnTo>
                  <a:pt x="1" y="11383"/>
                </a:lnTo>
                <a:cubicBezTo>
                  <a:pt x="1" y="11454"/>
                  <a:pt x="1" y="11562"/>
                  <a:pt x="61" y="11633"/>
                </a:cubicBezTo>
                <a:cubicBezTo>
                  <a:pt x="92" y="11670"/>
                  <a:pt x="139" y="11688"/>
                  <a:pt x="187" y="11688"/>
                </a:cubicBezTo>
                <a:cubicBezTo>
                  <a:pt x="232" y="11688"/>
                  <a:pt x="276" y="11673"/>
                  <a:pt x="311" y="11645"/>
                </a:cubicBezTo>
                <a:lnTo>
                  <a:pt x="668" y="11288"/>
                </a:lnTo>
                <a:cubicBezTo>
                  <a:pt x="745" y="11326"/>
                  <a:pt x="827" y="11345"/>
                  <a:pt x="908" y="11345"/>
                </a:cubicBezTo>
                <a:cubicBezTo>
                  <a:pt x="1052" y="11345"/>
                  <a:pt x="1192" y="11287"/>
                  <a:pt x="1299" y="11181"/>
                </a:cubicBezTo>
                <a:lnTo>
                  <a:pt x="1835" y="10645"/>
                </a:lnTo>
                <a:cubicBezTo>
                  <a:pt x="1942" y="10752"/>
                  <a:pt x="2073" y="10811"/>
                  <a:pt x="2204" y="10811"/>
                </a:cubicBezTo>
                <a:cubicBezTo>
                  <a:pt x="2358" y="10811"/>
                  <a:pt x="2501" y="10752"/>
                  <a:pt x="2608" y="10645"/>
                </a:cubicBezTo>
                <a:lnTo>
                  <a:pt x="3370" y="9895"/>
                </a:lnTo>
                <a:cubicBezTo>
                  <a:pt x="5371" y="9335"/>
                  <a:pt x="5776" y="8502"/>
                  <a:pt x="6240" y="7549"/>
                </a:cubicBezTo>
                <a:cubicBezTo>
                  <a:pt x="6442" y="7121"/>
                  <a:pt x="6668" y="6656"/>
                  <a:pt x="7073" y="6180"/>
                </a:cubicBezTo>
                <a:lnTo>
                  <a:pt x="10228" y="3025"/>
                </a:lnTo>
                <a:lnTo>
                  <a:pt x="10526" y="3322"/>
                </a:lnTo>
                <a:lnTo>
                  <a:pt x="8407" y="5442"/>
                </a:lnTo>
                <a:cubicBezTo>
                  <a:pt x="8347" y="5501"/>
                  <a:pt x="8335" y="5608"/>
                  <a:pt x="8395" y="5680"/>
                </a:cubicBezTo>
                <a:cubicBezTo>
                  <a:pt x="8426" y="5717"/>
                  <a:pt x="8473" y="5735"/>
                  <a:pt x="8522" y="5735"/>
                </a:cubicBezTo>
                <a:cubicBezTo>
                  <a:pt x="8566" y="5735"/>
                  <a:pt x="8611" y="5720"/>
                  <a:pt x="8645" y="5692"/>
                </a:cubicBezTo>
                <a:lnTo>
                  <a:pt x="10883" y="3465"/>
                </a:lnTo>
                <a:cubicBezTo>
                  <a:pt x="10955" y="3382"/>
                  <a:pt x="10955" y="3287"/>
                  <a:pt x="10883" y="3203"/>
                </a:cubicBezTo>
                <a:lnTo>
                  <a:pt x="10455" y="2775"/>
                </a:lnTo>
                <a:lnTo>
                  <a:pt x="11383" y="1834"/>
                </a:lnTo>
                <a:cubicBezTo>
                  <a:pt x="11562" y="1656"/>
                  <a:pt x="11657" y="1441"/>
                  <a:pt x="11657" y="1179"/>
                </a:cubicBezTo>
                <a:cubicBezTo>
                  <a:pt x="11657" y="929"/>
                  <a:pt x="11562" y="703"/>
                  <a:pt x="11383" y="524"/>
                </a:cubicBezTo>
                <a:lnTo>
                  <a:pt x="11121" y="263"/>
                </a:lnTo>
                <a:cubicBezTo>
                  <a:pt x="10943" y="84"/>
                  <a:pt x="10717" y="1"/>
                  <a:pt x="10467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42"/>
          <p:cNvSpPr txBox="1">
            <a:spLocks noGrp="1"/>
          </p:cNvSpPr>
          <p:nvPr>
            <p:ph type="subTitle" idx="5"/>
          </p:nvPr>
        </p:nvSpPr>
        <p:spPr>
          <a:xfrm>
            <a:off x="5343775" y="3675800"/>
            <a:ext cx="2661000" cy="9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Its atmosphere is extremely poisonous. It’s the second-brightest natural object in the night sky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43"/>
          <p:cNvSpPr txBox="1">
            <a:spLocks noGrp="1"/>
          </p:cNvSpPr>
          <p:nvPr>
            <p:ph type="subTitle" idx="3"/>
          </p:nvPr>
        </p:nvSpPr>
        <p:spPr>
          <a:xfrm>
            <a:off x="1568050" y="2331763"/>
            <a:ext cx="2743200" cy="218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Mercury is the closest planet to the Sun and the smallest one in the Solar System—it’s only a bit larger than the Moon. The planet’s name has nothing to do with the liquid metal, since Mercury was named after the Roman messenger god</a:t>
            </a:r>
            <a:endParaRPr/>
          </a:p>
        </p:txBody>
      </p:sp>
      <p:sp>
        <p:nvSpPr>
          <p:cNvPr id="348" name="Google Shape;348;p43"/>
          <p:cNvSpPr txBox="1">
            <a:spLocks noGrp="1"/>
          </p:cNvSpPr>
          <p:nvPr>
            <p:ph type="subTitle" idx="4"/>
          </p:nvPr>
        </p:nvSpPr>
        <p:spPr>
          <a:xfrm>
            <a:off x="4832775" y="2331763"/>
            <a:ext cx="2743200" cy="218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Venus has a beautiful name and is the second planet from the Sun. It’s terribly hot—even hotter than Mercury—and its atmosphere is extremely poisonous. It’s the second-brightest natural object in the night sky after the Moon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grpSp>
        <p:nvGrpSpPr>
          <p:cNvPr id="349" name="Google Shape;349;p43"/>
          <p:cNvGrpSpPr/>
          <p:nvPr/>
        </p:nvGrpSpPr>
        <p:grpSpPr>
          <a:xfrm flipH="1">
            <a:off x="4832777" y="1022015"/>
            <a:ext cx="371883" cy="365691"/>
            <a:chOff x="860940" y="2746477"/>
            <a:chExt cx="371883" cy="365691"/>
          </a:xfrm>
        </p:grpSpPr>
        <p:sp>
          <p:nvSpPr>
            <p:cNvPr id="350" name="Google Shape;350;p43"/>
            <p:cNvSpPr/>
            <p:nvPr/>
          </p:nvSpPr>
          <p:spPr>
            <a:xfrm>
              <a:off x="908191" y="3026302"/>
              <a:ext cx="30294" cy="28961"/>
            </a:xfrm>
            <a:custGeom>
              <a:avLst/>
              <a:gdLst/>
              <a:ahLst/>
              <a:cxnLst/>
              <a:rect l="l" t="t" r="r" b="b"/>
              <a:pathLst>
                <a:path w="954" h="912" extrusionOk="0">
                  <a:moveTo>
                    <a:pt x="763" y="1"/>
                  </a:moveTo>
                  <a:cubicBezTo>
                    <a:pt x="718" y="1"/>
                    <a:pt x="674" y="16"/>
                    <a:pt x="644" y="45"/>
                  </a:cubicBezTo>
                  <a:lnTo>
                    <a:pt x="60" y="629"/>
                  </a:lnTo>
                  <a:cubicBezTo>
                    <a:pt x="1" y="688"/>
                    <a:pt x="1" y="807"/>
                    <a:pt x="60" y="867"/>
                  </a:cubicBezTo>
                  <a:cubicBezTo>
                    <a:pt x="90" y="897"/>
                    <a:pt x="135" y="911"/>
                    <a:pt x="179" y="911"/>
                  </a:cubicBezTo>
                  <a:cubicBezTo>
                    <a:pt x="224" y="911"/>
                    <a:pt x="269" y="897"/>
                    <a:pt x="299" y="867"/>
                  </a:cubicBezTo>
                  <a:lnTo>
                    <a:pt x="882" y="283"/>
                  </a:lnTo>
                  <a:cubicBezTo>
                    <a:pt x="953" y="224"/>
                    <a:pt x="953" y="105"/>
                    <a:pt x="882" y="45"/>
                  </a:cubicBezTo>
                  <a:cubicBezTo>
                    <a:pt x="852" y="16"/>
                    <a:pt x="807" y="1"/>
                    <a:pt x="76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43"/>
            <p:cNvSpPr/>
            <p:nvPr/>
          </p:nvSpPr>
          <p:spPr>
            <a:xfrm>
              <a:off x="943757" y="3061836"/>
              <a:ext cx="30263" cy="28961"/>
            </a:xfrm>
            <a:custGeom>
              <a:avLst/>
              <a:gdLst/>
              <a:ahLst/>
              <a:cxnLst/>
              <a:rect l="l" t="t" r="r" b="b"/>
              <a:pathLst>
                <a:path w="953" h="912" extrusionOk="0">
                  <a:moveTo>
                    <a:pt x="762" y="1"/>
                  </a:moveTo>
                  <a:cubicBezTo>
                    <a:pt x="717" y="1"/>
                    <a:pt x="673" y="16"/>
                    <a:pt x="643" y="46"/>
                  </a:cubicBezTo>
                  <a:lnTo>
                    <a:pt x="60" y="629"/>
                  </a:lnTo>
                  <a:cubicBezTo>
                    <a:pt x="0" y="688"/>
                    <a:pt x="0" y="807"/>
                    <a:pt x="60" y="867"/>
                  </a:cubicBezTo>
                  <a:cubicBezTo>
                    <a:pt x="89" y="897"/>
                    <a:pt x="134" y="912"/>
                    <a:pt x="179" y="912"/>
                  </a:cubicBezTo>
                  <a:cubicBezTo>
                    <a:pt x="223" y="912"/>
                    <a:pt x="268" y="897"/>
                    <a:pt x="298" y="867"/>
                  </a:cubicBezTo>
                  <a:lnTo>
                    <a:pt x="881" y="284"/>
                  </a:lnTo>
                  <a:cubicBezTo>
                    <a:pt x="953" y="224"/>
                    <a:pt x="953" y="105"/>
                    <a:pt x="881" y="46"/>
                  </a:cubicBezTo>
                  <a:cubicBezTo>
                    <a:pt x="851" y="16"/>
                    <a:pt x="807" y="1"/>
                    <a:pt x="76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3"/>
            <p:cNvSpPr/>
            <p:nvPr/>
          </p:nvSpPr>
          <p:spPr>
            <a:xfrm>
              <a:off x="926355" y="3044085"/>
              <a:ext cx="29881" cy="28579"/>
            </a:xfrm>
            <a:custGeom>
              <a:avLst/>
              <a:gdLst/>
              <a:ahLst/>
              <a:cxnLst/>
              <a:rect l="l" t="t" r="r" b="b"/>
              <a:pathLst>
                <a:path w="941" h="900" extrusionOk="0">
                  <a:moveTo>
                    <a:pt x="762" y="0"/>
                  </a:moveTo>
                  <a:cubicBezTo>
                    <a:pt x="718" y="0"/>
                    <a:pt x="673" y="15"/>
                    <a:pt x="643" y="45"/>
                  </a:cubicBezTo>
                  <a:lnTo>
                    <a:pt x="60" y="616"/>
                  </a:lnTo>
                  <a:cubicBezTo>
                    <a:pt x="0" y="676"/>
                    <a:pt x="0" y="795"/>
                    <a:pt x="60" y="855"/>
                  </a:cubicBezTo>
                  <a:cubicBezTo>
                    <a:pt x="90" y="884"/>
                    <a:pt x="134" y="899"/>
                    <a:pt x="179" y="899"/>
                  </a:cubicBezTo>
                  <a:cubicBezTo>
                    <a:pt x="224" y="899"/>
                    <a:pt x="268" y="884"/>
                    <a:pt x="298" y="855"/>
                  </a:cubicBezTo>
                  <a:lnTo>
                    <a:pt x="881" y="283"/>
                  </a:lnTo>
                  <a:cubicBezTo>
                    <a:pt x="941" y="224"/>
                    <a:pt x="941" y="116"/>
                    <a:pt x="881" y="45"/>
                  </a:cubicBezTo>
                  <a:cubicBezTo>
                    <a:pt x="852" y="15"/>
                    <a:pt x="807" y="0"/>
                    <a:pt x="76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3"/>
            <p:cNvSpPr/>
            <p:nvPr/>
          </p:nvSpPr>
          <p:spPr>
            <a:xfrm>
              <a:off x="860940" y="2746477"/>
              <a:ext cx="371883" cy="365691"/>
            </a:xfrm>
            <a:custGeom>
              <a:avLst/>
              <a:gdLst/>
              <a:ahLst/>
              <a:cxnLst/>
              <a:rect l="l" t="t" r="r" b="b"/>
              <a:pathLst>
                <a:path w="11711" h="11516" extrusionOk="0">
                  <a:moveTo>
                    <a:pt x="11312" y="344"/>
                  </a:moveTo>
                  <a:lnTo>
                    <a:pt x="10835" y="1987"/>
                  </a:lnTo>
                  <a:lnTo>
                    <a:pt x="9680" y="821"/>
                  </a:lnTo>
                  <a:lnTo>
                    <a:pt x="11312" y="344"/>
                  </a:lnTo>
                  <a:close/>
                  <a:moveTo>
                    <a:pt x="4882" y="3821"/>
                  </a:moveTo>
                  <a:lnTo>
                    <a:pt x="2822" y="5881"/>
                  </a:lnTo>
                  <a:lnTo>
                    <a:pt x="477" y="5690"/>
                  </a:lnTo>
                  <a:cubicBezTo>
                    <a:pt x="453" y="5690"/>
                    <a:pt x="429" y="5643"/>
                    <a:pt x="465" y="5631"/>
                  </a:cubicBezTo>
                  <a:cubicBezTo>
                    <a:pt x="1477" y="4619"/>
                    <a:pt x="2822" y="4000"/>
                    <a:pt x="4227" y="3881"/>
                  </a:cubicBezTo>
                  <a:lnTo>
                    <a:pt x="4882" y="3821"/>
                  </a:lnTo>
                  <a:close/>
                  <a:moveTo>
                    <a:pt x="2894" y="6297"/>
                  </a:moveTo>
                  <a:lnTo>
                    <a:pt x="3811" y="7226"/>
                  </a:lnTo>
                  <a:lnTo>
                    <a:pt x="3477" y="7571"/>
                  </a:lnTo>
                  <a:lnTo>
                    <a:pt x="2549" y="6643"/>
                  </a:lnTo>
                  <a:lnTo>
                    <a:pt x="2894" y="6297"/>
                  </a:lnTo>
                  <a:close/>
                  <a:moveTo>
                    <a:pt x="2727" y="7333"/>
                  </a:moveTo>
                  <a:lnTo>
                    <a:pt x="3203" y="7810"/>
                  </a:lnTo>
                  <a:lnTo>
                    <a:pt x="2799" y="8226"/>
                  </a:lnTo>
                  <a:cubicBezTo>
                    <a:pt x="2787" y="8238"/>
                    <a:pt x="2763" y="8262"/>
                    <a:pt x="2739" y="8298"/>
                  </a:cubicBezTo>
                  <a:lnTo>
                    <a:pt x="2310" y="7869"/>
                  </a:lnTo>
                  <a:cubicBezTo>
                    <a:pt x="2287" y="7833"/>
                    <a:pt x="2287" y="7774"/>
                    <a:pt x="2310" y="7750"/>
                  </a:cubicBezTo>
                  <a:lnTo>
                    <a:pt x="2727" y="7333"/>
                  </a:lnTo>
                  <a:close/>
                  <a:moveTo>
                    <a:pt x="9311" y="916"/>
                  </a:moveTo>
                  <a:lnTo>
                    <a:pt x="10740" y="2345"/>
                  </a:lnTo>
                  <a:lnTo>
                    <a:pt x="10299" y="3821"/>
                  </a:lnTo>
                  <a:lnTo>
                    <a:pt x="5597" y="8524"/>
                  </a:lnTo>
                  <a:lnTo>
                    <a:pt x="4680" y="7595"/>
                  </a:lnTo>
                  <a:lnTo>
                    <a:pt x="6823" y="5452"/>
                  </a:lnTo>
                  <a:cubicBezTo>
                    <a:pt x="6966" y="5309"/>
                    <a:pt x="7001" y="5035"/>
                    <a:pt x="6811" y="4833"/>
                  </a:cubicBezTo>
                  <a:cubicBezTo>
                    <a:pt x="6728" y="4750"/>
                    <a:pt x="6617" y="4708"/>
                    <a:pt x="6506" y="4708"/>
                  </a:cubicBezTo>
                  <a:cubicBezTo>
                    <a:pt x="6394" y="4708"/>
                    <a:pt x="6281" y="4750"/>
                    <a:pt x="6192" y="4833"/>
                  </a:cubicBezTo>
                  <a:lnTo>
                    <a:pt x="4049" y="6976"/>
                  </a:lnTo>
                  <a:lnTo>
                    <a:pt x="3132" y="6047"/>
                  </a:lnTo>
                  <a:lnTo>
                    <a:pt x="7835" y="1344"/>
                  </a:lnTo>
                  <a:lnTo>
                    <a:pt x="9311" y="916"/>
                  </a:lnTo>
                  <a:close/>
                  <a:moveTo>
                    <a:pt x="6495" y="5047"/>
                  </a:moveTo>
                  <a:cubicBezTo>
                    <a:pt x="6522" y="5047"/>
                    <a:pt x="6549" y="5059"/>
                    <a:pt x="6573" y="5083"/>
                  </a:cubicBezTo>
                  <a:cubicBezTo>
                    <a:pt x="6609" y="5131"/>
                    <a:pt x="6609" y="5178"/>
                    <a:pt x="6573" y="5226"/>
                  </a:cubicBezTo>
                  <a:lnTo>
                    <a:pt x="4311" y="7488"/>
                  </a:lnTo>
                  <a:lnTo>
                    <a:pt x="3203" y="8595"/>
                  </a:lnTo>
                  <a:cubicBezTo>
                    <a:pt x="3180" y="8619"/>
                    <a:pt x="3153" y="8631"/>
                    <a:pt x="3127" y="8631"/>
                  </a:cubicBezTo>
                  <a:cubicBezTo>
                    <a:pt x="3102" y="8631"/>
                    <a:pt x="3078" y="8619"/>
                    <a:pt x="3060" y="8595"/>
                  </a:cubicBezTo>
                  <a:cubicBezTo>
                    <a:pt x="3013" y="8548"/>
                    <a:pt x="3013" y="8488"/>
                    <a:pt x="3060" y="8441"/>
                  </a:cubicBezTo>
                  <a:lnTo>
                    <a:pt x="6418" y="5083"/>
                  </a:lnTo>
                  <a:cubicBezTo>
                    <a:pt x="6442" y="5059"/>
                    <a:pt x="6469" y="5047"/>
                    <a:pt x="6495" y="5047"/>
                  </a:cubicBezTo>
                  <a:close/>
                  <a:moveTo>
                    <a:pt x="4430" y="7857"/>
                  </a:moveTo>
                  <a:lnTo>
                    <a:pt x="5346" y="8786"/>
                  </a:lnTo>
                  <a:lnTo>
                    <a:pt x="5001" y="9119"/>
                  </a:lnTo>
                  <a:lnTo>
                    <a:pt x="4989" y="9119"/>
                  </a:lnTo>
                  <a:lnTo>
                    <a:pt x="4084" y="8202"/>
                  </a:lnTo>
                  <a:lnTo>
                    <a:pt x="4430" y="7857"/>
                  </a:lnTo>
                  <a:close/>
                  <a:moveTo>
                    <a:pt x="3846" y="8429"/>
                  </a:moveTo>
                  <a:lnTo>
                    <a:pt x="4323" y="8905"/>
                  </a:lnTo>
                  <a:lnTo>
                    <a:pt x="3906" y="9322"/>
                  </a:lnTo>
                  <a:cubicBezTo>
                    <a:pt x="3894" y="9334"/>
                    <a:pt x="3858" y="9357"/>
                    <a:pt x="3846" y="9357"/>
                  </a:cubicBezTo>
                  <a:cubicBezTo>
                    <a:pt x="3834" y="9357"/>
                    <a:pt x="3811" y="9357"/>
                    <a:pt x="3787" y="9322"/>
                  </a:cubicBezTo>
                  <a:lnTo>
                    <a:pt x="3358" y="8905"/>
                  </a:lnTo>
                  <a:cubicBezTo>
                    <a:pt x="3382" y="8893"/>
                    <a:pt x="3394" y="8881"/>
                    <a:pt x="3430" y="8845"/>
                  </a:cubicBezTo>
                  <a:lnTo>
                    <a:pt x="3846" y="8429"/>
                  </a:lnTo>
                  <a:close/>
                  <a:moveTo>
                    <a:pt x="11322" y="1"/>
                  </a:moveTo>
                  <a:cubicBezTo>
                    <a:pt x="11295" y="1"/>
                    <a:pt x="11267" y="4"/>
                    <a:pt x="11240" y="11"/>
                  </a:cubicBezTo>
                  <a:cubicBezTo>
                    <a:pt x="10514" y="213"/>
                    <a:pt x="8394" y="844"/>
                    <a:pt x="7704" y="1035"/>
                  </a:cubicBezTo>
                  <a:cubicBezTo>
                    <a:pt x="7668" y="1047"/>
                    <a:pt x="7656" y="1059"/>
                    <a:pt x="7621" y="1083"/>
                  </a:cubicBezTo>
                  <a:lnTo>
                    <a:pt x="5263" y="3440"/>
                  </a:lnTo>
                  <a:lnTo>
                    <a:pt x="4203" y="3535"/>
                  </a:lnTo>
                  <a:cubicBezTo>
                    <a:pt x="2703" y="3654"/>
                    <a:pt x="1286" y="4321"/>
                    <a:pt x="227" y="5381"/>
                  </a:cubicBezTo>
                  <a:cubicBezTo>
                    <a:pt x="1" y="5595"/>
                    <a:pt x="143" y="5988"/>
                    <a:pt x="465" y="6024"/>
                  </a:cubicBezTo>
                  <a:lnTo>
                    <a:pt x="2525" y="6190"/>
                  </a:lnTo>
                  <a:lnTo>
                    <a:pt x="2310" y="6405"/>
                  </a:lnTo>
                  <a:cubicBezTo>
                    <a:pt x="2179" y="6536"/>
                    <a:pt x="2179" y="6750"/>
                    <a:pt x="2310" y="6881"/>
                  </a:cubicBezTo>
                  <a:lnTo>
                    <a:pt x="2525" y="7083"/>
                  </a:lnTo>
                  <a:lnTo>
                    <a:pt x="2108" y="7500"/>
                  </a:lnTo>
                  <a:cubicBezTo>
                    <a:pt x="1941" y="7667"/>
                    <a:pt x="1941" y="7941"/>
                    <a:pt x="2108" y="8095"/>
                  </a:cubicBezTo>
                  <a:lnTo>
                    <a:pt x="3561" y="9560"/>
                  </a:lnTo>
                  <a:cubicBezTo>
                    <a:pt x="3644" y="9643"/>
                    <a:pt x="3751" y="9685"/>
                    <a:pt x="3858" y="9685"/>
                  </a:cubicBezTo>
                  <a:cubicBezTo>
                    <a:pt x="3965" y="9685"/>
                    <a:pt x="4073" y="9643"/>
                    <a:pt x="4156" y="9560"/>
                  </a:cubicBezTo>
                  <a:lnTo>
                    <a:pt x="4573" y="9143"/>
                  </a:lnTo>
                  <a:lnTo>
                    <a:pt x="4763" y="9334"/>
                  </a:lnTo>
                  <a:cubicBezTo>
                    <a:pt x="4835" y="9399"/>
                    <a:pt x="4924" y="9432"/>
                    <a:pt x="5015" y="9432"/>
                  </a:cubicBezTo>
                  <a:cubicBezTo>
                    <a:pt x="5105" y="9432"/>
                    <a:pt x="5198" y="9399"/>
                    <a:pt x="5275" y="9334"/>
                  </a:cubicBezTo>
                  <a:lnTo>
                    <a:pt x="5477" y="9131"/>
                  </a:lnTo>
                  <a:lnTo>
                    <a:pt x="5656" y="11179"/>
                  </a:lnTo>
                  <a:cubicBezTo>
                    <a:pt x="5680" y="11334"/>
                    <a:pt x="5763" y="11453"/>
                    <a:pt x="5894" y="11500"/>
                  </a:cubicBezTo>
                  <a:cubicBezTo>
                    <a:pt x="5935" y="11511"/>
                    <a:pt x="5975" y="11516"/>
                    <a:pt x="6015" y="11516"/>
                  </a:cubicBezTo>
                  <a:cubicBezTo>
                    <a:pt x="6115" y="11516"/>
                    <a:pt x="6210" y="11482"/>
                    <a:pt x="6287" y="11405"/>
                  </a:cubicBezTo>
                  <a:cubicBezTo>
                    <a:pt x="6942" y="10750"/>
                    <a:pt x="7430" y="9977"/>
                    <a:pt x="7763" y="9119"/>
                  </a:cubicBezTo>
                  <a:cubicBezTo>
                    <a:pt x="7787" y="9024"/>
                    <a:pt x="7740" y="8941"/>
                    <a:pt x="7656" y="8893"/>
                  </a:cubicBezTo>
                  <a:cubicBezTo>
                    <a:pt x="7635" y="8885"/>
                    <a:pt x="7614" y="8881"/>
                    <a:pt x="7594" y="8881"/>
                  </a:cubicBezTo>
                  <a:cubicBezTo>
                    <a:pt x="7525" y="8881"/>
                    <a:pt x="7467" y="8926"/>
                    <a:pt x="7430" y="9000"/>
                  </a:cubicBezTo>
                  <a:cubicBezTo>
                    <a:pt x="7132" y="9810"/>
                    <a:pt x="6656" y="10560"/>
                    <a:pt x="6037" y="11167"/>
                  </a:cubicBezTo>
                  <a:cubicBezTo>
                    <a:pt x="6027" y="11172"/>
                    <a:pt x="6015" y="11175"/>
                    <a:pt x="6005" y="11175"/>
                  </a:cubicBezTo>
                  <a:cubicBezTo>
                    <a:pt x="5990" y="11175"/>
                    <a:pt x="5978" y="11169"/>
                    <a:pt x="5978" y="11155"/>
                  </a:cubicBezTo>
                  <a:lnTo>
                    <a:pt x="5763" y="8822"/>
                  </a:lnTo>
                  <a:lnTo>
                    <a:pt x="7835" y="6750"/>
                  </a:lnTo>
                  <a:lnTo>
                    <a:pt x="7835" y="6750"/>
                  </a:lnTo>
                  <a:cubicBezTo>
                    <a:pt x="7763" y="7583"/>
                    <a:pt x="7740" y="7810"/>
                    <a:pt x="7656" y="8238"/>
                  </a:cubicBezTo>
                  <a:cubicBezTo>
                    <a:pt x="7644" y="8322"/>
                    <a:pt x="7680" y="8417"/>
                    <a:pt x="7787" y="8441"/>
                  </a:cubicBezTo>
                  <a:cubicBezTo>
                    <a:pt x="7803" y="8445"/>
                    <a:pt x="7819" y="8447"/>
                    <a:pt x="7834" y="8447"/>
                  </a:cubicBezTo>
                  <a:cubicBezTo>
                    <a:pt x="7909" y="8447"/>
                    <a:pt x="7972" y="8399"/>
                    <a:pt x="8002" y="8310"/>
                  </a:cubicBezTo>
                  <a:cubicBezTo>
                    <a:pt x="8121" y="7786"/>
                    <a:pt x="8121" y="7548"/>
                    <a:pt x="8216" y="6393"/>
                  </a:cubicBezTo>
                  <a:lnTo>
                    <a:pt x="10585" y="4023"/>
                  </a:lnTo>
                  <a:cubicBezTo>
                    <a:pt x="10597" y="4011"/>
                    <a:pt x="10621" y="3976"/>
                    <a:pt x="10633" y="3952"/>
                  </a:cubicBezTo>
                  <a:lnTo>
                    <a:pt x="11109" y="2345"/>
                  </a:lnTo>
                  <a:lnTo>
                    <a:pt x="11669" y="404"/>
                  </a:lnTo>
                  <a:cubicBezTo>
                    <a:pt x="11711" y="193"/>
                    <a:pt x="11529" y="1"/>
                    <a:pt x="1132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43"/>
            <p:cNvSpPr/>
            <p:nvPr/>
          </p:nvSpPr>
          <p:spPr>
            <a:xfrm>
              <a:off x="1070396" y="2832057"/>
              <a:ext cx="90406" cy="69035"/>
            </a:xfrm>
            <a:custGeom>
              <a:avLst/>
              <a:gdLst/>
              <a:ahLst/>
              <a:cxnLst/>
              <a:rect l="l" t="t" r="r" b="b"/>
              <a:pathLst>
                <a:path w="2847" h="2174" extrusionOk="0">
                  <a:moveTo>
                    <a:pt x="1730" y="0"/>
                  </a:moveTo>
                  <a:cubicBezTo>
                    <a:pt x="1668" y="0"/>
                    <a:pt x="1610" y="44"/>
                    <a:pt x="1584" y="114"/>
                  </a:cubicBezTo>
                  <a:cubicBezTo>
                    <a:pt x="1537" y="197"/>
                    <a:pt x="1584" y="293"/>
                    <a:pt x="1668" y="328"/>
                  </a:cubicBezTo>
                  <a:cubicBezTo>
                    <a:pt x="2179" y="554"/>
                    <a:pt x="2299" y="1221"/>
                    <a:pt x="1906" y="1614"/>
                  </a:cubicBezTo>
                  <a:cubicBezTo>
                    <a:pt x="1751" y="1769"/>
                    <a:pt x="1551" y="1846"/>
                    <a:pt x="1350" y="1846"/>
                  </a:cubicBezTo>
                  <a:cubicBezTo>
                    <a:pt x="1150" y="1846"/>
                    <a:pt x="947" y="1769"/>
                    <a:pt x="786" y="1614"/>
                  </a:cubicBezTo>
                  <a:cubicBezTo>
                    <a:pt x="405" y="1221"/>
                    <a:pt x="525" y="566"/>
                    <a:pt x="1025" y="328"/>
                  </a:cubicBezTo>
                  <a:cubicBezTo>
                    <a:pt x="1120" y="293"/>
                    <a:pt x="1144" y="197"/>
                    <a:pt x="1120" y="114"/>
                  </a:cubicBezTo>
                  <a:cubicBezTo>
                    <a:pt x="1083" y="41"/>
                    <a:pt x="1019" y="10"/>
                    <a:pt x="954" y="10"/>
                  </a:cubicBezTo>
                  <a:cubicBezTo>
                    <a:pt x="934" y="10"/>
                    <a:pt x="913" y="13"/>
                    <a:pt x="894" y="19"/>
                  </a:cubicBezTo>
                  <a:cubicBezTo>
                    <a:pt x="179" y="352"/>
                    <a:pt x="1" y="1281"/>
                    <a:pt x="572" y="1852"/>
                  </a:cubicBezTo>
                  <a:cubicBezTo>
                    <a:pt x="786" y="2078"/>
                    <a:pt x="1072" y="2174"/>
                    <a:pt x="1370" y="2174"/>
                  </a:cubicBezTo>
                  <a:cubicBezTo>
                    <a:pt x="2334" y="2162"/>
                    <a:pt x="2846" y="947"/>
                    <a:pt x="2132" y="245"/>
                  </a:cubicBezTo>
                  <a:cubicBezTo>
                    <a:pt x="2037" y="150"/>
                    <a:pt x="1918" y="66"/>
                    <a:pt x="1798" y="19"/>
                  </a:cubicBezTo>
                  <a:cubicBezTo>
                    <a:pt x="1776" y="6"/>
                    <a:pt x="1753" y="0"/>
                    <a:pt x="173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43"/>
          <p:cNvGrpSpPr/>
          <p:nvPr/>
        </p:nvGrpSpPr>
        <p:grpSpPr>
          <a:xfrm>
            <a:off x="3937070" y="1017725"/>
            <a:ext cx="374177" cy="374263"/>
            <a:chOff x="775325" y="4143525"/>
            <a:chExt cx="468776" cy="468884"/>
          </a:xfrm>
        </p:grpSpPr>
        <p:sp>
          <p:nvSpPr>
            <p:cNvPr id="356" name="Google Shape;356;p43"/>
            <p:cNvSpPr/>
            <p:nvPr/>
          </p:nvSpPr>
          <p:spPr>
            <a:xfrm>
              <a:off x="851953" y="4143525"/>
              <a:ext cx="392147" cy="390479"/>
            </a:xfrm>
            <a:custGeom>
              <a:avLst/>
              <a:gdLst/>
              <a:ahLst/>
              <a:cxnLst/>
              <a:rect l="l" t="t" r="r" b="b"/>
              <a:pathLst>
                <a:path w="36428" h="36273" extrusionOk="0">
                  <a:moveTo>
                    <a:pt x="31907" y="5435"/>
                  </a:moveTo>
                  <a:lnTo>
                    <a:pt x="20788" y="22612"/>
                  </a:lnTo>
                  <a:lnTo>
                    <a:pt x="18511" y="26131"/>
                  </a:lnTo>
                  <a:lnTo>
                    <a:pt x="8884" y="28458"/>
                  </a:lnTo>
                  <a:lnTo>
                    <a:pt x="31907" y="5435"/>
                  </a:lnTo>
                  <a:close/>
                  <a:moveTo>
                    <a:pt x="35713" y="94"/>
                  </a:moveTo>
                  <a:cubicBezTo>
                    <a:pt x="35665" y="94"/>
                    <a:pt x="35615" y="100"/>
                    <a:pt x="35565" y="112"/>
                  </a:cubicBezTo>
                  <a:lnTo>
                    <a:pt x="35564" y="112"/>
                  </a:lnTo>
                  <a:cubicBezTo>
                    <a:pt x="35555" y="114"/>
                    <a:pt x="36041" y="1"/>
                    <a:pt x="660" y="8270"/>
                  </a:cubicBezTo>
                  <a:cubicBezTo>
                    <a:pt x="169" y="8385"/>
                    <a:pt x="0" y="8998"/>
                    <a:pt x="362" y="9348"/>
                  </a:cubicBezTo>
                  <a:lnTo>
                    <a:pt x="1592" y="10537"/>
                  </a:lnTo>
                  <a:cubicBezTo>
                    <a:pt x="1716" y="10656"/>
                    <a:pt x="1875" y="10715"/>
                    <a:pt x="2034" y="10715"/>
                  </a:cubicBezTo>
                  <a:cubicBezTo>
                    <a:pt x="2201" y="10715"/>
                    <a:pt x="2368" y="10650"/>
                    <a:pt x="2493" y="10522"/>
                  </a:cubicBezTo>
                  <a:cubicBezTo>
                    <a:pt x="2737" y="10269"/>
                    <a:pt x="2730" y="9866"/>
                    <a:pt x="2477" y="9621"/>
                  </a:cubicBezTo>
                  <a:lnTo>
                    <a:pt x="2087" y="9244"/>
                  </a:lnTo>
                  <a:lnTo>
                    <a:pt x="32295" y="2184"/>
                  </a:lnTo>
                  <a:lnTo>
                    <a:pt x="32295" y="2184"/>
                  </a:lnTo>
                  <a:lnTo>
                    <a:pt x="9830" y="16725"/>
                  </a:lnTo>
                  <a:lnTo>
                    <a:pt x="4431" y="11509"/>
                  </a:lnTo>
                  <a:cubicBezTo>
                    <a:pt x="4307" y="11389"/>
                    <a:pt x="4148" y="11330"/>
                    <a:pt x="3988" y="11330"/>
                  </a:cubicBezTo>
                  <a:cubicBezTo>
                    <a:pt x="3821" y="11330"/>
                    <a:pt x="3655" y="11395"/>
                    <a:pt x="3530" y="11524"/>
                  </a:cubicBezTo>
                  <a:cubicBezTo>
                    <a:pt x="3286" y="11777"/>
                    <a:pt x="3293" y="12180"/>
                    <a:pt x="3546" y="12423"/>
                  </a:cubicBezTo>
                  <a:lnTo>
                    <a:pt x="9046" y="17739"/>
                  </a:lnTo>
                  <a:lnTo>
                    <a:pt x="7766" y="23038"/>
                  </a:lnTo>
                  <a:cubicBezTo>
                    <a:pt x="7683" y="23379"/>
                    <a:pt x="7894" y="23723"/>
                    <a:pt x="8235" y="23806"/>
                  </a:cubicBezTo>
                  <a:cubicBezTo>
                    <a:pt x="8286" y="23818"/>
                    <a:pt x="8336" y="23824"/>
                    <a:pt x="8385" y="23824"/>
                  </a:cubicBezTo>
                  <a:cubicBezTo>
                    <a:pt x="8673" y="23824"/>
                    <a:pt x="8933" y="23628"/>
                    <a:pt x="9004" y="23337"/>
                  </a:cubicBezTo>
                  <a:lnTo>
                    <a:pt x="10311" y="17931"/>
                  </a:lnTo>
                  <a:lnTo>
                    <a:pt x="13829" y="15653"/>
                  </a:lnTo>
                  <a:lnTo>
                    <a:pt x="31005" y="4534"/>
                  </a:lnTo>
                  <a:lnTo>
                    <a:pt x="7983" y="27557"/>
                  </a:lnTo>
                  <a:lnTo>
                    <a:pt x="8365" y="25976"/>
                  </a:lnTo>
                  <a:cubicBezTo>
                    <a:pt x="8448" y="25634"/>
                    <a:pt x="8238" y="25290"/>
                    <a:pt x="7896" y="25208"/>
                  </a:cubicBezTo>
                  <a:cubicBezTo>
                    <a:pt x="7846" y="25195"/>
                    <a:pt x="7795" y="25190"/>
                    <a:pt x="7746" y="25190"/>
                  </a:cubicBezTo>
                  <a:cubicBezTo>
                    <a:pt x="7458" y="25190"/>
                    <a:pt x="7199" y="25385"/>
                    <a:pt x="7128" y="25677"/>
                  </a:cubicBezTo>
                  <a:lnTo>
                    <a:pt x="6213" y="29459"/>
                  </a:lnTo>
                  <a:cubicBezTo>
                    <a:pt x="6114" y="29868"/>
                    <a:pt x="6434" y="30245"/>
                    <a:pt x="6831" y="30245"/>
                  </a:cubicBezTo>
                  <a:cubicBezTo>
                    <a:pt x="6880" y="30245"/>
                    <a:pt x="6931" y="30239"/>
                    <a:pt x="6981" y="30227"/>
                  </a:cubicBezTo>
                  <a:lnTo>
                    <a:pt x="18702" y="27394"/>
                  </a:lnTo>
                  <a:lnTo>
                    <a:pt x="27093" y="36078"/>
                  </a:lnTo>
                  <a:cubicBezTo>
                    <a:pt x="27222" y="36211"/>
                    <a:pt x="27386" y="36272"/>
                    <a:pt x="27548" y="36272"/>
                  </a:cubicBezTo>
                  <a:cubicBezTo>
                    <a:pt x="27827" y="36272"/>
                    <a:pt x="28099" y="36091"/>
                    <a:pt x="28171" y="35781"/>
                  </a:cubicBezTo>
                  <a:lnTo>
                    <a:pt x="33640" y="12387"/>
                  </a:lnTo>
                  <a:cubicBezTo>
                    <a:pt x="33719" y="12044"/>
                    <a:pt x="33506" y="11702"/>
                    <a:pt x="33164" y="11622"/>
                  </a:cubicBezTo>
                  <a:cubicBezTo>
                    <a:pt x="33115" y="11611"/>
                    <a:pt x="33067" y="11605"/>
                    <a:pt x="33018" y="11605"/>
                  </a:cubicBezTo>
                  <a:cubicBezTo>
                    <a:pt x="32729" y="11605"/>
                    <a:pt x="32467" y="11803"/>
                    <a:pt x="32399" y="12097"/>
                  </a:cubicBezTo>
                  <a:lnTo>
                    <a:pt x="27197" y="34353"/>
                  </a:lnTo>
                  <a:lnTo>
                    <a:pt x="19716" y="26610"/>
                  </a:lnTo>
                  <a:lnTo>
                    <a:pt x="34258" y="4147"/>
                  </a:lnTo>
                  <a:lnTo>
                    <a:pt x="33017" y="9453"/>
                  </a:lnTo>
                  <a:cubicBezTo>
                    <a:pt x="32938" y="9796"/>
                    <a:pt x="33150" y="10138"/>
                    <a:pt x="33492" y="10218"/>
                  </a:cubicBezTo>
                  <a:cubicBezTo>
                    <a:pt x="33541" y="10229"/>
                    <a:pt x="33590" y="10235"/>
                    <a:pt x="33638" y="10235"/>
                  </a:cubicBezTo>
                  <a:cubicBezTo>
                    <a:pt x="33927" y="10235"/>
                    <a:pt x="34189" y="10037"/>
                    <a:pt x="34256" y="9743"/>
                  </a:cubicBezTo>
                  <a:lnTo>
                    <a:pt x="36328" y="880"/>
                  </a:lnTo>
                  <a:cubicBezTo>
                    <a:pt x="36427" y="473"/>
                    <a:pt x="36107" y="94"/>
                    <a:pt x="35713" y="94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43"/>
            <p:cNvSpPr/>
            <p:nvPr/>
          </p:nvSpPr>
          <p:spPr>
            <a:xfrm>
              <a:off x="775325" y="4505404"/>
              <a:ext cx="108339" cy="107004"/>
            </a:xfrm>
            <a:custGeom>
              <a:avLst/>
              <a:gdLst/>
              <a:ahLst/>
              <a:cxnLst/>
              <a:rect l="l" t="t" r="r" b="b"/>
              <a:pathLst>
                <a:path w="10064" h="9940" extrusionOk="0">
                  <a:moveTo>
                    <a:pt x="9365" y="0"/>
                  </a:moveTo>
                  <a:cubicBezTo>
                    <a:pt x="9202" y="0"/>
                    <a:pt x="9039" y="63"/>
                    <a:pt x="8915" y="187"/>
                  </a:cubicBezTo>
                  <a:lnTo>
                    <a:pt x="249" y="8852"/>
                  </a:lnTo>
                  <a:cubicBezTo>
                    <a:pt x="0" y="9100"/>
                    <a:pt x="0" y="9503"/>
                    <a:pt x="249" y="9753"/>
                  </a:cubicBezTo>
                  <a:cubicBezTo>
                    <a:pt x="373" y="9877"/>
                    <a:pt x="536" y="9939"/>
                    <a:pt x="699" y="9939"/>
                  </a:cubicBezTo>
                  <a:cubicBezTo>
                    <a:pt x="862" y="9939"/>
                    <a:pt x="1025" y="9877"/>
                    <a:pt x="1149" y="9753"/>
                  </a:cubicBezTo>
                  <a:lnTo>
                    <a:pt x="9816" y="1087"/>
                  </a:lnTo>
                  <a:cubicBezTo>
                    <a:pt x="10064" y="838"/>
                    <a:pt x="10064" y="435"/>
                    <a:pt x="9816" y="187"/>
                  </a:cubicBezTo>
                  <a:cubicBezTo>
                    <a:pt x="9691" y="63"/>
                    <a:pt x="9528" y="0"/>
                    <a:pt x="936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43"/>
            <p:cNvSpPr/>
            <p:nvPr/>
          </p:nvSpPr>
          <p:spPr>
            <a:xfrm>
              <a:off x="775325" y="4437806"/>
              <a:ext cx="75430" cy="74085"/>
            </a:xfrm>
            <a:custGeom>
              <a:avLst/>
              <a:gdLst/>
              <a:ahLst/>
              <a:cxnLst/>
              <a:rect l="l" t="t" r="r" b="b"/>
              <a:pathLst>
                <a:path w="7007" h="6882" extrusionOk="0">
                  <a:moveTo>
                    <a:pt x="6307" y="0"/>
                  </a:moveTo>
                  <a:cubicBezTo>
                    <a:pt x="6144" y="0"/>
                    <a:pt x="5981" y="62"/>
                    <a:pt x="5857" y="186"/>
                  </a:cubicBezTo>
                  <a:lnTo>
                    <a:pt x="249" y="5794"/>
                  </a:lnTo>
                  <a:cubicBezTo>
                    <a:pt x="0" y="6044"/>
                    <a:pt x="0" y="6445"/>
                    <a:pt x="249" y="6695"/>
                  </a:cubicBezTo>
                  <a:cubicBezTo>
                    <a:pt x="374" y="6819"/>
                    <a:pt x="537" y="6881"/>
                    <a:pt x="699" y="6881"/>
                  </a:cubicBezTo>
                  <a:cubicBezTo>
                    <a:pt x="862" y="6881"/>
                    <a:pt x="1025" y="6819"/>
                    <a:pt x="1149" y="6695"/>
                  </a:cubicBezTo>
                  <a:lnTo>
                    <a:pt x="6757" y="1087"/>
                  </a:lnTo>
                  <a:cubicBezTo>
                    <a:pt x="7006" y="839"/>
                    <a:pt x="7006" y="436"/>
                    <a:pt x="6757" y="186"/>
                  </a:cubicBezTo>
                  <a:cubicBezTo>
                    <a:pt x="6633" y="62"/>
                    <a:pt x="6470" y="0"/>
                    <a:pt x="630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43"/>
            <p:cNvSpPr/>
            <p:nvPr/>
          </p:nvSpPr>
          <p:spPr>
            <a:xfrm>
              <a:off x="875829" y="4538289"/>
              <a:ext cx="75409" cy="74085"/>
            </a:xfrm>
            <a:custGeom>
              <a:avLst/>
              <a:gdLst/>
              <a:ahLst/>
              <a:cxnLst/>
              <a:rect l="l" t="t" r="r" b="b"/>
              <a:pathLst>
                <a:path w="7005" h="6882" extrusionOk="0">
                  <a:moveTo>
                    <a:pt x="6306" y="1"/>
                  </a:moveTo>
                  <a:cubicBezTo>
                    <a:pt x="6143" y="1"/>
                    <a:pt x="5980" y="63"/>
                    <a:pt x="5856" y="188"/>
                  </a:cubicBezTo>
                  <a:lnTo>
                    <a:pt x="248" y="5795"/>
                  </a:lnTo>
                  <a:cubicBezTo>
                    <a:pt x="0" y="6044"/>
                    <a:pt x="0" y="6447"/>
                    <a:pt x="248" y="6695"/>
                  </a:cubicBezTo>
                  <a:cubicBezTo>
                    <a:pt x="372" y="6819"/>
                    <a:pt x="535" y="6882"/>
                    <a:pt x="699" y="6882"/>
                  </a:cubicBezTo>
                  <a:cubicBezTo>
                    <a:pt x="862" y="6882"/>
                    <a:pt x="1025" y="6819"/>
                    <a:pt x="1149" y="6695"/>
                  </a:cubicBezTo>
                  <a:lnTo>
                    <a:pt x="6757" y="1088"/>
                  </a:lnTo>
                  <a:cubicBezTo>
                    <a:pt x="7005" y="839"/>
                    <a:pt x="7005" y="436"/>
                    <a:pt x="6757" y="188"/>
                  </a:cubicBezTo>
                  <a:cubicBezTo>
                    <a:pt x="6632" y="63"/>
                    <a:pt x="6469" y="1"/>
                    <a:pt x="630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43"/>
          <p:cNvSpPr txBox="1">
            <a:spLocks noGrp="1"/>
          </p:cNvSpPr>
          <p:nvPr>
            <p:ph type="subTitle" idx="1"/>
          </p:nvPr>
        </p:nvSpPr>
        <p:spPr>
          <a:xfrm>
            <a:off x="1568050" y="1542150"/>
            <a:ext cx="2743200" cy="713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them</a:t>
            </a:r>
            <a:endParaRPr/>
          </a:p>
        </p:txBody>
      </p:sp>
      <p:sp>
        <p:nvSpPr>
          <p:cNvPr id="361" name="Google Shape;361;p43"/>
          <p:cNvSpPr txBox="1">
            <a:spLocks noGrp="1"/>
          </p:cNvSpPr>
          <p:nvPr>
            <p:ph type="subTitle" idx="2"/>
          </p:nvPr>
        </p:nvSpPr>
        <p:spPr>
          <a:xfrm>
            <a:off x="4832775" y="1542150"/>
            <a:ext cx="2743200" cy="713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69" name="Google Shape;469;p48"/>
          <p:cNvGraphicFramePr/>
          <p:nvPr/>
        </p:nvGraphicFramePr>
        <p:xfrm>
          <a:off x="1394700" y="1428750"/>
          <a:ext cx="6354575" cy="3189000"/>
        </p:xfrm>
        <a:graphic>
          <a:graphicData uri="http://schemas.openxmlformats.org/drawingml/2006/table">
            <a:tbl>
              <a:tblPr>
                <a:noFill/>
                <a:tableStyleId>{B4A799AC-BB72-4878-BA20-D60459698B90}</a:tableStyleId>
              </a:tblPr>
              <a:tblGrid>
                <a:gridCol w="623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1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1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1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31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>
                        <a:solidFill>
                          <a:schemeClr val="accent5"/>
                        </a:solidFill>
                        <a:latin typeface="Bebas Neue"/>
                        <a:ea typeface="Bebas Neue"/>
                        <a:cs typeface="Bebas Neue"/>
                        <a:sym typeface="Bebas Neu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accent6"/>
                          </a:solidFill>
                          <a:latin typeface="Bebas Neue"/>
                          <a:ea typeface="Bebas Neue"/>
                          <a:cs typeface="Bebas Neue"/>
                          <a:sym typeface="Bebas Neue"/>
                        </a:rPr>
                        <a:t>name</a:t>
                      </a:r>
                      <a:endParaRPr sz="2000">
                        <a:solidFill>
                          <a:schemeClr val="accent6"/>
                        </a:solidFill>
                        <a:latin typeface="Bebas Neue"/>
                        <a:ea typeface="Bebas Neue"/>
                        <a:cs typeface="Bebas Neue"/>
                        <a:sym typeface="Bebas Neu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accent6"/>
                          </a:solidFill>
                          <a:latin typeface="Bebas Neue"/>
                          <a:ea typeface="Bebas Neue"/>
                          <a:cs typeface="Bebas Neue"/>
                          <a:sym typeface="Bebas Neue"/>
                        </a:rPr>
                        <a:t>JUPITER</a:t>
                      </a:r>
                      <a:endParaRPr sz="2000">
                        <a:solidFill>
                          <a:schemeClr val="accent6"/>
                        </a:solidFill>
                        <a:latin typeface="Bebas Neue"/>
                        <a:ea typeface="Bebas Neue"/>
                        <a:cs typeface="Bebas Neue"/>
                        <a:sym typeface="Bebas Neu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accent6"/>
                          </a:solidFill>
                          <a:latin typeface="Bebas Neue"/>
                          <a:ea typeface="Bebas Neue"/>
                          <a:cs typeface="Bebas Neue"/>
                          <a:sym typeface="Bebas Neue"/>
                        </a:rPr>
                        <a:t>MERCURY</a:t>
                      </a:r>
                      <a:endParaRPr sz="2000">
                        <a:solidFill>
                          <a:schemeClr val="accent6"/>
                        </a:solidFill>
                        <a:latin typeface="Bebas Neue"/>
                        <a:ea typeface="Bebas Neue"/>
                        <a:cs typeface="Bebas Neue"/>
                        <a:sym typeface="Bebas Neu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accent6"/>
                          </a:solidFill>
                          <a:latin typeface="Bebas Neue"/>
                          <a:ea typeface="Bebas Neue"/>
                          <a:cs typeface="Bebas Neue"/>
                          <a:sym typeface="Bebas Neue"/>
                        </a:rPr>
                        <a:t>VENUS</a:t>
                      </a:r>
                      <a:endParaRPr sz="2000">
                        <a:solidFill>
                          <a:schemeClr val="accent6"/>
                        </a:solidFill>
                        <a:latin typeface="Bebas Neue"/>
                        <a:ea typeface="Bebas Neue"/>
                        <a:cs typeface="Bebas Neue"/>
                        <a:sym typeface="Bebas Neu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accent6"/>
                          </a:solidFill>
                          <a:latin typeface="Bebas Neue"/>
                          <a:ea typeface="Bebas Neue"/>
                          <a:cs typeface="Bebas Neue"/>
                          <a:sym typeface="Bebas Neue"/>
                        </a:rPr>
                        <a:t>MARS</a:t>
                      </a:r>
                      <a:endParaRPr sz="2000">
                        <a:solidFill>
                          <a:schemeClr val="accent6"/>
                        </a:solidFill>
                        <a:latin typeface="Bebas Neue"/>
                        <a:ea typeface="Bebas Neue"/>
                        <a:cs typeface="Bebas Neue"/>
                        <a:sym typeface="Bebas Neu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Competitor 1</a:t>
                      </a:r>
                      <a:endParaRPr>
                        <a:solidFill>
                          <a:schemeClr val="dk1"/>
                        </a:solidFill>
                        <a:latin typeface="Quicksand"/>
                        <a:ea typeface="Quicksand"/>
                        <a:cs typeface="Quicksand"/>
                        <a:sym typeface="Quicksan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1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Competitor 2</a:t>
                      </a:r>
                      <a:endParaRPr>
                        <a:solidFill>
                          <a:schemeClr val="dk1"/>
                        </a:solidFill>
                        <a:latin typeface="Quicksand"/>
                        <a:ea typeface="Quicksand"/>
                        <a:cs typeface="Quicksand"/>
                        <a:sym typeface="Quicksan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Competitor 3</a:t>
                      </a:r>
                      <a:endParaRPr>
                        <a:solidFill>
                          <a:schemeClr val="dk1"/>
                        </a:solidFill>
                        <a:latin typeface="Quicksand"/>
                        <a:ea typeface="Quicksand"/>
                        <a:cs typeface="Quicksand"/>
                        <a:sym typeface="Quicksan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1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Competitor 4</a:t>
                      </a:r>
                      <a:endParaRPr>
                        <a:solidFill>
                          <a:schemeClr val="dk1"/>
                        </a:solidFill>
                        <a:latin typeface="Quicksand"/>
                        <a:ea typeface="Quicksand"/>
                        <a:cs typeface="Quicksand"/>
                        <a:sym typeface="Quicksan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1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Competitor 5</a:t>
                      </a:r>
                      <a:endParaRPr>
                        <a:solidFill>
                          <a:schemeClr val="dk1"/>
                        </a:solidFill>
                        <a:latin typeface="Quicksand"/>
                        <a:ea typeface="Quicksand"/>
                        <a:cs typeface="Quicksand"/>
                        <a:sym typeface="Quicksan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470" name="Google Shape;470;p48"/>
          <p:cNvGrpSpPr/>
          <p:nvPr/>
        </p:nvGrpSpPr>
        <p:grpSpPr>
          <a:xfrm>
            <a:off x="1504419" y="2046776"/>
            <a:ext cx="359594" cy="353909"/>
            <a:chOff x="4687894" y="2289713"/>
            <a:chExt cx="359594" cy="353909"/>
          </a:xfrm>
        </p:grpSpPr>
        <p:sp>
          <p:nvSpPr>
            <p:cNvPr id="471" name="Google Shape;471;p48"/>
            <p:cNvSpPr/>
            <p:nvPr/>
          </p:nvSpPr>
          <p:spPr>
            <a:xfrm>
              <a:off x="4955207" y="2477227"/>
              <a:ext cx="34041" cy="22356"/>
            </a:xfrm>
            <a:custGeom>
              <a:avLst/>
              <a:gdLst/>
              <a:ahLst/>
              <a:cxnLst/>
              <a:rect l="l" t="t" r="r" b="b"/>
              <a:pathLst>
                <a:path w="1072" h="70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465"/>
                    <a:pt x="238" y="703"/>
                    <a:pt x="536" y="703"/>
                  </a:cubicBezTo>
                  <a:cubicBezTo>
                    <a:pt x="834" y="703"/>
                    <a:pt x="1072" y="465"/>
                    <a:pt x="1072" y="168"/>
                  </a:cubicBezTo>
                  <a:cubicBezTo>
                    <a:pt x="1072" y="72"/>
                    <a:pt x="1000" y="1"/>
                    <a:pt x="905" y="1"/>
                  </a:cubicBezTo>
                  <a:cubicBezTo>
                    <a:pt x="822" y="1"/>
                    <a:pt x="750" y="72"/>
                    <a:pt x="750" y="168"/>
                  </a:cubicBezTo>
                  <a:cubicBezTo>
                    <a:pt x="750" y="287"/>
                    <a:pt x="655" y="370"/>
                    <a:pt x="536" y="370"/>
                  </a:cubicBezTo>
                  <a:cubicBezTo>
                    <a:pt x="417" y="370"/>
                    <a:pt x="334" y="287"/>
                    <a:pt x="334" y="168"/>
                  </a:cubicBez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48"/>
            <p:cNvSpPr/>
            <p:nvPr/>
          </p:nvSpPr>
          <p:spPr>
            <a:xfrm>
              <a:off x="4687894" y="2289713"/>
              <a:ext cx="359594" cy="353909"/>
            </a:xfrm>
            <a:custGeom>
              <a:avLst/>
              <a:gdLst/>
              <a:ahLst/>
              <a:cxnLst/>
              <a:rect l="l" t="t" r="r" b="b"/>
              <a:pathLst>
                <a:path w="11324" h="11145" extrusionOk="0">
                  <a:moveTo>
                    <a:pt x="9180" y="3036"/>
                  </a:moveTo>
                  <a:cubicBezTo>
                    <a:pt x="9204" y="3036"/>
                    <a:pt x="9228" y="3036"/>
                    <a:pt x="9240" y="3048"/>
                  </a:cubicBezTo>
                  <a:cubicBezTo>
                    <a:pt x="9299" y="3108"/>
                    <a:pt x="9371" y="3417"/>
                    <a:pt x="9299" y="3977"/>
                  </a:cubicBezTo>
                  <a:cubicBezTo>
                    <a:pt x="9240" y="4513"/>
                    <a:pt x="9061" y="4989"/>
                    <a:pt x="8895" y="5072"/>
                  </a:cubicBezTo>
                  <a:cubicBezTo>
                    <a:pt x="8813" y="5119"/>
                    <a:pt x="8682" y="5149"/>
                    <a:pt x="8533" y="5149"/>
                  </a:cubicBezTo>
                  <a:cubicBezTo>
                    <a:pt x="8336" y="5149"/>
                    <a:pt x="8108" y="5096"/>
                    <a:pt x="7918" y="4953"/>
                  </a:cubicBezTo>
                  <a:cubicBezTo>
                    <a:pt x="7573" y="4703"/>
                    <a:pt x="7466" y="4263"/>
                    <a:pt x="7585" y="3667"/>
                  </a:cubicBezTo>
                  <a:cubicBezTo>
                    <a:pt x="7597" y="3608"/>
                    <a:pt x="7644" y="3572"/>
                    <a:pt x="7704" y="3537"/>
                  </a:cubicBezTo>
                  <a:cubicBezTo>
                    <a:pt x="8526" y="3167"/>
                    <a:pt x="9002" y="3036"/>
                    <a:pt x="9180" y="3036"/>
                  </a:cubicBezTo>
                  <a:close/>
                  <a:moveTo>
                    <a:pt x="620" y="5608"/>
                  </a:moveTo>
                  <a:cubicBezTo>
                    <a:pt x="691" y="5620"/>
                    <a:pt x="798" y="5703"/>
                    <a:pt x="858" y="5846"/>
                  </a:cubicBezTo>
                  <a:cubicBezTo>
                    <a:pt x="870" y="5882"/>
                    <a:pt x="894" y="5942"/>
                    <a:pt x="894" y="6001"/>
                  </a:cubicBezTo>
                  <a:cubicBezTo>
                    <a:pt x="667" y="5953"/>
                    <a:pt x="501" y="5882"/>
                    <a:pt x="453" y="5799"/>
                  </a:cubicBezTo>
                  <a:cubicBezTo>
                    <a:pt x="441" y="5775"/>
                    <a:pt x="489" y="5703"/>
                    <a:pt x="501" y="5668"/>
                  </a:cubicBezTo>
                  <a:cubicBezTo>
                    <a:pt x="548" y="5608"/>
                    <a:pt x="572" y="5608"/>
                    <a:pt x="608" y="5608"/>
                  </a:cubicBezTo>
                  <a:close/>
                  <a:moveTo>
                    <a:pt x="5073" y="0"/>
                  </a:moveTo>
                  <a:cubicBezTo>
                    <a:pt x="4477" y="0"/>
                    <a:pt x="3906" y="238"/>
                    <a:pt x="3477" y="655"/>
                  </a:cubicBezTo>
                  <a:cubicBezTo>
                    <a:pt x="3049" y="1084"/>
                    <a:pt x="2822" y="1632"/>
                    <a:pt x="2822" y="2239"/>
                  </a:cubicBezTo>
                  <a:cubicBezTo>
                    <a:pt x="2822" y="2834"/>
                    <a:pt x="3061" y="3406"/>
                    <a:pt x="3477" y="3834"/>
                  </a:cubicBezTo>
                  <a:cubicBezTo>
                    <a:pt x="3596" y="3953"/>
                    <a:pt x="3727" y="4060"/>
                    <a:pt x="3882" y="4144"/>
                  </a:cubicBezTo>
                  <a:cubicBezTo>
                    <a:pt x="3775" y="4179"/>
                    <a:pt x="3668" y="4203"/>
                    <a:pt x="3584" y="4239"/>
                  </a:cubicBezTo>
                  <a:cubicBezTo>
                    <a:pt x="3489" y="4263"/>
                    <a:pt x="3453" y="4358"/>
                    <a:pt x="3477" y="4441"/>
                  </a:cubicBezTo>
                  <a:cubicBezTo>
                    <a:pt x="3505" y="4515"/>
                    <a:pt x="3561" y="4560"/>
                    <a:pt x="3629" y="4560"/>
                  </a:cubicBezTo>
                  <a:cubicBezTo>
                    <a:pt x="3649" y="4560"/>
                    <a:pt x="3670" y="4557"/>
                    <a:pt x="3692" y="4549"/>
                  </a:cubicBezTo>
                  <a:cubicBezTo>
                    <a:pt x="4138" y="4400"/>
                    <a:pt x="4608" y="4325"/>
                    <a:pt x="5079" y="4325"/>
                  </a:cubicBezTo>
                  <a:cubicBezTo>
                    <a:pt x="5549" y="4325"/>
                    <a:pt x="6019" y="4400"/>
                    <a:pt x="6466" y="4549"/>
                  </a:cubicBezTo>
                  <a:cubicBezTo>
                    <a:pt x="6490" y="4549"/>
                    <a:pt x="6501" y="4560"/>
                    <a:pt x="6525" y="4560"/>
                  </a:cubicBezTo>
                  <a:cubicBezTo>
                    <a:pt x="6609" y="4560"/>
                    <a:pt x="6668" y="4525"/>
                    <a:pt x="6680" y="4441"/>
                  </a:cubicBezTo>
                  <a:cubicBezTo>
                    <a:pt x="6704" y="4358"/>
                    <a:pt x="6668" y="4263"/>
                    <a:pt x="6573" y="4239"/>
                  </a:cubicBezTo>
                  <a:cubicBezTo>
                    <a:pt x="6466" y="4203"/>
                    <a:pt x="6370" y="4179"/>
                    <a:pt x="6275" y="4144"/>
                  </a:cubicBezTo>
                  <a:cubicBezTo>
                    <a:pt x="6406" y="4060"/>
                    <a:pt x="6549" y="3953"/>
                    <a:pt x="6680" y="3834"/>
                  </a:cubicBezTo>
                  <a:cubicBezTo>
                    <a:pt x="6787" y="3727"/>
                    <a:pt x="6882" y="3608"/>
                    <a:pt x="6966" y="3477"/>
                  </a:cubicBezTo>
                  <a:cubicBezTo>
                    <a:pt x="7002" y="3489"/>
                    <a:pt x="7049" y="3489"/>
                    <a:pt x="7097" y="3513"/>
                  </a:cubicBezTo>
                  <a:lnTo>
                    <a:pt x="7275" y="3548"/>
                  </a:lnTo>
                  <a:lnTo>
                    <a:pt x="7275" y="3572"/>
                  </a:lnTo>
                  <a:cubicBezTo>
                    <a:pt x="7204" y="3953"/>
                    <a:pt x="7204" y="4287"/>
                    <a:pt x="7287" y="4560"/>
                  </a:cubicBezTo>
                  <a:cubicBezTo>
                    <a:pt x="7359" y="4822"/>
                    <a:pt x="7513" y="5025"/>
                    <a:pt x="7716" y="5180"/>
                  </a:cubicBezTo>
                  <a:cubicBezTo>
                    <a:pt x="7954" y="5358"/>
                    <a:pt x="8252" y="5430"/>
                    <a:pt x="8526" y="5430"/>
                  </a:cubicBezTo>
                  <a:cubicBezTo>
                    <a:pt x="8728" y="5430"/>
                    <a:pt x="8907" y="5382"/>
                    <a:pt x="9049" y="5311"/>
                  </a:cubicBezTo>
                  <a:cubicBezTo>
                    <a:pt x="9192" y="5215"/>
                    <a:pt x="9323" y="5037"/>
                    <a:pt x="9430" y="4763"/>
                  </a:cubicBezTo>
                  <a:cubicBezTo>
                    <a:pt x="9478" y="4822"/>
                    <a:pt x="9526" y="4882"/>
                    <a:pt x="9561" y="4930"/>
                  </a:cubicBezTo>
                  <a:cubicBezTo>
                    <a:pt x="9740" y="5168"/>
                    <a:pt x="9859" y="5418"/>
                    <a:pt x="9954" y="5692"/>
                  </a:cubicBezTo>
                  <a:cubicBezTo>
                    <a:pt x="10002" y="5858"/>
                    <a:pt x="10133" y="5977"/>
                    <a:pt x="10300" y="6037"/>
                  </a:cubicBezTo>
                  <a:lnTo>
                    <a:pt x="10752" y="6192"/>
                  </a:lnTo>
                  <a:cubicBezTo>
                    <a:pt x="10871" y="6239"/>
                    <a:pt x="10966" y="6334"/>
                    <a:pt x="10966" y="6465"/>
                  </a:cubicBezTo>
                  <a:lnTo>
                    <a:pt x="10966" y="7239"/>
                  </a:lnTo>
                  <a:cubicBezTo>
                    <a:pt x="10966" y="7382"/>
                    <a:pt x="10895" y="7477"/>
                    <a:pt x="10752" y="7525"/>
                  </a:cubicBezTo>
                  <a:lnTo>
                    <a:pt x="10014" y="7763"/>
                  </a:lnTo>
                  <a:cubicBezTo>
                    <a:pt x="9895" y="7811"/>
                    <a:pt x="9788" y="7882"/>
                    <a:pt x="9728" y="8001"/>
                  </a:cubicBezTo>
                  <a:cubicBezTo>
                    <a:pt x="9430" y="8513"/>
                    <a:pt x="8966" y="8930"/>
                    <a:pt x="8359" y="9252"/>
                  </a:cubicBezTo>
                  <a:cubicBezTo>
                    <a:pt x="8287" y="9287"/>
                    <a:pt x="8240" y="9359"/>
                    <a:pt x="8228" y="9430"/>
                  </a:cubicBezTo>
                  <a:lnTo>
                    <a:pt x="7990" y="10692"/>
                  </a:lnTo>
                  <a:cubicBezTo>
                    <a:pt x="7990" y="10728"/>
                    <a:pt x="7954" y="10752"/>
                    <a:pt x="7918" y="10752"/>
                  </a:cubicBezTo>
                  <a:lnTo>
                    <a:pt x="7144" y="10752"/>
                  </a:lnTo>
                  <a:cubicBezTo>
                    <a:pt x="7109" y="10752"/>
                    <a:pt x="7085" y="10728"/>
                    <a:pt x="7061" y="10692"/>
                  </a:cubicBezTo>
                  <a:lnTo>
                    <a:pt x="6930" y="10002"/>
                  </a:lnTo>
                  <a:cubicBezTo>
                    <a:pt x="6897" y="9868"/>
                    <a:pt x="6800" y="9786"/>
                    <a:pt x="6661" y="9786"/>
                  </a:cubicBezTo>
                  <a:cubicBezTo>
                    <a:pt x="6652" y="9786"/>
                    <a:pt x="6642" y="9787"/>
                    <a:pt x="6632" y="9787"/>
                  </a:cubicBezTo>
                  <a:cubicBezTo>
                    <a:pt x="6299" y="9835"/>
                    <a:pt x="5954" y="9859"/>
                    <a:pt x="5608" y="9859"/>
                  </a:cubicBezTo>
                  <a:cubicBezTo>
                    <a:pt x="5358" y="9859"/>
                    <a:pt x="5097" y="9847"/>
                    <a:pt x="4846" y="9823"/>
                  </a:cubicBezTo>
                  <a:cubicBezTo>
                    <a:pt x="4833" y="9821"/>
                    <a:pt x="4819" y="9819"/>
                    <a:pt x="4806" y="9819"/>
                  </a:cubicBezTo>
                  <a:cubicBezTo>
                    <a:pt x="4692" y="9819"/>
                    <a:pt x="4593" y="9908"/>
                    <a:pt x="4561" y="10025"/>
                  </a:cubicBezTo>
                  <a:lnTo>
                    <a:pt x="4442" y="10692"/>
                  </a:lnTo>
                  <a:cubicBezTo>
                    <a:pt x="4442" y="10728"/>
                    <a:pt x="4418" y="10752"/>
                    <a:pt x="4370" y="10752"/>
                  </a:cubicBezTo>
                  <a:lnTo>
                    <a:pt x="3596" y="10752"/>
                  </a:lnTo>
                  <a:cubicBezTo>
                    <a:pt x="3573" y="10752"/>
                    <a:pt x="3537" y="10728"/>
                    <a:pt x="3525" y="10692"/>
                  </a:cubicBezTo>
                  <a:lnTo>
                    <a:pt x="3299" y="9502"/>
                  </a:lnTo>
                  <a:cubicBezTo>
                    <a:pt x="3287" y="9430"/>
                    <a:pt x="3239" y="9359"/>
                    <a:pt x="3168" y="9323"/>
                  </a:cubicBezTo>
                  <a:cubicBezTo>
                    <a:pt x="2108" y="8763"/>
                    <a:pt x="1560" y="7823"/>
                    <a:pt x="1560" y="6620"/>
                  </a:cubicBezTo>
                  <a:cubicBezTo>
                    <a:pt x="1560" y="6013"/>
                    <a:pt x="1691" y="5477"/>
                    <a:pt x="1965" y="5013"/>
                  </a:cubicBezTo>
                  <a:cubicBezTo>
                    <a:pt x="2215" y="4584"/>
                    <a:pt x="2572" y="4239"/>
                    <a:pt x="3037" y="3965"/>
                  </a:cubicBezTo>
                  <a:cubicBezTo>
                    <a:pt x="3108" y="3929"/>
                    <a:pt x="3132" y="3822"/>
                    <a:pt x="3096" y="3751"/>
                  </a:cubicBezTo>
                  <a:cubicBezTo>
                    <a:pt x="3065" y="3696"/>
                    <a:pt x="3008" y="3667"/>
                    <a:pt x="2952" y="3667"/>
                  </a:cubicBezTo>
                  <a:cubicBezTo>
                    <a:pt x="2923" y="3667"/>
                    <a:pt x="2895" y="3675"/>
                    <a:pt x="2870" y="3691"/>
                  </a:cubicBezTo>
                  <a:cubicBezTo>
                    <a:pt x="1977" y="4203"/>
                    <a:pt x="1429" y="5013"/>
                    <a:pt x="1275" y="6025"/>
                  </a:cubicBezTo>
                  <a:lnTo>
                    <a:pt x="1227" y="6025"/>
                  </a:lnTo>
                  <a:cubicBezTo>
                    <a:pt x="1227" y="5918"/>
                    <a:pt x="1215" y="5799"/>
                    <a:pt x="1167" y="5692"/>
                  </a:cubicBezTo>
                  <a:cubicBezTo>
                    <a:pt x="1084" y="5453"/>
                    <a:pt x="870" y="5299"/>
                    <a:pt x="667" y="5263"/>
                  </a:cubicBezTo>
                  <a:cubicBezTo>
                    <a:pt x="654" y="5262"/>
                    <a:pt x="640" y="5261"/>
                    <a:pt x="626" y="5261"/>
                  </a:cubicBezTo>
                  <a:cubicBezTo>
                    <a:pt x="474" y="5261"/>
                    <a:pt x="326" y="5323"/>
                    <a:pt x="239" y="5465"/>
                  </a:cubicBezTo>
                  <a:cubicBezTo>
                    <a:pt x="72" y="5668"/>
                    <a:pt x="96" y="5834"/>
                    <a:pt x="144" y="5942"/>
                  </a:cubicBezTo>
                  <a:cubicBezTo>
                    <a:pt x="239" y="6096"/>
                    <a:pt x="441" y="6239"/>
                    <a:pt x="798" y="6311"/>
                  </a:cubicBezTo>
                  <a:cubicBezTo>
                    <a:pt x="786" y="6323"/>
                    <a:pt x="786" y="6334"/>
                    <a:pt x="775" y="6358"/>
                  </a:cubicBezTo>
                  <a:cubicBezTo>
                    <a:pt x="560" y="6620"/>
                    <a:pt x="310" y="6680"/>
                    <a:pt x="155" y="6680"/>
                  </a:cubicBezTo>
                  <a:cubicBezTo>
                    <a:pt x="72" y="6680"/>
                    <a:pt x="1" y="6751"/>
                    <a:pt x="1" y="6858"/>
                  </a:cubicBezTo>
                  <a:cubicBezTo>
                    <a:pt x="1" y="6954"/>
                    <a:pt x="72" y="7025"/>
                    <a:pt x="155" y="7037"/>
                  </a:cubicBezTo>
                  <a:lnTo>
                    <a:pt x="191" y="7037"/>
                  </a:lnTo>
                  <a:cubicBezTo>
                    <a:pt x="394" y="7037"/>
                    <a:pt x="715" y="6966"/>
                    <a:pt x="1025" y="6573"/>
                  </a:cubicBezTo>
                  <a:cubicBezTo>
                    <a:pt x="1072" y="6513"/>
                    <a:pt x="1108" y="6442"/>
                    <a:pt x="1144" y="6382"/>
                  </a:cubicBezTo>
                  <a:cubicBezTo>
                    <a:pt x="1167" y="6382"/>
                    <a:pt x="1203" y="6382"/>
                    <a:pt x="1227" y="6394"/>
                  </a:cubicBezTo>
                  <a:cubicBezTo>
                    <a:pt x="1227" y="6489"/>
                    <a:pt x="1215" y="6573"/>
                    <a:pt x="1215" y="6668"/>
                  </a:cubicBezTo>
                  <a:cubicBezTo>
                    <a:pt x="1215" y="7347"/>
                    <a:pt x="1382" y="7954"/>
                    <a:pt x="1703" y="8478"/>
                  </a:cubicBezTo>
                  <a:cubicBezTo>
                    <a:pt x="2001" y="8954"/>
                    <a:pt x="2441" y="9359"/>
                    <a:pt x="2977" y="9644"/>
                  </a:cubicBezTo>
                  <a:lnTo>
                    <a:pt x="3192" y="10799"/>
                  </a:lnTo>
                  <a:cubicBezTo>
                    <a:pt x="3227" y="11002"/>
                    <a:pt x="3406" y="11133"/>
                    <a:pt x="3596" y="11133"/>
                  </a:cubicBezTo>
                  <a:lnTo>
                    <a:pt x="4370" y="11133"/>
                  </a:lnTo>
                  <a:cubicBezTo>
                    <a:pt x="4561" y="11133"/>
                    <a:pt x="4727" y="11002"/>
                    <a:pt x="4775" y="10799"/>
                  </a:cubicBezTo>
                  <a:lnTo>
                    <a:pt x="4894" y="10204"/>
                  </a:lnTo>
                  <a:cubicBezTo>
                    <a:pt x="5132" y="10240"/>
                    <a:pt x="5370" y="10252"/>
                    <a:pt x="5620" y="10252"/>
                  </a:cubicBezTo>
                  <a:cubicBezTo>
                    <a:pt x="5966" y="10252"/>
                    <a:pt x="6311" y="10228"/>
                    <a:pt x="6632" y="10180"/>
                  </a:cubicBezTo>
                  <a:lnTo>
                    <a:pt x="6751" y="10823"/>
                  </a:lnTo>
                  <a:cubicBezTo>
                    <a:pt x="6787" y="11014"/>
                    <a:pt x="6966" y="11145"/>
                    <a:pt x="7156" y="11145"/>
                  </a:cubicBezTo>
                  <a:lnTo>
                    <a:pt x="7930" y="11145"/>
                  </a:lnTo>
                  <a:cubicBezTo>
                    <a:pt x="8121" y="11145"/>
                    <a:pt x="8287" y="11014"/>
                    <a:pt x="8335" y="10823"/>
                  </a:cubicBezTo>
                  <a:lnTo>
                    <a:pt x="8573" y="9585"/>
                  </a:lnTo>
                  <a:cubicBezTo>
                    <a:pt x="9228" y="9240"/>
                    <a:pt x="9716" y="8775"/>
                    <a:pt x="10038" y="8228"/>
                  </a:cubicBezTo>
                  <a:cubicBezTo>
                    <a:pt x="10073" y="8180"/>
                    <a:pt x="10097" y="8156"/>
                    <a:pt x="10145" y="8132"/>
                  </a:cubicBezTo>
                  <a:lnTo>
                    <a:pt x="10895" y="7894"/>
                  </a:lnTo>
                  <a:cubicBezTo>
                    <a:pt x="11145" y="7811"/>
                    <a:pt x="11323" y="7573"/>
                    <a:pt x="11323" y="7299"/>
                  </a:cubicBezTo>
                  <a:lnTo>
                    <a:pt x="11323" y="6525"/>
                  </a:lnTo>
                  <a:cubicBezTo>
                    <a:pt x="11312" y="6251"/>
                    <a:pt x="11133" y="6013"/>
                    <a:pt x="10871" y="5918"/>
                  </a:cubicBezTo>
                  <a:lnTo>
                    <a:pt x="10419" y="5775"/>
                  </a:lnTo>
                  <a:cubicBezTo>
                    <a:pt x="10359" y="5763"/>
                    <a:pt x="10311" y="5715"/>
                    <a:pt x="10300" y="5644"/>
                  </a:cubicBezTo>
                  <a:cubicBezTo>
                    <a:pt x="10192" y="5322"/>
                    <a:pt x="10061" y="5049"/>
                    <a:pt x="9859" y="4775"/>
                  </a:cubicBezTo>
                  <a:cubicBezTo>
                    <a:pt x="9776" y="4656"/>
                    <a:pt x="9680" y="4537"/>
                    <a:pt x="9561" y="4429"/>
                  </a:cubicBezTo>
                  <a:cubicBezTo>
                    <a:pt x="9645" y="4132"/>
                    <a:pt x="9669" y="3798"/>
                    <a:pt x="9669" y="3501"/>
                  </a:cubicBezTo>
                  <a:cubicBezTo>
                    <a:pt x="9669" y="3084"/>
                    <a:pt x="9585" y="2822"/>
                    <a:pt x="9418" y="2739"/>
                  </a:cubicBezTo>
                  <a:cubicBezTo>
                    <a:pt x="9384" y="2722"/>
                    <a:pt x="9329" y="2693"/>
                    <a:pt x="9204" y="2693"/>
                  </a:cubicBezTo>
                  <a:cubicBezTo>
                    <a:pt x="8980" y="2693"/>
                    <a:pt x="8533" y="2787"/>
                    <a:pt x="7585" y="3215"/>
                  </a:cubicBezTo>
                  <a:cubicBezTo>
                    <a:pt x="7561" y="3227"/>
                    <a:pt x="7513" y="3239"/>
                    <a:pt x="7478" y="3275"/>
                  </a:cubicBezTo>
                  <a:cubicBezTo>
                    <a:pt x="7383" y="3239"/>
                    <a:pt x="7287" y="3227"/>
                    <a:pt x="7180" y="3191"/>
                  </a:cubicBezTo>
                  <a:cubicBezTo>
                    <a:pt x="7168" y="3191"/>
                    <a:pt x="7156" y="3191"/>
                    <a:pt x="7144" y="3179"/>
                  </a:cubicBezTo>
                  <a:cubicBezTo>
                    <a:pt x="7263" y="2929"/>
                    <a:pt x="7335" y="2644"/>
                    <a:pt x="7347" y="2346"/>
                  </a:cubicBezTo>
                  <a:cubicBezTo>
                    <a:pt x="7347" y="2263"/>
                    <a:pt x="7287" y="2179"/>
                    <a:pt x="7180" y="2167"/>
                  </a:cubicBezTo>
                  <a:cubicBezTo>
                    <a:pt x="7097" y="2167"/>
                    <a:pt x="7025" y="2227"/>
                    <a:pt x="7002" y="2334"/>
                  </a:cubicBezTo>
                  <a:cubicBezTo>
                    <a:pt x="6990" y="2810"/>
                    <a:pt x="6787" y="3251"/>
                    <a:pt x="6442" y="3596"/>
                  </a:cubicBezTo>
                  <a:cubicBezTo>
                    <a:pt x="6228" y="3810"/>
                    <a:pt x="5989" y="3953"/>
                    <a:pt x="5739" y="4048"/>
                  </a:cubicBezTo>
                  <a:cubicBezTo>
                    <a:pt x="5525" y="4019"/>
                    <a:pt x="5302" y="4004"/>
                    <a:pt x="5079" y="4004"/>
                  </a:cubicBezTo>
                  <a:cubicBezTo>
                    <a:pt x="4855" y="4004"/>
                    <a:pt x="4632" y="4019"/>
                    <a:pt x="4418" y="4048"/>
                  </a:cubicBezTo>
                  <a:cubicBezTo>
                    <a:pt x="4168" y="3953"/>
                    <a:pt x="3930" y="3810"/>
                    <a:pt x="3715" y="3596"/>
                  </a:cubicBezTo>
                  <a:cubicBezTo>
                    <a:pt x="3358" y="3239"/>
                    <a:pt x="3156" y="2751"/>
                    <a:pt x="3156" y="2239"/>
                  </a:cubicBezTo>
                  <a:cubicBezTo>
                    <a:pt x="3156" y="1739"/>
                    <a:pt x="3346" y="1251"/>
                    <a:pt x="3715" y="893"/>
                  </a:cubicBezTo>
                  <a:cubicBezTo>
                    <a:pt x="4073" y="536"/>
                    <a:pt x="4561" y="322"/>
                    <a:pt x="5073" y="322"/>
                  </a:cubicBezTo>
                  <a:cubicBezTo>
                    <a:pt x="5573" y="322"/>
                    <a:pt x="6073" y="512"/>
                    <a:pt x="6430" y="893"/>
                  </a:cubicBezTo>
                  <a:cubicBezTo>
                    <a:pt x="6573" y="1036"/>
                    <a:pt x="6692" y="1203"/>
                    <a:pt x="6787" y="1381"/>
                  </a:cubicBezTo>
                  <a:cubicBezTo>
                    <a:pt x="6813" y="1433"/>
                    <a:pt x="6870" y="1472"/>
                    <a:pt x="6930" y="1472"/>
                  </a:cubicBezTo>
                  <a:cubicBezTo>
                    <a:pt x="6954" y="1472"/>
                    <a:pt x="6978" y="1466"/>
                    <a:pt x="7002" y="1453"/>
                  </a:cubicBezTo>
                  <a:cubicBezTo>
                    <a:pt x="7085" y="1405"/>
                    <a:pt x="7121" y="1322"/>
                    <a:pt x="7085" y="1227"/>
                  </a:cubicBezTo>
                  <a:cubicBezTo>
                    <a:pt x="6978" y="1024"/>
                    <a:pt x="6823" y="834"/>
                    <a:pt x="6668" y="655"/>
                  </a:cubicBezTo>
                  <a:cubicBezTo>
                    <a:pt x="6228" y="215"/>
                    <a:pt x="5680" y="0"/>
                    <a:pt x="507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48"/>
            <p:cNvSpPr/>
            <p:nvPr/>
          </p:nvSpPr>
          <p:spPr>
            <a:xfrm>
              <a:off x="4829299" y="2324485"/>
              <a:ext cx="42393" cy="75291"/>
            </a:xfrm>
            <a:custGeom>
              <a:avLst/>
              <a:gdLst/>
              <a:ahLst/>
              <a:cxnLst/>
              <a:rect l="l" t="t" r="r" b="b"/>
              <a:pathLst>
                <a:path w="1335" h="2371" extrusionOk="0">
                  <a:moveTo>
                    <a:pt x="644" y="417"/>
                  </a:moveTo>
                  <a:lnTo>
                    <a:pt x="644" y="941"/>
                  </a:lnTo>
                  <a:cubicBezTo>
                    <a:pt x="501" y="882"/>
                    <a:pt x="370" y="822"/>
                    <a:pt x="370" y="656"/>
                  </a:cubicBezTo>
                  <a:cubicBezTo>
                    <a:pt x="370" y="513"/>
                    <a:pt x="489" y="441"/>
                    <a:pt x="644" y="417"/>
                  </a:cubicBezTo>
                  <a:close/>
                  <a:moveTo>
                    <a:pt x="786" y="1322"/>
                  </a:moveTo>
                  <a:cubicBezTo>
                    <a:pt x="929" y="1382"/>
                    <a:pt x="1036" y="1477"/>
                    <a:pt x="1036" y="1656"/>
                  </a:cubicBezTo>
                  <a:cubicBezTo>
                    <a:pt x="1036" y="1810"/>
                    <a:pt x="929" y="1906"/>
                    <a:pt x="786" y="1941"/>
                  </a:cubicBezTo>
                  <a:lnTo>
                    <a:pt x="786" y="1322"/>
                  </a:lnTo>
                  <a:close/>
                  <a:moveTo>
                    <a:pt x="703" y="1"/>
                  </a:moveTo>
                  <a:cubicBezTo>
                    <a:pt x="655" y="1"/>
                    <a:pt x="620" y="36"/>
                    <a:pt x="620" y="60"/>
                  </a:cubicBezTo>
                  <a:lnTo>
                    <a:pt x="620" y="156"/>
                  </a:lnTo>
                  <a:cubicBezTo>
                    <a:pt x="334" y="179"/>
                    <a:pt x="60" y="334"/>
                    <a:pt x="60" y="691"/>
                  </a:cubicBezTo>
                  <a:cubicBezTo>
                    <a:pt x="60" y="1060"/>
                    <a:pt x="346" y="1168"/>
                    <a:pt x="620" y="1251"/>
                  </a:cubicBezTo>
                  <a:lnTo>
                    <a:pt x="620" y="1941"/>
                  </a:lnTo>
                  <a:cubicBezTo>
                    <a:pt x="322" y="1906"/>
                    <a:pt x="239" y="1715"/>
                    <a:pt x="143" y="1715"/>
                  </a:cubicBezTo>
                  <a:cubicBezTo>
                    <a:pt x="60" y="1715"/>
                    <a:pt x="1" y="1810"/>
                    <a:pt x="1" y="1882"/>
                  </a:cubicBezTo>
                  <a:cubicBezTo>
                    <a:pt x="1" y="2025"/>
                    <a:pt x="239" y="2227"/>
                    <a:pt x="620" y="2227"/>
                  </a:cubicBezTo>
                  <a:lnTo>
                    <a:pt x="620" y="2311"/>
                  </a:lnTo>
                  <a:cubicBezTo>
                    <a:pt x="620" y="2346"/>
                    <a:pt x="644" y="2370"/>
                    <a:pt x="703" y="2370"/>
                  </a:cubicBezTo>
                  <a:cubicBezTo>
                    <a:pt x="751" y="2370"/>
                    <a:pt x="798" y="2346"/>
                    <a:pt x="798" y="2311"/>
                  </a:cubicBezTo>
                  <a:lnTo>
                    <a:pt x="798" y="2203"/>
                  </a:lnTo>
                  <a:cubicBezTo>
                    <a:pt x="1108" y="2168"/>
                    <a:pt x="1310" y="1965"/>
                    <a:pt x="1310" y="1608"/>
                  </a:cubicBezTo>
                  <a:cubicBezTo>
                    <a:pt x="1334" y="1227"/>
                    <a:pt x="1048" y="1096"/>
                    <a:pt x="798" y="1001"/>
                  </a:cubicBezTo>
                  <a:lnTo>
                    <a:pt x="798" y="406"/>
                  </a:lnTo>
                  <a:cubicBezTo>
                    <a:pt x="1001" y="417"/>
                    <a:pt x="1084" y="513"/>
                    <a:pt x="1144" y="513"/>
                  </a:cubicBezTo>
                  <a:cubicBezTo>
                    <a:pt x="1227" y="513"/>
                    <a:pt x="1275" y="406"/>
                    <a:pt x="1275" y="346"/>
                  </a:cubicBezTo>
                  <a:cubicBezTo>
                    <a:pt x="1275" y="203"/>
                    <a:pt x="989" y="144"/>
                    <a:pt x="798" y="144"/>
                  </a:cubicBezTo>
                  <a:lnTo>
                    <a:pt x="798" y="60"/>
                  </a:lnTo>
                  <a:cubicBezTo>
                    <a:pt x="798" y="36"/>
                    <a:pt x="751" y="1"/>
                    <a:pt x="70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" name="Google Shape;474;p48"/>
          <p:cNvGrpSpPr/>
          <p:nvPr/>
        </p:nvGrpSpPr>
        <p:grpSpPr>
          <a:xfrm>
            <a:off x="1493548" y="2578684"/>
            <a:ext cx="381346" cy="368644"/>
            <a:chOff x="4675986" y="2745684"/>
            <a:chExt cx="381346" cy="368644"/>
          </a:xfrm>
        </p:grpSpPr>
        <p:sp>
          <p:nvSpPr>
            <p:cNvPr id="475" name="Google Shape;475;p48"/>
            <p:cNvSpPr/>
            <p:nvPr/>
          </p:nvSpPr>
          <p:spPr>
            <a:xfrm>
              <a:off x="4828918" y="2895345"/>
              <a:ext cx="69226" cy="69258"/>
            </a:xfrm>
            <a:custGeom>
              <a:avLst/>
              <a:gdLst/>
              <a:ahLst/>
              <a:cxnLst/>
              <a:rect l="l" t="t" r="r" b="b"/>
              <a:pathLst>
                <a:path w="2180" h="2181" extrusionOk="0">
                  <a:moveTo>
                    <a:pt x="1100" y="1"/>
                  </a:moveTo>
                  <a:cubicBezTo>
                    <a:pt x="535" y="1"/>
                    <a:pt x="1" y="443"/>
                    <a:pt x="1" y="1098"/>
                  </a:cubicBezTo>
                  <a:cubicBezTo>
                    <a:pt x="1" y="1705"/>
                    <a:pt x="501" y="2181"/>
                    <a:pt x="1096" y="2181"/>
                  </a:cubicBezTo>
                  <a:cubicBezTo>
                    <a:pt x="1703" y="2181"/>
                    <a:pt x="2180" y="1693"/>
                    <a:pt x="2180" y="1098"/>
                  </a:cubicBezTo>
                  <a:cubicBezTo>
                    <a:pt x="2180" y="1014"/>
                    <a:pt x="2180" y="955"/>
                    <a:pt x="2168" y="895"/>
                  </a:cubicBezTo>
                  <a:cubicBezTo>
                    <a:pt x="2146" y="819"/>
                    <a:pt x="2074" y="763"/>
                    <a:pt x="1989" y="763"/>
                  </a:cubicBezTo>
                  <a:cubicBezTo>
                    <a:pt x="1981" y="763"/>
                    <a:pt x="1973" y="763"/>
                    <a:pt x="1965" y="764"/>
                  </a:cubicBezTo>
                  <a:cubicBezTo>
                    <a:pt x="1882" y="776"/>
                    <a:pt x="1822" y="871"/>
                    <a:pt x="1834" y="955"/>
                  </a:cubicBezTo>
                  <a:cubicBezTo>
                    <a:pt x="1915" y="1442"/>
                    <a:pt x="1524" y="1834"/>
                    <a:pt x="1092" y="1834"/>
                  </a:cubicBezTo>
                  <a:cubicBezTo>
                    <a:pt x="954" y="1834"/>
                    <a:pt x="812" y="1794"/>
                    <a:pt x="679" y="1705"/>
                  </a:cubicBezTo>
                  <a:cubicBezTo>
                    <a:pt x="60" y="1288"/>
                    <a:pt x="358" y="336"/>
                    <a:pt x="1096" y="336"/>
                  </a:cubicBezTo>
                  <a:cubicBezTo>
                    <a:pt x="1251" y="336"/>
                    <a:pt x="1418" y="395"/>
                    <a:pt x="1548" y="502"/>
                  </a:cubicBezTo>
                  <a:cubicBezTo>
                    <a:pt x="1581" y="525"/>
                    <a:pt x="1615" y="536"/>
                    <a:pt x="1649" y="536"/>
                  </a:cubicBezTo>
                  <a:cubicBezTo>
                    <a:pt x="1701" y="536"/>
                    <a:pt x="1750" y="510"/>
                    <a:pt x="1787" y="466"/>
                  </a:cubicBezTo>
                  <a:cubicBezTo>
                    <a:pt x="1846" y="395"/>
                    <a:pt x="1834" y="288"/>
                    <a:pt x="1763" y="228"/>
                  </a:cubicBezTo>
                  <a:cubicBezTo>
                    <a:pt x="1558" y="72"/>
                    <a:pt x="1327" y="1"/>
                    <a:pt x="110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48"/>
            <p:cNvSpPr/>
            <p:nvPr/>
          </p:nvSpPr>
          <p:spPr>
            <a:xfrm>
              <a:off x="4675986" y="2745684"/>
              <a:ext cx="381346" cy="368644"/>
            </a:xfrm>
            <a:custGeom>
              <a:avLst/>
              <a:gdLst/>
              <a:ahLst/>
              <a:cxnLst/>
              <a:rect l="l" t="t" r="r" b="b"/>
              <a:pathLst>
                <a:path w="12009" h="11609" extrusionOk="0">
                  <a:moveTo>
                    <a:pt x="1049" y="2188"/>
                  </a:moveTo>
                  <a:cubicBezTo>
                    <a:pt x="1173" y="2188"/>
                    <a:pt x="1299" y="2229"/>
                    <a:pt x="1411" y="2322"/>
                  </a:cubicBezTo>
                  <a:cubicBezTo>
                    <a:pt x="1650" y="2512"/>
                    <a:pt x="1697" y="2846"/>
                    <a:pt x="1531" y="3096"/>
                  </a:cubicBezTo>
                  <a:cubicBezTo>
                    <a:pt x="1413" y="3272"/>
                    <a:pt x="1231" y="3354"/>
                    <a:pt x="1049" y="3354"/>
                  </a:cubicBezTo>
                  <a:cubicBezTo>
                    <a:pt x="791" y="3354"/>
                    <a:pt x="534" y="3188"/>
                    <a:pt x="471" y="2893"/>
                  </a:cubicBezTo>
                  <a:cubicBezTo>
                    <a:pt x="401" y="2493"/>
                    <a:pt x="714" y="2188"/>
                    <a:pt x="1049" y="2188"/>
                  </a:cubicBezTo>
                  <a:close/>
                  <a:moveTo>
                    <a:pt x="4317" y="3036"/>
                  </a:moveTo>
                  <a:cubicBezTo>
                    <a:pt x="4400" y="3084"/>
                    <a:pt x="5472" y="3703"/>
                    <a:pt x="5567" y="3751"/>
                  </a:cubicBezTo>
                  <a:lnTo>
                    <a:pt x="4317" y="4465"/>
                  </a:lnTo>
                  <a:lnTo>
                    <a:pt x="4317" y="3036"/>
                  </a:lnTo>
                  <a:close/>
                  <a:moveTo>
                    <a:pt x="7496" y="3036"/>
                  </a:moveTo>
                  <a:lnTo>
                    <a:pt x="7496" y="4465"/>
                  </a:lnTo>
                  <a:lnTo>
                    <a:pt x="6245" y="3751"/>
                  </a:lnTo>
                  <a:lnTo>
                    <a:pt x="7496" y="3036"/>
                  </a:lnTo>
                  <a:close/>
                  <a:moveTo>
                    <a:pt x="9246" y="2262"/>
                  </a:moveTo>
                  <a:cubicBezTo>
                    <a:pt x="10115" y="2262"/>
                    <a:pt x="10829" y="2965"/>
                    <a:pt x="10829" y="3858"/>
                  </a:cubicBezTo>
                  <a:cubicBezTo>
                    <a:pt x="10829" y="4429"/>
                    <a:pt x="10520" y="4953"/>
                    <a:pt x="10032" y="5239"/>
                  </a:cubicBezTo>
                  <a:lnTo>
                    <a:pt x="9448" y="5572"/>
                  </a:lnTo>
                  <a:cubicBezTo>
                    <a:pt x="9270" y="5477"/>
                    <a:pt x="8055" y="4775"/>
                    <a:pt x="7841" y="4656"/>
                  </a:cubicBezTo>
                  <a:lnTo>
                    <a:pt x="7841" y="2834"/>
                  </a:lnTo>
                  <a:cubicBezTo>
                    <a:pt x="8305" y="2596"/>
                    <a:pt x="8627" y="2262"/>
                    <a:pt x="9246" y="2262"/>
                  </a:cubicBezTo>
                  <a:close/>
                  <a:moveTo>
                    <a:pt x="2565" y="2283"/>
                  </a:moveTo>
                  <a:cubicBezTo>
                    <a:pt x="2837" y="2283"/>
                    <a:pt x="3111" y="2352"/>
                    <a:pt x="3364" y="2489"/>
                  </a:cubicBezTo>
                  <a:cubicBezTo>
                    <a:pt x="3745" y="2715"/>
                    <a:pt x="3602" y="2620"/>
                    <a:pt x="3971" y="2846"/>
                  </a:cubicBezTo>
                  <a:lnTo>
                    <a:pt x="3971" y="4656"/>
                  </a:lnTo>
                  <a:lnTo>
                    <a:pt x="2352" y="5584"/>
                  </a:lnTo>
                  <a:lnTo>
                    <a:pt x="1769" y="5251"/>
                  </a:lnTo>
                  <a:cubicBezTo>
                    <a:pt x="1400" y="5049"/>
                    <a:pt x="1126" y="4703"/>
                    <a:pt x="1030" y="4287"/>
                  </a:cubicBezTo>
                  <a:cubicBezTo>
                    <a:pt x="971" y="4096"/>
                    <a:pt x="947" y="3882"/>
                    <a:pt x="983" y="3691"/>
                  </a:cubicBezTo>
                  <a:lnTo>
                    <a:pt x="983" y="3691"/>
                  </a:lnTo>
                  <a:cubicBezTo>
                    <a:pt x="1005" y="3693"/>
                    <a:pt x="1027" y="3694"/>
                    <a:pt x="1049" y="3694"/>
                  </a:cubicBezTo>
                  <a:cubicBezTo>
                    <a:pt x="1694" y="3694"/>
                    <a:pt x="2153" y="3028"/>
                    <a:pt x="1900" y="2429"/>
                  </a:cubicBezTo>
                  <a:cubicBezTo>
                    <a:pt x="2111" y="2332"/>
                    <a:pt x="2337" y="2283"/>
                    <a:pt x="2565" y="2283"/>
                  </a:cubicBezTo>
                  <a:close/>
                  <a:moveTo>
                    <a:pt x="7841" y="5060"/>
                  </a:moveTo>
                  <a:cubicBezTo>
                    <a:pt x="8008" y="5156"/>
                    <a:pt x="8960" y="5703"/>
                    <a:pt x="9127" y="5787"/>
                  </a:cubicBezTo>
                  <a:lnTo>
                    <a:pt x="7841" y="6513"/>
                  </a:lnTo>
                  <a:lnTo>
                    <a:pt x="7841" y="5060"/>
                  </a:lnTo>
                  <a:close/>
                  <a:moveTo>
                    <a:pt x="3971" y="5060"/>
                  </a:moveTo>
                  <a:lnTo>
                    <a:pt x="3971" y="6525"/>
                  </a:lnTo>
                  <a:lnTo>
                    <a:pt x="2697" y="5787"/>
                  </a:lnTo>
                  <a:lnTo>
                    <a:pt x="3971" y="5060"/>
                  </a:lnTo>
                  <a:close/>
                  <a:moveTo>
                    <a:pt x="5900" y="3965"/>
                  </a:moveTo>
                  <a:lnTo>
                    <a:pt x="7496" y="4870"/>
                  </a:lnTo>
                  <a:lnTo>
                    <a:pt x="7496" y="6715"/>
                  </a:lnTo>
                  <a:lnTo>
                    <a:pt x="5900" y="7620"/>
                  </a:lnTo>
                  <a:lnTo>
                    <a:pt x="4317" y="6715"/>
                  </a:lnTo>
                  <a:lnTo>
                    <a:pt x="4317" y="4870"/>
                  </a:lnTo>
                  <a:lnTo>
                    <a:pt x="5900" y="3965"/>
                  </a:lnTo>
                  <a:close/>
                  <a:moveTo>
                    <a:pt x="4317" y="7120"/>
                  </a:moveTo>
                  <a:lnTo>
                    <a:pt x="5567" y="7835"/>
                  </a:lnTo>
                  <a:lnTo>
                    <a:pt x="4317" y="8549"/>
                  </a:lnTo>
                  <a:lnTo>
                    <a:pt x="4317" y="7120"/>
                  </a:lnTo>
                  <a:close/>
                  <a:moveTo>
                    <a:pt x="7496" y="7108"/>
                  </a:moveTo>
                  <a:lnTo>
                    <a:pt x="7496" y="8549"/>
                  </a:lnTo>
                  <a:cubicBezTo>
                    <a:pt x="7412" y="8501"/>
                    <a:pt x="6341" y="7870"/>
                    <a:pt x="6245" y="7835"/>
                  </a:cubicBezTo>
                  <a:lnTo>
                    <a:pt x="7496" y="7108"/>
                  </a:lnTo>
                  <a:close/>
                  <a:moveTo>
                    <a:pt x="9484" y="5965"/>
                  </a:moveTo>
                  <a:lnTo>
                    <a:pt x="10055" y="6299"/>
                  </a:lnTo>
                  <a:cubicBezTo>
                    <a:pt x="10436" y="6501"/>
                    <a:pt x="10698" y="6846"/>
                    <a:pt x="10806" y="7263"/>
                  </a:cubicBezTo>
                  <a:cubicBezTo>
                    <a:pt x="10853" y="7442"/>
                    <a:pt x="10865" y="7620"/>
                    <a:pt x="10865" y="7799"/>
                  </a:cubicBezTo>
                  <a:cubicBezTo>
                    <a:pt x="10859" y="7799"/>
                    <a:pt x="10853" y="7799"/>
                    <a:pt x="10847" y="7799"/>
                  </a:cubicBezTo>
                  <a:cubicBezTo>
                    <a:pt x="10143" y="7799"/>
                    <a:pt x="9677" y="8506"/>
                    <a:pt x="9972" y="9120"/>
                  </a:cubicBezTo>
                  <a:cubicBezTo>
                    <a:pt x="9748" y="9235"/>
                    <a:pt x="9502" y="9295"/>
                    <a:pt x="9253" y="9295"/>
                  </a:cubicBezTo>
                  <a:cubicBezTo>
                    <a:pt x="8987" y="9295"/>
                    <a:pt x="8718" y="9226"/>
                    <a:pt x="8472" y="9085"/>
                  </a:cubicBezTo>
                  <a:cubicBezTo>
                    <a:pt x="8079" y="8859"/>
                    <a:pt x="8234" y="8942"/>
                    <a:pt x="7853" y="8728"/>
                  </a:cubicBezTo>
                  <a:lnTo>
                    <a:pt x="7853" y="6894"/>
                  </a:lnTo>
                  <a:lnTo>
                    <a:pt x="9484" y="5965"/>
                  </a:lnTo>
                  <a:close/>
                  <a:moveTo>
                    <a:pt x="10799" y="8158"/>
                  </a:moveTo>
                  <a:cubicBezTo>
                    <a:pt x="10910" y="8158"/>
                    <a:pt x="11021" y="8189"/>
                    <a:pt x="11115" y="8251"/>
                  </a:cubicBezTo>
                  <a:cubicBezTo>
                    <a:pt x="11568" y="8549"/>
                    <a:pt x="11413" y="9216"/>
                    <a:pt x="10913" y="9299"/>
                  </a:cubicBezTo>
                  <a:cubicBezTo>
                    <a:pt x="10869" y="9308"/>
                    <a:pt x="10827" y="9312"/>
                    <a:pt x="10786" y="9312"/>
                  </a:cubicBezTo>
                  <a:cubicBezTo>
                    <a:pt x="10343" y="9312"/>
                    <a:pt x="10056" y="8809"/>
                    <a:pt x="10317" y="8406"/>
                  </a:cubicBezTo>
                  <a:cubicBezTo>
                    <a:pt x="10429" y="8243"/>
                    <a:pt x="10614" y="8158"/>
                    <a:pt x="10799" y="8158"/>
                  </a:cubicBezTo>
                  <a:close/>
                  <a:moveTo>
                    <a:pt x="5900" y="8025"/>
                  </a:moveTo>
                  <a:cubicBezTo>
                    <a:pt x="6103" y="8144"/>
                    <a:pt x="7305" y="8823"/>
                    <a:pt x="7496" y="8930"/>
                  </a:cubicBezTo>
                  <a:lnTo>
                    <a:pt x="7496" y="9644"/>
                  </a:lnTo>
                  <a:cubicBezTo>
                    <a:pt x="7496" y="10525"/>
                    <a:pt x="6781" y="11240"/>
                    <a:pt x="5900" y="11240"/>
                  </a:cubicBezTo>
                  <a:cubicBezTo>
                    <a:pt x="5031" y="11240"/>
                    <a:pt x="4317" y="10525"/>
                    <a:pt x="4317" y="9644"/>
                  </a:cubicBezTo>
                  <a:lnTo>
                    <a:pt x="4317" y="8930"/>
                  </a:lnTo>
                  <a:lnTo>
                    <a:pt x="5900" y="8025"/>
                  </a:lnTo>
                  <a:close/>
                  <a:moveTo>
                    <a:pt x="5900" y="0"/>
                  </a:moveTo>
                  <a:cubicBezTo>
                    <a:pt x="4829" y="0"/>
                    <a:pt x="3971" y="869"/>
                    <a:pt x="3971" y="1941"/>
                  </a:cubicBezTo>
                  <a:lnTo>
                    <a:pt x="3971" y="2441"/>
                  </a:lnTo>
                  <a:cubicBezTo>
                    <a:pt x="3686" y="2274"/>
                    <a:pt x="3793" y="2334"/>
                    <a:pt x="3519" y="2191"/>
                  </a:cubicBezTo>
                  <a:cubicBezTo>
                    <a:pt x="3219" y="2016"/>
                    <a:pt x="2890" y="1933"/>
                    <a:pt x="2564" y="1933"/>
                  </a:cubicBezTo>
                  <a:cubicBezTo>
                    <a:pt x="2268" y="1933"/>
                    <a:pt x="1975" y="2001"/>
                    <a:pt x="1709" y="2131"/>
                  </a:cubicBezTo>
                  <a:cubicBezTo>
                    <a:pt x="1515" y="1930"/>
                    <a:pt x="1277" y="1842"/>
                    <a:pt x="1045" y="1842"/>
                  </a:cubicBezTo>
                  <a:cubicBezTo>
                    <a:pt x="508" y="1842"/>
                    <a:pt x="1" y="2313"/>
                    <a:pt x="126" y="2953"/>
                  </a:cubicBezTo>
                  <a:cubicBezTo>
                    <a:pt x="185" y="3251"/>
                    <a:pt x="388" y="3489"/>
                    <a:pt x="638" y="3608"/>
                  </a:cubicBezTo>
                  <a:cubicBezTo>
                    <a:pt x="530" y="4358"/>
                    <a:pt x="888" y="5156"/>
                    <a:pt x="1590" y="5549"/>
                  </a:cubicBezTo>
                  <a:cubicBezTo>
                    <a:pt x="1828" y="5691"/>
                    <a:pt x="1757" y="5644"/>
                    <a:pt x="1995" y="5787"/>
                  </a:cubicBezTo>
                  <a:lnTo>
                    <a:pt x="1590" y="6025"/>
                  </a:lnTo>
                  <a:cubicBezTo>
                    <a:pt x="995" y="6370"/>
                    <a:pt x="626" y="7025"/>
                    <a:pt x="626" y="7716"/>
                  </a:cubicBezTo>
                  <a:cubicBezTo>
                    <a:pt x="626" y="8704"/>
                    <a:pt x="1400" y="9537"/>
                    <a:pt x="2388" y="9632"/>
                  </a:cubicBezTo>
                  <a:lnTo>
                    <a:pt x="2412" y="9632"/>
                  </a:lnTo>
                  <a:cubicBezTo>
                    <a:pt x="2495" y="9632"/>
                    <a:pt x="2566" y="9573"/>
                    <a:pt x="2566" y="9478"/>
                  </a:cubicBezTo>
                  <a:cubicBezTo>
                    <a:pt x="2590" y="9394"/>
                    <a:pt x="2507" y="9299"/>
                    <a:pt x="2424" y="9299"/>
                  </a:cubicBezTo>
                  <a:cubicBezTo>
                    <a:pt x="1602" y="9228"/>
                    <a:pt x="959" y="8549"/>
                    <a:pt x="959" y="7727"/>
                  </a:cubicBezTo>
                  <a:cubicBezTo>
                    <a:pt x="959" y="7144"/>
                    <a:pt x="1281" y="6620"/>
                    <a:pt x="1769" y="6346"/>
                  </a:cubicBezTo>
                  <a:lnTo>
                    <a:pt x="2352" y="6013"/>
                  </a:lnTo>
                  <a:lnTo>
                    <a:pt x="3971" y="6942"/>
                  </a:lnTo>
                  <a:lnTo>
                    <a:pt x="3971" y="8763"/>
                  </a:lnTo>
                  <a:cubicBezTo>
                    <a:pt x="3436" y="9061"/>
                    <a:pt x="3305" y="9168"/>
                    <a:pt x="3031" y="9263"/>
                  </a:cubicBezTo>
                  <a:cubicBezTo>
                    <a:pt x="2947" y="9287"/>
                    <a:pt x="2900" y="9382"/>
                    <a:pt x="2912" y="9466"/>
                  </a:cubicBezTo>
                  <a:cubicBezTo>
                    <a:pt x="2943" y="9549"/>
                    <a:pt x="3011" y="9587"/>
                    <a:pt x="3091" y="9587"/>
                  </a:cubicBezTo>
                  <a:cubicBezTo>
                    <a:pt x="3103" y="9587"/>
                    <a:pt x="3114" y="9586"/>
                    <a:pt x="3126" y="9585"/>
                  </a:cubicBezTo>
                  <a:cubicBezTo>
                    <a:pt x="3436" y="9501"/>
                    <a:pt x="3578" y="9359"/>
                    <a:pt x="3959" y="9168"/>
                  </a:cubicBezTo>
                  <a:lnTo>
                    <a:pt x="3959" y="9680"/>
                  </a:lnTo>
                  <a:cubicBezTo>
                    <a:pt x="3959" y="10752"/>
                    <a:pt x="4817" y="11609"/>
                    <a:pt x="5888" y="11609"/>
                  </a:cubicBezTo>
                  <a:cubicBezTo>
                    <a:pt x="6960" y="11609"/>
                    <a:pt x="7829" y="10752"/>
                    <a:pt x="7829" y="9680"/>
                  </a:cubicBezTo>
                  <a:lnTo>
                    <a:pt x="7829" y="9168"/>
                  </a:lnTo>
                  <a:cubicBezTo>
                    <a:pt x="8317" y="9454"/>
                    <a:pt x="8627" y="9680"/>
                    <a:pt x="9222" y="9680"/>
                  </a:cubicBezTo>
                  <a:cubicBezTo>
                    <a:pt x="9555" y="9680"/>
                    <a:pt x="9865" y="9597"/>
                    <a:pt x="10151" y="9442"/>
                  </a:cubicBezTo>
                  <a:cubicBezTo>
                    <a:pt x="10315" y="9597"/>
                    <a:pt x="10543" y="9696"/>
                    <a:pt x="10788" y="9696"/>
                  </a:cubicBezTo>
                  <a:cubicBezTo>
                    <a:pt x="10845" y="9696"/>
                    <a:pt x="10902" y="9691"/>
                    <a:pt x="10960" y="9680"/>
                  </a:cubicBezTo>
                  <a:cubicBezTo>
                    <a:pt x="11865" y="9466"/>
                    <a:pt x="12008" y="8263"/>
                    <a:pt x="11175" y="7894"/>
                  </a:cubicBezTo>
                  <a:cubicBezTo>
                    <a:pt x="11246" y="7156"/>
                    <a:pt x="10889" y="6406"/>
                    <a:pt x="10210" y="6013"/>
                  </a:cubicBezTo>
                  <a:cubicBezTo>
                    <a:pt x="9972" y="5882"/>
                    <a:pt x="10044" y="5918"/>
                    <a:pt x="9805" y="5775"/>
                  </a:cubicBezTo>
                  <a:lnTo>
                    <a:pt x="10210" y="5537"/>
                  </a:lnTo>
                  <a:cubicBezTo>
                    <a:pt x="11127" y="5001"/>
                    <a:pt x="11460" y="3810"/>
                    <a:pt x="10925" y="2882"/>
                  </a:cubicBezTo>
                  <a:cubicBezTo>
                    <a:pt x="10579" y="2286"/>
                    <a:pt x="9924" y="1917"/>
                    <a:pt x="9246" y="1917"/>
                  </a:cubicBezTo>
                  <a:cubicBezTo>
                    <a:pt x="8531" y="1917"/>
                    <a:pt x="8139" y="2286"/>
                    <a:pt x="7841" y="2429"/>
                  </a:cubicBezTo>
                  <a:cubicBezTo>
                    <a:pt x="7829" y="2012"/>
                    <a:pt x="7865" y="1810"/>
                    <a:pt x="7793" y="1489"/>
                  </a:cubicBezTo>
                  <a:cubicBezTo>
                    <a:pt x="7783" y="1408"/>
                    <a:pt x="7704" y="1352"/>
                    <a:pt x="7629" y="1352"/>
                  </a:cubicBezTo>
                  <a:cubicBezTo>
                    <a:pt x="7616" y="1352"/>
                    <a:pt x="7603" y="1354"/>
                    <a:pt x="7591" y="1358"/>
                  </a:cubicBezTo>
                  <a:cubicBezTo>
                    <a:pt x="7496" y="1369"/>
                    <a:pt x="7436" y="1477"/>
                    <a:pt x="7448" y="1560"/>
                  </a:cubicBezTo>
                  <a:cubicBezTo>
                    <a:pt x="7507" y="1834"/>
                    <a:pt x="7484" y="1989"/>
                    <a:pt x="7496" y="2620"/>
                  </a:cubicBezTo>
                  <a:lnTo>
                    <a:pt x="5900" y="3525"/>
                  </a:lnTo>
                  <a:lnTo>
                    <a:pt x="4317" y="2620"/>
                  </a:lnTo>
                  <a:lnTo>
                    <a:pt x="4317" y="1941"/>
                  </a:lnTo>
                  <a:cubicBezTo>
                    <a:pt x="4317" y="1060"/>
                    <a:pt x="5031" y="346"/>
                    <a:pt x="5900" y="346"/>
                  </a:cubicBezTo>
                  <a:cubicBezTo>
                    <a:pt x="6424" y="346"/>
                    <a:pt x="6912" y="596"/>
                    <a:pt x="7210" y="1024"/>
                  </a:cubicBezTo>
                  <a:cubicBezTo>
                    <a:pt x="7246" y="1075"/>
                    <a:pt x="7301" y="1100"/>
                    <a:pt x="7354" y="1100"/>
                  </a:cubicBezTo>
                  <a:cubicBezTo>
                    <a:pt x="7388" y="1100"/>
                    <a:pt x="7420" y="1090"/>
                    <a:pt x="7448" y="1072"/>
                  </a:cubicBezTo>
                  <a:cubicBezTo>
                    <a:pt x="7531" y="1012"/>
                    <a:pt x="7543" y="905"/>
                    <a:pt x="7496" y="834"/>
                  </a:cubicBezTo>
                  <a:cubicBezTo>
                    <a:pt x="7138" y="310"/>
                    <a:pt x="6543" y="0"/>
                    <a:pt x="590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" name="Google Shape;477;p48"/>
          <p:cNvGrpSpPr/>
          <p:nvPr/>
        </p:nvGrpSpPr>
        <p:grpSpPr>
          <a:xfrm>
            <a:off x="1516904" y="3652596"/>
            <a:ext cx="334634" cy="333904"/>
            <a:chOff x="7429366" y="3223183"/>
            <a:chExt cx="334634" cy="333904"/>
          </a:xfrm>
        </p:grpSpPr>
        <p:sp>
          <p:nvSpPr>
            <p:cNvPr id="478" name="Google Shape;478;p48"/>
            <p:cNvSpPr/>
            <p:nvPr/>
          </p:nvSpPr>
          <p:spPr>
            <a:xfrm>
              <a:off x="7429366" y="3223183"/>
              <a:ext cx="334634" cy="333904"/>
            </a:xfrm>
            <a:custGeom>
              <a:avLst/>
              <a:gdLst/>
              <a:ahLst/>
              <a:cxnLst/>
              <a:rect l="l" t="t" r="r" b="b"/>
              <a:pathLst>
                <a:path w="10538" h="10515" extrusionOk="0">
                  <a:moveTo>
                    <a:pt x="6978" y="322"/>
                  </a:moveTo>
                  <a:cubicBezTo>
                    <a:pt x="7930" y="322"/>
                    <a:pt x="8716" y="1096"/>
                    <a:pt x="8716" y="2061"/>
                  </a:cubicBezTo>
                  <a:cubicBezTo>
                    <a:pt x="8716" y="2334"/>
                    <a:pt x="8633" y="2644"/>
                    <a:pt x="8478" y="2942"/>
                  </a:cubicBezTo>
                  <a:cubicBezTo>
                    <a:pt x="8478" y="2954"/>
                    <a:pt x="8466" y="2977"/>
                    <a:pt x="8466" y="2977"/>
                  </a:cubicBezTo>
                  <a:cubicBezTo>
                    <a:pt x="8061" y="3823"/>
                    <a:pt x="7276" y="4704"/>
                    <a:pt x="6978" y="5025"/>
                  </a:cubicBezTo>
                  <a:cubicBezTo>
                    <a:pt x="6680" y="4716"/>
                    <a:pt x="5894" y="3835"/>
                    <a:pt x="5490" y="2989"/>
                  </a:cubicBezTo>
                  <a:cubicBezTo>
                    <a:pt x="5490" y="2977"/>
                    <a:pt x="5478" y="2954"/>
                    <a:pt x="5478" y="2942"/>
                  </a:cubicBezTo>
                  <a:cubicBezTo>
                    <a:pt x="5323" y="2632"/>
                    <a:pt x="5240" y="2334"/>
                    <a:pt x="5240" y="2061"/>
                  </a:cubicBezTo>
                  <a:cubicBezTo>
                    <a:pt x="5240" y="1096"/>
                    <a:pt x="6025" y="322"/>
                    <a:pt x="6978" y="322"/>
                  </a:cubicBezTo>
                  <a:close/>
                  <a:moveTo>
                    <a:pt x="5252" y="3227"/>
                  </a:moveTo>
                  <a:cubicBezTo>
                    <a:pt x="5728" y="4192"/>
                    <a:pt x="6597" y="5121"/>
                    <a:pt x="6811" y="5335"/>
                  </a:cubicBezTo>
                  <a:lnTo>
                    <a:pt x="6811" y="5811"/>
                  </a:lnTo>
                  <a:lnTo>
                    <a:pt x="3751" y="6728"/>
                  </a:lnTo>
                  <a:lnTo>
                    <a:pt x="3751" y="3668"/>
                  </a:lnTo>
                  <a:lnTo>
                    <a:pt x="5252" y="3227"/>
                  </a:lnTo>
                  <a:close/>
                  <a:moveTo>
                    <a:pt x="8704" y="3239"/>
                  </a:moveTo>
                  <a:lnTo>
                    <a:pt x="10205" y="3668"/>
                  </a:lnTo>
                  <a:lnTo>
                    <a:pt x="10205" y="6728"/>
                  </a:lnTo>
                  <a:lnTo>
                    <a:pt x="7145" y="5811"/>
                  </a:lnTo>
                  <a:lnTo>
                    <a:pt x="7145" y="5335"/>
                  </a:lnTo>
                  <a:cubicBezTo>
                    <a:pt x="7371" y="5121"/>
                    <a:pt x="8228" y="4192"/>
                    <a:pt x="8704" y="3239"/>
                  </a:cubicBezTo>
                  <a:close/>
                  <a:moveTo>
                    <a:pt x="358" y="2763"/>
                  </a:moveTo>
                  <a:lnTo>
                    <a:pt x="3418" y="3668"/>
                  </a:lnTo>
                  <a:lnTo>
                    <a:pt x="3418" y="6728"/>
                  </a:lnTo>
                  <a:lnTo>
                    <a:pt x="2263" y="6383"/>
                  </a:lnTo>
                  <a:cubicBezTo>
                    <a:pt x="2244" y="6375"/>
                    <a:pt x="2225" y="6372"/>
                    <a:pt x="2208" y="6372"/>
                  </a:cubicBezTo>
                  <a:cubicBezTo>
                    <a:pt x="2136" y="6372"/>
                    <a:pt x="2077" y="6425"/>
                    <a:pt x="2049" y="6502"/>
                  </a:cubicBezTo>
                  <a:cubicBezTo>
                    <a:pt x="2025" y="6585"/>
                    <a:pt x="2084" y="6680"/>
                    <a:pt x="2168" y="6704"/>
                  </a:cubicBezTo>
                  <a:lnTo>
                    <a:pt x="3418" y="7085"/>
                  </a:lnTo>
                  <a:lnTo>
                    <a:pt x="3418" y="10121"/>
                  </a:lnTo>
                  <a:lnTo>
                    <a:pt x="358" y="9204"/>
                  </a:lnTo>
                  <a:lnTo>
                    <a:pt x="358" y="6168"/>
                  </a:lnTo>
                  <a:lnTo>
                    <a:pt x="1513" y="6514"/>
                  </a:lnTo>
                  <a:lnTo>
                    <a:pt x="1561" y="6514"/>
                  </a:lnTo>
                  <a:cubicBezTo>
                    <a:pt x="1632" y="6514"/>
                    <a:pt x="1692" y="6466"/>
                    <a:pt x="1727" y="6394"/>
                  </a:cubicBezTo>
                  <a:cubicBezTo>
                    <a:pt x="1751" y="6311"/>
                    <a:pt x="1692" y="6216"/>
                    <a:pt x="1608" y="6192"/>
                  </a:cubicBezTo>
                  <a:lnTo>
                    <a:pt x="358" y="5811"/>
                  </a:lnTo>
                  <a:lnTo>
                    <a:pt x="358" y="2763"/>
                  </a:lnTo>
                  <a:close/>
                  <a:moveTo>
                    <a:pt x="7145" y="6156"/>
                  </a:moveTo>
                  <a:lnTo>
                    <a:pt x="10205" y="7061"/>
                  </a:lnTo>
                  <a:lnTo>
                    <a:pt x="10205" y="10121"/>
                  </a:lnTo>
                  <a:lnTo>
                    <a:pt x="7145" y="9204"/>
                  </a:lnTo>
                  <a:lnTo>
                    <a:pt x="7145" y="7990"/>
                  </a:lnTo>
                  <a:cubicBezTo>
                    <a:pt x="7145" y="7895"/>
                    <a:pt x="7073" y="7823"/>
                    <a:pt x="6978" y="7823"/>
                  </a:cubicBezTo>
                  <a:cubicBezTo>
                    <a:pt x="6895" y="7823"/>
                    <a:pt x="6811" y="7895"/>
                    <a:pt x="6811" y="7990"/>
                  </a:cubicBezTo>
                  <a:lnTo>
                    <a:pt x="6811" y="9204"/>
                  </a:lnTo>
                  <a:lnTo>
                    <a:pt x="3751" y="10121"/>
                  </a:lnTo>
                  <a:lnTo>
                    <a:pt x="3751" y="7061"/>
                  </a:lnTo>
                  <a:lnTo>
                    <a:pt x="6811" y="6156"/>
                  </a:lnTo>
                  <a:lnTo>
                    <a:pt x="6811" y="7311"/>
                  </a:lnTo>
                  <a:cubicBezTo>
                    <a:pt x="6811" y="7407"/>
                    <a:pt x="6895" y="7478"/>
                    <a:pt x="6978" y="7478"/>
                  </a:cubicBezTo>
                  <a:cubicBezTo>
                    <a:pt x="7073" y="7478"/>
                    <a:pt x="7145" y="7407"/>
                    <a:pt x="7145" y="7311"/>
                  </a:cubicBezTo>
                  <a:lnTo>
                    <a:pt x="7145" y="6156"/>
                  </a:lnTo>
                  <a:close/>
                  <a:moveTo>
                    <a:pt x="6966" y="1"/>
                  </a:moveTo>
                  <a:cubicBezTo>
                    <a:pt x="5823" y="1"/>
                    <a:pt x="4894" y="918"/>
                    <a:pt x="4894" y="2061"/>
                  </a:cubicBezTo>
                  <a:cubicBezTo>
                    <a:pt x="4894" y="2334"/>
                    <a:pt x="4966" y="2632"/>
                    <a:pt x="5085" y="2930"/>
                  </a:cubicBezTo>
                  <a:lnTo>
                    <a:pt x="3573" y="3370"/>
                  </a:lnTo>
                  <a:lnTo>
                    <a:pt x="215" y="2382"/>
                  </a:lnTo>
                  <a:cubicBezTo>
                    <a:pt x="205" y="2375"/>
                    <a:pt x="192" y="2372"/>
                    <a:pt x="179" y="2372"/>
                  </a:cubicBezTo>
                  <a:cubicBezTo>
                    <a:pt x="146" y="2372"/>
                    <a:pt x="106" y="2389"/>
                    <a:pt x="72" y="2406"/>
                  </a:cubicBezTo>
                  <a:cubicBezTo>
                    <a:pt x="25" y="2442"/>
                    <a:pt x="1" y="2477"/>
                    <a:pt x="1" y="2537"/>
                  </a:cubicBezTo>
                  <a:lnTo>
                    <a:pt x="1" y="5954"/>
                  </a:lnTo>
                  <a:lnTo>
                    <a:pt x="1" y="9335"/>
                  </a:lnTo>
                  <a:cubicBezTo>
                    <a:pt x="1" y="9419"/>
                    <a:pt x="37" y="9478"/>
                    <a:pt x="120" y="9502"/>
                  </a:cubicBezTo>
                  <a:lnTo>
                    <a:pt x="3513" y="10514"/>
                  </a:lnTo>
                  <a:lnTo>
                    <a:pt x="3573" y="10514"/>
                  </a:lnTo>
                  <a:lnTo>
                    <a:pt x="6847" y="9550"/>
                  </a:lnTo>
                  <a:cubicBezTo>
                    <a:pt x="6859" y="9562"/>
                    <a:pt x="6883" y="9562"/>
                    <a:pt x="6918" y="9562"/>
                  </a:cubicBezTo>
                  <a:cubicBezTo>
                    <a:pt x="6942" y="9562"/>
                    <a:pt x="6966" y="9562"/>
                    <a:pt x="6990" y="9550"/>
                  </a:cubicBezTo>
                  <a:lnTo>
                    <a:pt x="10264" y="10514"/>
                  </a:lnTo>
                  <a:lnTo>
                    <a:pt x="10312" y="10514"/>
                  </a:lnTo>
                  <a:cubicBezTo>
                    <a:pt x="10335" y="10514"/>
                    <a:pt x="10383" y="10502"/>
                    <a:pt x="10419" y="10490"/>
                  </a:cubicBezTo>
                  <a:cubicBezTo>
                    <a:pt x="10455" y="10454"/>
                    <a:pt x="10490" y="10407"/>
                    <a:pt x="10490" y="10347"/>
                  </a:cubicBezTo>
                  <a:lnTo>
                    <a:pt x="10538" y="6942"/>
                  </a:lnTo>
                  <a:lnTo>
                    <a:pt x="10538" y="3549"/>
                  </a:lnTo>
                  <a:cubicBezTo>
                    <a:pt x="10538" y="3477"/>
                    <a:pt x="10490" y="3418"/>
                    <a:pt x="10419" y="3394"/>
                  </a:cubicBezTo>
                  <a:lnTo>
                    <a:pt x="8835" y="2930"/>
                  </a:lnTo>
                  <a:cubicBezTo>
                    <a:pt x="8954" y="2632"/>
                    <a:pt x="9038" y="2334"/>
                    <a:pt x="9038" y="2061"/>
                  </a:cubicBezTo>
                  <a:cubicBezTo>
                    <a:pt x="9038" y="918"/>
                    <a:pt x="8109" y="1"/>
                    <a:pt x="696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48"/>
            <p:cNvSpPr/>
            <p:nvPr/>
          </p:nvSpPr>
          <p:spPr>
            <a:xfrm>
              <a:off x="7613514" y="3251541"/>
              <a:ext cx="74878" cy="74529"/>
            </a:xfrm>
            <a:custGeom>
              <a:avLst/>
              <a:gdLst/>
              <a:ahLst/>
              <a:cxnLst/>
              <a:rect l="l" t="t" r="r" b="b"/>
              <a:pathLst>
                <a:path w="2358" h="2347" extrusionOk="0">
                  <a:moveTo>
                    <a:pt x="1179" y="322"/>
                  </a:moveTo>
                  <a:cubicBezTo>
                    <a:pt x="1643" y="322"/>
                    <a:pt x="2012" y="691"/>
                    <a:pt x="2012" y="1156"/>
                  </a:cubicBezTo>
                  <a:cubicBezTo>
                    <a:pt x="2012" y="1620"/>
                    <a:pt x="1643" y="1989"/>
                    <a:pt x="1179" y="1989"/>
                  </a:cubicBezTo>
                  <a:cubicBezTo>
                    <a:pt x="715" y="1989"/>
                    <a:pt x="345" y="1620"/>
                    <a:pt x="345" y="1156"/>
                  </a:cubicBezTo>
                  <a:cubicBezTo>
                    <a:pt x="334" y="703"/>
                    <a:pt x="715" y="322"/>
                    <a:pt x="1179" y="322"/>
                  </a:cubicBezTo>
                  <a:close/>
                  <a:moveTo>
                    <a:pt x="1179" y="1"/>
                  </a:moveTo>
                  <a:cubicBezTo>
                    <a:pt x="524" y="1"/>
                    <a:pt x="0" y="513"/>
                    <a:pt x="0" y="1168"/>
                  </a:cubicBezTo>
                  <a:cubicBezTo>
                    <a:pt x="0" y="1811"/>
                    <a:pt x="524" y="2346"/>
                    <a:pt x="1179" y="2346"/>
                  </a:cubicBezTo>
                  <a:cubicBezTo>
                    <a:pt x="1834" y="2346"/>
                    <a:pt x="2358" y="1822"/>
                    <a:pt x="2358" y="1168"/>
                  </a:cubicBezTo>
                  <a:cubicBezTo>
                    <a:pt x="2358" y="513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0" name="Google Shape;480;p48"/>
          <p:cNvGrpSpPr/>
          <p:nvPr/>
        </p:nvGrpSpPr>
        <p:grpSpPr>
          <a:xfrm>
            <a:off x="1506693" y="3163369"/>
            <a:ext cx="355053" cy="248038"/>
            <a:chOff x="6849393" y="3733994"/>
            <a:chExt cx="355053" cy="248038"/>
          </a:xfrm>
        </p:grpSpPr>
        <p:sp>
          <p:nvSpPr>
            <p:cNvPr id="481" name="Google Shape;481;p48"/>
            <p:cNvSpPr/>
            <p:nvPr/>
          </p:nvSpPr>
          <p:spPr>
            <a:xfrm>
              <a:off x="6849393" y="3733994"/>
              <a:ext cx="355053" cy="248038"/>
            </a:xfrm>
            <a:custGeom>
              <a:avLst/>
              <a:gdLst/>
              <a:ahLst/>
              <a:cxnLst/>
              <a:rect l="l" t="t" r="r" b="b"/>
              <a:pathLst>
                <a:path w="11181" h="7811" extrusionOk="0">
                  <a:moveTo>
                    <a:pt x="10800" y="357"/>
                  </a:moveTo>
                  <a:cubicBezTo>
                    <a:pt x="10800" y="357"/>
                    <a:pt x="10823" y="357"/>
                    <a:pt x="10823" y="369"/>
                  </a:cubicBezTo>
                  <a:lnTo>
                    <a:pt x="10823" y="5227"/>
                  </a:lnTo>
                  <a:lnTo>
                    <a:pt x="346" y="5239"/>
                  </a:lnTo>
                  <a:cubicBezTo>
                    <a:pt x="346" y="5239"/>
                    <a:pt x="334" y="5239"/>
                    <a:pt x="334" y="5227"/>
                  </a:cubicBezTo>
                  <a:lnTo>
                    <a:pt x="334" y="369"/>
                  </a:lnTo>
                  <a:cubicBezTo>
                    <a:pt x="334" y="369"/>
                    <a:pt x="334" y="357"/>
                    <a:pt x="346" y="357"/>
                  </a:cubicBezTo>
                  <a:close/>
                  <a:moveTo>
                    <a:pt x="10835" y="5572"/>
                  </a:moveTo>
                  <a:lnTo>
                    <a:pt x="10823" y="5977"/>
                  </a:lnTo>
                  <a:lnTo>
                    <a:pt x="10252" y="5977"/>
                  </a:lnTo>
                  <a:cubicBezTo>
                    <a:pt x="10169" y="5977"/>
                    <a:pt x="10073" y="6060"/>
                    <a:pt x="10073" y="6156"/>
                  </a:cubicBezTo>
                  <a:cubicBezTo>
                    <a:pt x="10073" y="6263"/>
                    <a:pt x="10157" y="6334"/>
                    <a:pt x="10252" y="6334"/>
                  </a:cubicBezTo>
                  <a:lnTo>
                    <a:pt x="10823" y="6334"/>
                  </a:lnTo>
                  <a:lnTo>
                    <a:pt x="10823" y="6739"/>
                  </a:lnTo>
                  <a:lnTo>
                    <a:pt x="8014" y="6739"/>
                  </a:lnTo>
                  <a:cubicBezTo>
                    <a:pt x="7918" y="6739"/>
                    <a:pt x="7823" y="6811"/>
                    <a:pt x="7823" y="6918"/>
                  </a:cubicBezTo>
                  <a:cubicBezTo>
                    <a:pt x="7823" y="7013"/>
                    <a:pt x="7906" y="7096"/>
                    <a:pt x="8014" y="7096"/>
                  </a:cubicBezTo>
                  <a:lnTo>
                    <a:pt x="10823" y="7096"/>
                  </a:lnTo>
                  <a:lnTo>
                    <a:pt x="10823" y="7489"/>
                  </a:lnTo>
                  <a:cubicBezTo>
                    <a:pt x="10823" y="7489"/>
                    <a:pt x="10823" y="7501"/>
                    <a:pt x="10812" y="7501"/>
                  </a:cubicBezTo>
                  <a:lnTo>
                    <a:pt x="358" y="7501"/>
                  </a:lnTo>
                  <a:cubicBezTo>
                    <a:pt x="358" y="7501"/>
                    <a:pt x="346" y="7501"/>
                    <a:pt x="346" y="7489"/>
                  </a:cubicBezTo>
                  <a:lnTo>
                    <a:pt x="346" y="7096"/>
                  </a:lnTo>
                  <a:lnTo>
                    <a:pt x="7263" y="7096"/>
                  </a:lnTo>
                  <a:cubicBezTo>
                    <a:pt x="7359" y="7096"/>
                    <a:pt x="7442" y="7025"/>
                    <a:pt x="7442" y="6918"/>
                  </a:cubicBezTo>
                  <a:cubicBezTo>
                    <a:pt x="7442" y="6834"/>
                    <a:pt x="7371" y="6739"/>
                    <a:pt x="7263" y="6739"/>
                  </a:cubicBezTo>
                  <a:lnTo>
                    <a:pt x="346" y="6739"/>
                  </a:lnTo>
                  <a:lnTo>
                    <a:pt x="346" y="6334"/>
                  </a:lnTo>
                  <a:lnTo>
                    <a:pt x="9514" y="6334"/>
                  </a:lnTo>
                  <a:cubicBezTo>
                    <a:pt x="9597" y="6334"/>
                    <a:pt x="9692" y="6263"/>
                    <a:pt x="9692" y="6156"/>
                  </a:cubicBezTo>
                  <a:cubicBezTo>
                    <a:pt x="9692" y="6072"/>
                    <a:pt x="9621" y="5977"/>
                    <a:pt x="9514" y="5977"/>
                  </a:cubicBezTo>
                  <a:lnTo>
                    <a:pt x="346" y="5977"/>
                  </a:lnTo>
                  <a:lnTo>
                    <a:pt x="346" y="5572"/>
                  </a:lnTo>
                  <a:close/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7453"/>
                  </a:lnTo>
                  <a:cubicBezTo>
                    <a:pt x="1" y="7644"/>
                    <a:pt x="167" y="7811"/>
                    <a:pt x="358" y="7811"/>
                  </a:cubicBezTo>
                  <a:lnTo>
                    <a:pt x="10823" y="7811"/>
                  </a:lnTo>
                  <a:cubicBezTo>
                    <a:pt x="11014" y="7811"/>
                    <a:pt x="11181" y="7644"/>
                    <a:pt x="11181" y="7453"/>
                  </a:cubicBezTo>
                  <a:lnTo>
                    <a:pt x="11181" y="357"/>
                  </a:lnTo>
                  <a:cubicBezTo>
                    <a:pt x="11181" y="167"/>
                    <a:pt x="11014" y="0"/>
                    <a:pt x="1082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48"/>
            <p:cNvSpPr/>
            <p:nvPr/>
          </p:nvSpPr>
          <p:spPr>
            <a:xfrm>
              <a:off x="7080411" y="3758192"/>
              <a:ext cx="100219" cy="129687"/>
            </a:xfrm>
            <a:custGeom>
              <a:avLst/>
              <a:gdLst/>
              <a:ahLst/>
              <a:cxnLst/>
              <a:rect l="l" t="t" r="r" b="b"/>
              <a:pathLst>
                <a:path w="3156" h="4084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2072" y="357"/>
                  </a:lnTo>
                  <a:cubicBezTo>
                    <a:pt x="2144" y="726"/>
                    <a:pt x="2429" y="1012"/>
                    <a:pt x="2798" y="1084"/>
                  </a:cubicBezTo>
                  <a:lnTo>
                    <a:pt x="2798" y="3001"/>
                  </a:lnTo>
                  <a:cubicBezTo>
                    <a:pt x="2429" y="3072"/>
                    <a:pt x="2144" y="3358"/>
                    <a:pt x="2072" y="3727"/>
                  </a:cubicBezTo>
                  <a:lnTo>
                    <a:pt x="179" y="3727"/>
                  </a:lnTo>
                  <a:cubicBezTo>
                    <a:pt x="96" y="3727"/>
                    <a:pt x="0" y="3810"/>
                    <a:pt x="0" y="3905"/>
                  </a:cubicBezTo>
                  <a:cubicBezTo>
                    <a:pt x="0" y="4013"/>
                    <a:pt x="84" y="4084"/>
                    <a:pt x="179" y="4084"/>
                  </a:cubicBezTo>
                  <a:lnTo>
                    <a:pt x="2239" y="4084"/>
                  </a:lnTo>
                  <a:cubicBezTo>
                    <a:pt x="2322" y="4084"/>
                    <a:pt x="2417" y="4013"/>
                    <a:pt x="2417" y="3905"/>
                  </a:cubicBezTo>
                  <a:cubicBezTo>
                    <a:pt x="2417" y="3596"/>
                    <a:pt x="2667" y="3346"/>
                    <a:pt x="2977" y="3346"/>
                  </a:cubicBezTo>
                  <a:cubicBezTo>
                    <a:pt x="3072" y="3346"/>
                    <a:pt x="3156" y="3274"/>
                    <a:pt x="3156" y="3167"/>
                  </a:cubicBezTo>
                  <a:lnTo>
                    <a:pt x="3156" y="917"/>
                  </a:lnTo>
                  <a:cubicBezTo>
                    <a:pt x="3156" y="810"/>
                    <a:pt x="3072" y="738"/>
                    <a:pt x="2977" y="738"/>
                  </a:cubicBezTo>
                  <a:cubicBezTo>
                    <a:pt x="2667" y="738"/>
                    <a:pt x="2417" y="488"/>
                    <a:pt x="2417" y="179"/>
                  </a:cubicBezTo>
                  <a:cubicBezTo>
                    <a:pt x="2417" y="83"/>
                    <a:pt x="2346" y="0"/>
                    <a:pt x="223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48"/>
            <p:cNvSpPr/>
            <p:nvPr/>
          </p:nvSpPr>
          <p:spPr>
            <a:xfrm>
              <a:off x="6873209" y="3757811"/>
              <a:ext cx="100219" cy="130068"/>
            </a:xfrm>
            <a:custGeom>
              <a:avLst/>
              <a:gdLst/>
              <a:ahLst/>
              <a:cxnLst/>
              <a:rect l="l" t="t" r="r" b="b"/>
              <a:pathLst>
                <a:path w="3156" h="4096" extrusionOk="0">
                  <a:moveTo>
                    <a:pt x="918" y="0"/>
                  </a:moveTo>
                  <a:cubicBezTo>
                    <a:pt x="834" y="0"/>
                    <a:pt x="739" y="84"/>
                    <a:pt x="739" y="191"/>
                  </a:cubicBezTo>
                  <a:cubicBezTo>
                    <a:pt x="739" y="500"/>
                    <a:pt x="489" y="750"/>
                    <a:pt x="179" y="750"/>
                  </a:cubicBezTo>
                  <a:cubicBezTo>
                    <a:pt x="84" y="750"/>
                    <a:pt x="1" y="822"/>
                    <a:pt x="1" y="929"/>
                  </a:cubicBezTo>
                  <a:lnTo>
                    <a:pt x="1" y="3179"/>
                  </a:lnTo>
                  <a:cubicBezTo>
                    <a:pt x="1" y="3263"/>
                    <a:pt x="72" y="3358"/>
                    <a:pt x="179" y="3358"/>
                  </a:cubicBezTo>
                  <a:cubicBezTo>
                    <a:pt x="489" y="3358"/>
                    <a:pt x="739" y="3608"/>
                    <a:pt x="739" y="3917"/>
                  </a:cubicBezTo>
                  <a:cubicBezTo>
                    <a:pt x="739" y="4013"/>
                    <a:pt x="810" y="4096"/>
                    <a:pt x="918" y="4096"/>
                  </a:cubicBezTo>
                  <a:lnTo>
                    <a:pt x="2977" y="4096"/>
                  </a:lnTo>
                  <a:cubicBezTo>
                    <a:pt x="3061" y="4096"/>
                    <a:pt x="3156" y="4025"/>
                    <a:pt x="3156" y="3917"/>
                  </a:cubicBezTo>
                  <a:cubicBezTo>
                    <a:pt x="3132" y="3822"/>
                    <a:pt x="3061" y="3739"/>
                    <a:pt x="2977" y="3739"/>
                  </a:cubicBezTo>
                  <a:lnTo>
                    <a:pt x="1084" y="3739"/>
                  </a:lnTo>
                  <a:cubicBezTo>
                    <a:pt x="1013" y="3370"/>
                    <a:pt x="727" y="3084"/>
                    <a:pt x="346" y="3013"/>
                  </a:cubicBezTo>
                  <a:lnTo>
                    <a:pt x="346" y="1096"/>
                  </a:lnTo>
                  <a:cubicBezTo>
                    <a:pt x="727" y="1024"/>
                    <a:pt x="1013" y="738"/>
                    <a:pt x="1084" y="369"/>
                  </a:cubicBezTo>
                  <a:lnTo>
                    <a:pt x="2977" y="369"/>
                  </a:lnTo>
                  <a:cubicBezTo>
                    <a:pt x="3061" y="369"/>
                    <a:pt x="3156" y="286"/>
                    <a:pt x="3156" y="191"/>
                  </a:cubicBezTo>
                  <a:cubicBezTo>
                    <a:pt x="3156" y="95"/>
                    <a:pt x="3073" y="0"/>
                    <a:pt x="297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48"/>
            <p:cNvSpPr/>
            <p:nvPr/>
          </p:nvSpPr>
          <p:spPr>
            <a:xfrm>
              <a:off x="6962060" y="3758192"/>
              <a:ext cx="129338" cy="129338"/>
            </a:xfrm>
            <a:custGeom>
              <a:avLst/>
              <a:gdLst/>
              <a:ahLst/>
              <a:cxnLst/>
              <a:rect l="l" t="t" r="r" b="b"/>
              <a:pathLst>
                <a:path w="4073" h="4073" extrusionOk="0">
                  <a:moveTo>
                    <a:pt x="2037" y="334"/>
                  </a:moveTo>
                  <a:cubicBezTo>
                    <a:pt x="2977" y="334"/>
                    <a:pt x="3727" y="1096"/>
                    <a:pt x="3727" y="2036"/>
                  </a:cubicBezTo>
                  <a:cubicBezTo>
                    <a:pt x="3727" y="2977"/>
                    <a:pt x="2977" y="3727"/>
                    <a:pt x="2037" y="3727"/>
                  </a:cubicBezTo>
                  <a:cubicBezTo>
                    <a:pt x="1096" y="3727"/>
                    <a:pt x="334" y="2977"/>
                    <a:pt x="334" y="2036"/>
                  </a:cubicBezTo>
                  <a:cubicBezTo>
                    <a:pt x="334" y="1096"/>
                    <a:pt x="1096" y="334"/>
                    <a:pt x="2037" y="334"/>
                  </a:cubicBezTo>
                  <a:close/>
                  <a:moveTo>
                    <a:pt x="2037" y="0"/>
                  </a:moveTo>
                  <a:cubicBezTo>
                    <a:pt x="906" y="0"/>
                    <a:pt x="1" y="917"/>
                    <a:pt x="1" y="2036"/>
                  </a:cubicBezTo>
                  <a:cubicBezTo>
                    <a:pt x="1" y="3155"/>
                    <a:pt x="918" y="4072"/>
                    <a:pt x="2037" y="4072"/>
                  </a:cubicBezTo>
                  <a:cubicBezTo>
                    <a:pt x="3156" y="4072"/>
                    <a:pt x="4073" y="3155"/>
                    <a:pt x="4073" y="2036"/>
                  </a:cubicBezTo>
                  <a:cubicBezTo>
                    <a:pt x="4073" y="905"/>
                    <a:pt x="3168" y="0"/>
                    <a:pt x="203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48"/>
            <p:cNvSpPr/>
            <p:nvPr/>
          </p:nvSpPr>
          <p:spPr>
            <a:xfrm>
              <a:off x="6997244" y="3781627"/>
              <a:ext cx="59382" cy="82436"/>
            </a:xfrm>
            <a:custGeom>
              <a:avLst/>
              <a:gdLst/>
              <a:ahLst/>
              <a:cxnLst/>
              <a:rect l="l" t="t" r="r" b="b"/>
              <a:pathLst>
                <a:path w="1870" h="2596" extrusionOk="0">
                  <a:moveTo>
                    <a:pt x="750" y="536"/>
                  </a:moveTo>
                  <a:lnTo>
                    <a:pt x="750" y="1060"/>
                  </a:lnTo>
                  <a:cubicBezTo>
                    <a:pt x="452" y="965"/>
                    <a:pt x="345" y="881"/>
                    <a:pt x="345" y="762"/>
                  </a:cubicBezTo>
                  <a:cubicBezTo>
                    <a:pt x="345" y="691"/>
                    <a:pt x="500" y="584"/>
                    <a:pt x="750" y="536"/>
                  </a:cubicBezTo>
                  <a:close/>
                  <a:moveTo>
                    <a:pt x="1107" y="1524"/>
                  </a:moveTo>
                  <a:cubicBezTo>
                    <a:pt x="1405" y="1608"/>
                    <a:pt x="1512" y="1703"/>
                    <a:pt x="1512" y="1822"/>
                  </a:cubicBezTo>
                  <a:cubicBezTo>
                    <a:pt x="1512" y="1893"/>
                    <a:pt x="1357" y="2001"/>
                    <a:pt x="1107" y="2036"/>
                  </a:cubicBezTo>
                  <a:lnTo>
                    <a:pt x="1107" y="1524"/>
                  </a:lnTo>
                  <a:close/>
                  <a:moveTo>
                    <a:pt x="941" y="0"/>
                  </a:moveTo>
                  <a:cubicBezTo>
                    <a:pt x="857" y="0"/>
                    <a:pt x="762" y="72"/>
                    <a:pt x="762" y="179"/>
                  </a:cubicBezTo>
                  <a:lnTo>
                    <a:pt x="762" y="191"/>
                  </a:lnTo>
                  <a:cubicBezTo>
                    <a:pt x="333" y="238"/>
                    <a:pt x="24" y="477"/>
                    <a:pt x="24" y="774"/>
                  </a:cubicBezTo>
                  <a:cubicBezTo>
                    <a:pt x="24" y="1191"/>
                    <a:pt x="441" y="1346"/>
                    <a:pt x="762" y="1429"/>
                  </a:cubicBezTo>
                  <a:lnTo>
                    <a:pt x="762" y="2036"/>
                  </a:lnTo>
                  <a:cubicBezTo>
                    <a:pt x="512" y="2001"/>
                    <a:pt x="357" y="1893"/>
                    <a:pt x="357" y="1822"/>
                  </a:cubicBezTo>
                  <a:cubicBezTo>
                    <a:pt x="357" y="1727"/>
                    <a:pt x="286" y="1643"/>
                    <a:pt x="179" y="1643"/>
                  </a:cubicBezTo>
                  <a:cubicBezTo>
                    <a:pt x="83" y="1643"/>
                    <a:pt x="0" y="1715"/>
                    <a:pt x="0" y="1822"/>
                  </a:cubicBezTo>
                  <a:cubicBezTo>
                    <a:pt x="0" y="2120"/>
                    <a:pt x="310" y="2334"/>
                    <a:pt x="750" y="2393"/>
                  </a:cubicBezTo>
                  <a:lnTo>
                    <a:pt x="750" y="2417"/>
                  </a:lnTo>
                  <a:cubicBezTo>
                    <a:pt x="750" y="2501"/>
                    <a:pt x="822" y="2596"/>
                    <a:pt x="929" y="2596"/>
                  </a:cubicBezTo>
                  <a:cubicBezTo>
                    <a:pt x="1036" y="2596"/>
                    <a:pt x="1107" y="2513"/>
                    <a:pt x="1107" y="2417"/>
                  </a:cubicBezTo>
                  <a:lnTo>
                    <a:pt x="1107" y="2393"/>
                  </a:lnTo>
                  <a:cubicBezTo>
                    <a:pt x="1536" y="2358"/>
                    <a:pt x="1845" y="2120"/>
                    <a:pt x="1845" y="1822"/>
                  </a:cubicBezTo>
                  <a:cubicBezTo>
                    <a:pt x="1845" y="1417"/>
                    <a:pt x="1453" y="1250"/>
                    <a:pt x="1107" y="1167"/>
                  </a:cubicBezTo>
                  <a:lnTo>
                    <a:pt x="1107" y="548"/>
                  </a:lnTo>
                  <a:cubicBezTo>
                    <a:pt x="1357" y="596"/>
                    <a:pt x="1512" y="703"/>
                    <a:pt x="1512" y="774"/>
                  </a:cubicBezTo>
                  <a:cubicBezTo>
                    <a:pt x="1512" y="869"/>
                    <a:pt x="1584" y="953"/>
                    <a:pt x="1691" y="953"/>
                  </a:cubicBezTo>
                  <a:cubicBezTo>
                    <a:pt x="1774" y="953"/>
                    <a:pt x="1869" y="881"/>
                    <a:pt x="1869" y="774"/>
                  </a:cubicBezTo>
                  <a:cubicBezTo>
                    <a:pt x="1869" y="477"/>
                    <a:pt x="1548" y="250"/>
                    <a:pt x="1119" y="191"/>
                  </a:cubicBezTo>
                  <a:lnTo>
                    <a:pt x="1119" y="179"/>
                  </a:lnTo>
                  <a:cubicBezTo>
                    <a:pt x="1119" y="84"/>
                    <a:pt x="1048" y="0"/>
                    <a:pt x="94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48"/>
          <p:cNvGrpSpPr/>
          <p:nvPr/>
        </p:nvGrpSpPr>
        <p:grpSpPr>
          <a:xfrm>
            <a:off x="1463971" y="4227699"/>
            <a:ext cx="440505" cy="290018"/>
            <a:chOff x="5727616" y="4204699"/>
            <a:chExt cx="440505" cy="290018"/>
          </a:xfrm>
        </p:grpSpPr>
        <p:sp>
          <p:nvSpPr>
            <p:cNvPr id="487" name="Google Shape;487;p48"/>
            <p:cNvSpPr/>
            <p:nvPr/>
          </p:nvSpPr>
          <p:spPr>
            <a:xfrm>
              <a:off x="5727616" y="4204699"/>
              <a:ext cx="440505" cy="290018"/>
            </a:xfrm>
            <a:custGeom>
              <a:avLst/>
              <a:gdLst/>
              <a:ahLst/>
              <a:cxnLst/>
              <a:rect l="l" t="t" r="r" b="b"/>
              <a:pathLst>
                <a:path w="13872" h="9133" extrusionOk="0">
                  <a:moveTo>
                    <a:pt x="13145" y="4465"/>
                  </a:moveTo>
                  <a:lnTo>
                    <a:pt x="13145" y="4870"/>
                  </a:lnTo>
                  <a:lnTo>
                    <a:pt x="12752" y="4870"/>
                  </a:lnTo>
                  <a:lnTo>
                    <a:pt x="12752" y="4465"/>
                  </a:lnTo>
                  <a:close/>
                  <a:moveTo>
                    <a:pt x="1275" y="3941"/>
                  </a:moveTo>
                  <a:lnTo>
                    <a:pt x="1275" y="4430"/>
                  </a:lnTo>
                  <a:cubicBezTo>
                    <a:pt x="1275" y="4775"/>
                    <a:pt x="1013" y="5049"/>
                    <a:pt x="668" y="5049"/>
                  </a:cubicBezTo>
                  <a:lnTo>
                    <a:pt x="418" y="5049"/>
                  </a:lnTo>
                  <a:cubicBezTo>
                    <a:pt x="501" y="4549"/>
                    <a:pt x="810" y="4120"/>
                    <a:pt x="1275" y="3941"/>
                  </a:cubicBezTo>
                  <a:close/>
                  <a:moveTo>
                    <a:pt x="9121" y="417"/>
                  </a:moveTo>
                  <a:cubicBezTo>
                    <a:pt x="9562" y="417"/>
                    <a:pt x="9978" y="620"/>
                    <a:pt x="10252" y="977"/>
                  </a:cubicBezTo>
                  <a:lnTo>
                    <a:pt x="12205" y="3584"/>
                  </a:lnTo>
                  <a:cubicBezTo>
                    <a:pt x="12240" y="3632"/>
                    <a:pt x="12300" y="3656"/>
                    <a:pt x="12360" y="3656"/>
                  </a:cubicBezTo>
                  <a:lnTo>
                    <a:pt x="13312" y="3656"/>
                  </a:lnTo>
                  <a:cubicBezTo>
                    <a:pt x="13431" y="3656"/>
                    <a:pt x="13514" y="3775"/>
                    <a:pt x="13467" y="3882"/>
                  </a:cubicBezTo>
                  <a:lnTo>
                    <a:pt x="13372" y="4060"/>
                  </a:lnTo>
                  <a:lnTo>
                    <a:pt x="12574" y="4060"/>
                  </a:lnTo>
                  <a:cubicBezTo>
                    <a:pt x="12455" y="4060"/>
                    <a:pt x="12360" y="4156"/>
                    <a:pt x="12360" y="4275"/>
                  </a:cubicBezTo>
                  <a:lnTo>
                    <a:pt x="12360" y="5084"/>
                  </a:lnTo>
                  <a:cubicBezTo>
                    <a:pt x="12360" y="5203"/>
                    <a:pt x="12455" y="5299"/>
                    <a:pt x="12574" y="5299"/>
                  </a:cubicBezTo>
                  <a:lnTo>
                    <a:pt x="13181" y="5299"/>
                  </a:lnTo>
                  <a:lnTo>
                    <a:pt x="13181" y="5596"/>
                  </a:lnTo>
                  <a:cubicBezTo>
                    <a:pt x="13181" y="5787"/>
                    <a:pt x="13252" y="5977"/>
                    <a:pt x="13395" y="6096"/>
                  </a:cubicBezTo>
                  <a:cubicBezTo>
                    <a:pt x="13455" y="6156"/>
                    <a:pt x="13479" y="6227"/>
                    <a:pt x="13479" y="6323"/>
                  </a:cubicBezTo>
                  <a:lnTo>
                    <a:pt x="13479" y="6692"/>
                  </a:lnTo>
                  <a:lnTo>
                    <a:pt x="13443" y="6692"/>
                  </a:lnTo>
                  <a:cubicBezTo>
                    <a:pt x="13443" y="7037"/>
                    <a:pt x="13181" y="7311"/>
                    <a:pt x="12836" y="7311"/>
                  </a:cubicBezTo>
                  <a:lnTo>
                    <a:pt x="12526" y="7311"/>
                  </a:lnTo>
                  <a:cubicBezTo>
                    <a:pt x="12419" y="6501"/>
                    <a:pt x="11740" y="5894"/>
                    <a:pt x="10919" y="5894"/>
                  </a:cubicBezTo>
                  <a:cubicBezTo>
                    <a:pt x="10097" y="5894"/>
                    <a:pt x="9419" y="6513"/>
                    <a:pt x="9312" y="7311"/>
                  </a:cubicBezTo>
                  <a:lnTo>
                    <a:pt x="4061" y="7311"/>
                  </a:lnTo>
                  <a:cubicBezTo>
                    <a:pt x="3954" y="6501"/>
                    <a:pt x="3275" y="5894"/>
                    <a:pt x="2454" y="5894"/>
                  </a:cubicBezTo>
                  <a:cubicBezTo>
                    <a:pt x="1632" y="5894"/>
                    <a:pt x="965" y="6501"/>
                    <a:pt x="846" y="7275"/>
                  </a:cubicBezTo>
                  <a:cubicBezTo>
                    <a:pt x="608" y="7204"/>
                    <a:pt x="429" y="6966"/>
                    <a:pt x="429" y="6692"/>
                  </a:cubicBezTo>
                  <a:lnTo>
                    <a:pt x="429" y="5465"/>
                  </a:lnTo>
                  <a:lnTo>
                    <a:pt x="691" y="5465"/>
                  </a:lnTo>
                  <a:cubicBezTo>
                    <a:pt x="1263" y="5465"/>
                    <a:pt x="1703" y="5001"/>
                    <a:pt x="1703" y="4453"/>
                  </a:cubicBezTo>
                  <a:lnTo>
                    <a:pt x="1703" y="3822"/>
                  </a:lnTo>
                  <a:lnTo>
                    <a:pt x="2406" y="3644"/>
                  </a:lnTo>
                  <a:cubicBezTo>
                    <a:pt x="2465" y="3632"/>
                    <a:pt x="2513" y="3596"/>
                    <a:pt x="2525" y="3560"/>
                  </a:cubicBezTo>
                  <a:lnTo>
                    <a:pt x="3954" y="1120"/>
                  </a:lnTo>
                  <a:cubicBezTo>
                    <a:pt x="4204" y="679"/>
                    <a:pt x="4680" y="417"/>
                    <a:pt x="5180" y="417"/>
                  </a:cubicBezTo>
                  <a:close/>
                  <a:moveTo>
                    <a:pt x="2430" y="6275"/>
                  </a:moveTo>
                  <a:cubicBezTo>
                    <a:pt x="3108" y="6275"/>
                    <a:pt x="3656" y="6823"/>
                    <a:pt x="3656" y="7501"/>
                  </a:cubicBezTo>
                  <a:cubicBezTo>
                    <a:pt x="3656" y="8168"/>
                    <a:pt x="3108" y="8716"/>
                    <a:pt x="2430" y="8716"/>
                  </a:cubicBezTo>
                  <a:cubicBezTo>
                    <a:pt x="1763" y="8716"/>
                    <a:pt x="1215" y="8168"/>
                    <a:pt x="1215" y="7501"/>
                  </a:cubicBezTo>
                  <a:cubicBezTo>
                    <a:pt x="1215" y="6823"/>
                    <a:pt x="1763" y="6275"/>
                    <a:pt x="2430" y="6275"/>
                  </a:cubicBezTo>
                  <a:close/>
                  <a:moveTo>
                    <a:pt x="10919" y="6275"/>
                  </a:moveTo>
                  <a:cubicBezTo>
                    <a:pt x="11586" y="6275"/>
                    <a:pt x="12145" y="6823"/>
                    <a:pt x="12145" y="7501"/>
                  </a:cubicBezTo>
                  <a:cubicBezTo>
                    <a:pt x="12145" y="8168"/>
                    <a:pt x="11586" y="8716"/>
                    <a:pt x="10919" y="8716"/>
                  </a:cubicBezTo>
                  <a:cubicBezTo>
                    <a:pt x="10252" y="8716"/>
                    <a:pt x="9693" y="8168"/>
                    <a:pt x="9693" y="7501"/>
                  </a:cubicBezTo>
                  <a:cubicBezTo>
                    <a:pt x="9693" y="6823"/>
                    <a:pt x="10252" y="6275"/>
                    <a:pt x="10919" y="6275"/>
                  </a:cubicBezTo>
                  <a:close/>
                  <a:moveTo>
                    <a:pt x="5144" y="0"/>
                  </a:moveTo>
                  <a:cubicBezTo>
                    <a:pt x="4501" y="0"/>
                    <a:pt x="3894" y="334"/>
                    <a:pt x="3573" y="905"/>
                  </a:cubicBezTo>
                  <a:lnTo>
                    <a:pt x="2180" y="3275"/>
                  </a:lnTo>
                  <a:lnTo>
                    <a:pt x="1430" y="3465"/>
                  </a:lnTo>
                  <a:cubicBezTo>
                    <a:pt x="489" y="3703"/>
                    <a:pt x="1" y="4477"/>
                    <a:pt x="1" y="5251"/>
                  </a:cubicBezTo>
                  <a:lnTo>
                    <a:pt x="1" y="6692"/>
                  </a:lnTo>
                  <a:cubicBezTo>
                    <a:pt x="1" y="7180"/>
                    <a:pt x="358" y="7608"/>
                    <a:pt x="810" y="7692"/>
                  </a:cubicBezTo>
                  <a:cubicBezTo>
                    <a:pt x="906" y="8501"/>
                    <a:pt x="1584" y="9132"/>
                    <a:pt x="2418" y="9132"/>
                  </a:cubicBezTo>
                  <a:cubicBezTo>
                    <a:pt x="3251" y="9132"/>
                    <a:pt x="3930" y="8513"/>
                    <a:pt x="4025" y="7728"/>
                  </a:cubicBezTo>
                  <a:lnTo>
                    <a:pt x="9300" y="7728"/>
                  </a:lnTo>
                  <a:cubicBezTo>
                    <a:pt x="9407" y="8525"/>
                    <a:pt x="10085" y="9132"/>
                    <a:pt x="10907" y="9132"/>
                  </a:cubicBezTo>
                  <a:cubicBezTo>
                    <a:pt x="11740" y="9132"/>
                    <a:pt x="12407" y="8513"/>
                    <a:pt x="12514" y="7728"/>
                  </a:cubicBezTo>
                  <a:lnTo>
                    <a:pt x="12824" y="7728"/>
                  </a:lnTo>
                  <a:cubicBezTo>
                    <a:pt x="13395" y="7728"/>
                    <a:pt x="13836" y="7263"/>
                    <a:pt x="13836" y="6716"/>
                  </a:cubicBezTo>
                  <a:lnTo>
                    <a:pt x="13836" y="6299"/>
                  </a:lnTo>
                  <a:cubicBezTo>
                    <a:pt x="13848" y="6096"/>
                    <a:pt x="13776" y="5918"/>
                    <a:pt x="13645" y="5787"/>
                  </a:cubicBezTo>
                  <a:cubicBezTo>
                    <a:pt x="13586" y="5727"/>
                    <a:pt x="13550" y="5656"/>
                    <a:pt x="13550" y="5561"/>
                  </a:cubicBezTo>
                  <a:lnTo>
                    <a:pt x="13550" y="4572"/>
                  </a:lnTo>
                  <a:lnTo>
                    <a:pt x="13788" y="4037"/>
                  </a:lnTo>
                  <a:cubicBezTo>
                    <a:pt x="13872" y="3846"/>
                    <a:pt x="13872" y="3656"/>
                    <a:pt x="13764" y="3501"/>
                  </a:cubicBezTo>
                  <a:cubicBezTo>
                    <a:pt x="13657" y="3334"/>
                    <a:pt x="13479" y="3239"/>
                    <a:pt x="13288" y="3239"/>
                  </a:cubicBezTo>
                  <a:lnTo>
                    <a:pt x="12443" y="3239"/>
                  </a:lnTo>
                  <a:lnTo>
                    <a:pt x="10550" y="727"/>
                  </a:lnTo>
                  <a:cubicBezTo>
                    <a:pt x="10204" y="262"/>
                    <a:pt x="9657" y="0"/>
                    <a:pt x="90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48"/>
            <p:cNvSpPr/>
            <p:nvPr/>
          </p:nvSpPr>
          <p:spPr>
            <a:xfrm>
              <a:off x="5779789" y="4416409"/>
              <a:ext cx="52205" cy="51475"/>
            </a:xfrm>
            <a:custGeom>
              <a:avLst/>
              <a:gdLst/>
              <a:ahLst/>
              <a:cxnLst/>
              <a:rect l="l" t="t" r="r" b="b"/>
              <a:pathLst>
                <a:path w="1644" h="1621" extrusionOk="0">
                  <a:moveTo>
                    <a:pt x="811" y="1"/>
                  </a:moveTo>
                  <a:cubicBezTo>
                    <a:pt x="584" y="1"/>
                    <a:pt x="394" y="84"/>
                    <a:pt x="239" y="239"/>
                  </a:cubicBezTo>
                  <a:cubicBezTo>
                    <a:pt x="96" y="382"/>
                    <a:pt x="1" y="596"/>
                    <a:pt x="1" y="799"/>
                  </a:cubicBezTo>
                  <a:cubicBezTo>
                    <a:pt x="1" y="1263"/>
                    <a:pt x="382" y="1620"/>
                    <a:pt x="822" y="1620"/>
                  </a:cubicBezTo>
                  <a:cubicBezTo>
                    <a:pt x="1275" y="1620"/>
                    <a:pt x="1644" y="1263"/>
                    <a:pt x="1644" y="799"/>
                  </a:cubicBezTo>
                  <a:cubicBezTo>
                    <a:pt x="1644" y="739"/>
                    <a:pt x="1632" y="668"/>
                    <a:pt x="1608" y="608"/>
                  </a:cubicBezTo>
                  <a:cubicBezTo>
                    <a:pt x="1557" y="546"/>
                    <a:pt x="1478" y="484"/>
                    <a:pt x="1389" y="484"/>
                  </a:cubicBezTo>
                  <a:cubicBezTo>
                    <a:pt x="1375" y="484"/>
                    <a:pt x="1361" y="486"/>
                    <a:pt x="1346" y="489"/>
                  </a:cubicBezTo>
                  <a:cubicBezTo>
                    <a:pt x="1239" y="525"/>
                    <a:pt x="1168" y="620"/>
                    <a:pt x="1192" y="727"/>
                  </a:cubicBezTo>
                  <a:cubicBezTo>
                    <a:pt x="1203" y="763"/>
                    <a:pt x="1203" y="787"/>
                    <a:pt x="1203" y="822"/>
                  </a:cubicBezTo>
                  <a:cubicBezTo>
                    <a:pt x="1203" y="1037"/>
                    <a:pt x="1025" y="1215"/>
                    <a:pt x="811" y="1215"/>
                  </a:cubicBezTo>
                  <a:cubicBezTo>
                    <a:pt x="584" y="1215"/>
                    <a:pt x="406" y="1037"/>
                    <a:pt x="406" y="822"/>
                  </a:cubicBezTo>
                  <a:cubicBezTo>
                    <a:pt x="406" y="596"/>
                    <a:pt x="584" y="418"/>
                    <a:pt x="811" y="418"/>
                  </a:cubicBezTo>
                  <a:cubicBezTo>
                    <a:pt x="930" y="418"/>
                    <a:pt x="1013" y="322"/>
                    <a:pt x="1013" y="203"/>
                  </a:cubicBezTo>
                  <a:cubicBezTo>
                    <a:pt x="1013" y="84"/>
                    <a:pt x="930" y="1"/>
                    <a:pt x="81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48"/>
            <p:cNvSpPr/>
            <p:nvPr/>
          </p:nvSpPr>
          <p:spPr>
            <a:xfrm>
              <a:off x="6048627" y="4416409"/>
              <a:ext cx="52205" cy="51856"/>
            </a:xfrm>
            <a:custGeom>
              <a:avLst/>
              <a:gdLst/>
              <a:ahLst/>
              <a:cxnLst/>
              <a:rect l="l" t="t" r="r" b="b"/>
              <a:pathLst>
                <a:path w="1644" h="1633" extrusionOk="0">
                  <a:moveTo>
                    <a:pt x="822" y="1"/>
                  </a:moveTo>
                  <a:cubicBezTo>
                    <a:pt x="596" y="1"/>
                    <a:pt x="405" y="84"/>
                    <a:pt x="238" y="239"/>
                  </a:cubicBezTo>
                  <a:cubicBezTo>
                    <a:pt x="95" y="382"/>
                    <a:pt x="0" y="596"/>
                    <a:pt x="0" y="822"/>
                  </a:cubicBezTo>
                  <a:cubicBezTo>
                    <a:pt x="0" y="1263"/>
                    <a:pt x="381" y="1632"/>
                    <a:pt x="822" y="1632"/>
                  </a:cubicBezTo>
                  <a:cubicBezTo>
                    <a:pt x="1274" y="1632"/>
                    <a:pt x="1643" y="1275"/>
                    <a:pt x="1643" y="822"/>
                  </a:cubicBezTo>
                  <a:cubicBezTo>
                    <a:pt x="1643" y="763"/>
                    <a:pt x="1631" y="680"/>
                    <a:pt x="1608" y="620"/>
                  </a:cubicBezTo>
                  <a:cubicBezTo>
                    <a:pt x="1577" y="548"/>
                    <a:pt x="1492" y="484"/>
                    <a:pt x="1400" y="484"/>
                  </a:cubicBezTo>
                  <a:cubicBezTo>
                    <a:pt x="1386" y="484"/>
                    <a:pt x="1372" y="486"/>
                    <a:pt x="1358" y="489"/>
                  </a:cubicBezTo>
                  <a:cubicBezTo>
                    <a:pt x="1250" y="525"/>
                    <a:pt x="1179" y="620"/>
                    <a:pt x="1215" y="727"/>
                  </a:cubicBezTo>
                  <a:cubicBezTo>
                    <a:pt x="1227" y="763"/>
                    <a:pt x="1227" y="787"/>
                    <a:pt x="1227" y="822"/>
                  </a:cubicBezTo>
                  <a:cubicBezTo>
                    <a:pt x="1227" y="1037"/>
                    <a:pt x="1048" y="1215"/>
                    <a:pt x="822" y="1215"/>
                  </a:cubicBezTo>
                  <a:cubicBezTo>
                    <a:pt x="596" y="1215"/>
                    <a:pt x="417" y="1037"/>
                    <a:pt x="417" y="822"/>
                  </a:cubicBezTo>
                  <a:cubicBezTo>
                    <a:pt x="417" y="596"/>
                    <a:pt x="596" y="418"/>
                    <a:pt x="822" y="418"/>
                  </a:cubicBezTo>
                  <a:cubicBezTo>
                    <a:pt x="941" y="418"/>
                    <a:pt x="1036" y="322"/>
                    <a:pt x="1036" y="203"/>
                  </a:cubicBezTo>
                  <a:cubicBezTo>
                    <a:pt x="1036" y="84"/>
                    <a:pt x="941" y="1"/>
                    <a:pt x="82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48"/>
            <p:cNvSpPr/>
            <p:nvPr/>
          </p:nvSpPr>
          <p:spPr>
            <a:xfrm>
              <a:off x="6000995" y="4365379"/>
              <a:ext cx="122892" cy="58016"/>
            </a:xfrm>
            <a:custGeom>
              <a:avLst/>
              <a:gdLst/>
              <a:ahLst/>
              <a:cxnLst/>
              <a:rect l="l" t="t" r="r" b="b"/>
              <a:pathLst>
                <a:path w="3870" h="1827" extrusionOk="0">
                  <a:moveTo>
                    <a:pt x="2310" y="1"/>
                  </a:moveTo>
                  <a:cubicBezTo>
                    <a:pt x="1810" y="1"/>
                    <a:pt x="1334" y="143"/>
                    <a:pt x="929" y="429"/>
                  </a:cubicBezTo>
                  <a:cubicBezTo>
                    <a:pt x="524" y="715"/>
                    <a:pt x="226" y="1096"/>
                    <a:pt x="48" y="1548"/>
                  </a:cubicBezTo>
                  <a:cubicBezTo>
                    <a:pt x="0" y="1656"/>
                    <a:pt x="60" y="1775"/>
                    <a:pt x="167" y="1810"/>
                  </a:cubicBezTo>
                  <a:cubicBezTo>
                    <a:pt x="192" y="1822"/>
                    <a:pt x="218" y="1827"/>
                    <a:pt x="244" y="1827"/>
                  </a:cubicBezTo>
                  <a:cubicBezTo>
                    <a:pt x="326" y="1827"/>
                    <a:pt x="404" y="1773"/>
                    <a:pt x="441" y="1691"/>
                  </a:cubicBezTo>
                  <a:cubicBezTo>
                    <a:pt x="738" y="917"/>
                    <a:pt x="1488" y="405"/>
                    <a:pt x="2322" y="405"/>
                  </a:cubicBezTo>
                  <a:cubicBezTo>
                    <a:pt x="2774" y="405"/>
                    <a:pt x="3191" y="536"/>
                    <a:pt x="3548" y="798"/>
                  </a:cubicBezTo>
                  <a:cubicBezTo>
                    <a:pt x="3581" y="831"/>
                    <a:pt x="3624" y="846"/>
                    <a:pt x="3667" y="846"/>
                  </a:cubicBezTo>
                  <a:cubicBezTo>
                    <a:pt x="3732" y="846"/>
                    <a:pt x="3798" y="813"/>
                    <a:pt x="3834" y="763"/>
                  </a:cubicBezTo>
                  <a:cubicBezTo>
                    <a:pt x="3870" y="679"/>
                    <a:pt x="3858" y="560"/>
                    <a:pt x="3774" y="489"/>
                  </a:cubicBezTo>
                  <a:cubicBezTo>
                    <a:pt x="3334" y="179"/>
                    <a:pt x="2846" y="1"/>
                    <a:pt x="231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48"/>
            <p:cNvSpPr/>
            <p:nvPr/>
          </p:nvSpPr>
          <p:spPr>
            <a:xfrm>
              <a:off x="5816847" y="4230039"/>
              <a:ext cx="124797" cy="193610"/>
            </a:xfrm>
            <a:custGeom>
              <a:avLst/>
              <a:gdLst/>
              <a:ahLst/>
              <a:cxnLst/>
              <a:rect l="l" t="t" r="r" b="b"/>
              <a:pathLst>
                <a:path w="3930" h="6097" extrusionOk="0">
                  <a:moveTo>
                    <a:pt x="3513" y="417"/>
                  </a:moveTo>
                  <a:lnTo>
                    <a:pt x="3513" y="2441"/>
                  </a:lnTo>
                  <a:lnTo>
                    <a:pt x="822" y="2441"/>
                  </a:lnTo>
                  <a:lnTo>
                    <a:pt x="1834" y="714"/>
                  </a:lnTo>
                  <a:cubicBezTo>
                    <a:pt x="1930" y="524"/>
                    <a:pt x="2144" y="417"/>
                    <a:pt x="2346" y="417"/>
                  </a:cubicBezTo>
                  <a:close/>
                  <a:moveTo>
                    <a:pt x="2346" y="0"/>
                  </a:moveTo>
                  <a:cubicBezTo>
                    <a:pt x="1989" y="0"/>
                    <a:pt x="1644" y="203"/>
                    <a:pt x="1465" y="512"/>
                  </a:cubicBezTo>
                  <a:lnTo>
                    <a:pt x="60" y="2917"/>
                  </a:lnTo>
                  <a:cubicBezTo>
                    <a:pt x="1" y="3024"/>
                    <a:pt x="25" y="3143"/>
                    <a:pt x="132" y="3203"/>
                  </a:cubicBezTo>
                  <a:cubicBezTo>
                    <a:pt x="155" y="3215"/>
                    <a:pt x="203" y="3239"/>
                    <a:pt x="239" y="3239"/>
                  </a:cubicBezTo>
                  <a:cubicBezTo>
                    <a:pt x="310" y="3239"/>
                    <a:pt x="370" y="3203"/>
                    <a:pt x="417" y="3131"/>
                  </a:cubicBezTo>
                  <a:lnTo>
                    <a:pt x="572" y="2846"/>
                  </a:lnTo>
                  <a:lnTo>
                    <a:pt x="3513" y="2846"/>
                  </a:lnTo>
                  <a:lnTo>
                    <a:pt x="3513" y="5882"/>
                  </a:lnTo>
                  <a:cubicBezTo>
                    <a:pt x="3513" y="6001"/>
                    <a:pt x="3596" y="6096"/>
                    <a:pt x="3715" y="6096"/>
                  </a:cubicBezTo>
                  <a:cubicBezTo>
                    <a:pt x="3835" y="6096"/>
                    <a:pt x="3930" y="6001"/>
                    <a:pt x="3930" y="5882"/>
                  </a:cubicBezTo>
                  <a:lnTo>
                    <a:pt x="3930" y="203"/>
                  </a:lnTo>
                  <a:cubicBezTo>
                    <a:pt x="3918" y="95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48"/>
            <p:cNvSpPr/>
            <p:nvPr/>
          </p:nvSpPr>
          <p:spPr>
            <a:xfrm>
              <a:off x="5954474" y="4230039"/>
              <a:ext cx="120256" cy="102854"/>
            </a:xfrm>
            <a:custGeom>
              <a:avLst/>
              <a:gdLst/>
              <a:ahLst/>
              <a:cxnLst/>
              <a:rect l="l" t="t" r="r" b="b"/>
              <a:pathLst>
                <a:path w="3787" h="3239" extrusionOk="0"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3024"/>
                  </a:lnTo>
                  <a:cubicBezTo>
                    <a:pt x="1" y="3143"/>
                    <a:pt x="84" y="3239"/>
                    <a:pt x="203" y="3239"/>
                  </a:cubicBezTo>
                  <a:cubicBezTo>
                    <a:pt x="322" y="3239"/>
                    <a:pt x="417" y="3143"/>
                    <a:pt x="417" y="3024"/>
                  </a:cubicBezTo>
                  <a:lnTo>
                    <a:pt x="417" y="405"/>
                  </a:lnTo>
                  <a:lnTo>
                    <a:pt x="1977" y="405"/>
                  </a:lnTo>
                  <a:cubicBezTo>
                    <a:pt x="2132" y="405"/>
                    <a:pt x="2322" y="512"/>
                    <a:pt x="2429" y="655"/>
                  </a:cubicBezTo>
                  <a:lnTo>
                    <a:pt x="3287" y="1786"/>
                  </a:lnTo>
                  <a:cubicBezTo>
                    <a:pt x="3346" y="1869"/>
                    <a:pt x="3358" y="1941"/>
                    <a:pt x="3358" y="2024"/>
                  </a:cubicBezTo>
                  <a:cubicBezTo>
                    <a:pt x="3358" y="2250"/>
                    <a:pt x="3180" y="2429"/>
                    <a:pt x="2953" y="2429"/>
                  </a:cubicBezTo>
                  <a:lnTo>
                    <a:pt x="1013" y="2429"/>
                  </a:lnTo>
                  <a:cubicBezTo>
                    <a:pt x="894" y="2429"/>
                    <a:pt x="798" y="2524"/>
                    <a:pt x="798" y="2643"/>
                  </a:cubicBezTo>
                  <a:cubicBezTo>
                    <a:pt x="798" y="2762"/>
                    <a:pt x="882" y="2846"/>
                    <a:pt x="1013" y="2846"/>
                  </a:cubicBezTo>
                  <a:lnTo>
                    <a:pt x="2977" y="2846"/>
                  </a:lnTo>
                  <a:cubicBezTo>
                    <a:pt x="3418" y="2846"/>
                    <a:pt x="3787" y="2489"/>
                    <a:pt x="3787" y="2024"/>
                  </a:cubicBezTo>
                  <a:cubicBezTo>
                    <a:pt x="3787" y="1846"/>
                    <a:pt x="3727" y="1691"/>
                    <a:pt x="3632" y="1536"/>
                  </a:cubicBezTo>
                  <a:lnTo>
                    <a:pt x="2775" y="405"/>
                  </a:lnTo>
                  <a:cubicBezTo>
                    <a:pt x="2584" y="155"/>
                    <a:pt x="2287" y="0"/>
                    <a:pt x="196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48"/>
            <p:cNvSpPr/>
            <p:nvPr/>
          </p:nvSpPr>
          <p:spPr>
            <a:xfrm>
              <a:off x="5876198" y="4333243"/>
              <a:ext cx="39376" cy="13274"/>
            </a:xfrm>
            <a:custGeom>
              <a:avLst/>
              <a:gdLst/>
              <a:ahLst/>
              <a:cxnLst/>
              <a:rect l="l" t="t" r="r" b="b"/>
              <a:pathLst>
                <a:path w="1240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lnTo>
                    <a:pt x="1025" y="417"/>
                  </a:lnTo>
                  <a:cubicBezTo>
                    <a:pt x="1144" y="417"/>
                    <a:pt x="1239" y="322"/>
                    <a:pt x="1239" y="203"/>
                  </a:cubicBezTo>
                  <a:cubicBezTo>
                    <a:pt x="1239" y="84"/>
                    <a:pt x="1156" y="1"/>
                    <a:pt x="102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48"/>
            <p:cNvSpPr/>
            <p:nvPr/>
          </p:nvSpPr>
          <p:spPr>
            <a:xfrm>
              <a:off x="5979433" y="4333243"/>
              <a:ext cx="39344" cy="13274"/>
            </a:xfrm>
            <a:custGeom>
              <a:avLst/>
              <a:gdLst/>
              <a:ahLst/>
              <a:cxnLst/>
              <a:rect l="l" t="t" r="r" b="b"/>
              <a:pathLst>
                <a:path w="1239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lnTo>
                    <a:pt x="1024" y="417"/>
                  </a:lnTo>
                  <a:cubicBezTo>
                    <a:pt x="1143" y="417"/>
                    <a:pt x="1239" y="322"/>
                    <a:pt x="1239" y="203"/>
                  </a:cubicBezTo>
                  <a:cubicBezTo>
                    <a:pt x="1239" y="84"/>
                    <a:pt x="1143" y="1"/>
                    <a:pt x="102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" name="Google Shape;495;p48"/>
          <p:cNvGrpSpPr/>
          <p:nvPr/>
        </p:nvGrpSpPr>
        <p:grpSpPr>
          <a:xfrm>
            <a:off x="4154000" y="2085755"/>
            <a:ext cx="277156" cy="2386950"/>
            <a:chOff x="4142450" y="2084132"/>
            <a:chExt cx="277156" cy="2386950"/>
          </a:xfrm>
        </p:grpSpPr>
        <p:grpSp>
          <p:nvGrpSpPr>
            <p:cNvPr id="496" name="Google Shape;496;p48"/>
            <p:cNvGrpSpPr/>
            <p:nvPr/>
          </p:nvGrpSpPr>
          <p:grpSpPr>
            <a:xfrm>
              <a:off x="4142450" y="2639532"/>
              <a:ext cx="277156" cy="206687"/>
              <a:chOff x="5216456" y="3725484"/>
              <a:chExt cx="356196" cy="265631"/>
            </a:xfrm>
          </p:grpSpPr>
          <p:sp>
            <p:nvSpPr>
              <p:cNvPr id="497" name="Google Shape;497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Google Shape;498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9" name="Google Shape;499;p48"/>
            <p:cNvGrpSpPr/>
            <p:nvPr/>
          </p:nvGrpSpPr>
          <p:grpSpPr>
            <a:xfrm>
              <a:off x="4157448" y="2084132"/>
              <a:ext cx="247160" cy="248025"/>
              <a:chOff x="5779408" y="3699191"/>
              <a:chExt cx="317645" cy="318757"/>
            </a:xfrm>
          </p:grpSpPr>
          <p:sp>
            <p:nvSpPr>
              <p:cNvPr id="500" name="Google Shape;500;p48"/>
              <p:cNvSpPr/>
              <p:nvPr/>
            </p:nvSpPr>
            <p:spPr>
              <a:xfrm>
                <a:off x="5892837" y="3700334"/>
                <a:ext cx="204216" cy="317614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48"/>
              <p:cNvSpPr/>
              <p:nvPr/>
            </p:nvSpPr>
            <p:spPr>
              <a:xfrm>
                <a:off x="5779408" y="3699191"/>
                <a:ext cx="195134" cy="316883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2" name="Google Shape;502;p48"/>
            <p:cNvGrpSpPr/>
            <p:nvPr/>
          </p:nvGrpSpPr>
          <p:grpSpPr>
            <a:xfrm>
              <a:off x="4157448" y="3667657"/>
              <a:ext cx="247160" cy="248025"/>
              <a:chOff x="5779408" y="3699191"/>
              <a:chExt cx="317645" cy="318757"/>
            </a:xfrm>
          </p:grpSpPr>
          <p:sp>
            <p:nvSpPr>
              <p:cNvPr id="503" name="Google Shape;503;p48"/>
              <p:cNvSpPr/>
              <p:nvPr/>
            </p:nvSpPr>
            <p:spPr>
              <a:xfrm>
                <a:off x="5892837" y="3700334"/>
                <a:ext cx="204216" cy="317614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Google Shape;504;p48"/>
              <p:cNvSpPr/>
              <p:nvPr/>
            </p:nvSpPr>
            <p:spPr>
              <a:xfrm>
                <a:off x="5779408" y="3699191"/>
                <a:ext cx="195134" cy="316883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5" name="Google Shape;505;p48"/>
            <p:cNvGrpSpPr/>
            <p:nvPr/>
          </p:nvGrpSpPr>
          <p:grpSpPr>
            <a:xfrm>
              <a:off x="4157448" y="4223057"/>
              <a:ext cx="247160" cy="248025"/>
              <a:chOff x="5779408" y="3699191"/>
              <a:chExt cx="317645" cy="318757"/>
            </a:xfrm>
          </p:grpSpPr>
          <p:sp>
            <p:nvSpPr>
              <p:cNvPr id="506" name="Google Shape;506;p48"/>
              <p:cNvSpPr/>
              <p:nvPr/>
            </p:nvSpPr>
            <p:spPr>
              <a:xfrm>
                <a:off x="5892837" y="3700334"/>
                <a:ext cx="204216" cy="317614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48"/>
              <p:cNvSpPr/>
              <p:nvPr/>
            </p:nvSpPr>
            <p:spPr>
              <a:xfrm>
                <a:off x="5779408" y="3699191"/>
                <a:ext cx="195134" cy="316883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8" name="Google Shape;508;p48"/>
            <p:cNvGrpSpPr/>
            <p:nvPr/>
          </p:nvGrpSpPr>
          <p:grpSpPr>
            <a:xfrm>
              <a:off x="4142450" y="3153595"/>
              <a:ext cx="277156" cy="206687"/>
              <a:chOff x="5216456" y="3725484"/>
              <a:chExt cx="356196" cy="265631"/>
            </a:xfrm>
          </p:grpSpPr>
          <p:sp>
            <p:nvSpPr>
              <p:cNvPr id="509" name="Google Shape;509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1" name="Google Shape;511;p48"/>
          <p:cNvGrpSpPr/>
          <p:nvPr/>
        </p:nvGrpSpPr>
        <p:grpSpPr>
          <a:xfrm>
            <a:off x="5139375" y="2092820"/>
            <a:ext cx="277156" cy="2372821"/>
            <a:chOff x="5210404" y="2091195"/>
            <a:chExt cx="277156" cy="2372821"/>
          </a:xfrm>
        </p:grpSpPr>
        <p:grpSp>
          <p:nvGrpSpPr>
            <p:cNvPr id="512" name="Google Shape;512;p48"/>
            <p:cNvGrpSpPr/>
            <p:nvPr/>
          </p:nvGrpSpPr>
          <p:grpSpPr>
            <a:xfrm>
              <a:off x="5225402" y="2091195"/>
              <a:ext cx="247160" cy="248025"/>
              <a:chOff x="5779408" y="3699191"/>
              <a:chExt cx="317645" cy="318757"/>
            </a:xfrm>
          </p:grpSpPr>
          <p:sp>
            <p:nvSpPr>
              <p:cNvPr id="513" name="Google Shape;513;p48"/>
              <p:cNvSpPr/>
              <p:nvPr/>
            </p:nvSpPr>
            <p:spPr>
              <a:xfrm>
                <a:off x="5892837" y="3700334"/>
                <a:ext cx="204216" cy="317614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48"/>
              <p:cNvSpPr/>
              <p:nvPr/>
            </p:nvSpPr>
            <p:spPr>
              <a:xfrm>
                <a:off x="5779408" y="3699191"/>
                <a:ext cx="195134" cy="316883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15" name="Google Shape;515;p48"/>
            <p:cNvGrpSpPr/>
            <p:nvPr/>
          </p:nvGrpSpPr>
          <p:grpSpPr>
            <a:xfrm>
              <a:off x="5225402" y="3174261"/>
              <a:ext cx="247160" cy="248025"/>
              <a:chOff x="5779408" y="3699191"/>
              <a:chExt cx="317645" cy="318757"/>
            </a:xfrm>
          </p:grpSpPr>
          <p:sp>
            <p:nvSpPr>
              <p:cNvPr id="516" name="Google Shape;516;p48"/>
              <p:cNvSpPr/>
              <p:nvPr/>
            </p:nvSpPr>
            <p:spPr>
              <a:xfrm>
                <a:off x="5892837" y="3700334"/>
                <a:ext cx="204216" cy="317614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48"/>
              <p:cNvSpPr/>
              <p:nvPr/>
            </p:nvSpPr>
            <p:spPr>
              <a:xfrm>
                <a:off x="5779408" y="3699191"/>
                <a:ext cx="195134" cy="316883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18" name="Google Shape;518;p48"/>
            <p:cNvGrpSpPr/>
            <p:nvPr/>
          </p:nvGrpSpPr>
          <p:grpSpPr>
            <a:xfrm>
              <a:off x="5210404" y="2653397"/>
              <a:ext cx="277156" cy="206687"/>
              <a:chOff x="5216456" y="3725484"/>
              <a:chExt cx="356196" cy="265631"/>
            </a:xfrm>
          </p:grpSpPr>
          <p:sp>
            <p:nvSpPr>
              <p:cNvPr id="519" name="Google Shape;519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21" name="Google Shape;521;p48"/>
            <p:cNvGrpSpPr/>
            <p:nvPr/>
          </p:nvGrpSpPr>
          <p:grpSpPr>
            <a:xfrm>
              <a:off x="5210404" y="3736463"/>
              <a:ext cx="277156" cy="206687"/>
              <a:chOff x="5216456" y="3725484"/>
              <a:chExt cx="356196" cy="265631"/>
            </a:xfrm>
          </p:grpSpPr>
          <p:sp>
            <p:nvSpPr>
              <p:cNvPr id="522" name="Google Shape;522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Google Shape;523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24" name="Google Shape;524;p48"/>
            <p:cNvGrpSpPr/>
            <p:nvPr/>
          </p:nvGrpSpPr>
          <p:grpSpPr>
            <a:xfrm>
              <a:off x="5210404" y="4257328"/>
              <a:ext cx="277156" cy="206687"/>
              <a:chOff x="5216456" y="3725484"/>
              <a:chExt cx="356196" cy="265631"/>
            </a:xfrm>
          </p:grpSpPr>
          <p:sp>
            <p:nvSpPr>
              <p:cNvPr id="525" name="Google Shape;525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27" name="Google Shape;527;p48"/>
          <p:cNvGrpSpPr/>
          <p:nvPr/>
        </p:nvGrpSpPr>
        <p:grpSpPr>
          <a:xfrm>
            <a:off x="6124751" y="2103155"/>
            <a:ext cx="277156" cy="2352150"/>
            <a:chOff x="6237329" y="2122178"/>
            <a:chExt cx="277156" cy="2352150"/>
          </a:xfrm>
        </p:grpSpPr>
        <p:grpSp>
          <p:nvGrpSpPr>
            <p:cNvPr id="528" name="Google Shape;528;p48"/>
            <p:cNvGrpSpPr/>
            <p:nvPr/>
          </p:nvGrpSpPr>
          <p:grpSpPr>
            <a:xfrm>
              <a:off x="6237329" y="2122178"/>
              <a:ext cx="277156" cy="206687"/>
              <a:chOff x="5216456" y="3725484"/>
              <a:chExt cx="356196" cy="265631"/>
            </a:xfrm>
          </p:grpSpPr>
          <p:sp>
            <p:nvSpPr>
              <p:cNvPr id="529" name="Google Shape;529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31" name="Google Shape;531;p48"/>
            <p:cNvGrpSpPr/>
            <p:nvPr/>
          </p:nvGrpSpPr>
          <p:grpSpPr>
            <a:xfrm>
              <a:off x="6237329" y="2648209"/>
              <a:ext cx="277156" cy="206687"/>
              <a:chOff x="5216456" y="3725484"/>
              <a:chExt cx="356196" cy="265631"/>
            </a:xfrm>
          </p:grpSpPr>
          <p:sp>
            <p:nvSpPr>
              <p:cNvPr id="532" name="Google Shape;532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34" name="Google Shape;534;p48"/>
            <p:cNvGrpSpPr/>
            <p:nvPr/>
          </p:nvGrpSpPr>
          <p:grpSpPr>
            <a:xfrm>
              <a:off x="6237329" y="3741609"/>
              <a:ext cx="277156" cy="206687"/>
              <a:chOff x="5216456" y="3725484"/>
              <a:chExt cx="356196" cy="265631"/>
            </a:xfrm>
          </p:grpSpPr>
          <p:sp>
            <p:nvSpPr>
              <p:cNvPr id="535" name="Google Shape;535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37" name="Google Shape;537;p48"/>
            <p:cNvGrpSpPr/>
            <p:nvPr/>
          </p:nvGrpSpPr>
          <p:grpSpPr>
            <a:xfrm>
              <a:off x="6237329" y="4267641"/>
              <a:ext cx="277156" cy="206687"/>
              <a:chOff x="5216456" y="3725484"/>
              <a:chExt cx="356196" cy="265631"/>
            </a:xfrm>
          </p:grpSpPr>
          <p:sp>
            <p:nvSpPr>
              <p:cNvPr id="538" name="Google Shape;538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0" name="Google Shape;540;p48"/>
            <p:cNvGrpSpPr/>
            <p:nvPr/>
          </p:nvGrpSpPr>
          <p:grpSpPr>
            <a:xfrm>
              <a:off x="6252327" y="3174241"/>
              <a:ext cx="247160" cy="248025"/>
              <a:chOff x="5779408" y="3699191"/>
              <a:chExt cx="317645" cy="318757"/>
            </a:xfrm>
          </p:grpSpPr>
          <p:sp>
            <p:nvSpPr>
              <p:cNvPr id="541" name="Google Shape;541;p48"/>
              <p:cNvSpPr/>
              <p:nvPr/>
            </p:nvSpPr>
            <p:spPr>
              <a:xfrm>
                <a:off x="5892837" y="3700334"/>
                <a:ext cx="204216" cy="317614"/>
              </a:xfrm>
              <a:custGeom>
                <a:avLst/>
                <a:gdLst/>
                <a:ahLst/>
                <a:cxnLst/>
                <a:rect l="l" t="t" r="r" b="b"/>
                <a:pathLst>
                  <a:path w="6431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48"/>
              <p:cNvSpPr/>
              <p:nvPr/>
            </p:nvSpPr>
            <p:spPr>
              <a:xfrm>
                <a:off x="5779408" y="3699191"/>
                <a:ext cx="195134" cy="316883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3" name="Google Shape;543;p48"/>
          <p:cNvGrpSpPr/>
          <p:nvPr/>
        </p:nvGrpSpPr>
        <p:grpSpPr>
          <a:xfrm>
            <a:off x="7110127" y="2103155"/>
            <a:ext cx="277156" cy="2352150"/>
            <a:chOff x="7279252" y="2111303"/>
            <a:chExt cx="277156" cy="2352150"/>
          </a:xfrm>
        </p:grpSpPr>
        <p:grpSp>
          <p:nvGrpSpPr>
            <p:cNvPr id="544" name="Google Shape;544;p48"/>
            <p:cNvGrpSpPr/>
            <p:nvPr/>
          </p:nvGrpSpPr>
          <p:grpSpPr>
            <a:xfrm>
              <a:off x="7279252" y="2111303"/>
              <a:ext cx="277156" cy="206687"/>
              <a:chOff x="5216456" y="3725484"/>
              <a:chExt cx="356196" cy="265631"/>
            </a:xfrm>
          </p:grpSpPr>
          <p:sp>
            <p:nvSpPr>
              <p:cNvPr id="545" name="Google Shape;545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7" name="Google Shape;547;p48"/>
            <p:cNvGrpSpPr/>
            <p:nvPr/>
          </p:nvGrpSpPr>
          <p:grpSpPr>
            <a:xfrm>
              <a:off x="7279252" y="2647669"/>
              <a:ext cx="277156" cy="206687"/>
              <a:chOff x="5216456" y="3725484"/>
              <a:chExt cx="356196" cy="265631"/>
            </a:xfrm>
          </p:grpSpPr>
          <p:sp>
            <p:nvSpPr>
              <p:cNvPr id="548" name="Google Shape;548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Google Shape;549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0" name="Google Shape;550;p48"/>
            <p:cNvGrpSpPr/>
            <p:nvPr/>
          </p:nvGrpSpPr>
          <p:grpSpPr>
            <a:xfrm>
              <a:off x="7279252" y="3720400"/>
              <a:ext cx="277156" cy="206687"/>
              <a:chOff x="5216456" y="3725484"/>
              <a:chExt cx="356196" cy="265631"/>
            </a:xfrm>
          </p:grpSpPr>
          <p:sp>
            <p:nvSpPr>
              <p:cNvPr id="551" name="Google Shape;551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3" name="Google Shape;553;p48"/>
            <p:cNvGrpSpPr/>
            <p:nvPr/>
          </p:nvGrpSpPr>
          <p:grpSpPr>
            <a:xfrm>
              <a:off x="7279252" y="4256766"/>
              <a:ext cx="277156" cy="206687"/>
              <a:chOff x="5216456" y="3725484"/>
              <a:chExt cx="356196" cy="265631"/>
            </a:xfrm>
          </p:grpSpPr>
          <p:sp>
            <p:nvSpPr>
              <p:cNvPr id="554" name="Google Shape;554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555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6" name="Google Shape;556;p48"/>
            <p:cNvGrpSpPr/>
            <p:nvPr/>
          </p:nvGrpSpPr>
          <p:grpSpPr>
            <a:xfrm>
              <a:off x="7279252" y="3184034"/>
              <a:ext cx="277156" cy="206687"/>
              <a:chOff x="5216456" y="3725484"/>
              <a:chExt cx="356196" cy="265631"/>
            </a:xfrm>
          </p:grpSpPr>
          <p:sp>
            <p:nvSpPr>
              <p:cNvPr id="557" name="Google Shape;557;p48"/>
              <p:cNvSpPr/>
              <p:nvPr/>
            </p:nvSpPr>
            <p:spPr>
              <a:xfrm>
                <a:off x="5216456" y="3814335"/>
                <a:ext cx="296465" cy="176780"/>
              </a:xfrm>
              <a:custGeom>
                <a:avLst/>
                <a:gdLst/>
                <a:ahLst/>
                <a:cxnLst/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48"/>
              <p:cNvSpPr/>
              <p:nvPr/>
            </p:nvSpPr>
            <p:spPr>
              <a:xfrm>
                <a:off x="5304925" y="3725484"/>
                <a:ext cx="267726" cy="170715"/>
              </a:xfrm>
              <a:custGeom>
                <a:avLst/>
                <a:gdLst/>
                <a:ahLst/>
                <a:cxnLst/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9" name="Google Shape;559;p48"/>
          <p:cNvSpPr txBox="1">
            <a:spLocks noGrp="1"/>
          </p:cNvSpPr>
          <p:nvPr>
            <p:ph type="title"/>
          </p:nvPr>
        </p:nvSpPr>
        <p:spPr>
          <a:xfrm>
            <a:off x="720000" y="52969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ANALYSIS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50"/>
          <p:cNvSpPr txBox="1">
            <a:spLocks noGrp="1"/>
          </p:cNvSpPr>
          <p:nvPr>
            <p:ph type="title"/>
          </p:nvPr>
        </p:nvSpPr>
        <p:spPr>
          <a:xfrm>
            <a:off x="715100" y="2414000"/>
            <a:ext cx="4937700" cy="16641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SALES AND MARKETING PLAN</a:t>
            </a:r>
            <a:endParaRPr/>
          </a:p>
        </p:txBody>
      </p:sp>
      <p:sp>
        <p:nvSpPr>
          <p:cNvPr id="587" name="Google Shape;587;p50"/>
          <p:cNvSpPr txBox="1">
            <a:spLocks noGrp="1"/>
          </p:cNvSpPr>
          <p:nvPr>
            <p:ph type="title" idx="2"/>
          </p:nvPr>
        </p:nvSpPr>
        <p:spPr>
          <a:xfrm>
            <a:off x="715100" y="749900"/>
            <a:ext cx="4937700" cy="1664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id="588" name="Google Shape;588;p50"/>
          <p:cNvPicPr preferRelativeResize="0"/>
          <p:nvPr/>
        </p:nvPicPr>
        <p:blipFill rotWithShape="1">
          <a:blip r:embed="rId3">
            <a:alphaModFix/>
          </a:blip>
          <a:srcRect l="16267" t="-42980" r="34954"/>
          <a:stretch/>
        </p:blipFill>
        <p:spPr>
          <a:xfrm>
            <a:off x="5652800" y="-2011225"/>
            <a:ext cx="3098400" cy="6057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51"/>
          <p:cNvSpPr txBox="1">
            <a:spLocks noGrp="1"/>
          </p:cNvSpPr>
          <p:nvPr>
            <p:ph type="title"/>
          </p:nvPr>
        </p:nvSpPr>
        <p:spPr>
          <a:xfrm>
            <a:off x="720000" y="53533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services</a:t>
            </a:r>
            <a:endParaRPr/>
          </a:p>
        </p:txBody>
      </p:sp>
      <p:grpSp>
        <p:nvGrpSpPr>
          <p:cNvPr id="594" name="Google Shape;594;p51"/>
          <p:cNvGrpSpPr/>
          <p:nvPr/>
        </p:nvGrpSpPr>
        <p:grpSpPr>
          <a:xfrm>
            <a:off x="1759055" y="1229162"/>
            <a:ext cx="415546" cy="355053"/>
            <a:chOff x="866243" y="2291587"/>
            <a:chExt cx="415546" cy="355053"/>
          </a:xfrm>
        </p:grpSpPr>
        <p:sp>
          <p:nvSpPr>
            <p:cNvPr id="595" name="Google Shape;595;p51"/>
            <p:cNvSpPr/>
            <p:nvPr/>
          </p:nvSpPr>
          <p:spPr>
            <a:xfrm>
              <a:off x="1053756" y="2523748"/>
              <a:ext cx="103998" cy="81706"/>
            </a:xfrm>
            <a:custGeom>
              <a:avLst/>
              <a:gdLst/>
              <a:ahLst/>
              <a:cxnLst/>
              <a:rect l="l" t="t" r="r" b="b"/>
              <a:pathLst>
                <a:path w="3275" h="2573" extrusionOk="0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51"/>
            <p:cNvSpPr/>
            <p:nvPr/>
          </p:nvSpPr>
          <p:spPr>
            <a:xfrm>
              <a:off x="1076461" y="2409176"/>
              <a:ext cx="79419" cy="60525"/>
            </a:xfrm>
            <a:custGeom>
              <a:avLst/>
              <a:gdLst/>
              <a:ahLst/>
              <a:cxnLst/>
              <a:rect l="l" t="t" r="r" b="b"/>
              <a:pathLst>
                <a:path w="2501" h="1906" extrusionOk="0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51"/>
            <p:cNvSpPr/>
            <p:nvPr/>
          </p:nvSpPr>
          <p:spPr>
            <a:xfrm>
              <a:off x="985324" y="2448488"/>
              <a:ext cx="86628" cy="94185"/>
            </a:xfrm>
            <a:custGeom>
              <a:avLst/>
              <a:gdLst/>
              <a:ahLst/>
              <a:cxnLst/>
              <a:rect l="l" t="t" r="r" b="b"/>
              <a:pathLst>
                <a:path w="2728" h="2966" extrusionOk="0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51"/>
            <p:cNvSpPr/>
            <p:nvPr/>
          </p:nvSpPr>
          <p:spPr>
            <a:xfrm>
              <a:off x="1014062" y="2472336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51"/>
            <p:cNvSpPr/>
            <p:nvPr/>
          </p:nvSpPr>
          <p:spPr>
            <a:xfrm>
              <a:off x="866243" y="2291587"/>
              <a:ext cx="415546" cy="355053"/>
            </a:xfrm>
            <a:custGeom>
              <a:avLst/>
              <a:gdLst/>
              <a:ahLst/>
              <a:cxnLst/>
              <a:rect l="l" t="t" r="r" b="b"/>
              <a:pathLst>
                <a:path w="13086" h="11181" extrusionOk="0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0" name="Google Shape;600;p51"/>
          <p:cNvGrpSpPr/>
          <p:nvPr/>
        </p:nvGrpSpPr>
        <p:grpSpPr>
          <a:xfrm>
            <a:off x="4402982" y="1242785"/>
            <a:ext cx="359213" cy="327807"/>
            <a:chOff x="1958520" y="2302574"/>
            <a:chExt cx="359213" cy="327807"/>
          </a:xfrm>
        </p:grpSpPr>
        <p:sp>
          <p:nvSpPr>
            <p:cNvPr id="601" name="Google Shape;601;p51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51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51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4" name="Google Shape;604;p51"/>
          <p:cNvGrpSpPr/>
          <p:nvPr/>
        </p:nvGrpSpPr>
        <p:grpSpPr>
          <a:xfrm>
            <a:off x="1755668" y="2925505"/>
            <a:ext cx="422342" cy="355243"/>
            <a:chOff x="3564243" y="2289904"/>
            <a:chExt cx="422342" cy="355243"/>
          </a:xfrm>
        </p:grpSpPr>
        <p:sp>
          <p:nvSpPr>
            <p:cNvPr id="605" name="Google Shape;605;p51"/>
            <p:cNvSpPr/>
            <p:nvPr/>
          </p:nvSpPr>
          <p:spPr>
            <a:xfrm>
              <a:off x="3564243" y="2291587"/>
              <a:ext cx="66177" cy="351655"/>
            </a:xfrm>
            <a:custGeom>
              <a:avLst/>
              <a:gdLst/>
              <a:ahLst/>
              <a:cxnLst/>
              <a:rect l="l" t="t" r="r" b="b"/>
              <a:pathLst>
                <a:path w="2084" h="11074" extrusionOk="0">
                  <a:moveTo>
                    <a:pt x="1703" y="1918"/>
                  </a:moveTo>
                  <a:lnTo>
                    <a:pt x="1703" y="2727"/>
                  </a:lnTo>
                  <a:cubicBezTo>
                    <a:pt x="1703" y="2823"/>
                    <a:pt x="1667" y="2930"/>
                    <a:pt x="1608" y="2966"/>
                  </a:cubicBezTo>
                  <a:cubicBezTo>
                    <a:pt x="1453" y="3085"/>
                    <a:pt x="1298" y="3287"/>
                    <a:pt x="1239" y="3501"/>
                  </a:cubicBezTo>
                  <a:lnTo>
                    <a:pt x="834" y="3501"/>
                  </a:lnTo>
                  <a:cubicBezTo>
                    <a:pt x="798" y="3299"/>
                    <a:pt x="667" y="3085"/>
                    <a:pt x="524" y="2989"/>
                  </a:cubicBezTo>
                  <a:cubicBezTo>
                    <a:pt x="453" y="2942"/>
                    <a:pt x="393" y="2823"/>
                    <a:pt x="393" y="2727"/>
                  </a:cubicBezTo>
                  <a:lnTo>
                    <a:pt x="393" y="1918"/>
                  </a:lnTo>
                  <a:close/>
                  <a:moveTo>
                    <a:pt x="1227" y="3882"/>
                  </a:moveTo>
                  <a:lnTo>
                    <a:pt x="1227" y="5144"/>
                  </a:lnTo>
                  <a:cubicBezTo>
                    <a:pt x="1227" y="6359"/>
                    <a:pt x="1239" y="7549"/>
                    <a:pt x="1369" y="8752"/>
                  </a:cubicBezTo>
                  <a:cubicBezTo>
                    <a:pt x="1453" y="9478"/>
                    <a:pt x="1489" y="10085"/>
                    <a:pt x="1489" y="10205"/>
                  </a:cubicBezTo>
                  <a:cubicBezTo>
                    <a:pt x="1477" y="10478"/>
                    <a:pt x="1298" y="10681"/>
                    <a:pt x="1048" y="10681"/>
                  </a:cubicBezTo>
                  <a:cubicBezTo>
                    <a:pt x="798" y="10681"/>
                    <a:pt x="619" y="10490"/>
                    <a:pt x="619" y="10228"/>
                  </a:cubicBezTo>
                  <a:cubicBezTo>
                    <a:pt x="619" y="10097"/>
                    <a:pt x="655" y="9490"/>
                    <a:pt x="738" y="8764"/>
                  </a:cubicBezTo>
                  <a:cubicBezTo>
                    <a:pt x="869" y="7561"/>
                    <a:pt x="881" y="6371"/>
                    <a:pt x="881" y="5168"/>
                  </a:cubicBezTo>
                  <a:lnTo>
                    <a:pt x="881" y="3882"/>
                  </a:lnTo>
                  <a:close/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727"/>
                  </a:lnTo>
                  <a:cubicBezTo>
                    <a:pt x="0" y="2966"/>
                    <a:pt x="143" y="3216"/>
                    <a:pt x="334" y="3335"/>
                  </a:cubicBezTo>
                  <a:cubicBezTo>
                    <a:pt x="393" y="3358"/>
                    <a:pt x="477" y="3573"/>
                    <a:pt x="477" y="3692"/>
                  </a:cubicBezTo>
                  <a:lnTo>
                    <a:pt x="477" y="5144"/>
                  </a:lnTo>
                  <a:cubicBezTo>
                    <a:pt x="477" y="6359"/>
                    <a:pt x="465" y="7526"/>
                    <a:pt x="346" y="8716"/>
                  </a:cubicBezTo>
                  <a:cubicBezTo>
                    <a:pt x="274" y="9454"/>
                    <a:pt x="226" y="10074"/>
                    <a:pt x="226" y="10228"/>
                  </a:cubicBezTo>
                  <a:cubicBezTo>
                    <a:pt x="226" y="10705"/>
                    <a:pt x="584" y="11074"/>
                    <a:pt x="1048" y="11074"/>
                  </a:cubicBezTo>
                  <a:cubicBezTo>
                    <a:pt x="1512" y="11074"/>
                    <a:pt x="1870" y="10705"/>
                    <a:pt x="1870" y="10228"/>
                  </a:cubicBezTo>
                  <a:cubicBezTo>
                    <a:pt x="1870" y="10074"/>
                    <a:pt x="1822" y="9454"/>
                    <a:pt x="1750" y="8716"/>
                  </a:cubicBezTo>
                  <a:cubicBezTo>
                    <a:pt x="1608" y="7526"/>
                    <a:pt x="1608" y="6359"/>
                    <a:pt x="1608" y="5144"/>
                  </a:cubicBezTo>
                  <a:lnTo>
                    <a:pt x="1608" y="3692"/>
                  </a:lnTo>
                  <a:cubicBezTo>
                    <a:pt x="1608" y="3561"/>
                    <a:pt x="1715" y="3358"/>
                    <a:pt x="1834" y="3275"/>
                  </a:cubicBezTo>
                  <a:cubicBezTo>
                    <a:pt x="2024" y="3144"/>
                    <a:pt x="2084" y="2906"/>
                    <a:pt x="2084" y="2704"/>
                  </a:cubicBezTo>
                  <a:lnTo>
                    <a:pt x="2084" y="251"/>
                  </a:lnTo>
                  <a:cubicBezTo>
                    <a:pt x="2084" y="168"/>
                    <a:pt x="2001" y="72"/>
                    <a:pt x="1893" y="72"/>
                  </a:cubicBezTo>
                  <a:cubicBezTo>
                    <a:pt x="1786" y="72"/>
                    <a:pt x="1703" y="168"/>
                    <a:pt x="1703" y="263"/>
                  </a:cubicBezTo>
                  <a:lnTo>
                    <a:pt x="1703" y="1537"/>
                  </a:lnTo>
                  <a:lnTo>
                    <a:pt x="1239" y="1537"/>
                  </a:lnTo>
                  <a:lnTo>
                    <a:pt x="1239" y="191"/>
                  </a:lnTo>
                  <a:cubicBezTo>
                    <a:pt x="1239" y="84"/>
                    <a:pt x="1155" y="1"/>
                    <a:pt x="1048" y="1"/>
                  </a:cubicBezTo>
                  <a:cubicBezTo>
                    <a:pt x="941" y="1"/>
                    <a:pt x="858" y="84"/>
                    <a:pt x="858" y="191"/>
                  </a:cubicBezTo>
                  <a:lnTo>
                    <a:pt x="858" y="1537"/>
                  </a:lnTo>
                  <a:lnTo>
                    <a:pt x="393" y="1537"/>
                  </a:lnTo>
                  <a:lnTo>
                    <a:pt x="393" y="191"/>
                  </a:lnTo>
                  <a:cubicBezTo>
                    <a:pt x="393" y="84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51"/>
            <p:cNvSpPr/>
            <p:nvPr/>
          </p:nvSpPr>
          <p:spPr>
            <a:xfrm>
              <a:off x="3636835" y="2373674"/>
              <a:ext cx="236702" cy="236289"/>
            </a:xfrm>
            <a:custGeom>
              <a:avLst/>
              <a:gdLst/>
              <a:ahLst/>
              <a:cxnLst/>
              <a:rect l="l" t="t" r="r" b="b"/>
              <a:pathLst>
                <a:path w="7454" h="7441" extrusionOk="0">
                  <a:moveTo>
                    <a:pt x="1175" y="0"/>
                  </a:moveTo>
                  <a:cubicBezTo>
                    <a:pt x="1121" y="0"/>
                    <a:pt x="1069" y="25"/>
                    <a:pt x="1036" y="71"/>
                  </a:cubicBezTo>
                  <a:cubicBezTo>
                    <a:pt x="369" y="881"/>
                    <a:pt x="0" y="1905"/>
                    <a:pt x="0" y="2952"/>
                  </a:cubicBezTo>
                  <a:cubicBezTo>
                    <a:pt x="0" y="5429"/>
                    <a:pt x="2024" y="7441"/>
                    <a:pt x="4489" y="7441"/>
                  </a:cubicBezTo>
                  <a:cubicBezTo>
                    <a:pt x="5537" y="7441"/>
                    <a:pt x="6561" y="7072"/>
                    <a:pt x="7358" y="6405"/>
                  </a:cubicBezTo>
                  <a:cubicBezTo>
                    <a:pt x="7454" y="6322"/>
                    <a:pt x="7454" y="6203"/>
                    <a:pt x="7394" y="6131"/>
                  </a:cubicBezTo>
                  <a:cubicBezTo>
                    <a:pt x="7352" y="6083"/>
                    <a:pt x="7286" y="6058"/>
                    <a:pt x="7224" y="6058"/>
                  </a:cubicBezTo>
                  <a:cubicBezTo>
                    <a:pt x="7180" y="6058"/>
                    <a:pt x="7138" y="6071"/>
                    <a:pt x="7108" y="6096"/>
                  </a:cubicBezTo>
                  <a:cubicBezTo>
                    <a:pt x="6382" y="6703"/>
                    <a:pt x="5441" y="7048"/>
                    <a:pt x="4489" y="7048"/>
                  </a:cubicBezTo>
                  <a:cubicBezTo>
                    <a:pt x="2227" y="7048"/>
                    <a:pt x="381" y="5203"/>
                    <a:pt x="381" y="2928"/>
                  </a:cubicBezTo>
                  <a:cubicBezTo>
                    <a:pt x="381" y="1988"/>
                    <a:pt x="727" y="1047"/>
                    <a:pt x="1334" y="309"/>
                  </a:cubicBezTo>
                  <a:cubicBezTo>
                    <a:pt x="1405" y="226"/>
                    <a:pt x="1393" y="107"/>
                    <a:pt x="1298" y="47"/>
                  </a:cubicBezTo>
                  <a:cubicBezTo>
                    <a:pt x="1261" y="16"/>
                    <a:pt x="1217" y="0"/>
                    <a:pt x="117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51"/>
            <p:cNvSpPr/>
            <p:nvPr/>
          </p:nvSpPr>
          <p:spPr>
            <a:xfrm>
              <a:off x="3685230" y="2324104"/>
              <a:ext cx="237083" cy="235971"/>
            </a:xfrm>
            <a:custGeom>
              <a:avLst/>
              <a:gdLst/>
              <a:ahLst/>
              <a:cxnLst/>
              <a:rect l="l" t="t" r="r" b="b"/>
              <a:pathLst>
                <a:path w="7466" h="7431" extrusionOk="0">
                  <a:moveTo>
                    <a:pt x="2953" y="1"/>
                  </a:moveTo>
                  <a:cubicBezTo>
                    <a:pt x="1905" y="1"/>
                    <a:pt x="893" y="358"/>
                    <a:pt x="96" y="1025"/>
                  </a:cubicBezTo>
                  <a:cubicBezTo>
                    <a:pt x="0" y="1108"/>
                    <a:pt x="0" y="1227"/>
                    <a:pt x="60" y="1299"/>
                  </a:cubicBezTo>
                  <a:cubicBezTo>
                    <a:pt x="99" y="1344"/>
                    <a:pt x="151" y="1364"/>
                    <a:pt x="205" y="1364"/>
                  </a:cubicBezTo>
                  <a:cubicBezTo>
                    <a:pt x="250" y="1364"/>
                    <a:pt x="295" y="1350"/>
                    <a:pt x="334" y="1322"/>
                  </a:cubicBezTo>
                  <a:cubicBezTo>
                    <a:pt x="1060" y="715"/>
                    <a:pt x="2001" y="394"/>
                    <a:pt x="2953" y="394"/>
                  </a:cubicBezTo>
                  <a:cubicBezTo>
                    <a:pt x="5215" y="394"/>
                    <a:pt x="7061" y="2227"/>
                    <a:pt x="7061" y="4501"/>
                  </a:cubicBezTo>
                  <a:cubicBezTo>
                    <a:pt x="7061" y="5454"/>
                    <a:pt x="6727" y="6371"/>
                    <a:pt x="6120" y="7121"/>
                  </a:cubicBezTo>
                  <a:cubicBezTo>
                    <a:pt x="6049" y="7204"/>
                    <a:pt x="6061" y="7323"/>
                    <a:pt x="6156" y="7383"/>
                  </a:cubicBezTo>
                  <a:cubicBezTo>
                    <a:pt x="6180" y="7418"/>
                    <a:pt x="6227" y="7430"/>
                    <a:pt x="6275" y="7430"/>
                  </a:cubicBezTo>
                  <a:cubicBezTo>
                    <a:pt x="6322" y="7430"/>
                    <a:pt x="6382" y="7395"/>
                    <a:pt x="6418" y="7359"/>
                  </a:cubicBezTo>
                  <a:cubicBezTo>
                    <a:pt x="7084" y="6549"/>
                    <a:pt x="7442" y="5537"/>
                    <a:pt x="7442" y="4501"/>
                  </a:cubicBezTo>
                  <a:cubicBezTo>
                    <a:pt x="7465" y="2013"/>
                    <a:pt x="5441" y="1"/>
                    <a:pt x="295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51"/>
            <p:cNvSpPr/>
            <p:nvPr/>
          </p:nvSpPr>
          <p:spPr>
            <a:xfrm>
              <a:off x="3663668" y="2351699"/>
              <a:ext cx="230668" cy="230668"/>
            </a:xfrm>
            <a:custGeom>
              <a:avLst/>
              <a:gdLst/>
              <a:ahLst/>
              <a:cxnLst/>
              <a:rect l="l" t="t" r="r" b="b"/>
              <a:pathLst>
                <a:path w="7264" h="7264" extrusionOk="0">
                  <a:moveTo>
                    <a:pt x="3632" y="382"/>
                  </a:moveTo>
                  <a:cubicBezTo>
                    <a:pt x="5418" y="382"/>
                    <a:pt x="6871" y="1846"/>
                    <a:pt x="6871" y="3632"/>
                  </a:cubicBezTo>
                  <a:cubicBezTo>
                    <a:pt x="6871" y="5418"/>
                    <a:pt x="5418" y="6871"/>
                    <a:pt x="3632" y="6871"/>
                  </a:cubicBezTo>
                  <a:cubicBezTo>
                    <a:pt x="1846" y="6871"/>
                    <a:pt x="382" y="5418"/>
                    <a:pt x="382" y="3632"/>
                  </a:cubicBezTo>
                  <a:cubicBezTo>
                    <a:pt x="382" y="1846"/>
                    <a:pt x="1846" y="382"/>
                    <a:pt x="3632" y="382"/>
                  </a:cubicBezTo>
                  <a:close/>
                  <a:moveTo>
                    <a:pt x="3632" y="1"/>
                  </a:moveTo>
                  <a:cubicBezTo>
                    <a:pt x="1632" y="1"/>
                    <a:pt x="1" y="1632"/>
                    <a:pt x="1" y="3632"/>
                  </a:cubicBezTo>
                  <a:cubicBezTo>
                    <a:pt x="1" y="5633"/>
                    <a:pt x="1632" y="7264"/>
                    <a:pt x="3632" y="7264"/>
                  </a:cubicBezTo>
                  <a:cubicBezTo>
                    <a:pt x="5644" y="7264"/>
                    <a:pt x="7263" y="5621"/>
                    <a:pt x="7263" y="3632"/>
                  </a:cubicBezTo>
                  <a:cubicBezTo>
                    <a:pt x="7263" y="1620"/>
                    <a:pt x="5620" y="1"/>
                    <a:pt x="363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51"/>
            <p:cNvSpPr/>
            <p:nvPr/>
          </p:nvSpPr>
          <p:spPr>
            <a:xfrm>
              <a:off x="3933998" y="2289904"/>
              <a:ext cx="52586" cy="355243"/>
            </a:xfrm>
            <a:custGeom>
              <a:avLst/>
              <a:gdLst/>
              <a:ahLst/>
              <a:cxnLst/>
              <a:rect l="l" t="t" r="r" b="b"/>
              <a:pathLst>
                <a:path w="1656" h="11187" extrusionOk="0">
                  <a:moveTo>
                    <a:pt x="1251" y="554"/>
                  </a:moveTo>
                  <a:lnTo>
                    <a:pt x="1251" y="5555"/>
                  </a:lnTo>
                  <a:lnTo>
                    <a:pt x="715" y="5578"/>
                  </a:lnTo>
                  <a:lnTo>
                    <a:pt x="703" y="5578"/>
                  </a:lnTo>
                  <a:cubicBezTo>
                    <a:pt x="693" y="5580"/>
                    <a:pt x="683" y="5580"/>
                    <a:pt x="673" y="5580"/>
                  </a:cubicBezTo>
                  <a:cubicBezTo>
                    <a:pt x="583" y="5580"/>
                    <a:pt x="481" y="5536"/>
                    <a:pt x="417" y="5483"/>
                  </a:cubicBezTo>
                  <a:cubicBezTo>
                    <a:pt x="382" y="5436"/>
                    <a:pt x="370" y="5412"/>
                    <a:pt x="370" y="5412"/>
                  </a:cubicBezTo>
                  <a:lnTo>
                    <a:pt x="370" y="2411"/>
                  </a:lnTo>
                  <a:cubicBezTo>
                    <a:pt x="370" y="1697"/>
                    <a:pt x="703" y="1006"/>
                    <a:pt x="1251" y="554"/>
                  </a:cubicBezTo>
                  <a:close/>
                  <a:moveTo>
                    <a:pt x="1263" y="5959"/>
                  </a:moveTo>
                  <a:cubicBezTo>
                    <a:pt x="1263" y="9448"/>
                    <a:pt x="1275" y="10258"/>
                    <a:pt x="1275" y="10281"/>
                  </a:cubicBezTo>
                  <a:cubicBezTo>
                    <a:pt x="1263" y="10496"/>
                    <a:pt x="1203" y="10769"/>
                    <a:pt x="941" y="10769"/>
                  </a:cubicBezTo>
                  <a:cubicBezTo>
                    <a:pt x="858" y="10769"/>
                    <a:pt x="620" y="10769"/>
                    <a:pt x="620" y="10258"/>
                  </a:cubicBezTo>
                  <a:cubicBezTo>
                    <a:pt x="620" y="10115"/>
                    <a:pt x="667" y="9710"/>
                    <a:pt x="727" y="9246"/>
                  </a:cubicBezTo>
                  <a:cubicBezTo>
                    <a:pt x="822" y="8472"/>
                    <a:pt x="941" y="7400"/>
                    <a:pt x="941" y="6686"/>
                  </a:cubicBezTo>
                  <a:lnTo>
                    <a:pt x="941" y="5959"/>
                  </a:lnTo>
                  <a:close/>
                  <a:moveTo>
                    <a:pt x="1453" y="0"/>
                  </a:moveTo>
                  <a:cubicBezTo>
                    <a:pt x="1420" y="0"/>
                    <a:pt x="1388" y="6"/>
                    <a:pt x="1358" y="18"/>
                  </a:cubicBezTo>
                  <a:cubicBezTo>
                    <a:pt x="524" y="530"/>
                    <a:pt x="1" y="1447"/>
                    <a:pt x="1" y="2435"/>
                  </a:cubicBezTo>
                  <a:lnTo>
                    <a:pt x="1" y="5424"/>
                  </a:lnTo>
                  <a:cubicBezTo>
                    <a:pt x="1" y="5555"/>
                    <a:pt x="60" y="5674"/>
                    <a:pt x="179" y="5781"/>
                  </a:cubicBezTo>
                  <a:cubicBezTo>
                    <a:pt x="286" y="5876"/>
                    <a:pt x="417" y="5936"/>
                    <a:pt x="548" y="5959"/>
                  </a:cubicBezTo>
                  <a:lnTo>
                    <a:pt x="548" y="6709"/>
                  </a:lnTo>
                  <a:cubicBezTo>
                    <a:pt x="548" y="7400"/>
                    <a:pt x="429" y="8460"/>
                    <a:pt x="346" y="9222"/>
                  </a:cubicBezTo>
                  <a:cubicBezTo>
                    <a:pt x="286" y="9710"/>
                    <a:pt x="239" y="10091"/>
                    <a:pt x="239" y="10281"/>
                  </a:cubicBezTo>
                  <a:cubicBezTo>
                    <a:pt x="239" y="11115"/>
                    <a:pt x="774" y="11186"/>
                    <a:pt x="941" y="11186"/>
                  </a:cubicBezTo>
                  <a:cubicBezTo>
                    <a:pt x="1275" y="11186"/>
                    <a:pt x="1656" y="10948"/>
                    <a:pt x="1656" y="10281"/>
                  </a:cubicBezTo>
                  <a:lnTo>
                    <a:pt x="1656" y="185"/>
                  </a:lnTo>
                  <a:cubicBezTo>
                    <a:pt x="1656" y="113"/>
                    <a:pt x="1608" y="54"/>
                    <a:pt x="1548" y="18"/>
                  </a:cubicBezTo>
                  <a:cubicBezTo>
                    <a:pt x="1519" y="6"/>
                    <a:pt x="1486" y="0"/>
                    <a:pt x="145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10" name="Google Shape;610;p51"/>
          <p:cNvGrpSpPr/>
          <p:nvPr/>
        </p:nvGrpSpPr>
        <p:grpSpPr>
          <a:xfrm>
            <a:off x="6990553" y="1255455"/>
            <a:ext cx="373185" cy="302466"/>
            <a:chOff x="5220616" y="2791061"/>
            <a:chExt cx="373185" cy="302466"/>
          </a:xfrm>
        </p:grpSpPr>
        <p:sp>
          <p:nvSpPr>
            <p:cNvPr id="611" name="Google Shape;611;p51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51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51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51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51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51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51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51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51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51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51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51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51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51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51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51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51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51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9" name="Google Shape;629;p51"/>
          <p:cNvGrpSpPr/>
          <p:nvPr/>
        </p:nvGrpSpPr>
        <p:grpSpPr>
          <a:xfrm>
            <a:off x="4421232" y="2929189"/>
            <a:ext cx="322917" cy="347876"/>
            <a:chOff x="6896644" y="3216007"/>
            <a:chExt cx="322917" cy="347876"/>
          </a:xfrm>
        </p:grpSpPr>
        <p:sp>
          <p:nvSpPr>
            <p:cNvPr id="630" name="Google Shape;630;p51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51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51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51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51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51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51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7" name="Google Shape;637;p51"/>
          <p:cNvGrpSpPr/>
          <p:nvPr/>
        </p:nvGrpSpPr>
        <p:grpSpPr>
          <a:xfrm>
            <a:off x="7019684" y="2932031"/>
            <a:ext cx="357720" cy="342192"/>
            <a:chOff x="1973254" y="4156304"/>
            <a:chExt cx="357720" cy="342192"/>
          </a:xfrm>
        </p:grpSpPr>
        <p:sp>
          <p:nvSpPr>
            <p:cNvPr id="638" name="Google Shape;638;p51"/>
            <p:cNvSpPr/>
            <p:nvPr/>
          </p:nvSpPr>
          <p:spPr>
            <a:xfrm>
              <a:off x="2129044" y="4156304"/>
              <a:ext cx="18926" cy="97964"/>
            </a:xfrm>
            <a:custGeom>
              <a:avLst/>
              <a:gdLst/>
              <a:ahLst/>
              <a:cxnLst/>
              <a:rect l="l" t="t" r="r" b="b"/>
              <a:pathLst>
                <a:path w="596" h="3085" extrusionOk="0">
                  <a:moveTo>
                    <a:pt x="417" y="0"/>
                  </a:moveTo>
                  <a:cubicBezTo>
                    <a:pt x="310" y="0"/>
                    <a:pt x="238" y="72"/>
                    <a:pt x="238" y="179"/>
                  </a:cubicBezTo>
                  <a:cubicBezTo>
                    <a:pt x="238" y="358"/>
                    <a:pt x="191" y="453"/>
                    <a:pt x="131" y="560"/>
                  </a:cubicBezTo>
                  <a:cubicBezTo>
                    <a:pt x="72" y="667"/>
                    <a:pt x="0" y="822"/>
                    <a:pt x="0" y="1096"/>
                  </a:cubicBezTo>
                  <a:cubicBezTo>
                    <a:pt x="0" y="1358"/>
                    <a:pt x="72" y="1501"/>
                    <a:pt x="131" y="1632"/>
                  </a:cubicBezTo>
                  <a:cubicBezTo>
                    <a:pt x="191" y="1727"/>
                    <a:pt x="238" y="1822"/>
                    <a:pt x="238" y="2001"/>
                  </a:cubicBezTo>
                  <a:cubicBezTo>
                    <a:pt x="238" y="2179"/>
                    <a:pt x="191" y="2263"/>
                    <a:pt x="131" y="2370"/>
                  </a:cubicBezTo>
                  <a:cubicBezTo>
                    <a:pt x="72" y="2501"/>
                    <a:pt x="0" y="2644"/>
                    <a:pt x="0" y="2906"/>
                  </a:cubicBezTo>
                  <a:cubicBezTo>
                    <a:pt x="0" y="3013"/>
                    <a:pt x="72" y="3084"/>
                    <a:pt x="179" y="3084"/>
                  </a:cubicBezTo>
                  <a:cubicBezTo>
                    <a:pt x="286" y="3084"/>
                    <a:pt x="357" y="3013"/>
                    <a:pt x="357" y="2906"/>
                  </a:cubicBezTo>
                  <a:cubicBezTo>
                    <a:pt x="357" y="2727"/>
                    <a:pt x="405" y="2644"/>
                    <a:pt x="464" y="2536"/>
                  </a:cubicBezTo>
                  <a:cubicBezTo>
                    <a:pt x="524" y="2417"/>
                    <a:pt x="595" y="2263"/>
                    <a:pt x="595" y="2001"/>
                  </a:cubicBezTo>
                  <a:cubicBezTo>
                    <a:pt x="595" y="1727"/>
                    <a:pt x="524" y="1584"/>
                    <a:pt x="464" y="1465"/>
                  </a:cubicBezTo>
                  <a:cubicBezTo>
                    <a:pt x="405" y="1358"/>
                    <a:pt x="357" y="1274"/>
                    <a:pt x="357" y="1096"/>
                  </a:cubicBezTo>
                  <a:cubicBezTo>
                    <a:pt x="357" y="905"/>
                    <a:pt x="405" y="822"/>
                    <a:pt x="464" y="715"/>
                  </a:cubicBezTo>
                  <a:cubicBezTo>
                    <a:pt x="524" y="596"/>
                    <a:pt x="595" y="453"/>
                    <a:pt x="595" y="179"/>
                  </a:cubicBezTo>
                  <a:cubicBezTo>
                    <a:pt x="595" y="72"/>
                    <a:pt x="524" y="0"/>
                    <a:pt x="41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51"/>
            <p:cNvSpPr/>
            <p:nvPr/>
          </p:nvSpPr>
          <p:spPr>
            <a:xfrm>
              <a:off x="2174771" y="4156304"/>
              <a:ext cx="18958" cy="97964"/>
            </a:xfrm>
            <a:custGeom>
              <a:avLst/>
              <a:gdLst/>
              <a:ahLst/>
              <a:cxnLst/>
              <a:rect l="l" t="t" r="r" b="b"/>
              <a:pathLst>
                <a:path w="597" h="3085" extrusionOk="0">
                  <a:moveTo>
                    <a:pt x="418" y="0"/>
                  </a:moveTo>
                  <a:cubicBezTo>
                    <a:pt x="322" y="0"/>
                    <a:pt x="239" y="72"/>
                    <a:pt x="239" y="179"/>
                  </a:cubicBezTo>
                  <a:cubicBezTo>
                    <a:pt x="239" y="358"/>
                    <a:pt x="191" y="453"/>
                    <a:pt x="144" y="560"/>
                  </a:cubicBezTo>
                  <a:cubicBezTo>
                    <a:pt x="84" y="667"/>
                    <a:pt x="1" y="822"/>
                    <a:pt x="1" y="1096"/>
                  </a:cubicBezTo>
                  <a:cubicBezTo>
                    <a:pt x="1" y="1358"/>
                    <a:pt x="84" y="1501"/>
                    <a:pt x="144" y="1632"/>
                  </a:cubicBezTo>
                  <a:cubicBezTo>
                    <a:pt x="191" y="1727"/>
                    <a:pt x="239" y="1822"/>
                    <a:pt x="239" y="2001"/>
                  </a:cubicBezTo>
                  <a:cubicBezTo>
                    <a:pt x="239" y="2179"/>
                    <a:pt x="191" y="2263"/>
                    <a:pt x="144" y="2370"/>
                  </a:cubicBezTo>
                  <a:cubicBezTo>
                    <a:pt x="84" y="2501"/>
                    <a:pt x="1" y="2644"/>
                    <a:pt x="1" y="2906"/>
                  </a:cubicBezTo>
                  <a:cubicBezTo>
                    <a:pt x="1" y="3013"/>
                    <a:pt x="84" y="3084"/>
                    <a:pt x="179" y="3084"/>
                  </a:cubicBezTo>
                  <a:cubicBezTo>
                    <a:pt x="287" y="3084"/>
                    <a:pt x="358" y="3013"/>
                    <a:pt x="358" y="2906"/>
                  </a:cubicBezTo>
                  <a:cubicBezTo>
                    <a:pt x="358" y="2727"/>
                    <a:pt x="406" y="2644"/>
                    <a:pt x="465" y="2536"/>
                  </a:cubicBezTo>
                  <a:cubicBezTo>
                    <a:pt x="525" y="2417"/>
                    <a:pt x="596" y="2263"/>
                    <a:pt x="596" y="2001"/>
                  </a:cubicBezTo>
                  <a:cubicBezTo>
                    <a:pt x="596" y="1727"/>
                    <a:pt x="525" y="1584"/>
                    <a:pt x="465" y="1465"/>
                  </a:cubicBezTo>
                  <a:cubicBezTo>
                    <a:pt x="406" y="1358"/>
                    <a:pt x="358" y="1274"/>
                    <a:pt x="358" y="1096"/>
                  </a:cubicBezTo>
                  <a:cubicBezTo>
                    <a:pt x="358" y="905"/>
                    <a:pt x="406" y="822"/>
                    <a:pt x="465" y="715"/>
                  </a:cubicBezTo>
                  <a:cubicBezTo>
                    <a:pt x="525" y="596"/>
                    <a:pt x="596" y="453"/>
                    <a:pt x="596" y="179"/>
                  </a:cubicBezTo>
                  <a:cubicBezTo>
                    <a:pt x="596" y="72"/>
                    <a:pt x="525" y="0"/>
                    <a:pt x="41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51"/>
            <p:cNvSpPr/>
            <p:nvPr/>
          </p:nvSpPr>
          <p:spPr>
            <a:xfrm>
              <a:off x="1992529" y="4460644"/>
              <a:ext cx="338445" cy="37852"/>
            </a:xfrm>
            <a:custGeom>
              <a:avLst/>
              <a:gdLst/>
              <a:ahLst/>
              <a:cxnLst/>
              <a:rect l="l" t="t" r="r" b="b"/>
              <a:pathLst>
                <a:path w="10658" h="1192" extrusionOk="0">
                  <a:moveTo>
                    <a:pt x="10002" y="358"/>
                  </a:moveTo>
                  <a:lnTo>
                    <a:pt x="9931" y="632"/>
                  </a:lnTo>
                  <a:cubicBezTo>
                    <a:pt x="9895" y="751"/>
                    <a:pt x="9764" y="834"/>
                    <a:pt x="9645" y="834"/>
                  </a:cubicBezTo>
                  <a:lnTo>
                    <a:pt x="1013" y="834"/>
                  </a:lnTo>
                  <a:cubicBezTo>
                    <a:pt x="894" y="834"/>
                    <a:pt x="763" y="739"/>
                    <a:pt x="727" y="632"/>
                  </a:cubicBezTo>
                  <a:lnTo>
                    <a:pt x="656" y="358"/>
                  </a:lnTo>
                  <a:close/>
                  <a:moveTo>
                    <a:pt x="180" y="1"/>
                  </a:moveTo>
                  <a:cubicBezTo>
                    <a:pt x="72" y="1"/>
                    <a:pt x="1" y="84"/>
                    <a:pt x="1" y="180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287" y="358"/>
                  </a:lnTo>
                  <a:lnTo>
                    <a:pt x="382" y="715"/>
                  </a:lnTo>
                  <a:cubicBezTo>
                    <a:pt x="465" y="989"/>
                    <a:pt x="739" y="1192"/>
                    <a:pt x="1013" y="1192"/>
                  </a:cubicBezTo>
                  <a:lnTo>
                    <a:pt x="9645" y="1192"/>
                  </a:lnTo>
                  <a:cubicBezTo>
                    <a:pt x="9931" y="1192"/>
                    <a:pt x="10193" y="989"/>
                    <a:pt x="10264" y="715"/>
                  </a:cubicBezTo>
                  <a:lnTo>
                    <a:pt x="10371" y="358"/>
                  </a:lnTo>
                  <a:lnTo>
                    <a:pt x="10478" y="358"/>
                  </a:lnTo>
                  <a:cubicBezTo>
                    <a:pt x="10574" y="358"/>
                    <a:pt x="10657" y="287"/>
                    <a:pt x="10657" y="180"/>
                  </a:cubicBezTo>
                  <a:cubicBezTo>
                    <a:pt x="10657" y="96"/>
                    <a:pt x="10586" y="1"/>
                    <a:pt x="1047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51"/>
            <p:cNvSpPr/>
            <p:nvPr/>
          </p:nvSpPr>
          <p:spPr>
            <a:xfrm>
              <a:off x="1996340" y="4288627"/>
              <a:ext cx="60525" cy="69226"/>
            </a:xfrm>
            <a:custGeom>
              <a:avLst/>
              <a:gdLst/>
              <a:ahLst/>
              <a:cxnLst/>
              <a:rect l="l" t="t" r="r" b="b"/>
              <a:pathLst>
                <a:path w="1906" h="2180" extrusionOk="0">
                  <a:moveTo>
                    <a:pt x="1500" y="358"/>
                  </a:moveTo>
                  <a:lnTo>
                    <a:pt x="1500" y="1346"/>
                  </a:lnTo>
                  <a:cubicBezTo>
                    <a:pt x="1500" y="1513"/>
                    <a:pt x="1512" y="1656"/>
                    <a:pt x="1524" y="1822"/>
                  </a:cubicBezTo>
                  <a:lnTo>
                    <a:pt x="1512" y="1822"/>
                  </a:lnTo>
                  <a:cubicBezTo>
                    <a:pt x="869" y="1822"/>
                    <a:pt x="369" y="1298"/>
                    <a:pt x="369" y="679"/>
                  </a:cubicBezTo>
                  <a:cubicBezTo>
                    <a:pt x="357" y="572"/>
                    <a:pt x="369" y="465"/>
                    <a:pt x="405" y="358"/>
                  </a:cubicBezTo>
                  <a:close/>
                  <a:moveTo>
                    <a:pt x="262" y="1"/>
                  </a:moveTo>
                  <a:cubicBezTo>
                    <a:pt x="191" y="1"/>
                    <a:pt x="131" y="48"/>
                    <a:pt x="107" y="120"/>
                  </a:cubicBezTo>
                  <a:cubicBezTo>
                    <a:pt x="24" y="298"/>
                    <a:pt x="0" y="477"/>
                    <a:pt x="0" y="679"/>
                  </a:cubicBezTo>
                  <a:cubicBezTo>
                    <a:pt x="0" y="1513"/>
                    <a:pt x="667" y="2179"/>
                    <a:pt x="1500" y="2179"/>
                  </a:cubicBezTo>
                  <a:lnTo>
                    <a:pt x="1726" y="2179"/>
                  </a:lnTo>
                  <a:cubicBezTo>
                    <a:pt x="1786" y="2179"/>
                    <a:pt x="1834" y="2144"/>
                    <a:pt x="1857" y="2120"/>
                  </a:cubicBezTo>
                  <a:cubicBezTo>
                    <a:pt x="1893" y="2084"/>
                    <a:pt x="1905" y="2025"/>
                    <a:pt x="1905" y="1965"/>
                  </a:cubicBezTo>
                  <a:cubicBezTo>
                    <a:pt x="1857" y="1763"/>
                    <a:pt x="1846" y="1548"/>
                    <a:pt x="1846" y="1358"/>
                  </a:cubicBezTo>
                  <a:lnTo>
                    <a:pt x="1846" y="179"/>
                  </a:lnTo>
                  <a:cubicBezTo>
                    <a:pt x="1846" y="84"/>
                    <a:pt x="1774" y="1"/>
                    <a:pt x="166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51"/>
            <p:cNvSpPr/>
            <p:nvPr/>
          </p:nvSpPr>
          <p:spPr>
            <a:xfrm>
              <a:off x="1973254" y="4265954"/>
              <a:ext cx="306658" cy="184147"/>
            </a:xfrm>
            <a:custGeom>
              <a:avLst/>
              <a:gdLst/>
              <a:ahLst/>
              <a:cxnLst/>
              <a:rect l="l" t="t" r="r" b="b"/>
              <a:pathLst>
                <a:path w="9657" h="5799" extrusionOk="0">
                  <a:moveTo>
                    <a:pt x="9288" y="357"/>
                  </a:moveTo>
                  <a:lnTo>
                    <a:pt x="9288" y="2072"/>
                  </a:lnTo>
                  <a:cubicBezTo>
                    <a:pt x="9288" y="3917"/>
                    <a:pt x="7776" y="5418"/>
                    <a:pt x="5930" y="5418"/>
                  </a:cubicBezTo>
                  <a:cubicBezTo>
                    <a:pt x="4585" y="5418"/>
                    <a:pt x="3358" y="4620"/>
                    <a:pt x="2834" y="3370"/>
                  </a:cubicBezTo>
                  <a:cubicBezTo>
                    <a:pt x="2811" y="3310"/>
                    <a:pt x="2751" y="3263"/>
                    <a:pt x="2668" y="3263"/>
                  </a:cubicBezTo>
                  <a:lnTo>
                    <a:pt x="2227" y="3263"/>
                  </a:lnTo>
                  <a:cubicBezTo>
                    <a:pt x="1203" y="3263"/>
                    <a:pt x="346" y="2429"/>
                    <a:pt x="346" y="1393"/>
                  </a:cubicBezTo>
                  <a:cubicBezTo>
                    <a:pt x="358" y="1012"/>
                    <a:pt x="477" y="655"/>
                    <a:pt x="668" y="357"/>
                  </a:cubicBezTo>
                  <a:lnTo>
                    <a:pt x="8335" y="357"/>
                  </a:lnTo>
                  <a:lnTo>
                    <a:pt x="8335" y="1131"/>
                  </a:lnTo>
                  <a:cubicBezTo>
                    <a:pt x="8335" y="1238"/>
                    <a:pt x="8407" y="1310"/>
                    <a:pt x="8514" y="1310"/>
                  </a:cubicBezTo>
                  <a:cubicBezTo>
                    <a:pt x="8609" y="1310"/>
                    <a:pt x="8692" y="1238"/>
                    <a:pt x="8692" y="1131"/>
                  </a:cubicBezTo>
                  <a:lnTo>
                    <a:pt x="8692" y="357"/>
                  </a:lnTo>
                  <a:close/>
                  <a:moveTo>
                    <a:pt x="572" y="0"/>
                  </a:moveTo>
                  <a:cubicBezTo>
                    <a:pt x="513" y="0"/>
                    <a:pt x="477" y="36"/>
                    <a:pt x="429" y="84"/>
                  </a:cubicBezTo>
                  <a:cubicBezTo>
                    <a:pt x="144" y="465"/>
                    <a:pt x="1" y="917"/>
                    <a:pt x="1" y="1381"/>
                  </a:cubicBezTo>
                  <a:cubicBezTo>
                    <a:pt x="1" y="2620"/>
                    <a:pt x="1013" y="3620"/>
                    <a:pt x="2227" y="3620"/>
                  </a:cubicBezTo>
                  <a:lnTo>
                    <a:pt x="2561" y="3620"/>
                  </a:lnTo>
                  <a:cubicBezTo>
                    <a:pt x="3168" y="4941"/>
                    <a:pt x="4478" y="5799"/>
                    <a:pt x="5930" y="5799"/>
                  </a:cubicBezTo>
                  <a:cubicBezTo>
                    <a:pt x="7990" y="5799"/>
                    <a:pt x="9657" y="4132"/>
                    <a:pt x="9657" y="2072"/>
                  </a:cubicBezTo>
                  <a:lnTo>
                    <a:pt x="9657" y="179"/>
                  </a:lnTo>
                  <a:cubicBezTo>
                    <a:pt x="9657" y="84"/>
                    <a:pt x="9585" y="0"/>
                    <a:pt x="947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51"/>
            <p:cNvSpPr/>
            <p:nvPr/>
          </p:nvSpPr>
          <p:spPr>
            <a:xfrm>
              <a:off x="2155877" y="4319620"/>
              <a:ext cx="93423" cy="99488"/>
            </a:xfrm>
            <a:custGeom>
              <a:avLst/>
              <a:gdLst/>
              <a:ahLst/>
              <a:cxnLst/>
              <a:rect l="l" t="t" r="r" b="b"/>
              <a:pathLst>
                <a:path w="2942" h="3133" extrusionOk="0">
                  <a:moveTo>
                    <a:pt x="2763" y="1"/>
                  </a:moveTo>
                  <a:cubicBezTo>
                    <a:pt x="2656" y="1"/>
                    <a:pt x="2584" y="72"/>
                    <a:pt x="2584" y="179"/>
                  </a:cubicBezTo>
                  <a:lnTo>
                    <a:pt x="2584" y="382"/>
                  </a:lnTo>
                  <a:cubicBezTo>
                    <a:pt x="2584" y="1703"/>
                    <a:pt x="1513" y="2775"/>
                    <a:pt x="179" y="2775"/>
                  </a:cubicBezTo>
                  <a:cubicBezTo>
                    <a:pt x="84" y="2775"/>
                    <a:pt x="0" y="2858"/>
                    <a:pt x="0" y="2954"/>
                  </a:cubicBezTo>
                  <a:cubicBezTo>
                    <a:pt x="0" y="3061"/>
                    <a:pt x="84" y="3132"/>
                    <a:pt x="179" y="3132"/>
                  </a:cubicBezTo>
                  <a:cubicBezTo>
                    <a:pt x="1703" y="3132"/>
                    <a:pt x="2941" y="1906"/>
                    <a:pt x="2941" y="382"/>
                  </a:cubicBezTo>
                  <a:lnTo>
                    <a:pt x="2941" y="179"/>
                  </a:lnTo>
                  <a:cubicBezTo>
                    <a:pt x="2941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44" name="Google Shape;644;p51"/>
          <p:cNvSpPr txBox="1">
            <a:spLocks noGrp="1"/>
          </p:cNvSpPr>
          <p:nvPr>
            <p:ph type="subTitle" idx="1"/>
          </p:nvPr>
        </p:nvSpPr>
        <p:spPr>
          <a:xfrm>
            <a:off x="1056302" y="2152586"/>
            <a:ext cx="1824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the smallest planet of them all</a:t>
            </a:r>
            <a:endParaRPr/>
          </a:p>
        </p:txBody>
      </p:sp>
      <p:sp>
        <p:nvSpPr>
          <p:cNvPr id="645" name="Google Shape;645;p51"/>
          <p:cNvSpPr txBox="1">
            <a:spLocks noGrp="1"/>
          </p:cNvSpPr>
          <p:nvPr>
            <p:ph type="subTitle" idx="2"/>
          </p:nvPr>
        </p:nvSpPr>
        <p:spPr>
          <a:xfrm>
            <a:off x="3668188" y="2152586"/>
            <a:ext cx="18288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is the second planet from the Sun</a:t>
            </a:r>
            <a:endParaRPr/>
          </a:p>
        </p:txBody>
      </p:sp>
      <p:sp>
        <p:nvSpPr>
          <p:cNvPr id="646" name="Google Shape;646;p51"/>
          <p:cNvSpPr txBox="1">
            <a:spLocks noGrp="1"/>
          </p:cNvSpPr>
          <p:nvPr>
            <p:ph type="subTitle" idx="3"/>
          </p:nvPr>
        </p:nvSpPr>
        <p:spPr>
          <a:xfrm>
            <a:off x="6262788" y="2152586"/>
            <a:ext cx="1824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 cold place</a:t>
            </a:r>
            <a:endParaRPr/>
          </a:p>
        </p:txBody>
      </p:sp>
      <p:sp>
        <p:nvSpPr>
          <p:cNvPr id="647" name="Google Shape;647;p51"/>
          <p:cNvSpPr txBox="1">
            <a:spLocks noGrp="1"/>
          </p:cNvSpPr>
          <p:nvPr>
            <p:ph type="subTitle" idx="4"/>
          </p:nvPr>
        </p:nvSpPr>
        <p:spPr>
          <a:xfrm>
            <a:off x="1056302" y="3841578"/>
            <a:ext cx="1824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the biggest planet of them all</a:t>
            </a:r>
            <a:endParaRPr/>
          </a:p>
        </p:txBody>
      </p:sp>
      <p:sp>
        <p:nvSpPr>
          <p:cNvPr id="648" name="Google Shape;648;p51"/>
          <p:cNvSpPr txBox="1">
            <a:spLocks noGrp="1"/>
          </p:cNvSpPr>
          <p:nvPr>
            <p:ph type="subTitle" idx="5"/>
          </p:nvPr>
        </p:nvSpPr>
        <p:spPr>
          <a:xfrm>
            <a:off x="3668188" y="3841578"/>
            <a:ext cx="18288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a gas giant and has rings</a:t>
            </a:r>
            <a:endParaRPr/>
          </a:p>
        </p:txBody>
      </p:sp>
      <p:sp>
        <p:nvSpPr>
          <p:cNvPr id="649" name="Google Shape;649;p51"/>
          <p:cNvSpPr txBox="1">
            <a:spLocks noGrp="1"/>
          </p:cNvSpPr>
          <p:nvPr>
            <p:ph type="subTitle" idx="6"/>
          </p:nvPr>
        </p:nvSpPr>
        <p:spPr>
          <a:xfrm>
            <a:off x="6262788" y="3841578"/>
            <a:ext cx="1824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Neptune is far away from Earth</a:t>
            </a:r>
            <a:endParaRPr/>
          </a:p>
        </p:txBody>
      </p:sp>
      <p:sp>
        <p:nvSpPr>
          <p:cNvPr id="650" name="Google Shape;650;p51"/>
          <p:cNvSpPr txBox="1">
            <a:spLocks noGrp="1"/>
          </p:cNvSpPr>
          <p:nvPr>
            <p:ph type="subTitle" idx="7"/>
          </p:nvPr>
        </p:nvSpPr>
        <p:spPr>
          <a:xfrm>
            <a:off x="1052475" y="1805175"/>
            <a:ext cx="18249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651" name="Google Shape;651;p51"/>
          <p:cNvSpPr txBox="1">
            <a:spLocks noGrp="1"/>
          </p:cNvSpPr>
          <p:nvPr>
            <p:ph type="subTitle" idx="8"/>
          </p:nvPr>
        </p:nvSpPr>
        <p:spPr>
          <a:xfrm>
            <a:off x="3668188" y="1805175"/>
            <a:ext cx="18288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652" name="Google Shape;652;p51"/>
          <p:cNvSpPr txBox="1">
            <a:spLocks noGrp="1"/>
          </p:cNvSpPr>
          <p:nvPr>
            <p:ph type="subTitle" idx="9"/>
          </p:nvPr>
        </p:nvSpPr>
        <p:spPr>
          <a:xfrm>
            <a:off x="6266615" y="1805175"/>
            <a:ext cx="18249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653" name="Google Shape;653;p51"/>
          <p:cNvSpPr txBox="1">
            <a:spLocks noGrp="1"/>
          </p:cNvSpPr>
          <p:nvPr>
            <p:ph type="subTitle" idx="13"/>
          </p:nvPr>
        </p:nvSpPr>
        <p:spPr>
          <a:xfrm>
            <a:off x="1052475" y="3501700"/>
            <a:ext cx="18249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654" name="Google Shape;654;p51"/>
          <p:cNvSpPr txBox="1">
            <a:spLocks noGrp="1"/>
          </p:cNvSpPr>
          <p:nvPr>
            <p:ph type="subTitle" idx="14"/>
          </p:nvPr>
        </p:nvSpPr>
        <p:spPr>
          <a:xfrm>
            <a:off x="3668188" y="3501700"/>
            <a:ext cx="18288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655" name="Google Shape;655;p51"/>
          <p:cNvSpPr txBox="1">
            <a:spLocks noGrp="1"/>
          </p:cNvSpPr>
          <p:nvPr>
            <p:ph type="subTitle" idx="15"/>
          </p:nvPr>
        </p:nvSpPr>
        <p:spPr>
          <a:xfrm>
            <a:off x="6266615" y="3501700"/>
            <a:ext cx="18249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neptune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53"/>
          <p:cNvSpPr txBox="1"/>
          <p:nvPr/>
        </p:nvSpPr>
        <p:spPr>
          <a:xfrm>
            <a:off x="858085" y="2349720"/>
            <a:ext cx="2280900" cy="46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BASIC</a:t>
            </a:r>
            <a:endParaRPr sz="3000">
              <a:solidFill>
                <a:schemeClr val="dk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732" name="Google Shape;732;p53"/>
          <p:cNvSpPr txBox="1"/>
          <p:nvPr/>
        </p:nvSpPr>
        <p:spPr>
          <a:xfrm>
            <a:off x="855399" y="1421913"/>
            <a:ext cx="2286000" cy="81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Despite being red, Mars is a cold place. It's full of iron oxide dust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733" name="Google Shape;733;p53"/>
          <p:cNvSpPr txBox="1"/>
          <p:nvPr/>
        </p:nvSpPr>
        <p:spPr>
          <a:xfrm>
            <a:off x="3428992" y="1421913"/>
            <a:ext cx="2286000" cy="81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Saturn is the second-largest planet in the Solar System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734" name="Google Shape;734;p53"/>
          <p:cNvSpPr txBox="1"/>
          <p:nvPr/>
        </p:nvSpPr>
        <p:spPr>
          <a:xfrm>
            <a:off x="6002597" y="1421913"/>
            <a:ext cx="2286000" cy="81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Jupiter is a gas giant and the biggest planet in the Solar System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735" name="Google Shape;735;p53"/>
          <p:cNvSpPr txBox="1"/>
          <p:nvPr/>
        </p:nvSpPr>
        <p:spPr>
          <a:xfrm>
            <a:off x="3431688" y="2349720"/>
            <a:ext cx="2280600" cy="466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pro</a:t>
            </a:r>
            <a:endParaRPr sz="3000">
              <a:solidFill>
                <a:schemeClr val="dk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736" name="Google Shape;736;p53"/>
          <p:cNvSpPr txBox="1"/>
          <p:nvPr/>
        </p:nvSpPr>
        <p:spPr>
          <a:xfrm>
            <a:off x="6002600" y="2349720"/>
            <a:ext cx="2281200" cy="466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rPr>
              <a:t>premium</a:t>
            </a:r>
            <a:endParaRPr sz="3000">
              <a:solidFill>
                <a:schemeClr val="dk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737" name="Google Shape;737;p53"/>
          <p:cNvSpPr txBox="1"/>
          <p:nvPr/>
        </p:nvSpPr>
        <p:spPr>
          <a:xfrm>
            <a:off x="855399" y="2961063"/>
            <a:ext cx="2286000" cy="14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You can explain your product or your service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Characteristic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Characteristic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Characteristic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738" name="Google Shape;738;p53"/>
          <p:cNvSpPr txBox="1"/>
          <p:nvPr/>
        </p:nvSpPr>
        <p:spPr>
          <a:xfrm>
            <a:off x="3429002" y="2961063"/>
            <a:ext cx="2286000" cy="14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You can explain your product or your service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Characteristic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Characteristic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Characteristic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739" name="Google Shape;739;p53"/>
          <p:cNvSpPr txBox="1"/>
          <p:nvPr/>
        </p:nvSpPr>
        <p:spPr>
          <a:xfrm>
            <a:off x="6002600" y="2961063"/>
            <a:ext cx="2286000" cy="14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You can explain your product or your service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Characteristic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Characteristic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Characteristic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740" name="Google Shape;740;p53"/>
          <p:cNvSpPr txBox="1">
            <a:spLocks noGrp="1"/>
          </p:cNvSpPr>
          <p:nvPr>
            <p:ph type="title"/>
          </p:nvPr>
        </p:nvSpPr>
        <p:spPr>
          <a:xfrm>
            <a:off x="720000" y="52969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plans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54"/>
          <p:cNvSpPr txBox="1">
            <a:spLocks noGrp="1"/>
          </p:cNvSpPr>
          <p:nvPr>
            <p:ph type="title"/>
          </p:nvPr>
        </p:nvSpPr>
        <p:spPr>
          <a:xfrm>
            <a:off x="1388100" y="1202325"/>
            <a:ext cx="6367800" cy="26244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AWESOME</a:t>
            </a:r>
            <a:endParaRPr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words</a:t>
            </a:r>
            <a:endParaRPr>
              <a:solidFill>
                <a:schemeClr val="accent3"/>
              </a:solidFill>
            </a:endParaRPr>
          </a:p>
        </p:txBody>
      </p:sp>
      <p:grpSp>
        <p:nvGrpSpPr>
          <p:cNvPr id="746" name="Google Shape;746;p54"/>
          <p:cNvGrpSpPr/>
          <p:nvPr/>
        </p:nvGrpSpPr>
        <p:grpSpPr>
          <a:xfrm>
            <a:off x="4336685" y="3881831"/>
            <a:ext cx="470646" cy="329702"/>
            <a:chOff x="4048787" y="2977019"/>
            <a:chExt cx="283488" cy="198604"/>
          </a:xfrm>
        </p:grpSpPr>
        <p:sp>
          <p:nvSpPr>
            <p:cNvPr id="747" name="Google Shape;747;p54"/>
            <p:cNvSpPr/>
            <p:nvPr/>
          </p:nvSpPr>
          <p:spPr>
            <a:xfrm>
              <a:off x="4277659" y="3015880"/>
              <a:ext cx="25048" cy="19128"/>
            </a:xfrm>
            <a:custGeom>
              <a:avLst/>
              <a:gdLst/>
              <a:ahLst/>
              <a:cxnLst/>
              <a:rect l="l" t="t" r="r" b="b"/>
              <a:pathLst>
                <a:path w="787" h="601" extrusionOk="0">
                  <a:moveTo>
                    <a:pt x="157" y="1"/>
                  </a:moveTo>
                  <a:cubicBezTo>
                    <a:pt x="113" y="1"/>
                    <a:pt x="70" y="22"/>
                    <a:pt x="49" y="65"/>
                  </a:cubicBezTo>
                  <a:cubicBezTo>
                    <a:pt x="1" y="125"/>
                    <a:pt x="13" y="220"/>
                    <a:pt x="84" y="256"/>
                  </a:cubicBezTo>
                  <a:cubicBezTo>
                    <a:pt x="239" y="363"/>
                    <a:pt x="382" y="470"/>
                    <a:pt x="549" y="577"/>
                  </a:cubicBezTo>
                  <a:cubicBezTo>
                    <a:pt x="584" y="589"/>
                    <a:pt x="608" y="601"/>
                    <a:pt x="620" y="601"/>
                  </a:cubicBezTo>
                  <a:cubicBezTo>
                    <a:pt x="668" y="601"/>
                    <a:pt x="715" y="589"/>
                    <a:pt x="739" y="541"/>
                  </a:cubicBezTo>
                  <a:cubicBezTo>
                    <a:pt x="787" y="482"/>
                    <a:pt x="775" y="398"/>
                    <a:pt x="703" y="351"/>
                  </a:cubicBezTo>
                  <a:cubicBezTo>
                    <a:pt x="537" y="232"/>
                    <a:pt x="382" y="125"/>
                    <a:pt x="239" y="29"/>
                  </a:cubicBezTo>
                  <a:cubicBezTo>
                    <a:pt x="215" y="10"/>
                    <a:pt x="186" y="1"/>
                    <a:pt x="15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6"/>
                </a:solidFill>
              </a:endParaRPr>
            </a:p>
          </p:txBody>
        </p:sp>
        <p:sp>
          <p:nvSpPr>
            <p:cNvPr id="748" name="Google Shape;748;p54"/>
            <p:cNvSpPr/>
            <p:nvPr/>
          </p:nvSpPr>
          <p:spPr>
            <a:xfrm>
              <a:off x="4101462" y="2977019"/>
              <a:ext cx="165630" cy="42458"/>
            </a:xfrm>
            <a:custGeom>
              <a:avLst/>
              <a:gdLst/>
              <a:ahLst/>
              <a:cxnLst/>
              <a:rect l="l" t="t" r="r" b="b"/>
              <a:pathLst>
                <a:path w="5204" h="1334" extrusionOk="0">
                  <a:moveTo>
                    <a:pt x="2810" y="0"/>
                  </a:moveTo>
                  <a:cubicBezTo>
                    <a:pt x="2132" y="0"/>
                    <a:pt x="1239" y="357"/>
                    <a:pt x="84" y="1084"/>
                  </a:cubicBezTo>
                  <a:cubicBezTo>
                    <a:pt x="24" y="1119"/>
                    <a:pt x="1" y="1215"/>
                    <a:pt x="48" y="1274"/>
                  </a:cubicBezTo>
                  <a:cubicBezTo>
                    <a:pt x="72" y="1322"/>
                    <a:pt x="120" y="1334"/>
                    <a:pt x="167" y="1334"/>
                  </a:cubicBezTo>
                  <a:cubicBezTo>
                    <a:pt x="191" y="1334"/>
                    <a:pt x="203" y="1334"/>
                    <a:pt x="239" y="1322"/>
                  </a:cubicBezTo>
                  <a:cubicBezTo>
                    <a:pt x="1334" y="619"/>
                    <a:pt x="2167" y="274"/>
                    <a:pt x="2798" y="274"/>
                  </a:cubicBezTo>
                  <a:cubicBezTo>
                    <a:pt x="3346" y="274"/>
                    <a:pt x="4061" y="524"/>
                    <a:pt x="4965" y="1060"/>
                  </a:cubicBezTo>
                  <a:cubicBezTo>
                    <a:pt x="4987" y="1077"/>
                    <a:pt x="5014" y="1085"/>
                    <a:pt x="5041" y="1085"/>
                  </a:cubicBezTo>
                  <a:cubicBezTo>
                    <a:pt x="5088" y="1085"/>
                    <a:pt x="5138" y="1062"/>
                    <a:pt x="5168" y="1024"/>
                  </a:cubicBezTo>
                  <a:cubicBezTo>
                    <a:pt x="5204" y="953"/>
                    <a:pt x="5180" y="869"/>
                    <a:pt x="5120" y="834"/>
                  </a:cubicBezTo>
                  <a:cubicBezTo>
                    <a:pt x="4168" y="262"/>
                    <a:pt x="3406" y="0"/>
                    <a:pt x="281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6"/>
                </a:solidFill>
              </a:endParaRPr>
            </a:p>
          </p:txBody>
        </p:sp>
        <p:sp>
          <p:nvSpPr>
            <p:cNvPr id="749" name="Google Shape;749;p54"/>
            <p:cNvSpPr/>
            <p:nvPr/>
          </p:nvSpPr>
          <p:spPr>
            <a:xfrm>
              <a:off x="4048787" y="3000508"/>
              <a:ext cx="283488" cy="175115"/>
            </a:xfrm>
            <a:custGeom>
              <a:avLst/>
              <a:gdLst/>
              <a:ahLst/>
              <a:cxnLst/>
              <a:rect l="l" t="t" r="r" b="b"/>
              <a:pathLst>
                <a:path w="8907" h="5502" extrusionOk="0">
                  <a:moveTo>
                    <a:pt x="4453" y="286"/>
                  </a:moveTo>
                  <a:cubicBezTo>
                    <a:pt x="5596" y="286"/>
                    <a:pt x="7894" y="2072"/>
                    <a:pt x="8561" y="2620"/>
                  </a:cubicBezTo>
                  <a:cubicBezTo>
                    <a:pt x="8609" y="2655"/>
                    <a:pt x="8621" y="2691"/>
                    <a:pt x="8621" y="2751"/>
                  </a:cubicBezTo>
                  <a:cubicBezTo>
                    <a:pt x="8621" y="2810"/>
                    <a:pt x="8609" y="2858"/>
                    <a:pt x="8561" y="2894"/>
                  </a:cubicBezTo>
                  <a:cubicBezTo>
                    <a:pt x="7894" y="3441"/>
                    <a:pt x="5596" y="5227"/>
                    <a:pt x="4453" y="5227"/>
                  </a:cubicBezTo>
                  <a:cubicBezTo>
                    <a:pt x="3310" y="5227"/>
                    <a:pt x="1013" y="3441"/>
                    <a:pt x="346" y="2894"/>
                  </a:cubicBezTo>
                  <a:cubicBezTo>
                    <a:pt x="298" y="2858"/>
                    <a:pt x="286" y="2810"/>
                    <a:pt x="286" y="2751"/>
                  </a:cubicBezTo>
                  <a:cubicBezTo>
                    <a:pt x="286" y="2691"/>
                    <a:pt x="310" y="2655"/>
                    <a:pt x="346" y="2620"/>
                  </a:cubicBezTo>
                  <a:cubicBezTo>
                    <a:pt x="1013" y="2072"/>
                    <a:pt x="3310" y="286"/>
                    <a:pt x="4453" y="286"/>
                  </a:cubicBezTo>
                  <a:close/>
                  <a:moveTo>
                    <a:pt x="4453" y="0"/>
                  </a:moveTo>
                  <a:cubicBezTo>
                    <a:pt x="3251" y="0"/>
                    <a:pt x="1060" y="1679"/>
                    <a:pt x="167" y="2405"/>
                  </a:cubicBezTo>
                  <a:cubicBezTo>
                    <a:pt x="60" y="2501"/>
                    <a:pt x="1" y="2620"/>
                    <a:pt x="1" y="2751"/>
                  </a:cubicBezTo>
                  <a:cubicBezTo>
                    <a:pt x="1" y="2882"/>
                    <a:pt x="60" y="3025"/>
                    <a:pt x="167" y="3096"/>
                  </a:cubicBezTo>
                  <a:cubicBezTo>
                    <a:pt x="1060" y="3822"/>
                    <a:pt x="3251" y="5501"/>
                    <a:pt x="4453" y="5501"/>
                  </a:cubicBezTo>
                  <a:cubicBezTo>
                    <a:pt x="5656" y="5501"/>
                    <a:pt x="7847" y="3822"/>
                    <a:pt x="8740" y="3096"/>
                  </a:cubicBezTo>
                  <a:cubicBezTo>
                    <a:pt x="8847" y="3001"/>
                    <a:pt x="8906" y="2882"/>
                    <a:pt x="8906" y="2751"/>
                  </a:cubicBezTo>
                  <a:cubicBezTo>
                    <a:pt x="8906" y="2620"/>
                    <a:pt x="8847" y="2501"/>
                    <a:pt x="8740" y="2405"/>
                  </a:cubicBezTo>
                  <a:cubicBezTo>
                    <a:pt x="7847" y="1679"/>
                    <a:pt x="5656" y="0"/>
                    <a:pt x="445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6"/>
                </a:solidFill>
              </a:endParaRPr>
            </a:p>
          </p:txBody>
        </p:sp>
        <p:sp>
          <p:nvSpPr>
            <p:cNvPr id="750" name="Google Shape;750;p54"/>
            <p:cNvSpPr/>
            <p:nvPr/>
          </p:nvSpPr>
          <p:spPr>
            <a:xfrm>
              <a:off x="4126478" y="3024347"/>
              <a:ext cx="129220" cy="127437"/>
            </a:xfrm>
            <a:custGeom>
              <a:avLst/>
              <a:gdLst/>
              <a:ahLst/>
              <a:cxnLst/>
              <a:rect l="l" t="t" r="r" b="b"/>
              <a:pathLst>
                <a:path w="4060" h="4004" extrusionOk="0">
                  <a:moveTo>
                    <a:pt x="2016" y="0"/>
                  </a:moveTo>
                  <a:cubicBezTo>
                    <a:pt x="1995" y="0"/>
                    <a:pt x="1974" y="1"/>
                    <a:pt x="1953" y="1"/>
                  </a:cubicBezTo>
                  <a:cubicBezTo>
                    <a:pt x="893" y="25"/>
                    <a:pt x="48" y="894"/>
                    <a:pt x="12" y="1930"/>
                  </a:cubicBezTo>
                  <a:cubicBezTo>
                    <a:pt x="0" y="2454"/>
                    <a:pt x="179" y="2942"/>
                    <a:pt x="512" y="3299"/>
                  </a:cubicBezTo>
                  <a:cubicBezTo>
                    <a:pt x="542" y="3329"/>
                    <a:pt x="578" y="3344"/>
                    <a:pt x="613" y="3344"/>
                  </a:cubicBezTo>
                  <a:cubicBezTo>
                    <a:pt x="649" y="3344"/>
                    <a:pt x="685" y="3329"/>
                    <a:pt x="715" y="3299"/>
                  </a:cubicBezTo>
                  <a:cubicBezTo>
                    <a:pt x="762" y="3252"/>
                    <a:pt x="774" y="3169"/>
                    <a:pt x="715" y="3109"/>
                  </a:cubicBezTo>
                  <a:cubicBezTo>
                    <a:pt x="429" y="2776"/>
                    <a:pt x="286" y="2359"/>
                    <a:pt x="298" y="1906"/>
                  </a:cubicBezTo>
                  <a:cubicBezTo>
                    <a:pt x="346" y="1025"/>
                    <a:pt x="1060" y="299"/>
                    <a:pt x="1941" y="263"/>
                  </a:cubicBezTo>
                  <a:cubicBezTo>
                    <a:pt x="1969" y="262"/>
                    <a:pt x="1996" y="261"/>
                    <a:pt x="2024" y="261"/>
                  </a:cubicBezTo>
                  <a:cubicBezTo>
                    <a:pt x="2975" y="261"/>
                    <a:pt x="3762" y="1053"/>
                    <a:pt x="3739" y="2026"/>
                  </a:cubicBezTo>
                  <a:cubicBezTo>
                    <a:pt x="3727" y="2930"/>
                    <a:pt x="2977" y="3692"/>
                    <a:pt x="2072" y="3716"/>
                  </a:cubicBezTo>
                  <a:cubicBezTo>
                    <a:pt x="2050" y="3717"/>
                    <a:pt x="2027" y="3717"/>
                    <a:pt x="2005" y="3717"/>
                  </a:cubicBezTo>
                  <a:cubicBezTo>
                    <a:pt x="1717" y="3717"/>
                    <a:pt x="1423" y="3646"/>
                    <a:pt x="1191" y="3514"/>
                  </a:cubicBezTo>
                  <a:cubicBezTo>
                    <a:pt x="1167" y="3500"/>
                    <a:pt x="1144" y="3493"/>
                    <a:pt x="1121" y="3493"/>
                  </a:cubicBezTo>
                  <a:cubicBezTo>
                    <a:pt x="1086" y="3493"/>
                    <a:pt x="1053" y="3509"/>
                    <a:pt x="1024" y="3538"/>
                  </a:cubicBezTo>
                  <a:cubicBezTo>
                    <a:pt x="965" y="3597"/>
                    <a:pt x="989" y="3716"/>
                    <a:pt x="1060" y="3764"/>
                  </a:cubicBezTo>
                  <a:cubicBezTo>
                    <a:pt x="1339" y="3920"/>
                    <a:pt x="1660" y="4003"/>
                    <a:pt x="1993" y="4003"/>
                  </a:cubicBezTo>
                  <a:cubicBezTo>
                    <a:pt x="2015" y="4003"/>
                    <a:pt x="2038" y="4003"/>
                    <a:pt x="2060" y="4002"/>
                  </a:cubicBezTo>
                  <a:cubicBezTo>
                    <a:pt x="3108" y="3966"/>
                    <a:pt x="3989" y="3121"/>
                    <a:pt x="4025" y="2061"/>
                  </a:cubicBezTo>
                  <a:cubicBezTo>
                    <a:pt x="4060" y="939"/>
                    <a:pt x="3142" y="0"/>
                    <a:pt x="201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6"/>
                </a:solidFill>
              </a:endParaRPr>
            </a:p>
          </p:txBody>
        </p:sp>
        <p:sp>
          <p:nvSpPr>
            <p:cNvPr id="751" name="Google Shape;751;p54"/>
            <p:cNvSpPr/>
            <p:nvPr/>
          </p:nvSpPr>
          <p:spPr>
            <a:xfrm>
              <a:off x="4156778" y="3054678"/>
              <a:ext cx="68238" cy="68270"/>
            </a:xfrm>
            <a:custGeom>
              <a:avLst/>
              <a:gdLst/>
              <a:ahLst/>
              <a:cxnLst/>
              <a:rect l="l" t="t" r="r" b="b"/>
              <a:pathLst>
                <a:path w="2144" h="2145" extrusionOk="0">
                  <a:moveTo>
                    <a:pt x="1072" y="1"/>
                  </a:moveTo>
                  <a:cubicBezTo>
                    <a:pt x="477" y="1"/>
                    <a:pt x="1" y="477"/>
                    <a:pt x="1" y="1073"/>
                  </a:cubicBezTo>
                  <a:cubicBezTo>
                    <a:pt x="1" y="1668"/>
                    <a:pt x="477" y="2144"/>
                    <a:pt x="1072" y="2144"/>
                  </a:cubicBezTo>
                  <a:cubicBezTo>
                    <a:pt x="1668" y="2144"/>
                    <a:pt x="2144" y="1668"/>
                    <a:pt x="2144" y="1073"/>
                  </a:cubicBezTo>
                  <a:cubicBezTo>
                    <a:pt x="2132" y="977"/>
                    <a:pt x="2073" y="918"/>
                    <a:pt x="2001" y="918"/>
                  </a:cubicBezTo>
                  <a:cubicBezTo>
                    <a:pt x="1918" y="918"/>
                    <a:pt x="1858" y="977"/>
                    <a:pt x="1858" y="1049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49"/>
                  </a:cubicBezTo>
                  <a:cubicBezTo>
                    <a:pt x="287" y="620"/>
                    <a:pt x="644" y="263"/>
                    <a:pt x="1072" y="263"/>
                  </a:cubicBezTo>
                  <a:cubicBezTo>
                    <a:pt x="1144" y="263"/>
                    <a:pt x="1203" y="203"/>
                    <a:pt x="1203" y="132"/>
                  </a:cubicBezTo>
                  <a:cubicBezTo>
                    <a:pt x="1203" y="60"/>
                    <a:pt x="1144" y="1"/>
                    <a:pt x="107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6"/>
                </a:solidFill>
              </a:endParaRPr>
            </a:p>
          </p:txBody>
        </p:sp>
        <p:sp>
          <p:nvSpPr>
            <p:cNvPr id="752" name="Google Shape;752;p54"/>
            <p:cNvSpPr/>
            <p:nvPr/>
          </p:nvSpPr>
          <p:spPr>
            <a:xfrm>
              <a:off x="4198090" y="3060375"/>
              <a:ext cx="20879" cy="20879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43"/>
                    <a:pt x="1" y="322"/>
                  </a:cubicBezTo>
                  <a:cubicBezTo>
                    <a:pt x="1" y="501"/>
                    <a:pt x="143" y="655"/>
                    <a:pt x="322" y="655"/>
                  </a:cubicBezTo>
                  <a:cubicBezTo>
                    <a:pt x="501" y="655"/>
                    <a:pt x="655" y="501"/>
                    <a:pt x="655" y="322"/>
                  </a:cubicBezTo>
                  <a:cubicBezTo>
                    <a:pt x="655" y="143"/>
                    <a:pt x="501" y="1"/>
                    <a:pt x="32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6"/>
                </a:solidFill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56"/>
          <p:cNvSpPr txBox="1">
            <a:spLocks noGrp="1"/>
          </p:cNvSpPr>
          <p:nvPr>
            <p:ph type="subTitle" idx="1"/>
          </p:nvPr>
        </p:nvSpPr>
        <p:spPr>
          <a:xfrm>
            <a:off x="720000" y="233047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ADVERTISING</a:t>
            </a:r>
            <a:endParaRPr/>
          </a:p>
        </p:txBody>
      </p:sp>
      <p:sp>
        <p:nvSpPr>
          <p:cNvPr id="821" name="Google Shape;821;p56"/>
          <p:cNvSpPr txBox="1">
            <a:spLocks noGrp="1"/>
          </p:cNvSpPr>
          <p:nvPr>
            <p:ph type="subTitle" idx="2"/>
          </p:nvPr>
        </p:nvSpPr>
        <p:spPr>
          <a:xfrm>
            <a:off x="7200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Solar System—it’s only a bit larger than the Moon</a:t>
            </a:r>
            <a:endParaRPr/>
          </a:p>
        </p:txBody>
      </p:sp>
      <p:sp>
        <p:nvSpPr>
          <p:cNvPr id="822" name="Google Shape;822;p56"/>
          <p:cNvSpPr txBox="1">
            <a:spLocks noGrp="1"/>
          </p:cNvSpPr>
          <p:nvPr>
            <p:ph type="subTitle" idx="3"/>
          </p:nvPr>
        </p:nvSpPr>
        <p:spPr>
          <a:xfrm>
            <a:off x="34038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Sun. It’s terribly hot, even hotter than Mercury</a:t>
            </a:r>
            <a:endParaRPr/>
          </a:p>
        </p:txBody>
      </p:sp>
      <p:sp>
        <p:nvSpPr>
          <p:cNvPr id="823" name="Google Shape;823;p56"/>
          <p:cNvSpPr txBox="1">
            <a:spLocks noGrp="1"/>
          </p:cNvSpPr>
          <p:nvPr>
            <p:ph type="subTitle" idx="4"/>
          </p:nvPr>
        </p:nvSpPr>
        <p:spPr>
          <a:xfrm>
            <a:off x="60876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actually a cold place. It’s full of iron oxide dust, which gives the planet its reddish cast</a:t>
            </a:r>
            <a:endParaRPr/>
          </a:p>
        </p:txBody>
      </p:sp>
      <p:sp>
        <p:nvSpPr>
          <p:cNvPr id="824" name="Google Shape;824;p56"/>
          <p:cNvSpPr txBox="1">
            <a:spLocks noGrp="1"/>
          </p:cNvSpPr>
          <p:nvPr>
            <p:ph type="title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ADVERTISING AND PROMOTION</a:t>
            </a:r>
            <a:endParaRPr/>
          </a:p>
        </p:txBody>
      </p:sp>
      <p:sp>
        <p:nvSpPr>
          <p:cNvPr id="825" name="Google Shape;825;p56"/>
          <p:cNvSpPr txBox="1">
            <a:spLocks noGrp="1"/>
          </p:cNvSpPr>
          <p:nvPr>
            <p:ph type="subTitle" idx="5"/>
          </p:nvPr>
        </p:nvSpPr>
        <p:spPr>
          <a:xfrm>
            <a:off x="3403800" y="233047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</a:t>
            </a:r>
            <a:endParaRPr/>
          </a:p>
        </p:txBody>
      </p:sp>
      <p:sp>
        <p:nvSpPr>
          <p:cNvPr id="826" name="Google Shape;826;p56"/>
          <p:cNvSpPr txBox="1">
            <a:spLocks noGrp="1"/>
          </p:cNvSpPr>
          <p:nvPr>
            <p:ph type="subTitle" idx="6"/>
          </p:nvPr>
        </p:nvSpPr>
        <p:spPr>
          <a:xfrm>
            <a:off x="6087600" y="233047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ONLINE</a:t>
            </a:r>
            <a:endParaRPr/>
          </a:p>
        </p:txBody>
      </p:sp>
      <p:grpSp>
        <p:nvGrpSpPr>
          <p:cNvPr id="827" name="Google Shape;827;p56"/>
          <p:cNvGrpSpPr/>
          <p:nvPr/>
        </p:nvGrpSpPr>
        <p:grpSpPr>
          <a:xfrm>
            <a:off x="7089852" y="1812233"/>
            <a:ext cx="371395" cy="272857"/>
            <a:chOff x="6188327" y="2955408"/>
            <a:chExt cx="371395" cy="272857"/>
          </a:xfrm>
        </p:grpSpPr>
        <p:sp>
          <p:nvSpPr>
            <p:cNvPr id="828" name="Google Shape;828;p56"/>
            <p:cNvSpPr/>
            <p:nvPr/>
          </p:nvSpPr>
          <p:spPr>
            <a:xfrm>
              <a:off x="6229990" y="2978897"/>
              <a:ext cx="289567" cy="197840"/>
            </a:xfrm>
            <a:custGeom>
              <a:avLst/>
              <a:gdLst/>
              <a:ahLst/>
              <a:cxnLst/>
              <a:rect l="l" t="t" r="r" b="b"/>
              <a:pathLst>
                <a:path w="9098" h="6216" extrusionOk="0">
                  <a:moveTo>
                    <a:pt x="2894" y="1263"/>
                  </a:moveTo>
                  <a:cubicBezTo>
                    <a:pt x="3097" y="1263"/>
                    <a:pt x="3263" y="1429"/>
                    <a:pt x="3263" y="1632"/>
                  </a:cubicBezTo>
                  <a:lnTo>
                    <a:pt x="3263" y="2001"/>
                  </a:lnTo>
                  <a:cubicBezTo>
                    <a:pt x="3263" y="2322"/>
                    <a:pt x="3013" y="2572"/>
                    <a:pt x="2704" y="2572"/>
                  </a:cubicBezTo>
                  <a:cubicBezTo>
                    <a:pt x="2406" y="2561"/>
                    <a:pt x="2144" y="2299"/>
                    <a:pt x="2144" y="2001"/>
                  </a:cubicBezTo>
                  <a:lnTo>
                    <a:pt x="2144" y="1632"/>
                  </a:lnTo>
                  <a:cubicBezTo>
                    <a:pt x="2144" y="1429"/>
                    <a:pt x="2311" y="1263"/>
                    <a:pt x="2525" y="1263"/>
                  </a:cubicBezTo>
                  <a:close/>
                  <a:moveTo>
                    <a:pt x="7264" y="1084"/>
                  </a:moveTo>
                  <a:cubicBezTo>
                    <a:pt x="7371" y="1084"/>
                    <a:pt x="7466" y="1168"/>
                    <a:pt x="7466" y="1275"/>
                  </a:cubicBezTo>
                  <a:lnTo>
                    <a:pt x="7466" y="1822"/>
                  </a:lnTo>
                  <a:cubicBezTo>
                    <a:pt x="7466" y="1894"/>
                    <a:pt x="7430" y="1953"/>
                    <a:pt x="7359" y="1989"/>
                  </a:cubicBezTo>
                  <a:cubicBezTo>
                    <a:pt x="7299" y="2025"/>
                    <a:pt x="7264" y="2084"/>
                    <a:pt x="7264" y="2144"/>
                  </a:cubicBezTo>
                  <a:lnTo>
                    <a:pt x="7264" y="2406"/>
                  </a:lnTo>
                  <a:cubicBezTo>
                    <a:pt x="7264" y="2477"/>
                    <a:pt x="7323" y="2549"/>
                    <a:pt x="7407" y="2572"/>
                  </a:cubicBezTo>
                  <a:lnTo>
                    <a:pt x="7859" y="2692"/>
                  </a:lnTo>
                  <a:cubicBezTo>
                    <a:pt x="7954" y="2703"/>
                    <a:pt x="8014" y="2787"/>
                    <a:pt x="8014" y="2882"/>
                  </a:cubicBezTo>
                  <a:lnTo>
                    <a:pt x="8014" y="2930"/>
                  </a:lnTo>
                  <a:lnTo>
                    <a:pt x="6168" y="2930"/>
                  </a:lnTo>
                  <a:lnTo>
                    <a:pt x="6168" y="2882"/>
                  </a:lnTo>
                  <a:cubicBezTo>
                    <a:pt x="6168" y="2787"/>
                    <a:pt x="6228" y="2715"/>
                    <a:pt x="6311" y="2692"/>
                  </a:cubicBezTo>
                  <a:lnTo>
                    <a:pt x="6776" y="2572"/>
                  </a:lnTo>
                  <a:cubicBezTo>
                    <a:pt x="6847" y="2549"/>
                    <a:pt x="6907" y="2477"/>
                    <a:pt x="6907" y="2406"/>
                  </a:cubicBezTo>
                  <a:lnTo>
                    <a:pt x="6907" y="2144"/>
                  </a:lnTo>
                  <a:cubicBezTo>
                    <a:pt x="6895" y="2060"/>
                    <a:pt x="6871" y="2025"/>
                    <a:pt x="6811" y="1989"/>
                  </a:cubicBezTo>
                  <a:cubicBezTo>
                    <a:pt x="6752" y="1953"/>
                    <a:pt x="6704" y="1882"/>
                    <a:pt x="6704" y="1822"/>
                  </a:cubicBezTo>
                  <a:lnTo>
                    <a:pt x="6704" y="1275"/>
                  </a:lnTo>
                  <a:cubicBezTo>
                    <a:pt x="6704" y="1168"/>
                    <a:pt x="6787" y="1084"/>
                    <a:pt x="6895" y="1084"/>
                  </a:cubicBezTo>
                  <a:close/>
                  <a:moveTo>
                    <a:pt x="8752" y="334"/>
                  </a:moveTo>
                  <a:lnTo>
                    <a:pt x="8752" y="2930"/>
                  </a:lnTo>
                  <a:lnTo>
                    <a:pt x="8371" y="2930"/>
                  </a:lnTo>
                  <a:lnTo>
                    <a:pt x="8371" y="2882"/>
                  </a:lnTo>
                  <a:cubicBezTo>
                    <a:pt x="8371" y="2632"/>
                    <a:pt x="8204" y="2418"/>
                    <a:pt x="7966" y="2358"/>
                  </a:cubicBezTo>
                  <a:lnTo>
                    <a:pt x="7645" y="2287"/>
                  </a:lnTo>
                  <a:lnTo>
                    <a:pt x="7645" y="2227"/>
                  </a:lnTo>
                  <a:cubicBezTo>
                    <a:pt x="7764" y="2120"/>
                    <a:pt x="7823" y="1977"/>
                    <a:pt x="7823" y="1822"/>
                  </a:cubicBezTo>
                  <a:lnTo>
                    <a:pt x="7823" y="1275"/>
                  </a:lnTo>
                  <a:cubicBezTo>
                    <a:pt x="7823" y="977"/>
                    <a:pt x="7585" y="739"/>
                    <a:pt x="7288" y="739"/>
                  </a:cubicBezTo>
                  <a:lnTo>
                    <a:pt x="6907" y="739"/>
                  </a:lnTo>
                  <a:cubicBezTo>
                    <a:pt x="6609" y="739"/>
                    <a:pt x="6371" y="977"/>
                    <a:pt x="6371" y="1275"/>
                  </a:cubicBezTo>
                  <a:lnTo>
                    <a:pt x="6371" y="1822"/>
                  </a:lnTo>
                  <a:cubicBezTo>
                    <a:pt x="6371" y="1977"/>
                    <a:pt x="6454" y="2120"/>
                    <a:pt x="6549" y="2227"/>
                  </a:cubicBezTo>
                  <a:lnTo>
                    <a:pt x="6549" y="2287"/>
                  </a:lnTo>
                  <a:lnTo>
                    <a:pt x="6228" y="2358"/>
                  </a:lnTo>
                  <a:cubicBezTo>
                    <a:pt x="5990" y="2418"/>
                    <a:pt x="5823" y="2632"/>
                    <a:pt x="5823" y="2882"/>
                  </a:cubicBezTo>
                  <a:lnTo>
                    <a:pt x="5823" y="2930"/>
                  </a:lnTo>
                  <a:lnTo>
                    <a:pt x="5442" y="2930"/>
                  </a:lnTo>
                  <a:lnTo>
                    <a:pt x="5442" y="334"/>
                  </a:lnTo>
                  <a:close/>
                  <a:moveTo>
                    <a:pt x="2894" y="2906"/>
                  </a:moveTo>
                  <a:lnTo>
                    <a:pt x="2894" y="2989"/>
                  </a:lnTo>
                  <a:cubicBezTo>
                    <a:pt x="2894" y="3049"/>
                    <a:pt x="2906" y="3108"/>
                    <a:pt x="2954" y="3168"/>
                  </a:cubicBezTo>
                  <a:lnTo>
                    <a:pt x="2716" y="3406"/>
                  </a:lnTo>
                  <a:lnTo>
                    <a:pt x="2704" y="3406"/>
                  </a:lnTo>
                  <a:lnTo>
                    <a:pt x="2466" y="3168"/>
                  </a:lnTo>
                  <a:cubicBezTo>
                    <a:pt x="2489" y="3108"/>
                    <a:pt x="2501" y="3049"/>
                    <a:pt x="2501" y="2989"/>
                  </a:cubicBezTo>
                  <a:lnTo>
                    <a:pt x="2501" y="2906"/>
                  </a:lnTo>
                  <a:close/>
                  <a:moveTo>
                    <a:pt x="3251" y="3346"/>
                  </a:moveTo>
                  <a:lnTo>
                    <a:pt x="3597" y="3477"/>
                  </a:lnTo>
                  <a:cubicBezTo>
                    <a:pt x="3739" y="3537"/>
                    <a:pt x="3835" y="3668"/>
                    <a:pt x="3835" y="3835"/>
                  </a:cubicBezTo>
                  <a:lnTo>
                    <a:pt x="3835" y="4918"/>
                  </a:lnTo>
                  <a:cubicBezTo>
                    <a:pt x="3835" y="5025"/>
                    <a:pt x="3739" y="5108"/>
                    <a:pt x="3632" y="5108"/>
                  </a:cubicBezTo>
                  <a:lnTo>
                    <a:pt x="2894" y="5108"/>
                  </a:lnTo>
                  <a:lnTo>
                    <a:pt x="2894" y="4906"/>
                  </a:lnTo>
                  <a:lnTo>
                    <a:pt x="3263" y="4906"/>
                  </a:lnTo>
                  <a:cubicBezTo>
                    <a:pt x="3358" y="4906"/>
                    <a:pt x="3430" y="4835"/>
                    <a:pt x="3430" y="4739"/>
                  </a:cubicBezTo>
                  <a:lnTo>
                    <a:pt x="3430" y="4192"/>
                  </a:lnTo>
                  <a:cubicBezTo>
                    <a:pt x="3430" y="4096"/>
                    <a:pt x="3358" y="4025"/>
                    <a:pt x="3263" y="4025"/>
                  </a:cubicBezTo>
                  <a:cubicBezTo>
                    <a:pt x="3180" y="4025"/>
                    <a:pt x="3097" y="4096"/>
                    <a:pt x="3097" y="4192"/>
                  </a:cubicBezTo>
                  <a:lnTo>
                    <a:pt x="3097" y="4561"/>
                  </a:lnTo>
                  <a:lnTo>
                    <a:pt x="2346" y="4561"/>
                  </a:lnTo>
                  <a:lnTo>
                    <a:pt x="2346" y="4192"/>
                  </a:lnTo>
                  <a:cubicBezTo>
                    <a:pt x="2346" y="4096"/>
                    <a:pt x="2263" y="4025"/>
                    <a:pt x="2180" y="4025"/>
                  </a:cubicBezTo>
                  <a:cubicBezTo>
                    <a:pt x="2085" y="4025"/>
                    <a:pt x="2013" y="4096"/>
                    <a:pt x="2013" y="4192"/>
                  </a:cubicBezTo>
                  <a:lnTo>
                    <a:pt x="2013" y="4739"/>
                  </a:lnTo>
                  <a:cubicBezTo>
                    <a:pt x="2013" y="4835"/>
                    <a:pt x="2085" y="4906"/>
                    <a:pt x="2180" y="4906"/>
                  </a:cubicBezTo>
                  <a:lnTo>
                    <a:pt x="2549" y="4906"/>
                  </a:lnTo>
                  <a:lnTo>
                    <a:pt x="2549" y="5120"/>
                  </a:lnTo>
                  <a:lnTo>
                    <a:pt x="1811" y="5120"/>
                  </a:lnTo>
                  <a:cubicBezTo>
                    <a:pt x="1704" y="5120"/>
                    <a:pt x="1608" y="5025"/>
                    <a:pt x="1608" y="4918"/>
                  </a:cubicBezTo>
                  <a:lnTo>
                    <a:pt x="1608" y="3835"/>
                  </a:lnTo>
                  <a:lnTo>
                    <a:pt x="1596" y="3835"/>
                  </a:lnTo>
                  <a:cubicBezTo>
                    <a:pt x="1596" y="3680"/>
                    <a:pt x="1704" y="3537"/>
                    <a:pt x="1834" y="3477"/>
                  </a:cubicBezTo>
                  <a:lnTo>
                    <a:pt x="2180" y="3346"/>
                  </a:lnTo>
                  <a:lnTo>
                    <a:pt x="2466" y="3632"/>
                  </a:lnTo>
                  <a:cubicBezTo>
                    <a:pt x="2537" y="3704"/>
                    <a:pt x="2620" y="3727"/>
                    <a:pt x="2716" y="3727"/>
                  </a:cubicBezTo>
                  <a:cubicBezTo>
                    <a:pt x="2799" y="3727"/>
                    <a:pt x="2894" y="3704"/>
                    <a:pt x="2966" y="3632"/>
                  </a:cubicBezTo>
                  <a:lnTo>
                    <a:pt x="3251" y="3346"/>
                  </a:lnTo>
                  <a:close/>
                  <a:moveTo>
                    <a:pt x="5097" y="5085"/>
                  </a:moveTo>
                  <a:lnTo>
                    <a:pt x="5097" y="5847"/>
                  </a:lnTo>
                  <a:lnTo>
                    <a:pt x="322" y="5847"/>
                  </a:lnTo>
                  <a:lnTo>
                    <a:pt x="322" y="5085"/>
                  </a:lnTo>
                  <a:lnTo>
                    <a:pt x="1287" y="5085"/>
                  </a:lnTo>
                  <a:cubicBezTo>
                    <a:pt x="1358" y="5287"/>
                    <a:pt x="1549" y="5454"/>
                    <a:pt x="1787" y="5454"/>
                  </a:cubicBezTo>
                  <a:lnTo>
                    <a:pt x="3620" y="5454"/>
                  </a:lnTo>
                  <a:cubicBezTo>
                    <a:pt x="3859" y="5454"/>
                    <a:pt x="4049" y="5311"/>
                    <a:pt x="4132" y="5085"/>
                  </a:cubicBezTo>
                  <a:close/>
                  <a:moveTo>
                    <a:pt x="7288" y="4001"/>
                  </a:moveTo>
                  <a:cubicBezTo>
                    <a:pt x="7383" y="4001"/>
                    <a:pt x="7478" y="4085"/>
                    <a:pt x="7478" y="4192"/>
                  </a:cubicBezTo>
                  <a:lnTo>
                    <a:pt x="7478" y="4739"/>
                  </a:lnTo>
                  <a:cubicBezTo>
                    <a:pt x="7478" y="4823"/>
                    <a:pt x="7442" y="4870"/>
                    <a:pt x="7371" y="4906"/>
                  </a:cubicBezTo>
                  <a:cubicBezTo>
                    <a:pt x="7311" y="4942"/>
                    <a:pt x="7288" y="5001"/>
                    <a:pt x="7288" y="5061"/>
                  </a:cubicBezTo>
                  <a:lnTo>
                    <a:pt x="7288" y="5323"/>
                  </a:lnTo>
                  <a:cubicBezTo>
                    <a:pt x="7288" y="5394"/>
                    <a:pt x="7347" y="5466"/>
                    <a:pt x="7419" y="5489"/>
                  </a:cubicBezTo>
                  <a:lnTo>
                    <a:pt x="7883" y="5609"/>
                  </a:lnTo>
                  <a:cubicBezTo>
                    <a:pt x="7966" y="5620"/>
                    <a:pt x="8026" y="5716"/>
                    <a:pt x="8026" y="5799"/>
                  </a:cubicBezTo>
                  <a:lnTo>
                    <a:pt x="8026" y="5847"/>
                  </a:lnTo>
                  <a:lnTo>
                    <a:pt x="6168" y="5847"/>
                  </a:lnTo>
                  <a:lnTo>
                    <a:pt x="6168" y="5799"/>
                  </a:lnTo>
                  <a:cubicBezTo>
                    <a:pt x="6168" y="5716"/>
                    <a:pt x="6228" y="5632"/>
                    <a:pt x="6311" y="5609"/>
                  </a:cubicBezTo>
                  <a:lnTo>
                    <a:pt x="6776" y="5489"/>
                  </a:lnTo>
                  <a:cubicBezTo>
                    <a:pt x="6847" y="5478"/>
                    <a:pt x="6907" y="5394"/>
                    <a:pt x="6907" y="5323"/>
                  </a:cubicBezTo>
                  <a:lnTo>
                    <a:pt x="6907" y="5061"/>
                  </a:lnTo>
                  <a:cubicBezTo>
                    <a:pt x="6907" y="5001"/>
                    <a:pt x="6883" y="4942"/>
                    <a:pt x="6823" y="4906"/>
                  </a:cubicBezTo>
                  <a:cubicBezTo>
                    <a:pt x="6764" y="4870"/>
                    <a:pt x="6716" y="4799"/>
                    <a:pt x="6716" y="4739"/>
                  </a:cubicBezTo>
                  <a:lnTo>
                    <a:pt x="6716" y="4192"/>
                  </a:lnTo>
                  <a:cubicBezTo>
                    <a:pt x="6716" y="4085"/>
                    <a:pt x="6811" y="4001"/>
                    <a:pt x="6907" y="4001"/>
                  </a:cubicBezTo>
                  <a:close/>
                  <a:moveTo>
                    <a:pt x="8740" y="3275"/>
                  </a:moveTo>
                  <a:lnTo>
                    <a:pt x="8740" y="5847"/>
                  </a:lnTo>
                  <a:lnTo>
                    <a:pt x="8359" y="5847"/>
                  </a:lnTo>
                  <a:lnTo>
                    <a:pt x="8359" y="5799"/>
                  </a:lnTo>
                  <a:cubicBezTo>
                    <a:pt x="8359" y="5549"/>
                    <a:pt x="8192" y="5335"/>
                    <a:pt x="7954" y="5275"/>
                  </a:cubicBezTo>
                  <a:lnTo>
                    <a:pt x="7621" y="5204"/>
                  </a:lnTo>
                  <a:lnTo>
                    <a:pt x="7621" y="5144"/>
                  </a:lnTo>
                  <a:cubicBezTo>
                    <a:pt x="7740" y="5037"/>
                    <a:pt x="7800" y="4894"/>
                    <a:pt x="7800" y="4739"/>
                  </a:cubicBezTo>
                  <a:lnTo>
                    <a:pt x="7800" y="4192"/>
                  </a:lnTo>
                  <a:cubicBezTo>
                    <a:pt x="7800" y="3894"/>
                    <a:pt x="7561" y="3656"/>
                    <a:pt x="7264" y="3656"/>
                  </a:cubicBezTo>
                  <a:lnTo>
                    <a:pt x="6895" y="3656"/>
                  </a:lnTo>
                  <a:cubicBezTo>
                    <a:pt x="6597" y="3656"/>
                    <a:pt x="6359" y="3894"/>
                    <a:pt x="6359" y="4192"/>
                  </a:cubicBezTo>
                  <a:lnTo>
                    <a:pt x="6359" y="4739"/>
                  </a:lnTo>
                  <a:cubicBezTo>
                    <a:pt x="6359" y="4894"/>
                    <a:pt x="6430" y="5037"/>
                    <a:pt x="6537" y="5144"/>
                  </a:cubicBezTo>
                  <a:lnTo>
                    <a:pt x="6537" y="5204"/>
                  </a:lnTo>
                  <a:lnTo>
                    <a:pt x="6216" y="5275"/>
                  </a:lnTo>
                  <a:cubicBezTo>
                    <a:pt x="5978" y="5335"/>
                    <a:pt x="5811" y="5549"/>
                    <a:pt x="5811" y="5799"/>
                  </a:cubicBezTo>
                  <a:lnTo>
                    <a:pt x="5811" y="5847"/>
                  </a:lnTo>
                  <a:lnTo>
                    <a:pt x="5418" y="5847"/>
                  </a:lnTo>
                  <a:lnTo>
                    <a:pt x="5418" y="3275"/>
                  </a:lnTo>
                  <a:close/>
                  <a:moveTo>
                    <a:pt x="1430" y="1"/>
                  </a:moveTo>
                  <a:cubicBezTo>
                    <a:pt x="1346" y="1"/>
                    <a:pt x="1275" y="72"/>
                    <a:pt x="1275" y="155"/>
                  </a:cubicBezTo>
                  <a:cubicBezTo>
                    <a:pt x="1275" y="251"/>
                    <a:pt x="1346" y="322"/>
                    <a:pt x="1430" y="322"/>
                  </a:cubicBezTo>
                  <a:lnTo>
                    <a:pt x="5097" y="322"/>
                  </a:lnTo>
                  <a:lnTo>
                    <a:pt x="5097" y="4763"/>
                  </a:lnTo>
                  <a:lnTo>
                    <a:pt x="4156" y="4763"/>
                  </a:lnTo>
                  <a:lnTo>
                    <a:pt x="4156" y="3835"/>
                  </a:lnTo>
                  <a:cubicBezTo>
                    <a:pt x="4156" y="3537"/>
                    <a:pt x="3978" y="3275"/>
                    <a:pt x="3692" y="3168"/>
                  </a:cubicBezTo>
                  <a:lnTo>
                    <a:pt x="3251" y="2989"/>
                  </a:lnTo>
                  <a:lnTo>
                    <a:pt x="3251" y="2965"/>
                  </a:lnTo>
                  <a:lnTo>
                    <a:pt x="3251" y="2715"/>
                  </a:lnTo>
                  <a:cubicBezTo>
                    <a:pt x="3478" y="2549"/>
                    <a:pt x="3620" y="2287"/>
                    <a:pt x="3620" y="1989"/>
                  </a:cubicBezTo>
                  <a:lnTo>
                    <a:pt x="3620" y="1632"/>
                  </a:lnTo>
                  <a:cubicBezTo>
                    <a:pt x="3620" y="1227"/>
                    <a:pt x="3299" y="917"/>
                    <a:pt x="2906" y="917"/>
                  </a:cubicBezTo>
                  <a:lnTo>
                    <a:pt x="2537" y="917"/>
                  </a:lnTo>
                  <a:cubicBezTo>
                    <a:pt x="2132" y="917"/>
                    <a:pt x="1823" y="1251"/>
                    <a:pt x="1823" y="1632"/>
                  </a:cubicBezTo>
                  <a:lnTo>
                    <a:pt x="1823" y="2001"/>
                  </a:lnTo>
                  <a:cubicBezTo>
                    <a:pt x="1823" y="2299"/>
                    <a:pt x="1965" y="2572"/>
                    <a:pt x="2192" y="2739"/>
                  </a:cubicBezTo>
                  <a:lnTo>
                    <a:pt x="2192" y="2989"/>
                  </a:lnTo>
                  <a:lnTo>
                    <a:pt x="2192" y="3001"/>
                  </a:lnTo>
                  <a:lnTo>
                    <a:pt x="1751" y="3180"/>
                  </a:lnTo>
                  <a:cubicBezTo>
                    <a:pt x="1477" y="3287"/>
                    <a:pt x="1287" y="3549"/>
                    <a:pt x="1287" y="3846"/>
                  </a:cubicBezTo>
                  <a:lnTo>
                    <a:pt x="1287" y="4775"/>
                  </a:lnTo>
                  <a:lnTo>
                    <a:pt x="346" y="4775"/>
                  </a:lnTo>
                  <a:lnTo>
                    <a:pt x="346" y="370"/>
                  </a:lnTo>
                  <a:lnTo>
                    <a:pt x="715" y="370"/>
                  </a:lnTo>
                  <a:cubicBezTo>
                    <a:pt x="811" y="370"/>
                    <a:pt x="882" y="298"/>
                    <a:pt x="882" y="203"/>
                  </a:cubicBezTo>
                  <a:cubicBezTo>
                    <a:pt x="882" y="120"/>
                    <a:pt x="811" y="36"/>
                    <a:pt x="715" y="36"/>
                  </a:cubicBezTo>
                  <a:lnTo>
                    <a:pt x="168" y="36"/>
                  </a:lnTo>
                  <a:cubicBezTo>
                    <a:pt x="84" y="36"/>
                    <a:pt x="1" y="120"/>
                    <a:pt x="1" y="203"/>
                  </a:cubicBezTo>
                  <a:lnTo>
                    <a:pt x="1" y="6049"/>
                  </a:lnTo>
                  <a:cubicBezTo>
                    <a:pt x="1" y="6144"/>
                    <a:pt x="84" y="6216"/>
                    <a:pt x="168" y="6216"/>
                  </a:cubicBezTo>
                  <a:lnTo>
                    <a:pt x="8931" y="6216"/>
                  </a:lnTo>
                  <a:cubicBezTo>
                    <a:pt x="9026" y="6216"/>
                    <a:pt x="9097" y="6144"/>
                    <a:pt x="9097" y="6049"/>
                  </a:cubicBezTo>
                  <a:lnTo>
                    <a:pt x="9097" y="203"/>
                  </a:lnTo>
                  <a:cubicBezTo>
                    <a:pt x="9085" y="84"/>
                    <a:pt x="9014" y="1"/>
                    <a:pt x="8919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56"/>
            <p:cNvSpPr/>
            <p:nvPr/>
          </p:nvSpPr>
          <p:spPr>
            <a:xfrm>
              <a:off x="6188327" y="2955408"/>
              <a:ext cx="371395" cy="272857"/>
            </a:xfrm>
            <a:custGeom>
              <a:avLst/>
              <a:gdLst/>
              <a:ahLst/>
              <a:cxnLst/>
              <a:rect l="l" t="t" r="r" b="b"/>
              <a:pathLst>
                <a:path w="11669" h="8573" extrusionOk="0">
                  <a:moveTo>
                    <a:pt x="10597" y="358"/>
                  </a:moveTo>
                  <a:cubicBezTo>
                    <a:pt x="10704" y="358"/>
                    <a:pt x="10799" y="453"/>
                    <a:pt x="10799" y="548"/>
                  </a:cubicBezTo>
                  <a:lnTo>
                    <a:pt x="10799" y="7323"/>
                  </a:lnTo>
                  <a:lnTo>
                    <a:pt x="10418" y="7323"/>
                  </a:lnTo>
                  <a:cubicBezTo>
                    <a:pt x="10335" y="7323"/>
                    <a:pt x="10263" y="7394"/>
                    <a:pt x="10263" y="7490"/>
                  </a:cubicBezTo>
                  <a:cubicBezTo>
                    <a:pt x="10263" y="7585"/>
                    <a:pt x="10335" y="7656"/>
                    <a:pt x="10418" y="7656"/>
                  </a:cubicBezTo>
                  <a:lnTo>
                    <a:pt x="11323" y="7656"/>
                  </a:lnTo>
                  <a:cubicBezTo>
                    <a:pt x="11323" y="7656"/>
                    <a:pt x="11347" y="7656"/>
                    <a:pt x="11347" y="7668"/>
                  </a:cubicBezTo>
                  <a:lnTo>
                    <a:pt x="11347" y="8037"/>
                  </a:lnTo>
                  <a:cubicBezTo>
                    <a:pt x="11335" y="8144"/>
                    <a:pt x="11240" y="8240"/>
                    <a:pt x="11133" y="8240"/>
                  </a:cubicBezTo>
                  <a:lnTo>
                    <a:pt x="536" y="8240"/>
                  </a:lnTo>
                  <a:cubicBezTo>
                    <a:pt x="441" y="8240"/>
                    <a:pt x="346" y="8144"/>
                    <a:pt x="346" y="8037"/>
                  </a:cubicBezTo>
                  <a:lnTo>
                    <a:pt x="346" y="7668"/>
                  </a:lnTo>
                  <a:cubicBezTo>
                    <a:pt x="346" y="7668"/>
                    <a:pt x="346" y="7656"/>
                    <a:pt x="357" y="7656"/>
                  </a:cubicBezTo>
                  <a:lnTo>
                    <a:pt x="9680" y="7656"/>
                  </a:lnTo>
                  <a:cubicBezTo>
                    <a:pt x="9763" y="7656"/>
                    <a:pt x="9835" y="7585"/>
                    <a:pt x="9835" y="7490"/>
                  </a:cubicBezTo>
                  <a:cubicBezTo>
                    <a:pt x="9835" y="7394"/>
                    <a:pt x="9763" y="7323"/>
                    <a:pt x="9680" y="7323"/>
                  </a:cubicBezTo>
                  <a:lnTo>
                    <a:pt x="893" y="7323"/>
                  </a:lnTo>
                  <a:lnTo>
                    <a:pt x="893" y="548"/>
                  </a:lnTo>
                  <a:cubicBezTo>
                    <a:pt x="893" y="453"/>
                    <a:pt x="988" y="358"/>
                    <a:pt x="1084" y="358"/>
                  </a:cubicBezTo>
                  <a:close/>
                  <a:moveTo>
                    <a:pt x="1096" y="1"/>
                  </a:moveTo>
                  <a:cubicBezTo>
                    <a:pt x="798" y="1"/>
                    <a:pt x="560" y="239"/>
                    <a:pt x="560" y="536"/>
                  </a:cubicBezTo>
                  <a:lnTo>
                    <a:pt x="560" y="7311"/>
                  </a:lnTo>
                  <a:lnTo>
                    <a:pt x="357" y="7311"/>
                  </a:lnTo>
                  <a:cubicBezTo>
                    <a:pt x="167" y="7311"/>
                    <a:pt x="0" y="7478"/>
                    <a:pt x="0" y="7668"/>
                  </a:cubicBezTo>
                  <a:lnTo>
                    <a:pt x="0" y="8037"/>
                  </a:lnTo>
                  <a:cubicBezTo>
                    <a:pt x="0" y="8335"/>
                    <a:pt x="238" y="8573"/>
                    <a:pt x="536" y="8573"/>
                  </a:cubicBezTo>
                  <a:lnTo>
                    <a:pt x="11133" y="8573"/>
                  </a:lnTo>
                  <a:cubicBezTo>
                    <a:pt x="11430" y="8573"/>
                    <a:pt x="11668" y="8335"/>
                    <a:pt x="11668" y="8037"/>
                  </a:cubicBezTo>
                  <a:lnTo>
                    <a:pt x="11668" y="7668"/>
                  </a:lnTo>
                  <a:cubicBezTo>
                    <a:pt x="11668" y="7478"/>
                    <a:pt x="11525" y="7311"/>
                    <a:pt x="11335" y="7311"/>
                  </a:cubicBezTo>
                  <a:lnTo>
                    <a:pt x="11133" y="7311"/>
                  </a:lnTo>
                  <a:lnTo>
                    <a:pt x="11133" y="536"/>
                  </a:lnTo>
                  <a:cubicBezTo>
                    <a:pt x="11133" y="239"/>
                    <a:pt x="10894" y="1"/>
                    <a:pt x="10597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0" name="Google Shape;830;p56"/>
          <p:cNvGrpSpPr/>
          <p:nvPr/>
        </p:nvGrpSpPr>
        <p:grpSpPr>
          <a:xfrm>
            <a:off x="4398426" y="1821322"/>
            <a:ext cx="347143" cy="254684"/>
            <a:chOff x="5331913" y="3413947"/>
            <a:chExt cx="347143" cy="254684"/>
          </a:xfrm>
        </p:grpSpPr>
        <p:sp>
          <p:nvSpPr>
            <p:cNvPr id="831" name="Google Shape;831;p56"/>
            <p:cNvSpPr/>
            <p:nvPr/>
          </p:nvSpPr>
          <p:spPr>
            <a:xfrm>
              <a:off x="5597163" y="3523083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346" y="322"/>
                    <a:pt x="870" y="357"/>
                    <a:pt x="1120" y="476"/>
                  </a:cubicBezTo>
                  <a:cubicBezTo>
                    <a:pt x="1155" y="488"/>
                    <a:pt x="1167" y="488"/>
                    <a:pt x="1191" y="488"/>
                  </a:cubicBezTo>
                  <a:cubicBezTo>
                    <a:pt x="1251" y="488"/>
                    <a:pt x="1310" y="464"/>
                    <a:pt x="1346" y="405"/>
                  </a:cubicBezTo>
                  <a:cubicBezTo>
                    <a:pt x="1358" y="322"/>
                    <a:pt x="1334" y="226"/>
                    <a:pt x="1251" y="191"/>
                  </a:cubicBezTo>
                  <a:cubicBezTo>
                    <a:pt x="882" y="12"/>
                    <a:pt x="203" y="0"/>
                    <a:pt x="167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56"/>
            <p:cNvSpPr/>
            <p:nvPr/>
          </p:nvSpPr>
          <p:spPr>
            <a:xfrm>
              <a:off x="5331913" y="3413947"/>
              <a:ext cx="347143" cy="253538"/>
            </a:xfrm>
            <a:custGeom>
              <a:avLst/>
              <a:gdLst/>
              <a:ahLst/>
              <a:cxnLst/>
              <a:rect l="l" t="t" r="r" b="b"/>
              <a:pathLst>
                <a:path w="10907" h="7966" extrusionOk="0">
                  <a:moveTo>
                    <a:pt x="7168" y="357"/>
                  </a:moveTo>
                  <a:lnTo>
                    <a:pt x="7168" y="1893"/>
                  </a:lnTo>
                  <a:cubicBezTo>
                    <a:pt x="7168" y="2131"/>
                    <a:pt x="7120" y="2357"/>
                    <a:pt x="7013" y="2560"/>
                  </a:cubicBezTo>
                  <a:cubicBezTo>
                    <a:pt x="7001" y="2584"/>
                    <a:pt x="7001" y="2608"/>
                    <a:pt x="7001" y="2643"/>
                  </a:cubicBezTo>
                  <a:lnTo>
                    <a:pt x="7001" y="3084"/>
                  </a:lnTo>
                  <a:cubicBezTo>
                    <a:pt x="7001" y="3512"/>
                    <a:pt x="6822" y="3917"/>
                    <a:pt x="6513" y="4203"/>
                  </a:cubicBezTo>
                  <a:cubicBezTo>
                    <a:pt x="6465" y="4227"/>
                    <a:pt x="6429" y="4274"/>
                    <a:pt x="6394" y="4310"/>
                  </a:cubicBezTo>
                  <a:cubicBezTo>
                    <a:pt x="6111" y="4514"/>
                    <a:pt x="5775" y="4621"/>
                    <a:pt x="5415" y="4621"/>
                  </a:cubicBezTo>
                  <a:cubicBezTo>
                    <a:pt x="5396" y="4621"/>
                    <a:pt x="5377" y="4620"/>
                    <a:pt x="5358" y="4620"/>
                  </a:cubicBezTo>
                  <a:cubicBezTo>
                    <a:pt x="4536" y="4560"/>
                    <a:pt x="3917" y="3858"/>
                    <a:pt x="3917" y="3024"/>
                  </a:cubicBezTo>
                  <a:lnTo>
                    <a:pt x="3917" y="2643"/>
                  </a:lnTo>
                  <a:cubicBezTo>
                    <a:pt x="3917" y="2608"/>
                    <a:pt x="3917" y="2596"/>
                    <a:pt x="3905" y="2560"/>
                  </a:cubicBezTo>
                  <a:cubicBezTo>
                    <a:pt x="3798" y="2357"/>
                    <a:pt x="3751" y="2131"/>
                    <a:pt x="3751" y="1893"/>
                  </a:cubicBezTo>
                  <a:lnTo>
                    <a:pt x="3751" y="1548"/>
                  </a:lnTo>
                  <a:cubicBezTo>
                    <a:pt x="3751" y="893"/>
                    <a:pt x="4286" y="357"/>
                    <a:pt x="4941" y="357"/>
                  </a:cubicBezTo>
                  <a:close/>
                  <a:moveTo>
                    <a:pt x="10013" y="2905"/>
                  </a:moveTo>
                  <a:lnTo>
                    <a:pt x="10013" y="3560"/>
                  </a:lnTo>
                  <a:cubicBezTo>
                    <a:pt x="10013" y="3667"/>
                    <a:pt x="9989" y="3774"/>
                    <a:pt x="9942" y="3870"/>
                  </a:cubicBezTo>
                  <a:lnTo>
                    <a:pt x="9870" y="4036"/>
                  </a:lnTo>
                  <a:cubicBezTo>
                    <a:pt x="9858" y="4048"/>
                    <a:pt x="9858" y="4084"/>
                    <a:pt x="9858" y="4108"/>
                  </a:cubicBezTo>
                  <a:lnTo>
                    <a:pt x="9858" y="4453"/>
                  </a:lnTo>
                  <a:cubicBezTo>
                    <a:pt x="9870" y="4679"/>
                    <a:pt x="9763" y="4882"/>
                    <a:pt x="9597" y="5048"/>
                  </a:cubicBezTo>
                  <a:cubicBezTo>
                    <a:pt x="9451" y="5205"/>
                    <a:pt x="9244" y="5288"/>
                    <a:pt x="9022" y="5288"/>
                  </a:cubicBezTo>
                  <a:cubicBezTo>
                    <a:pt x="9007" y="5288"/>
                    <a:pt x="8992" y="5287"/>
                    <a:pt x="8977" y="5286"/>
                  </a:cubicBezTo>
                  <a:cubicBezTo>
                    <a:pt x="8513" y="5275"/>
                    <a:pt x="8144" y="4870"/>
                    <a:pt x="8144" y="4382"/>
                  </a:cubicBezTo>
                  <a:lnTo>
                    <a:pt x="8144" y="4084"/>
                  </a:lnTo>
                  <a:cubicBezTo>
                    <a:pt x="8144" y="4048"/>
                    <a:pt x="8144" y="4036"/>
                    <a:pt x="8132" y="4012"/>
                  </a:cubicBezTo>
                  <a:lnTo>
                    <a:pt x="8025" y="3810"/>
                  </a:lnTo>
                  <a:cubicBezTo>
                    <a:pt x="8002" y="3741"/>
                    <a:pt x="7968" y="3672"/>
                    <a:pt x="7966" y="3582"/>
                  </a:cubicBezTo>
                  <a:lnTo>
                    <a:pt x="7966" y="3582"/>
                  </a:lnTo>
                  <a:cubicBezTo>
                    <a:pt x="7973" y="3196"/>
                    <a:pt x="8279" y="2905"/>
                    <a:pt x="8644" y="2905"/>
                  </a:cubicBezTo>
                  <a:close/>
                  <a:moveTo>
                    <a:pt x="1727" y="2893"/>
                  </a:moveTo>
                  <a:cubicBezTo>
                    <a:pt x="2000" y="2893"/>
                    <a:pt x="2250" y="3000"/>
                    <a:pt x="2441" y="3191"/>
                  </a:cubicBezTo>
                  <a:cubicBezTo>
                    <a:pt x="2643" y="3381"/>
                    <a:pt x="2739" y="3655"/>
                    <a:pt x="2774" y="3929"/>
                  </a:cubicBezTo>
                  <a:cubicBezTo>
                    <a:pt x="2774" y="4024"/>
                    <a:pt x="2786" y="4132"/>
                    <a:pt x="2786" y="4227"/>
                  </a:cubicBezTo>
                  <a:lnTo>
                    <a:pt x="2786" y="4262"/>
                  </a:lnTo>
                  <a:cubicBezTo>
                    <a:pt x="2608" y="3989"/>
                    <a:pt x="2358" y="3798"/>
                    <a:pt x="2000" y="3691"/>
                  </a:cubicBezTo>
                  <a:cubicBezTo>
                    <a:pt x="1753" y="3615"/>
                    <a:pt x="1520" y="3607"/>
                    <a:pt x="1431" y="3607"/>
                  </a:cubicBezTo>
                  <a:cubicBezTo>
                    <a:pt x="1409" y="3607"/>
                    <a:pt x="1396" y="3608"/>
                    <a:pt x="1393" y="3608"/>
                  </a:cubicBezTo>
                  <a:cubicBezTo>
                    <a:pt x="1346" y="3608"/>
                    <a:pt x="1310" y="3620"/>
                    <a:pt x="1286" y="3655"/>
                  </a:cubicBezTo>
                  <a:lnTo>
                    <a:pt x="1000" y="3953"/>
                  </a:lnTo>
                  <a:cubicBezTo>
                    <a:pt x="941" y="4012"/>
                    <a:pt x="941" y="4108"/>
                    <a:pt x="1000" y="4167"/>
                  </a:cubicBezTo>
                  <a:cubicBezTo>
                    <a:pt x="1030" y="4197"/>
                    <a:pt x="1072" y="4212"/>
                    <a:pt x="1113" y="4212"/>
                  </a:cubicBezTo>
                  <a:cubicBezTo>
                    <a:pt x="1155" y="4212"/>
                    <a:pt x="1197" y="4197"/>
                    <a:pt x="1226" y="4167"/>
                  </a:cubicBezTo>
                  <a:lnTo>
                    <a:pt x="1465" y="3917"/>
                  </a:lnTo>
                  <a:cubicBezTo>
                    <a:pt x="1667" y="3929"/>
                    <a:pt x="2322" y="4012"/>
                    <a:pt x="2572" y="4572"/>
                  </a:cubicBezTo>
                  <a:cubicBezTo>
                    <a:pt x="2500" y="4989"/>
                    <a:pt x="2143" y="5298"/>
                    <a:pt x="1727" y="5298"/>
                  </a:cubicBezTo>
                  <a:cubicBezTo>
                    <a:pt x="1250" y="5298"/>
                    <a:pt x="869" y="4917"/>
                    <a:pt x="869" y="4441"/>
                  </a:cubicBezTo>
                  <a:cubicBezTo>
                    <a:pt x="869" y="4346"/>
                    <a:pt x="798" y="4274"/>
                    <a:pt x="703" y="4274"/>
                  </a:cubicBezTo>
                  <a:lnTo>
                    <a:pt x="679" y="4274"/>
                  </a:lnTo>
                  <a:lnTo>
                    <a:pt x="679" y="4227"/>
                  </a:lnTo>
                  <a:cubicBezTo>
                    <a:pt x="679" y="4132"/>
                    <a:pt x="679" y="4024"/>
                    <a:pt x="691" y="3929"/>
                  </a:cubicBezTo>
                  <a:cubicBezTo>
                    <a:pt x="703" y="3655"/>
                    <a:pt x="822" y="3381"/>
                    <a:pt x="1012" y="3191"/>
                  </a:cubicBezTo>
                  <a:cubicBezTo>
                    <a:pt x="1215" y="3000"/>
                    <a:pt x="1465" y="2893"/>
                    <a:pt x="1727" y="2893"/>
                  </a:cubicBezTo>
                  <a:close/>
                  <a:moveTo>
                    <a:pt x="643" y="4882"/>
                  </a:moveTo>
                  <a:cubicBezTo>
                    <a:pt x="726" y="5096"/>
                    <a:pt x="881" y="5275"/>
                    <a:pt x="1060" y="5405"/>
                  </a:cubicBezTo>
                  <a:lnTo>
                    <a:pt x="1060" y="5596"/>
                  </a:lnTo>
                  <a:cubicBezTo>
                    <a:pt x="762" y="5501"/>
                    <a:pt x="619" y="5346"/>
                    <a:pt x="560" y="5275"/>
                  </a:cubicBezTo>
                  <a:cubicBezTo>
                    <a:pt x="595" y="5155"/>
                    <a:pt x="631" y="5036"/>
                    <a:pt x="643" y="4882"/>
                  </a:cubicBezTo>
                  <a:close/>
                  <a:moveTo>
                    <a:pt x="2798" y="4882"/>
                  </a:moveTo>
                  <a:cubicBezTo>
                    <a:pt x="2810" y="5024"/>
                    <a:pt x="2846" y="5155"/>
                    <a:pt x="2893" y="5263"/>
                  </a:cubicBezTo>
                  <a:cubicBezTo>
                    <a:pt x="2834" y="5346"/>
                    <a:pt x="2679" y="5477"/>
                    <a:pt x="2381" y="5596"/>
                  </a:cubicBezTo>
                  <a:lnTo>
                    <a:pt x="2381" y="5405"/>
                  </a:lnTo>
                  <a:cubicBezTo>
                    <a:pt x="2560" y="5275"/>
                    <a:pt x="2715" y="5096"/>
                    <a:pt x="2798" y="4882"/>
                  </a:cubicBezTo>
                  <a:close/>
                  <a:moveTo>
                    <a:pt x="6299" y="4727"/>
                  </a:moveTo>
                  <a:lnTo>
                    <a:pt x="6299" y="5001"/>
                  </a:lnTo>
                  <a:lnTo>
                    <a:pt x="5453" y="5596"/>
                  </a:lnTo>
                  <a:lnTo>
                    <a:pt x="4584" y="5024"/>
                  </a:lnTo>
                  <a:lnTo>
                    <a:pt x="4584" y="4727"/>
                  </a:lnTo>
                  <a:cubicBezTo>
                    <a:pt x="4810" y="4846"/>
                    <a:pt x="5060" y="4917"/>
                    <a:pt x="5322" y="4929"/>
                  </a:cubicBezTo>
                  <a:lnTo>
                    <a:pt x="5441" y="4929"/>
                  </a:lnTo>
                  <a:cubicBezTo>
                    <a:pt x="5739" y="4929"/>
                    <a:pt x="6037" y="4858"/>
                    <a:pt x="6299" y="4727"/>
                  </a:cubicBezTo>
                  <a:close/>
                  <a:moveTo>
                    <a:pt x="9347" y="5572"/>
                  </a:moveTo>
                  <a:lnTo>
                    <a:pt x="9347" y="5632"/>
                  </a:lnTo>
                  <a:cubicBezTo>
                    <a:pt x="9347" y="5656"/>
                    <a:pt x="9347" y="5691"/>
                    <a:pt x="9358" y="5715"/>
                  </a:cubicBezTo>
                  <a:lnTo>
                    <a:pt x="9001" y="6072"/>
                  </a:lnTo>
                  <a:lnTo>
                    <a:pt x="8644" y="5715"/>
                  </a:lnTo>
                  <a:cubicBezTo>
                    <a:pt x="8644" y="5691"/>
                    <a:pt x="8668" y="5656"/>
                    <a:pt x="8668" y="5632"/>
                  </a:cubicBezTo>
                  <a:lnTo>
                    <a:pt x="8668" y="5572"/>
                  </a:lnTo>
                  <a:cubicBezTo>
                    <a:pt x="8763" y="5596"/>
                    <a:pt x="8870" y="5632"/>
                    <a:pt x="8977" y="5632"/>
                  </a:cubicBezTo>
                  <a:lnTo>
                    <a:pt x="9001" y="5632"/>
                  </a:lnTo>
                  <a:cubicBezTo>
                    <a:pt x="9120" y="5632"/>
                    <a:pt x="9239" y="5620"/>
                    <a:pt x="9347" y="5572"/>
                  </a:cubicBezTo>
                  <a:close/>
                  <a:moveTo>
                    <a:pt x="2108" y="5572"/>
                  </a:moveTo>
                  <a:lnTo>
                    <a:pt x="2108" y="5739"/>
                  </a:lnTo>
                  <a:cubicBezTo>
                    <a:pt x="2108" y="5798"/>
                    <a:pt x="2119" y="5834"/>
                    <a:pt x="2143" y="5882"/>
                  </a:cubicBezTo>
                  <a:lnTo>
                    <a:pt x="1965" y="6013"/>
                  </a:lnTo>
                  <a:cubicBezTo>
                    <a:pt x="1899" y="6084"/>
                    <a:pt x="1816" y="6120"/>
                    <a:pt x="1731" y="6120"/>
                  </a:cubicBezTo>
                  <a:cubicBezTo>
                    <a:pt x="1646" y="6120"/>
                    <a:pt x="1560" y="6084"/>
                    <a:pt x="1488" y="6013"/>
                  </a:cubicBezTo>
                  <a:lnTo>
                    <a:pt x="1346" y="5882"/>
                  </a:lnTo>
                  <a:cubicBezTo>
                    <a:pt x="1369" y="5834"/>
                    <a:pt x="1381" y="5775"/>
                    <a:pt x="1381" y="5739"/>
                  </a:cubicBezTo>
                  <a:lnTo>
                    <a:pt x="1381" y="5572"/>
                  </a:lnTo>
                  <a:cubicBezTo>
                    <a:pt x="1488" y="5596"/>
                    <a:pt x="1607" y="5632"/>
                    <a:pt x="1750" y="5632"/>
                  </a:cubicBezTo>
                  <a:cubicBezTo>
                    <a:pt x="1857" y="5632"/>
                    <a:pt x="1977" y="5608"/>
                    <a:pt x="2108" y="5572"/>
                  </a:cubicBezTo>
                  <a:close/>
                  <a:moveTo>
                    <a:pt x="4465" y="5298"/>
                  </a:moveTo>
                  <a:lnTo>
                    <a:pt x="5215" y="5810"/>
                  </a:lnTo>
                  <a:lnTo>
                    <a:pt x="4810" y="6215"/>
                  </a:lnTo>
                  <a:lnTo>
                    <a:pt x="4798" y="6215"/>
                  </a:lnTo>
                  <a:lnTo>
                    <a:pt x="4310" y="5465"/>
                  </a:lnTo>
                  <a:lnTo>
                    <a:pt x="4465" y="5298"/>
                  </a:lnTo>
                  <a:close/>
                  <a:moveTo>
                    <a:pt x="6429" y="5298"/>
                  </a:moveTo>
                  <a:lnTo>
                    <a:pt x="6596" y="5465"/>
                  </a:lnTo>
                  <a:lnTo>
                    <a:pt x="6108" y="6215"/>
                  </a:lnTo>
                  <a:lnTo>
                    <a:pt x="6096" y="6215"/>
                  </a:lnTo>
                  <a:lnTo>
                    <a:pt x="5691" y="5810"/>
                  </a:lnTo>
                  <a:lnTo>
                    <a:pt x="6429" y="5298"/>
                  </a:lnTo>
                  <a:close/>
                  <a:moveTo>
                    <a:pt x="4905" y="0"/>
                  </a:moveTo>
                  <a:cubicBezTo>
                    <a:pt x="4072" y="0"/>
                    <a:pt x="3381" y="691"/>
                    <a:pt x="3381" y="1524"/>
                  </a:cubicBezTo>
                  <a:lnTo>
                    <a:pt x="3381" y="1869"/>
                  </a:lnTo>
                  <a:cubicBezTo>
                    <a:pt x="3381" y="2131"/>
                    <a:pt x="3441" y="2381"/>
                    <a:pt x="3548" y="2643"/>
                  </a:cubicBezTo>
                  <a:lnTo>
                    <a:pt x="3548" y="3000"/>
                  </a:lnTo>
                  <a:cubicBezTo>
                    <a:pt x="3548" y="3596"/>
                    <a:pt x="3810" y="4132"/>
                    <a:pt x="4227" y="4465"/>
                  </a:cubicBezTo>
                  <a:lnTo>
                    <a:pt x="4227" y="5001"/>
                  </a:lnTo>
                  <a:lnTo>
                    <a:pt x="3929" y="5322"/>
                  </a:lnTo>
                  <a:cubicBezTo>
                    <a:pt x="3905" y="5346"/>
                    <a:pt x="3893" y="5394"/>
                    <a:pt x="3893" y="5441"/>
                  </a:cubicBezTo>
                  <a:lnTo>
                    <a:pt x="2905" y="5798"/>
                  </a:lnTo>
                  <a:cubicBezTo>
                    <a:pt x="2834" y="5822"/>
                    <a:pt x="2774" y="5858"/>
                    <a:pt x="2715" y="5894"/>
                  </a:cubicBezTo>
                  <a:lnTo>
                    <a:pt x="2560" y="5822"/>
                  </a:lnTo>
                  <a:cubicBezTo>
                    <a:pt x="3024" y="5632"/>
                    <a:pt x="3155" y="5346"/>
                    <a:pt x="3179" y="5334"/>
                  </a:cubicBezTo>
                  <a:cubicBezTo>
                    <a:pt x="3203" y="5286"/>
                    <a:pt x="3203" y="5227"/>
                    <a:pt x="3179" y="5179"/>
                  </a:cubicBezTo>
                  <a:cubicBezTo>
                    <a:pt x="3060" y="4965"/>
                    <a:pt x="3036" y="4524"/>
                    <a:pt x="3036" y="4203"/>
                  </a:cubicBezTo>
                  <a:cubicBezTo>
                    <a:pt x="3036" y="4084"/>
                    <a:pt x="3036" y="3977"/>
                    <a:pt x="3024" y="3893"/>
                  </a:cubicBezTo>
                  <a:cubicBezTo>
                    <a:pt x="2965" y="3131"/>
                    <a:pt x="2405" y="2548"/>
                    <a:pt x="1691" y="2548"/>
                  </a:cubicBezTo>
                  <a:cubicBezTo>
                    <a:pt x="976" y="2548"/>
                    <a:pt x="393" y="3131"/>
                    <a:pt x="345" y="3893"/>
                  </a:cubicBezTo>
                  <a:cubicBezTo>
                    <a:pt x="345" y="3977"/>
                    <a:pt x="333" y="4084"/>
                    <a:pt x="333" y="4203"/>
                  </a:cubicBezTo>
                  <a:cubicBezTo>
                    <a:pt x="322" y="4548"/>
                    <a:pt x="298" y="4965"/>
                    <a:pt x="203" y="5179"/>
                  </a:cubicBezTo>
                  <a:cubicBezTo>
                    <a:pt x="167" y="5227"/>
                    <a:pt x="167" y="5286"/>
                    <a:pt x="203" y="5334"/>
                  </a:cubicBezTo>
                  <a:cubicBezTo>
                    <a:pt x="203" y="5346"/>
                    <a:pt x="345" y="5632"/>
                    <a:pt x="810" y="5822"/>
                  </a:cubicBezTo>
                  <a:lnTo>
                    <a:pt x="369" y="6037"/>
                  </a:lnTo>
                  <a:cubicBezTo>
                    <a:pt x="155" y="6156"/>
                    <a:pt x="0" y="6370"/>
                    <a:pt x="0" y="6632"/>
                  </a:cubicBezTo>
                  <a:lnTo>
                    <a:pt x="0" y="7799"/>
                  </a:lnTo>
                  <a:cubicBezTo>
                    <a:pt x="0" y="7894"/>
                    <a:pt x="72" y="7965"/>
                    <a:pt x="167" y="7965"/>
                  </a:cubicBezTo>
                  <a:cubicBezTo>
                    <a:pt x="250" y="7965"/>
                    <a:pt x="333" y="7894"/>
                    <a:pt x="333" y="7799"/>
                  </a:cubicBezTo>
                  <a:lnTo>
                    <a:pt x="333" y="6632"/>
                  </a:lnTo>
                  <a:cubicBezTo>
                    <a:pt x="333" y="6489"/>
                    <a:pt x="405" y="6370"/>
                    <a:pt x="524" y="6310"/>
                  </a:cubicBezTo>
                  <a:lnTo>
                    <a:pt x="1060" y="6048"/>
                  </a:lnTo>
                  <a:lnTo>
                    <a:pt x="1238" y="6227"/>
                  </a:lnTo>
                  <a:cubicBezTo>
                    <a:pt x="1369" y="6346"/>
                    <a:pt x="1536" y="6406"/>
                    <a:pt x="1703" y="6406"/>
                  </a:cubicBezTo>
                  <a:cubicBezTo>
                    <a:pt x="1857" y="6406"/>
                    <a:pt x="2024" y="6346"/>
                    <a:pt x="2155" y="6227"/>
                  </a:cubicBezTo>
                  <a:lnTo>
                    <a:pt x="2334" y="6048"/>
                  </a:lnTo>
                  <a:lnTo>
                    <a:pt x="2512" y="6132"/>
                  </a:lnTo>
                  <a:cubicBezTo>
                    <a:pt x="2441" y="6275"/>
                    <a:pt x="2381" y="6418"/>
                    <a:pt x="2381" y="6584"/>
                  </a:cubicBezTo>
                  <a:lnTo>
                    <a:pt x="2381" y="7799"/>
                  </a:lnTo>
                  <a:cubicBezTo>
                    <a:pt x="2381" y="7894"/>
                    <a:pt x="2453" y="7965"/>
                    <a:pt x="2548" y="7965"/>
                  </a:cubicBezTo>
                  <a:cubicBezTo>
                    <a:pt x="2631" y="7965"/>
                    <a:pt x="2715" y="7894"/>
                    <a:pt x="2715" y="7799"/>
                  </a:cubicBezTo>
                  <a:lnTo>
                    <a:pt x="2715" y="6584"/>
                  </a:lnTo>
                  <a:cubicBezTo>
                    <a:pt x="2715" y="6358"/>
                    <a:pt x="2846" y="6167"/>
                    <a:pt x="3048" y="6096"/>
                  </a:cubicBezTo>
                  <a:lnTo>
                    <a:pt x="4084" y="5715"/>
                  </a:lnTo>
                  <a:lnTo>
                    <a:pt x="4513" y="6358"/>
                  </a:lnTo>
                  <a:cubicBezTo>
                    <a:pt x="4572" y="6453"/>
                    <a:pt x="4655" y="6489"/>
                    <a:pt x="4751" y="6513"/>
                  </a:cubicBezTo>
                  <a:lnTo>
                    <a:pt x="4775" y="6513"/>
                  </a:lnTo>
                  <a:cubicBezTo>
                    <a:pt x="4870" y="6513"/>
                    <a:pt x="4941" y="6477"/>
                    <a:pt x="5013" y="6418"/>
                  </a:cubicBezTo>
                  <a:lnTo>
                    <a:pt x="5286" y="6156"/>
                  </a:lnTo>
                  <a:lnTo>
                    <a:pt x="5286" y="7799"/>
                  </a:lnTo>
                  <a:cubicBezTo>
                    <a:pt x="5286" y="7894"/>
                    <a:pt x="5358" y="7965"/>
                    <a:pt x="5453" y="7965"/>
                  </a:cubicBezTo>
                  <a:cubicBezTo>
                    <a:pt x="5537" y="7965"/>
                    <a:pt x="5608" y="7894"/>
                    <a:pt x="5608" y="7799"/>
                  </a:cubicBezTo>
                  <a:lnTo>
                    <a:pt x="5608" y="6156"/>
                  </a:lnTo>
                  <a:lnTo>
                    <a:pt x="5882" y="6418"/>
                  </a:lnTo>
                  <a:cubicBezTo>
                    <a:pt x="5941" y="6477"/>
                    <a:pt x="6025" y="6513"/>
                    <a:pt x="6120" y="6513"/>
                  </a:cubicBezTo>
                  <a:lnTo>
                    <a:pt x="6144" y="6513"/>
                  </a:lnTo>
                  <a:cubicBezTo>
                    <a:pt x="6251" y="6489"/>
                    <a:pt x="6322" y="6453"/>
                    <a:pt x="6382" y="6358"/>
                  </a:cubicBezTo>
                  <a:lnTo>
                    <a:pt x="6822" y="5715"/>
                  </a:lnTo>
                  <a:lnTo>
                    <a:pt x="7846" y="6096"/>
                  </a:lnTo>
                  <a:cubicBezTo>
                    <a:pt x="8049" y="6167"/>
                    <a:pt x="8192" y="6358"/>
                    <a:pt x="8192" y="6584"/>
                  </a:cubicBezTo>
                  <a:lnTo>
                    <a:pt x="8192" y="7799"/>
                  </a:lnTo>
                  <a:cubicBezTo>
                    <a:pt x="8192" y="7894"/>
                    <a:pt x="8263" y="7965"/>
                    <a:pt x="8346" y="7965"/>
                  </a:cubicBezTo>
                  <a:cubicBezTo>
                    <a:pt x="8442" y="7965"/>
                    <a:pt x="8513" y="7894"/>
                    <a:pt x="8513" y="7799"/>
                  </a:cubicBezTo>
                  <a:lnTo>
                    <a:pt x="8513" y="6584"/>
                  </a:lnTo>
                  <a:cubicBezTo>
                    <a:pt x="8513" y="6358"/>
                    <a:pt x="8430" y="6156"/>
                    <a:pt x="8275" y="6001"/>
                  </a:cubicBezTo>
                  <a:lnTo>
                    <a:pt x="8323" y="5989"/>
                  </a:lnTo>
                  <a:cubicBezTo>
                    <a:pt x="8370" y="5977"/>
                    <a:pt x="8406" y="5953"/>
                    <a:pt x="8465" y="5929"/>
                  </a:cubicBezTo>
                  <a:lnTo>
                    <a:pt x="8870" y="6334"/>
                  </a:lnTo>
                  <a:lnTo>
                    <a:pt x="8870" y="7787"/>
                  </a:lnTo>
                  <a:cubicBezTo>
                    <a:pt x="8870" y="7882"/>
                    <a:pt x="8942" y="7953"/>
                    <a:pt x="9037" y="7953"/>
                  </a:cubicBezTo>
                  <a:cubicBezTo>
                    <a:pt x="9120" y="7953"/>
                    <a:pt x="9204" y="7882"/>
                    <a:pt x="9204" y="7787"/>
                  </a:cubicBezTo>
                  <a:lnTo>
                    <a:pt x="9204" y="6334"/>
                  </a:lnTo>
                  <a:lnTo>
                    <a:pt x="9597" y="5929"/>
                  </a:lnTo>
                  <a:cubicBezTo>
                    <a:pt x="9620" y="5941"/>
                    <a:pt x="9644" y="5941"/>
                    <a:pt x="9680" y="5953"/>
                  </a:cubicBezTo>
                  <a:lnTo>
                    <a:pt x="10335" y="6156"/>
                  </a:lnTo>
                  <a:cubicBezTo>
                    <a:pt x="10478" y="6191"/>
                    <a:pt x="10585" y="6334"/>
                    <a:pt x="10585" y="6489"/>
                  </a:cubicBezTo>
                  <a:lnTo>
                    <a:pt x="10585" y="7799"/>
                  </a:lnTo>
                  <a:cubicBezTo>
                    <a:pt x="10585" y="7894"/>
                    <a:pt x="10656" y="7965"/>
                    <a:pt x="10751" y="7965"/>
                  </a:cubicBezTo>
                  <a:cubicBezTo>
                    <a:pt x="10835" y="7965"/>
                    <a:pt x="10906" y="7894"/>
                    <a:pt x="10906" y="7799"/>
                  </a:cubicBezTo>
                  <a:lnTo>
                    <a:pt x="10906" y="6489"/>
                  </a:lnTo>
                  <a:cubicBezTo>
                    <a:pt x="10871" y="6227"/>
                    <a:pt x="10656" y="5953"/>
                    <a:pt x="10382" y="5870"/>
                  </a:cubicBezTo>
                  <a:lnTo>
                    <a:pt x="9716" y="5679"/>
                  </a:lnTo>
                  <a:cubicBezTo>
                    <a:pt x="9692" y="5656"/>
                    <a:pt x="9680" y="5644"/>
                    <a:pt x="9680" y="5620"/>
                  </a:cubicBezTo>
                  <a:lnTo>
                    <a:pt x="9680" y="5394"/>
                  </a:lnTo>
                  <a:cubicBezTo>
                    <a:pt x="9739" y="5358"/>
                    <a:pt x="9787" y="5322"/>
                    <a:pt x="9823" y="5275"/>
                  </a:cubicBezTo>
                  <a:cubicBezTo>
                    <a:pt x="10049" y="5048"/>
                    <a:pt x="10180" y="4751"/>
                    <a:pt x="10180" y="4429"/>
                  </a:cubicBezTo>
                  <a:lnTo>
                    <a:pt x="10180" y="4132"/>
                  </a:lnTo>
                  <a:lnTo>
                    <a:pt x="10239" y="3989"/>
                  </a:lnTo>
                  <a:cubicBezTo>
                    <a:pt x="10323" y="3858"/>
                    <a:pt x="10347" y="3691"/>
                    <a:pt x="10347" y="3548"/>
                  </a:cubicBezTo>
                  <a:lnTo>
                    <a:pt x="10347" y="2727"/>
                  </a:lnTo>
                  <a:cubicBezTo>
                    <a:pt x="10347" y="2643"/>
                    <a:pt x="10275" y="2560"/>
                    <a:pt x="10180" y="2560"/>
                  </a:cubicBezTo>
                  <a:lnTo>
                    <a:pt x="8656" y="2560"/>
                  </a:lnTo>
                  <a:cubicBezTo>
                    <a:pt x="8096" y="2560"/>
                    <a:pt x="7644" y="3012"/>
                    <a:pt x="7644" y="3572"/>
                  </a:cubicBezTo>
                  <a:lnTo>
                    <a:pt x="7644" y="3596"/>
                  </a:lnTo>
                  <a:cubicBezTo>
                    <a:pt x="7644" y="3727"/>
                    <a:pt x="7668" y="3846"/>
                    <a:pt x="7727" y="3965"/>
                  </a:cubicBezTo>
                  <a:lnTo>
                    <a:pt x="7799" y="4132"/>
                  </a:lnTo>
                  <a:lnTo>
                    <a:pt x="7799" y="4382"/>
                  </a:lnTo>
                  <a:cubicBezTo>
                    <a:pt x="7799" y="4798"/>
                    <a:pt x="8013" y="5155"/>
                    <a:pt x="8311" y="5382"/>
                  </a:cubicBezTo>
                  <a:lnTo>
                    <a:pt x="8311" y="5596"/>
                  </a:lnTo>
                  <a:cubicBezTo>
                    <a:pt x="8311" y="5632"/>
                    <a:pt x="8311" y="5644"/>
                    <a:pt x="8180" y="5691"/>
                  </a:cubicBezTo>
                  <a:lnTo>
                    <a:pt x="7858" y="5775"/>
                  </a:lnTo>
                  <a:lnTo>
                    <a:pt x="6941" y="5441"/>
                  </a:lnTo>
                  <a:cubicBezTo>
                    <a:pt x="6941" y="5394"/>
                    <a:pt x="6930" y="5346"/>
                    <a:pt x="6894" y="5322"/>
                  </a:cubicBezTo>
                  <a:lnTo>
                    <a:pt x="6596" y="5001"/>
                  </a:lnTo>
                  <a:lnTo>
                    <a:pt x="6596" y="4489"/>
                  </a:lnTo>
                  <a:cubicBezTo>
                    <a:pt x="6632" y="4453"/>
                    <a:pt x="6656" y="4429"/>
                    <a:pt x="6691" y="4405"/>
                  </a:cubicBezTo>
                  <a:cubicBezTo>
                    <a:pt x="7061" y="4072"/>
                    <a:pt x="7263" y="3560"/>
                    <a:pt x="7263" y="3060"/>
                  </a:cubicBezTo>
                  <a:lnTo>
                    <a:pt x="7263" y="2643"/>
                  </a:lnTo>
                  <a:cubicBezTo>
                    <a:pt x="7382" y="2405"/>
                    <a:pt x="7430" y="2131"/>
                    <a:pt x="7430" y="1869"/>
                  </a:cubicBezTo>
                  <a:lnTo>
                    <a:pt x="7430" y="167"/>
                  </a:lnTo>
                  <a:cubicBezTo>
                    <a:pt x="7430" y="83"/>
                    <a:pt x="7358" y="0"/>
                    <a:pt x="7263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56"/>
            <p:cNvSpPr/>
            <p:nvPr/>
          </p:nvSpPr>
          <p:spPr>
            <a:xfrm>
              <a:off x="5645669" y="3625759"/>
              <a:ext cx="10248" cy="42872"/>
            </a:xfrm>
            <a:custGeom>
              <a:avLst/>
              <a:gdLst/>
              <a:ahLst/>
              <a:cxnLst/>
              <a:rect l="l" t="t" r="r" b="b"/>
              <a:pathLst>
                <a:path w="322" h="1347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179"/>
                  </a:lnTo>
                  <a:cubicBezTo>
                    <a:pt x="0" y="1263"/>
                    <a:pt x="72" y="1346"/>
                    <a:pt x="167" y="1346"/>
                  </a:cubicBezTo>
                  <a:cubicBezTo>
                    <a:pt x="251" y="1346"/>
                    <a:pt x="322" y="1263"/>
                    <a:pt x="322" y="1179"/>
                  </a:cubicBezTo>
                  <a:lnTo>
                    <a:pt x="322" y="167"/>
                  </a:ln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56"/>
            <p:cNvSpPr/>
            <p:nvPr/>
          </p:nvSpPr>
          <p:spPr>
            <a:xfrm>
              <a:off x="5462247" y="3461115"/>
              <a:ext cx="86825" cy="29759"/>
            </a:xfrm>
            <a:custGeom>
              <a:avLst/>
              <a:gdLst/>
              <a:ahLst/>
              <a:cxnLst/>
              <a:rect l="l" t="t" r="r" b="b"/>
              <a:pathLst>
                <a:path w="2728" h="935" extrusionOk="0">
                  <a:moveTo>
                    <a:pt x="1094" y="0"/>
                  </a:moveTo>
                  <a:cubicBezTo>
                    <a:pt x="768" y="0"/>
                    <a:pt x="473" y="35"/>
                    <a:pt x="287" y="66"/>
                  </a:cubicBezTo>
                  <a:cubicBezTo>
                    <a:pt x="120" y="102"/>
                    <a:pt x="1" y="233"/>
                    <a:pt x="1" y="399"/>
                  </a:cubicBezTo>
                  <a:lnTo>
                    <a:pt x="1" y="768"/>
                  </a:lnTo>
                  <a:cubicBezTo>
                    <a:pt x="1" y="864"/>
                    <a:pt x="72" y="935"/>
                    <a:pt x="168" y="935"/>
                  </a:cubicBezTo>
                  <a:cubicBezTo>
                    <a:pt x="251" y="935"/>
                    <a:pt x="322" y="864"/>
                    <a:pt x="322" y="768"/>
                  </a:cubicBezTo>
                  <a:lnTo>
                    <a:pt x="322" y="399"/>
                  </a:lnTo>
                  <a:cubicBezTo>
                    <a:pt x="322" y="399"/>
                    <a:pt x="322" y="387"/>
                    <a:pt x="346" y="387"/>
                  </a:cubicBezTo>
                  <a:cubicBezTo>
                    <a:pt x="498" y="361"/>
                    <a:pt x="764" y="327"/>
                    <a:pt x="1063" y="327"/>
                  </a:cubicBezTo>
                  <a:cubicBezTo>
                    <a:pt x="1162" y="327"/>
                    <a:pt x="1266" y="331"/>
                    <a:pt x="1370" y="340"/>
                  </a:cubicBezTo>
                  <a:cubicBezTo>
                    <a:pt x="1858" y="364"/>
                    <a:pt x="2215" y="506"/>
                    <a:pt x="2442" y="709"/>
                  </a:cubicBezTo>
                  <a:cubicBezTo>
                    <a:pt x="2471" y="739"/>
                    <a:pt x="2513" y="753"/>
                    <a:pt x="2555" y="753"/>
                  </a:cubicBezTo>
                  <a:cubicBezTo>
                    <a:pt x="2596" y="753"/>
                    <a:pt x="2638" y="739"/>
                    <a:pt x="2668" y="709"/>
                  </a:cubicBezTo>
                  <a:cubicBezTo>
                    <a:pt x="2727" y="637"/>
                    <a:pt x="2727" y="530"/>
                    <a:pt x="2656" y="471"/>
                  </a:cubicBezTo>
                  <a:cubicBezTo>
                    <a:pt x="2283" y="97"/>
                    <a:pt x="1643" y="0"/>
                    <a:pt x="1094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56"/>
            <p:cNvSpPr/>
            <p:nvPr/>
          </p:nvSpPr>
          <p:spPr>
            <a:xfrm>
              <a:off x="5441050" y="3636389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845"/>
                  </a:lnTo>
                  <a:cubicBezTo>
                    <a:pt x="0" y="929"/>
                    <a:pt x="72" y="1012"/>
                    <a:pt x="167" y="1012"/>
                  </a:cubicBezTo>
                  <a:cubicBezTo>
                    <a:pt x="250" y="1012"/>
                    <a:pt x="322" y="929"/>
                    <a:pt x="322" y="845"/>
                  </a:cubicBezTo>
                  <a:lnTo>
                    <a:pt x="322" y="155"/>
                  </a:lnTo>
                  <a:cubicBezTo>
                    <a:pt x="310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56"/>
            <p:cNvSpPr/>
            <p:nvPr/>
          </p:nvSpPr>
          <p:spPr>
            <a:xfrm>
              <a:off x="5559257" y="3636389"/>
              <a:ext cx="10662" cy="32241"/>
            </a:xfrm>
            <a:custGeom>
              <a:avLst/>
              <a:gdLst/>
              <a:ahLst/>
              <a:cxnLst/>
              <a:rect l="l" t="t" r="r" b="b"/>
              <a:pathLst>
                <a:path w="335" h="1013" extrusionOk="0">
                  <a:moveTo>
                    <a:pt x="168" y="0"/>
                  </a:moveTo>
                  <a:cubicBezTo>
                    <a:pt x="84" y="0"/>
                    <a:pt x="1" y="71"/>
                    <a:pt x="1" y="155"/>
                  </a:cubicBezTo>
                  <a:lnTo>
                    <a:pt x="1" y="845"/>
                  </a:lnTo>
                  <a:cubicBezTo>
                    <a:pt x="1" y="929"/>
                    <a:pt x="84" y="1012"/>
                    <a:pt x="168" y="1012"/>
                  </a:cubicBezTo>
                  <a:cubicBezTo>
                    <a:pt x="263" y="1012"/>
                    <a:pt x="334" y="929"/>
                    <a:pt x="334" y="845"/>
                  </a:cubicBezTo>
                  <a:lnTo>
                    <a:pt x="334" y="155"/>
                  </a:lnTo>
                  <a:cubicBezTo>
                    <a:pt x="334" y="71"/>
                    <a:pt x="263" y="0"/>
                    <a:pt x="168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7" name="Google Shape;837;p56"/>
          <p:cNvGrpSpPr/>
          <p:nvPr/>
        </p:nvGrpSpPr>
        <p:grpSpPr>
          <a:xfrm>
            <a:off x="1697516" y="1781543"/>
            <a:ext cx="356627" cy="334252"/>
            <a:chOff x="6219391" y="3816756"/>
            <a:chExt cx="356627" cy="334252"/>
          </a:xfrm>
        </p:grpSpPr>
        <p:sp>
          <p:nvSpPr>
            <p:cNvPr id="838" name="Google Shape;838;p56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56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56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56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57"/>
          <p:cNvSpPr txBox="1">
            <a:spLocks noGrp="1"/>
          </p:cNvSpPr>
          <p:nvPr>
            <p:ph type="title"/>
          </p:nvPr>
        </p:nvSpPr>
        <p:spPr>
          <a:xfrm>
            <a:off x="4572000" y="2352150"/>
            <a:ext cx="3924300" cy="15729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management plan</a:t>
            </a:r>
            <a:endParaRPr/>
          </a:p>
        </p:txBody>
      </p:sp>
      <p:sp>
        <p:nvSpPr>
          <p:cNvPr id="847" name="Google Shape;847;p57"/>
          <p:cNvSpPr txBox="1">
            <a:spLocks noGrp="1"/>
          </p:cNvSpPr>
          <p:nvPr>
            <p:ph type="title" idx="2"/>
          </p:nvPr>
        </p:nvSpPr>
        <p:spPr>
          <a:xfrm>
            <a:off x="4572000" y="688050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pic>
        <p:nvPicPr>
          <p:cNvPr id="848" name="Google Shape;848;p57"/>
          <p:cNvPicPr preferRelativeResize="0"/>
          <p:nvPr/>
        </p:nvPicPr>
        <p:blipFill rotWithShape="1">
          <a:blip r:embed="rId3">
            <a:alphaModFix/>
          </a:blip>
          <a:srcRect l="-26450" t="11510" r="26450" b="11502"/>
          <a:stretch/>
        </p:blipFill>
        <p:spPr>
          <a:xfrm>
            <a:off x="-1880075" y="1017725"/>
            <a:ext cx="6086400" cy="31254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3" name="Google Shape;853;p58"/>
          <p:cNvPicPr preferRelativeResize="0"/>
          <p:nvPr/>
        </p:nvPicPr>
        <p:blipFill rotWithShape="1">
          <a:blip r:embed="rId3">
            <a:alphaModFix/>
          </a:blip>
          <a:srcRect l="4618" r="44187" b="17858"/>
          <a:stretch/>
        </p:blipFill>
        <p:spPr>
          <a:xfrm>
            <a:off x="725450" y="2996600"/>
            <a:ext cx="2006100" cy="2146800"/>
          </a:xfrm>
          <a:prstGeom prst="round2SameRect">
            <a:avLst>
              <a:gd name="adj1" fmla="val 50000"/>
              <a:gd name="adj2" fmla="val 0"/>
            </a:avLst>
          </a:prstGeom>
          <a:noFill/>
          <a:ln>
            <a:noFill/>
          </a:ln>
        </p:spPr>
      </p:pic>
      <p:pic>
        <p:nvPicPr>
          <p:cNvPr id="854" name="Google Shape;854;p58"/>
          <p:cNvPicPr preferRelativeResize="0"/>
          <p:nvPr/>
        </p:nvPicPr>
        <p:blipFill rotWithShape="1">
          <a:blip r:embed="rId4">
            <a:alphaModFix/>
          </a:blip>
          <a:srcRect l="3158" r="48633" b="22654"/>
          <a:stretch/>
        </p:blipFill>
        <p:spPr>
          <a:xfrm>
            <a:off x="6412200" y="2996600"/>
            <a:ext cx="2006100" cy="2146800"/>
          </a:xfrm>
          <a:prstGeom prst="round2SameRect">
            <a:avLst>
              <a:gd name="adj1" fmla="val 50000"/>
              <a:gd name="adj2" fmla="val 0"/>
            </a:avLst>
          </a:prstGeom>
          <a:noFill/>
          <a:ln>
            <a:noFill/>
          </a:ln>
        </p:spPr>
      </p:pic>
      <p:pic>
        <p:nvPicPr>
          <p:cNvPr id="855" name="Google Shape;855;p58"/>
          <p:cNvPicPr preferRelativeResize="0"/>
          <p:nvPr/>
        </p:nvPicPr>
        <p:blipFill rotWithShape="1">
          <a:blip r:embed="rId5">
            <a:alphaModFix/>
          </a:blip>
          <a:srcRect l="12059" r="43979" b="29413"/>
          <a:stretch/>
        </p:blipFill>
        <p:spPr>
          <a:xfrm>
            <a:off x="3568825" y="2996600"/>
            <a:ext cx="2006100" cy="2146800"/>
          </a:xfrm>
          <a:prstGeom prst="round2SameRect">
            <a:avLst>
              <a:gd name="adj1" fmla="val 50000"/>
              <a:gd name="adj2" fmla="val 0"/>
            </a:avLst>
          </a:prstGeom>
          <a:noFill/>
          <a:ln>
            <a:noFill/>
          </a:ln>
        </p:spPr>
      </p:pic>
      <p:sp>
        <p:nvSpPr>
          <p:cNvPr id="856" name="Google Shape;856;p58"/>
          <p:cNvSpPr txBox="1"/>
          <p:nvPr/>
        </p:nvSpPr>
        <p:spPr>
          <a:xfrm>
            <a:off x="725475" y="1854850"/>
            <a:ext cx="2006100" cy="8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You can replace the  image on the screen with your own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857" name="Google Shape;857;p58"/>
          <p:cNvSpPr txBox="1"/>
          <p:nvPr/>
        </p:nvSpPr>
        <p:spPr>
          <a:xfrm>
            <a:off x="725450" y="1470850"/>
            <a:ext cx="2006100" cy="38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0" anchor="b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rPr>
              <a:t>JENNA DOE</a:t>
            </a:r>
            <a:endParaRPr sz="3000">
              <a:solidFill>
                <a:schemeClr val="accent6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858" name="Google Shape;858;p58"/>
          <p:cNvSpPr txBox="1"/>
          <p:nvPr/>
        </p:nvSpPr>
        <p:spPr>
          <a:xfrm>
            <a:off x="3568850" y="1854850"/>
            <a:ext cx="2006100" cy="8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You can replace the  image on the screen with your own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859" name="Google Shape;859;p58"/>
          <p:cNvSpPr txBox="1"/>
          <p:nvPr/>
        </p:nvSpPr>
        <p:spPr>
          <a:xfrm>
            <a:off x="3568825" y="1470850"/>
            <a:ext cx="2006100" cy="38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0" anchor="b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rPr>
              <a:t>JOHN JAMES</a:t>
            </a:r>
            <a:endParaRPr sz="3000">
              <a:solidFill>
                <a:schemeClr val="accent6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860" name="Google Shape;860;p58"/>
          <p:cNvSpPr txBox="1"/>
          <p:nvPr/>
        </p:nvSpPr>
        <p:spPr>
          <a:xfrm>
            <a:off x="6412225" y="1854850"/>
            <a:ext cx="2006100" cy="8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You can replace the  image on the screen with your own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861" name="Google Shape;861;p58"/>
          <p:cNvSpPr txBox="1"/>
          <p:nvPr/>
        </p:nvSpPr>
        <p:spPr>
          <a:xfrm>
            <a:off x="6412200" y="1470850"/>
            <a:ext cx="2006100" cy="38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0" anchor="b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rPr>
              <a:t>Jim bones</a:t>
            </a:r>
            <a:endParaRPr sz="3000">
              <a:solidFill>
                <a:schemeClr val="accent6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862" name="Google Shape;862;p58"/>
          <p:cNvSpPr txBox="1">
            <a:spLocks noGrp="1"/>
          </p:cNvSpPr>
          <p:nvPr>
            <p:ph type="title"/>
          </p:nvPr>
        </p:nvSpPr>
        <p:spPr>
          <a:xfrm>
            <a:off x="720000" y="52969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team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61"/>
          <p:cNvSpPr txBox="1">
            <a:spLocks noGrp="1"/>
          </p:cNvSpPr>
          <p:nvPr>
            <p:ph type="title"/>
          </p:nvPr>
        </p:nvSpPr>
        <p:spPr>
          <a:xfrm>
            <a:off x="4572000" y="1017725"/>
            <a:ext cx="3657600" cy="5760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PARTNERS</a:t>
            </a:r>
            <a:endParaRPr/>
          </a:p>
        </p:txBody>
      </p:sp>
      <p:sp>
        <p:nvSpPr>
          <p:cNvPr id="951" name="Google Shape;951;p61"/>
          <p:cNvSpPr txBox="1">
            <a:spLocks noGrp="1"/>
          </p:cNvSpPr>
          <p:nvPr>
            <p:ph type="subTitle" idx="1"/>
          </p:nvPr>
        </p:nvSpPr>
        <p:spPr>
          <a:xfrm>
            <a:off x="4571175" y="1593734"/>
            <a:ext cx="3657600" cy="25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r>
              <a:rPr lang="en"/>
              <a:t>Do you know what helps you make your point clear?</a:t>
            </a:r>
            <a:br>
              <a:rPr lang="en"/>
            </a:br>
            <a:r>
              <a:rPr lang="en"/>
              <a:t>Lists like this one:</a:t>
            </a:r>
            <a:endParaRPr/>
          </a:p>
          <a:p>
            <a:pPr marL="338328" lvl="0" indent="-216916" algn="l" rtl="0">
              <a:spcBef>
                <a:spcPts val="1600"/>
              </a:spcBef>
              <a:spcAft>
                <a:spcPts val="0"/>
              </a:spcAft>
              <a:buSzPts val="1400"/>
              <a:buFont typeface="Quicksand"/>
              <a:buChar char="●"/>
            </a:pPr>
            <a:r>
              <a:rPr lang="en"/>
              <a:t>They’re simple </a:t>
            </a:r>
            <a:endParaRPr/>
          </a:p>
          <a:p>
            <a:pPr marL="338328" lvl="0" indent="-216916" algn="l" rtl="0">
              <a:spcBef>
                <a:spcPts val="0"/>
              </a:spcBef>
              <a:spcAft>
                <a:spcPts val="0"/>
              </a:spcAft>
              <a:buSzPts val="1400"/>
              <a:buFont typeface="Quicksand"/>
              <a:buChar char="●"/>
            </a:pPr>
            <a:r>
              <a:rPr lang="en"/>
              <a:t>You can organize your ideas clearly</a:t>
            </a:r>
            <a:endParaRPr/>
          </a:p>
          <a:p>
            <a:pPr marL="338328" lvl="0" indent="-216916" algn="l" rtl="0">
              <a:spcBef>
                <a:spcPts val="0"/>
              </a:spcBef>
              <a:spcAft>
                <a:spcPts val="0"/>
              </a:spcAft>
              <a:buSzPts val="1400"/>
              <a:buFont typeface="Quicksand"/>
              <a:buChar char="●"/>
            </a:pPr>
            <a:r>
              <a:rPr lang="en"/>
              <a:t>You’ll never forget to buy milk!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r>
              <a:rPr lang="en"/>
              <a:t>And the most important thing: the audience won’t miss the point of your presentation at all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52" name="Google Shape;952;p61"/>
          <p:cNvPicPr preferRelativeResize="0"/>
          <p:nvPr/>
        </p:nvPicPr>
        <p:blipFill rotWithShape="1">
          <a:blip r:embed="rId3">
            <a:alphaModFix/>
          </a:blip>
          <a:srcRect l="-29890" t="11484" r="29890" b="11492"/>
          <a:stretch/>
        </p:blipFill>
        <p:spPr>
          <a:xfrm>
            <a:off x="-2194400" y="1017725"/>
            <a:ext cx="6086400" cy="31254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62"/>
          <p:cNvSpPr txBox="1">
            <a:spLocks noGrp="1"/>
          </p:cNvSpPr>
          <p:nvPr>
            <p:ph type="title"/>
          </p:nvPr>
        </p:nvSpPr>
        <p:spPr>
          <a:xfrm>
            <a:off x="715100" y="1371500"/>
            <a:ext cx="3657600" cy="1664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OPERATING PLAN</a:t>
            </a:r>
            <a:endParaRPr/>
          </a:p>
        </p:txBody>
      </p:sp>
      <p:sp>
        <p:nvSpPr>
          <p:cNvPr id="958" name="Google Shape;958;p62"/>
          <p:cNvSpPr txBox="1">
            <a:spLocks noGrp="1"/>
          </p:cNvSpPr>
          <p:nvPr>
            <p:ph type="title" idx="2"/>
          </p:nvPr>
        </p:nvSpPr>
        <p:spPr>
          <a:xfrm>
            <a:off x="715100" y="3035600"/>
            <a:ext cx="3657600" cy="15729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pic>
        <p:nvPicPr>
          <p:cNvPr id="959" name="Google Shape;959;p62"/>
          <p:cNvPicPr preferRelativeResize="0"/>
          <p:nvPr/>
        </p:nvPicPr>
        <p:blipFill rotWithShape="1">
          <a:blip r:embed="rId3">
            <a:alphaModFix/>
          </a:blip>
          <a:srcRect l="14242" r="37725" b="-40726"/>
          <a:stretch/>
        </p:blipFill>
        <p:spPr>
          <a:xfrm>
            <a:off x="5330500" y="1017725"/>
            <a:ext cx="3098400" cy="60579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63"/>
          <p:cNvSpPr txBox="1"/>
          <p:nvPr/>
        </p:nvSpPr>
        <p:spPr>
          <a:xfrm>
            <a:off x="2156225" y="1546825"/>
            <a:ext cx="18288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Jupiter is the biggest planet in the Solar System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965" name="Google Shape;965;p63"/>
          <p:cNvSpPr txBox="1"/>
          <p:nvPr/>
        </p:nvSpPr>
        <p:spPr>
          <a:xfrm>
            <a:off x="5159000" y="1543500"/>
            <a:ext cx="18288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The Sun is the star at the center of the  Solar System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966" name="Google Shape;966;p63"/>
          <p:cNvSpPr txBox="1"/>
          <p:nvPr/>
        </p:nvSpPr>
        <p:spPr>
          <a:xfrm>
            <a:off x="654825" y="3622400"/>
            <a:ext cx="1828800" cy="6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6700" rIns="91425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Mercury is the smallest planet in the Solar System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967" name="Google Shape;967;p63"/>
          <p:cNvSpPr txBox="1"/>
          <p:nvPr/>
        </p:nvSpPr>
        <p:spPr>
          <a:xfrm>
            <a:off x="3657588" y="3622550"/>
            <a:ext cx="18288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6700" rIns="91425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Despite being red,  Mars is actually a cold place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968" name="Google Shape;968;p63"/>
          <p:cNvSpPr txBox="1"/>
          <p:nvPr/>
        </p:nvSpPr>
        <p:spPr>
          <a:xfrm>
            <a:off x="6660375" y="3622550"/>
            <a:ext cx="18288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6700" rIns="91425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Saturn is composed mostly of hydrogen and helium</a:t>
            </a: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969" name="Google Shape;969;p63"/>
          <p:cNvSpPr txBox="1">
            <a:spLocks noGrp="1"/>
          </p:cNvSpPr>
          <p:nvPr>
            <p:ph type="ctrTitle" idx="4294967295"/>
          </p:nvPr>
        </p:nvSpPr>
        <p:spPr>
          <a:xfrm>
            <a:off x="974925" y="2601325"/>
            <a:ext cx="1188600" cy="60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Day 1</a:t>
            </a:r>
            <a:endParaRPr sz="3000"/>
          </a:p>
        </p:txBody>
      </p:sp>
      <p:sp>
        <p:nvSpPr>
          <p:cNvPr id="970" name="Google Shape;970;p63"/>
          <p:cNvSpPr txBox="1">
            <a:spLocks noGrp="1"/>
          </p:cNvSpPr>
          <p:nvPr>
            <p:ph type="ctrTitle" idx="4294967295"/>
          </p:nvPr>
        </p:nvSpPr>
        <p:spPr>
          <a:xfrm>
            <a:off x="2476313" y="2601325"/>
            <a:ext cx="1188600" cy="60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Day 2</a:t>
            </a:r>
            <a:endParaRPr sz="3000"/>
          </a:p>
        </p:txBody>
      </p:sp>
      <p:sp>
        <p:nvSpPr>
          <p:cNvPr id="971" name="Google Shape;971;p63"/>
          <p:cNvSpPr txBox="1">
            <a:spLocks noGrp="1"/>
          </p:cNvSpPr>
          <p:nvPr>
            <p:ph type="ctrTitle" idx="4294967295"/>
          </p:nvPr>
        </p:nvSpPr>
        <p:spPr>
          <a:xfrm>
            <a:off x="3977700" y="2601325"/>
            <a:ext cx="1188600" cy="60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Day 3</a:t>
            </a:r>
            <a:endParaRPr sz="3000"/>
          </a:p>
        </p:txBody>
      </p:sp>
      <p:sp>
        <p:nvSpPr>
          <p:cNvPr id="972" name="Google Shape;972;p63"/>
          <p:cNvSpPr txBox="1">
            <a:spLocks noGrp="1"/>
          </p:cNvSpPr>
          <p:nvPr>
            <p:ph type="ctrTitle" idx="4294967295"/>
          </p:nvPr>
        </p:nvSpPr>
        <p:spPr>
          <a:xfrm>
            <a:off x="5479088" y="2601325"/>
            <a:ext cx="1188600" cy="60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Day 4</a:t>
            </a:r>
            <a:endParaRPr sz="3000"/>
          </a:p>
        </p:txBody>
      </p:sp>
      <p:sp>
        <p:nvSpPr>
          <p:cNvPr id="973" name="Google Shape;973;p63"/>
          <p:cNvSpPr txBox="1">
            <a:spLocks noGrp="1"/>
          </p:cNvSpPr>
          <p:nvPr>
            <p:ph type="ctrTitle" idx="4294967295"/>
          </p:nvPr>
        </p:nvSpPr>
        <p:spPr>
          <a:xfrm>
            <a:off x="6980475" y="2601325"/>
            <a:ext cx="1188600" cy="60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Day 5</a:t>
            </a:r>
            <a:endParaRPr sz="3000"/>
          </a:p>
        </p:txBody>
      </p:sp>
      <p:cxnSp>
        <p:nvCxnSpPr>
          <p:cNvPr id="974" name="Google Shape;974;p63"/>
          <p:cNvCxnSpPr>
            <a:stCxn id="969" idx="2"/>
            <a:endCxn id="966" idx="0"/>
          </p:cNvCxnSpPr>
          <p:nvPr/>
        </p:nvCxnSpPr>
        <p:spPr>
          <a:xfrm>
            <a:off x="1569225" y="3204925"/>
            <a:ext cx="0" cy="41760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5" name="Google Shape;975;p63"/>
          <p:cNvCxnSpPr>
            <a:stCxn id="970" idx="0"/>
            <a:endCxn id="964" idx="2"/>
          </p:cNvCxnSpPr>
          <p:nvPr/>
        </p:nvCxnSpPr>
        <p:spPr>
          <a:xfrm rot="10800000">
            <a:off x="3070613" y="2187025"/>
            <a:ext cx="0" cy="41430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6" name="Google Shape;976;p63"/>
          <p:cNvCxnSpPr>
            <a:stCxn id="971" idx="2"/>
            <a:endCxn id="967" idx="0"/>
          </p:cNvCxnSpPr>
          <p:nvPr/>
        </p:nvCxnSpPr>
        <p:spPr>
          <a:xfrm>
            <a:off x="4572000" y="3204925"/>
            <a:ext cx="0" cy="41760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7" name="Google Shape;977;p63"/>
          <p:cNvCxnSpPr>
            <a:stCxn id="972" idx="0"/>
            <a:endCxn id="965" idx="2"/>
          </p:cNvCxnSpPr>
          <p:nvPr/>
        </p:nvCxnSpPr>
        <p:spPr>
          <a:xfrm rot="10800000">
            <a:off x="6073388" y="2183725"/>
            <a:ext cx="0" cy="41760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8" name="Google Shape;978;p63"/>
          <p:cNvCxnSpPr>
            <a:stCxn id="973" idx="2"/>
            <a:endCxn id="968" idx="0"/>
          </p:cNvCxnSpPr>
          <p:nvPr/>
        </p:nvCxnSpPr>
        <p:spPr>
          <a:xfrm>
            <a:off x="7574775" y="3204925"/>
            <a:ext cx="0" cy="41760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79" name="Google Shape;979;p63"/>
          <p:cNvCxnSpPr>
            <a:stCxn id="969" idx="3"/>
            <a:endCxn id="970" idx="1"/>
          </p:cNvCxnSpPr>
          <p:nvPr/>
        </p:nvCxnSpPr>
        <p:spPr>
          <a:xfrm>
            <a:off x="2163525" y="2903125"/>
            <a:ext cx="312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0" name="Google Shape;980;p63"/>
          <p:cNvCxnSpPr>
            <a:stCxn id="970" idx="3"/>
            <a:endCxn id="971" idx="1"/>
          </p:cNvCxnSpPr>
          <p:nvPr/>
        </p:nvCxnSpPr>
        <p:spPr>
          <a:xfrm>
            <a:off x="3664913" y="2903125"/>
            <a:ext cx="312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1" name="Google Shape;981;p63"/>
          <p:cNvCxnSpPr>
            <a:stCxn id="971" idx="3"/>
            <a:endCxn id="972" idx="1"/>
          </p:cNvCxnSpPr>
          <p:nvPr/>
        </p:nvCxnSpPr>
        <p:spPr>
          <a:xfrm>
            <a:off x="5166300" y="2903125"/>
            <a:ext cx="312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2" name="Google Shape;982;p63"/>
          <p:cNvCxnSpPr>
            <a:stCxn id="972" idx="3"/>
            <a:endCxn id="973" idx="1"/>
          </p:cNvCxnSpPr>
          <p:nvPr/>
        </p:nvCxnSpPr>
        <p:spPr>
          <a:xfrm>
            <a:off x="6667688" y="2903125"/>
            <a:ext cx="312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3" name="Google Shape;983;p63"/>
          <p:cNvSpPr txBox="1">
            <a:spLocks noGrp="1"/>
          </p:cNvSpPr>
          <p:nvPr>
            <p:ph type="title"/>
          </p:nvPr>
        </p:nvSpPr>
        <p:spPr>
          <a:xfrm>
            <a:off x="720000" y="52969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process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p64"/>
          <p:cNvSpPr txBox="1">
            <a:spLocks noGrp="1"/>
          </p:cNvSpPr>
          <p:nvPr>
            <p:ph type="title"/>
          </p:nvPr>
        </p:nvSpPr>
        <p:spPr>
          <a:xfrm>
            <a:off x="1284000" y="1729925"/>
            <a:ext cx="6576000" cy="1783200"/>
          </a:xfrm>
          <a:prstGeom prst="rect">
            <a:avLst/>
          </a:prstGeom>
        </p:spPr>
        <p:txBody>
          <a:bodyPr spcFirstLastPara="1" wrap="square" lIns="91425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150,000,000</a:t>
            </a:r>
            <a:endParaRPr/>
          </a:p>
        </p:txBody>
      </p:sp>
      <p:sp>
        <p:nvSpPr>
          <p:cNvPr id="989" name="Google Shape;989;p64"/>
          <p:cNvSpPr txBox="1">
            <a:spLocks noGrp="1"/>
          </p:cNvSpPr>
          <p:nvPr>
            <p:ph type="subTitle" idx="1"/>
          </p:nvPr>
        </p:nvSpPr>
        <p:spPr>
          <a:xfrm>
            <a:off x="1284000" y="3513125"/>
            <a:ext cx="6576000" cy="416400"/>
          </a:xfrm>
          <a:prstGeom prst="rect">
            <a:avLst/>
          </a:prstGeom>
        </p:spPr>
        <p:txBody>
          <a:bodyPr spcFirstLastPara="1" wrap="square" lIns="91425" tIns="91425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Big numbers catch your audience’s attention</a:t>
            </a:r>
            <a:endParaRPr/>
          </a:p>
        </p:txBody>
      </p:sp>
      <p:grpSp>
        <p:nvGrpSpPr>
          <p:cNvPr id="990" name="Google Shape;990;p64"/>
          <p:cNvGrpSpPr/>
          <p:nvPr/>
        </p:nvGrpSpPr>
        <p:grpSpPr>
          <a:xfrm>
            <a:off x="4391818" y="1183470"/>
            <a:ext cx="360356" cy="343462"/>
            <a:chOff x="6870193" y="2295620"/>
            <a:chExt cx="360356" cy="343462"/>
          </a:xfrm>
        </p:grpSpPr>
        <p:sp>
          <p:nvSpPr>
            <p:cNvPr id="991" name="Google Shape;991;p64"/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64"/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p65"/>
          <p:cNvSpPr txBox="1">
            <a:spLocks noGrp="1"/>
          </p:cNvSpPr>
          <p:nvPr>
            <p:ph type="title"/>
          </p:nvPr>
        </p:nvSpPr>
        <p:spPr>
          <a:xfrm>
            <a:off x="1033100" y="2422350"/>
            <a:ext cx="3538800" cy="16185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FINANCIAL PLAN</a:t>
            </a:r>
            <a:endParaRPr/>
          </a:p>
        </p:txBody>
      </p:sp>
      <p:sp>
        <p:nvSpPr>
          <p:cNvPr id="998" name="Google Shape;998;p65"/>
          <p:cNvSpPr txBox="1">
            <a:spLocks noGrp="1"/>
          </p:cNvSpPr>
          <p:nvPr>
            <p:ph type="title" idx="2"/>
          </p:nvPr>
        </p:nvSpPr>
        <p:spPr>
          <a:xfrm>
            <a:off x="1033200" y="940950"/>
            <a:ext cx="3538800" cy="1481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pic>
        <p:nvPicPr>
          <p:cNvPr id="999" name="Google Shape;999;p65"/>
          <p:cNvPicPr preferRelativeResize="0"/>
          <p:nvPr/>
        </p:nvPicPr>
        <p:blipFill rotWithShape="1">
          <a:blip r:embed="rId3">
            <a:alphaModFix/>
          </a:blip>
          <a:srcRect l="13160" r="-13160" b="22976"/>
          <a:stretch/>
        </p:blipFill>
        <p:spPr>
          <a:xfrm>
            <a:off x="4928500" y="1017725"/>
            <a:ext cx="6086400" cy="31254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68"/>
          <p:cNvSpPr txBox="1">
            <a:spLocks noGrp="1"/>
          </p:cNvSpPr>
          <p:nvPr>
            <p:ph type="subTitle" idx="1"/>
          </p:nvPr>
        </p:nvSpPr>
        <p:spPr>
          <a:xfrm>
            <a:off x="720000" y="2330475"/>
            <a:ext cx="2336400" cy="347400"/>
          </a:xfrm>
          <a:prstGeom prst="rect">
            <a:avLst/>
          </a:prstGeom>
        </p:spPr>
        <p:txBody>
          <a:bodyPr spcFirstLastPara="1" wrap="square" lIns="91425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sp>
        <p:nvSpPr>
          <p:cNvPr id="1082" name="Google Shape;1082;p68"/>
          <p:cNvSpPr txBox="1">
            <a:spLocks noGrp="1"/>
          </p:cNvSpPr>
          <p:nvPr>
            <p:ph type="subTitle" idx="2"/>
          </p:nvPr>
        </p:nvSpPr>
        <p:spPr>
          <a:xfrm>
            <a:off x="7200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the company owns</a:t>
            </a:r>
            <a:endParaRPr/>
          </a:p>
        </p:txBody>
      </p:sp>
      <p:sp>
        <p:nvSpPr>
          <p:cNvPr id="1083" name="Google Shape;1083;p68"/>
          <p:cNvSpPr txBox="1">
            <a:spLocks noGrp="1"/>
          </p:cNvSpPr>
          <p:nvPr>
            <p:ph type="subTitle" idx="3"/>
          </p:nvPr>
        </p:nvSpPr>
        <p:spPr>
          <a:xfrm>
            <a:off x="34038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the company owes</a:t>
            </a:r>
            <a:endParaRPr/>
          </a:p>
        </p:txBody>
      </p:sp>
      <p:sp>
        <p:nvSpPr>
          <p:cNvPr id="1084" name="Google Shape;1084;p68"/>
          <p:cNvSpPr txBox="1">
            <a:spLocks noGrp="1"/>
          </p:cNvSpPr>
          <p:nvPr>
            <p:ph type="subTitle" idx="4"/>
          </p:nvPr>
        </p:nvSpPr>
        <p:spPr>
          <a:xfrm>
            <a:off x="60876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Difference between both</a:t>
            </a:r>
            <a:endParaRPr/>
          </a:p>
        </p:txBody>
      </p:sp>
      <p:sp>
        <p:nvSpPr>
          <p:cNvPr id="1085" name="Google Shape;1085;p68"/>
          <p:cNvSpPr txBox="1">
            <a:spLocks noGrp="1"/>
          </p:cNvSpPr>
          <p:nvPr>
            <p:ph type="title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Balance sheet</a:t>
            </a:r>
            <a:endParaRPr/>
          </a:p>
        </p:txBody>
      </p:sp>
      <p:sp>
        <p:nvSpPr>
          <p:cNvPr id="1086" name="Google Shape;1086;p68"/>
          <p:cNvSpPr txBox="1">
            <a:spLocks noGrp="1"/>
          </p:cNvSpPr>
          <p:nvPr>
            <p:ph type="subTitle" idx="5"/>
          </p:nvPr>
        </p:nvSpPr>
        <p:spPr>
          <a:xfrm>
            <a:off x="3403800" y="2330475"/>
            <a:ext cx="2336400" cy="347400"/>
          </a:xfrm>
          <a:prstGeom prst="rect">
            <a:avLst/>
          </a:prstGeom>
        </p:spPr>
        <p:txBody>
          <a:bodyPr spcFirstLastPara="1" wrap="square" lIns="91425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LIABILITIES</a:t>
            </a:r>
            <a:endParaRPr/>
          </a:p>
        </p:txBody>
      </p:sp>
      <p:sp>
        <p:nvSpPr>
          <p:cNvPr id="1087" name="Google Shape;1087;p68"/>
          <p:cNvSpPr txBox="1">
            <a:spLocks noGrp="1"/>
          </p:cNvSpPr>
          <p:nvPr>
            <p:ph type="subTitle" idx="6"/>
          </p:nvPr>
        </p:nvSpPr>
        <p:spPr>
          <a:xfrm>
            <a:off x="6087600" y="2330475"/>
            <a:ext cx="2336400" cy="347400"/>
          </a:xfrm>
          <a:prstGeom prst="rect">
            <a:avLst/>
          </a:prstGeom>
        </p:spPr>
        <p:txBody>
          <a:bodyPr spcFirstLastPara="1" wrap="square" lIns="91425" tIns="91425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EQUITY</a:t>
            </a:r>
            <a:endParaRPr/>
          </a:p>
        </p:txBody>
      </p:sp>
      <p:grpSp>
        <p:nvGrpSpPr>
          <p:cNvPr id="1088" name="Google Shape;1088;p68"/>
          <p:cNvGrpSpPr/>
          <p:nvPr/>
        </p:nvGrpSpPr>
        <p:grpSpPr>
          <a:xfrm>
            <a:off x="7080723" y="1676042"/>
            <a:ext cx="350166" cy="350198"/>
            <a:chOff x="1308631" y="1507830"/>
            <a:chExt cx="350166" cy="350198"/>
          </a:xfrm>
        </p:grpSpPr>
        <p:sp>
          <p:nvSpPr>
            <p:cNvPr id="1089" name="Google Shape;1089;p68"/>
            <p:cNvSpPr/>
            <p:nvPr/>
          </p:nvSpPr>
          <p:spPr>
            <a:xfrm>
              <a:off x="1308631" y="1507830"/>
              <a:ext cx="350166" cy="350198"/>
            </a:xfrm>
            <a:custGeom>
              <a:avLst/>
              <a:gdLst/>
              <a:ahLst/>
              <a:cxnLst/>
              <a:rect l="l" t="t" r="r" b="b"/>
              <a:pathLst>
                <a:path w="11002" h="11003" extrusionOk="0">
                  <a:moveTo>
                    <a:pt x="6192" y="310"/>
                  </a:moveTo>
                  <a:cubicBezTo>
                    <a:pt x="6192" y="310"/>
                    <a:pt x="6204" y="310"/>
                    <a:pt x="6204" y="334"/>
                  </a:cubicBezTo>
                  <a:lnTo>
                    <a:pt x="6204" y="787"/>
                  </a:lnTo>
                  <a:cubicBezTo>
                    <a:pt x="6204" y="953"/>
                    <a:pt x="6311" y="1084"/>
                    <a:pt x="6477" y="1120"/>
                  </a:cubicBezTo>
                  <a:cubicBezTo>
                    <a:pt x="6989" y="1239"/>
                    <a:pt x="7489" y="1429"/>
                    <a:pt x="7930" y="1715"/>
                  </a:cubicBezTo>
                  <a:cubicBezTo>
                    <a:pt x="7986" y="1751"/>
                    <a:pt x="8048" y="1769"/>
                    <a:pt x="8110" y="1769"/>
                  </a:cubicBezTo>
                  <a:cubicBezTo>
                    <a:pt x="8194" y="1769"/>
                    <a:pt x="8278" y="1736"/>
                    <a:pt x="8347" y="1668"/>
                  </a:cubicBezTo>
                  <a:lnTo>
                    <a:pt x="8680" y="1346"/>
                  </a:lnTo>
                  <a:lnTo>
                    <a:pt x="8692" y="1346"/>
                  </a:lnTo>
                  <a:lnTo>
                    <a:pt x="9656" y="2311"/>
                  </a:lnTo>
                  <a:lnTo>
                    <a:pt x="9656" y="2322"/>
                  </a:lnTo>
                  <a:lnTo>
                    <a:pt x="9335" y="2656"/>
                  </a:lnTo>
                  <a:cubicBezTo>
                    <a:pt x="9228" y="2751"/>
                    <a:pt x="9192" y="2930"/>
                    <a:pt x="9287" y="3073"/>
                  </a:cubicBezTo>
                  <a:cubicBezTo>
                    <a:pt x="9573" y="3513"/>
                    <a:pt x="9775" y="4001"/>
                    <a:pt x="9883" y="4525"/>
                  </a:cubicBezTo>
                  <a:cubicBezTo>
                    <a:pt x="9906" y="4680"/>
                    <a:pt x="10049" y="4799"/>
                    <a:pt x="10204" y="4799"/>
                  </a:cubicBezTo>
                  <a:lnTo>
                    <a:pt x="10668" y="4799"/>
                  </a:lnTo>
                  <a:cubicBezTo>
                    <a:pt x="10668" y="4799"/>
                    <a:pt x="10680" y="4799"/>
                    <a:pt x="10680" y="4811"/>
                  </a:cubicBezTo>
                  <a:lnTo>
                    <a:pt x="10657" y="6216"/>
                  </a:lnTo>
                  <a:lnTo>
                    <a:pt x="10192" y="6216"/>
                  </a:lnTo>
                  <a:cubicBezTo>
                    <a:pt x="10026" y="6216"/>
                    <a:pt x="9895" y="6311"/>
                    <a:pt x="9871" y="6478"/>
                  </a:cubicBezTo>
                  <a:cubicBezTo>
                    <a:pt x="9752" y="7002"/>
                    <a:pt x="9549" y="7490"/>
                    <a:pt x="9275" y="7942"/>
                  </a:cubicBezTo>
                  <a:cubicBezTo>
                    <a:pt x="9180" y="8073"/>
                    <a:pt x="9192" y="8240"/>
                    <a:pt x="9311" y="8359"/>
                  </a:cubicBezTo>
                  <a:lnTo>
                    <a:pt x="9645" y="8680"/>
                  </a:lnTo>
                  <a:lnTo>
                    <a:pt x="9645" y="8692"/>
                  </a:lnTo>
                  <a:lnTo>
                    <a:pt x="8680" y="9669"/>
                  </a:lnTo>
                  <a:lnTo>
                    <a:pt x="8656" y="9669"/>
                  </a:lnTo>
                  <a:lnTo>
                    <a:pt x="8335" y="9335"/>
                  </a:lnTo>
                  <a:cubicBezTo>
                    <a:pt x="8271" y="9272"/>
                    <a:pt x="8183" y="9237"/>
                    <a:pt x="8094" y="9237"/>
                  </a:cubicBezTo>
                  <a:cubicBezTo>
                    <a:pt x="8033" y="9237"/>
                    <a:pt x="7971" y="9254"/>
                    <a:pt x="7918" y="9288"/>
                  </a:cubicBezTo>
                  <a:cubicBezTo>
                    <a:pt x="7466" y="9573"/>
                    <a:pt x="6978" y="9788"/>
                    <a:pt x="6454" y="9883"/>
                  </a:cubicBezTo>
                  <a:cubicBezTo>
                    <a:pt x="6311" y="9919"/>
                    <a:pt x="6192" y="10050"/>
                    <a:pt x="6192" y="10216"/>
                  </a:cubicBezTo>
                  <a:lnTo>
                    <a:pt x="6192" y="10681"/>
                  </a:lnTo>
                  <a:cubicBezTo>
                    <a:pt x="6192" y="10681"/>
                    <a:pt x="6192" y="10693"/>
                    <a:pt x="6168" y="10693"/>
                  </a:cubicBezTo>
                  <a:lnTo>
                    <a:pt x="4811" y="10693"/>
                  </a:lnTo>
                  <a:cubicBezTo>
                    <a:pt x="4811" y="10693"/>
                    <a:pt x="4787" y="10693"/>
                    <a:pt x="4787" y="10681"/>
                  </a:cubicBezTo>
                  <a:lnTo>
                    <a:pt x="4787" y="10216"/>
                  </a:lnTo>
                  <a:cubicBezTo>
                    <a:pt x="4787" y="10050"/>
                    <a:pt x="4692" y="9919"/>
                    <a:pt x="4525" y="9883"/>
                  </a:cubicBezTo>
                  <a:cubicBezTo>
                    <a:pt x="4001" y="9764"/>
                    <a:pt x="3513" y="9573"/>
                    <a:pt x="3060" y="9288"/>
                  </a:cubicBezTo>
                  <a:cubicBezTo>
                    <a:pt x="3001" y="9264"/>
                    <a:pt x="2941" y="9228"/>
                    <a:pt x="2882" y="9228"/>
                  </a:cubicBezTo>
                  <a:cubicBezTo>
                    <a:pt x="2798" y="9228"/>
                    <a:pt x="2715" y="9264"/>
                    <a:pt x="2644" y="9335"/>
                  </a:cubicBezTo>
                  <a:lnTo>
                    <a:pt x="2322" y="9669"/>
                  </a:lnTo>
                  <a:lnTo>
                    <a:pt x="2298" y="9669"/>
                  </a:lnTo>
                  <a:lnTo>
                    <a:pt x="1334" y="8692"/>
                  </a:lnTo>
                  <a:lnTo>
                    <a:pt x="1334" y="8680"/>
                  </a:lnTo>
                  <a:lnTo>
                    <a:pt x="1667" y="8359"/>
                  </a:lnTo>
                  <a:cubicBezTo>
                    <a:pt x="1763" y="8252"/>
                    <a:pt x="1798" y="8073"/>
                    <a:pt x="1703" y="7942"/>
                  </a:cubicBezTo>
                  <a:cubicBezTo>
                    <a:pt x="1429" y="7490"/>
                    <a:pt x="1215" y="7002"/>
                    <a:pt x="1108" y="6478"/>
                  </a:cubicBezTo>
                  <a:cubicBezTo>
                    <a:pt x="1084" y="6335"/>
                    <a:pt x="953" y="6216"/>
                    <a:pt x="786" y="6216"/>
                  </a:cubicBezTo>
                  <a:lnTo>
                    <a:pt x="322" y="6216"/>
                  </a:lnTo>
                  <a:cubicBezTo>
                    <a:pt x="322" y="6216"/>
                    <a:pt x="310" y="6216"/>
                    <a:pt x="310" y="6192"/>
                  </a:cubicBezTo>
                  <a:lnTo>
                    <a:pt x="310" y="4811"/>
                  </a:lnTo>
                  <a:cubicBezTo>
                    <a:pt x="310" y="4811"/>
                    <a:pt x="310" y="4799"/>
                    <a:pt x="322" y="4799"/>
                  </a:cubicBezTo>
                  <a:lnTo>
                    <a:pt x="786" y="4799"/>
                  </a:lnTo>
                  <a:cubicBezTo>
                    <a:pt x="953" y="4799"/>
                    <a:pt x="1084" y="4692"/>
                    <a:pt x="1108" y="4525"/>
                  </a:cubicBezTo>
                  <a:cubicBezTo>
                    <a:pt x="1227" y="4001"/>
                    <a:pt x="1429" y="3513"/>
                    <a:pt x="1703" y="3073"/>
                  </a:cubicBezTo>
                  <a:cubicBezTo>
                    <a:pt x="1798" y="2930"/>
                    <a:pt x="1786" y="2775"/>
                    <a:pt x="1667" y="2656"/>
                  </a:cubicBezTo>
                  <a:lnTo>
                    <a:pt x="1334" y="2322"/>
                  </a:lnTo>
                  <a:lnTo>
                    <a:pt x="1334" y="2311"/>
                  </a:lnTo>
                  <a:lnTo>
                    <a:pt x="2298" y="1346"/>
                  </a:lnTo>
                  <a:lnTo>
                    <a:pt x="2322" y="1346"/>
                  </a:lnTo>
                  <a:lnTo>
                    <a:pt x="2644" y="1668"/>
                  </a:lnTo>
                  <a:cubicBezTo>
                    <a:pt x="2707" y="1731"/>
                    <a:pt x="2796" y="1765"/>
                    <a:pt x="2885" y="1765"/>
                  </a:cubicBezTo>
                  <a:cubicBezTo>
                    <a:pt x="2946" y="1765"/>
                    <a:pt x="3007" y="1749"/>
                    <a:pt x="3060" y="1715"/>
                  </a:cubicBezTo>
                  <a:cubicBezTo>
                    <a:pt x="3513" y="1429"/>
                    <a:pt x="4001" y="1227"/>
                    <a:pt x="4525" y="1120"/>
                  </a:cubicBezTo>
                  <a:cubicBezTo>
                    <a:pt x="4668" y="1084"/>
                    <a:pt x="4787" y="953"/>
                    <a:pt x="4787" y="787"/>
                  </a:cubicBezTo>
                  <a:lnTo>
                    <a:pt x="4787" y="334"/>
                  </a:lnTo>
                  <a:cubicBezTo>
                    <a:pt x="4787" y="334"/>
                    <a:pt x="4787" y="310"/>
                    <a:pt x="4811" y="310"/>
                  </a:cubicBezTo>
                  <a:close/>
                  <a:moveTo>
                    <a:pt x="4811" y="1"/>
                  </a:moveTo>
                  <a:cubicBezTo>
                    <a:pt x="4632" y="1"/>
                    <a:pt x="4477" y="156"/>
                    <a:pt x="4477" y="334"/>
                  </a:cubicBezTo>
                  <a:lnTo>
                    <a:pt x="4477" y="798"/>
                  </a:lnTo>
                  <a:cubicBezTo>
                    <a:pt x="4477" y="798"/>
                    <a:pt x="4477" y="810"/>
                    <a:pt x="4465" y="810"/>
                  </a:cubicBezTo>
                  <a:cubicBezTo>
                    <a:pt x="3918" y="929"/>
                    <a:pt x="3370" y="1156"/>
                    <a:pt x="2906" y="1453"/>
                  </a:cubicBezTo>
                  <a:lnTo>
                    <a:pt x="2882" y="1453"/>
                  </a:lnTo>
                  <a:lnTo>
                    <a:pt x="2560" y="1120"/>
                  </a:lnTo>
                  <a:cubicBezTo>
                    <a:pt x="2495" y="1054"/>
                    <a:pt x="2408" y="1022"/>
                    <a:pt x="2322" y="1022"/>
                  </a:cubicBezTo>
                  <a:cubicBezTo>
                    <a:pt x="2236" y="1022"/>
                    <a:pt x="2150" y="1054"/>
                    <a:pt x="2084" y="1120"/>
                  </a:cubicBezTo>
                  <a:lnTo>
                    <a:pt x="1120" y="2084"/>
                  </a:lnTo>
                  <a:cubicBezTo>
                    <a:pt x="977" y="2215"/>
                    <a:pt x="977" y="2430"/>
                    <a:pt x="1120" y="2561"/>
                  </a:cubicBezTo>
                  <a:lnTo>
                    <a:pt x="1441" y="2894"/>
                  </a:lnTo>
                  <a:lnTo>
                    <a:pt x="1441" y="2906"/>
                  </a:lnTo>
                  <a:cubicBezTo>
                    <a:pt x="1132" y="3382"/>
                    <a:pt x="917" y="3906"/>
                    <a:pt x="798" y="4466"/>
                  </a:cubicBezTo>
                  <a:cubicBezTo>
                    <a:pt x="798" y="4466"/>
                    <a:pt x="798" y="4489"/>
                    <a:pt x="786" y="4489"/>
                  </a:cubicBezTo>
                  <a:lnTo>
                    <a:pt x="322" y="4489"/>
                  </a:lnTo>
                  <a:cubicBezTo>
                    <a:pt x="143" y="4489"/>
                    <a:pt x="0" y="4632"/>
                    <a:pt x="0" y="4811"/>
                  </a:cubicBezTo>
                  <a:lnTo>
                    <a:pt x="0" y="6192"/>
                  </a:lnTo>
                  <a:cubicBezTo>
                    <a:pt x="0" y="6371"/>
                    <a:pt x="143" y="6525"/>
                    <a:pt x="322" y="6525"/>
                  </a:cubicBezTo>
                  <a:lnTo>
                    <a:pt x="786" y="6525"/>
                  </a:lnTo>
                  <a:cubicBezTo>
                    <a:pt x="786" y="6525"/>
                    <a:pt x="798" y="6525"/>
                    <a:pt x="798" y="6537"/>
                  </a:cubicBezTo>
                  <a:cubicBezTo>
                    <a:pt x="917" y="7085"/>
                    <a:pt x="1143" y="7621"/>
                    <a:pt x="1441" y="8097"/>
                  </a:cubicBezTo>
                  <a:lnTo>
                    <a:pt x="1441" y="8121"/>
                  </a:lnTo>
                  <a:lnTo>
                    <a:pt x="1120" y="8442"/>
                  </a:lnTo>
                  <a:cubicBezTo>
                    <a:pt x="977" y="8573"/>
                    <a:pt x="977" y="8788"/>
                    <a:pt x="1120" y="8918"/>
                  </a:cubicBezTo>
                  <a:lnTo>
                    <a:pt x="2084" y="9883"/>
                  </a:lnTo>
                  <a:cubicBezTo>
                    <a:pt x="2150" y="9954"/>
                    <a:pt x="2236" y="9990"/>
                    <a:pt x="2322" y="9990"/>
                  </a:cubicBezTo>
                  <a:cubicBezTo>
                    <a:pt x="2408" y="9990"/>
                    <a:pt x="2495" y="9954"/>
                    <a:pt x="2560" y="9883"/>
                  </a:cubicBezTo>
                  <a:lnTo>
                    <a:pt x="2882" y="9561"/>
                  </a:lnTo>
                  <a:lnTo>
                    <a:pt x="2906" y="9561"/>
                  </a:lnTo>
                  <a:cubicBezTo>
                    <a:pt x="3370" y="9871"/>
                    <a:pt x="3894" y="10085"/>
                    <a:pt x="4465" y="10204"/>
                  </a:cubicBezTo>
                  <a:cubicBezTo>
                    <a:pt x="4465" y="10204"/>
                    <a:pt x="4477" y="10204"/>
                    <a:pt x="4477" y="10216"/>
                  </a:cubicBezTo>
                  <a:lnTo>
                    <a:pt x="4477" y="10681"/>
                  </a:lnTo>
                  <a:cubicBezTo>
                    <a:pt x="4477" y="10859"/>
                    <a:pt x="4632" y="11002"/>
                    <a:pt x="4811" y="11002"/>
                  </a:cubicBezTo>
                  <a:lnTo>
                    <a:pt x="6192" y="11002"/>
                  </a:lnTo>
                  <a:cubicBezTo>
                    <a:pt x="6370" y="11002"/>
                    <a:pt x="6513" y="10859"/>
                    <a:pt x="6513" y="10681"/>
                  </a:cubicBezTo>
                  <a:lnTo>
                    <a:pt x="6513" y="10216"/>
                  </a:lnTo>
                  <a:cubicBezTo>
                    <a:pt x="6513" y="10216"/>
                    <a:pt x="6513" y="10204"/>
                    <a:pt x="6537" y="10204"/>
                  </a:cubicBezTo>
                  <a:cubicBezTo>
                    <a:pt x="7085" y="10085"/>
                    <a:pt x="7620" y="9859"/>
                    <a:pt x="8097" y="9561"/>
                  </a:cubicBezTo>
                  <a:lnTo>
                    <a:pt x="8109" y="9561"/>
                  </a:lnTo>
                  <a:lnTo>
                    <a:pt x="8442" y="9883"/>
                  </a:lnTo>
                  <a:cubicBezTo>
                    <a:pt x="8507" y="9954"/>
                    <a:pt x="8591" y="9990"/>
                    <a:pt x="8676" y="9990"/>
                  </a:cubicBezTo>
                  <a:cubicBezTo>
                    <a:pt x="8760" y="9990"/>
                    <a:pt x="8847" y="9954"/>
                    <a:pt x="8918" y="9883"/>
                  </a:cubicBezTo>
                  <a:lnTo>
                    <a:pt x="9883" y="8918"/>
                  </a:lnTo>
                  <a:cubicBezTo>
                    <a:pt x="10014" y="8788"/>
                    <a:pt x="10014" y="8573"/>
                    <a:pt x="9883" y="8442"/>
                  </a:cubicBezTo>
                  <a:lnTo>
                    <a:pt x="9549" y="8121"/>
                  </a:lnTo>
                  <a:lnTo>
                    <a:pt x="9549" y="8097"/>
                  </a:lnTo>
                  <a:cubicBezTo>
                    <a:pt x="9871" y="7621"/>
                    <a:pt x="10073" y="7109"/>
                    <a:pt x="10192" y="6537"/>
                  </a:cubicBezTo>
                  <a:cubicBezTo>
                    <a:pt x="10192" y="6537"/>
                    <a:pt x="10192" y="6525"/>
                    <a:pt x="10204" y="6525"/>
                  </a:cubicBezTo>
                  <a:lnTo>
                    <a:pt x="10668" y="6525"/>
                  </a:lnTo>
                  <a:cubicBezTo>
                    <a:pt x="10847" y="6525"/>
                    <a:pt x="11002" y="6371"/>
                    <a:pt x="11002" y="6192"/>
                  </a:cubicBezTo>
                  <a:lnTo>
                    <a:pt x="11002" y="4811"/>
                  </a:lnTo>
                  <a:cubicBezTo>
                    <a:pt x="10978" y="4632"/>
                    <a:pt x="10835" y="4489"/>
                    <a:pt x="10657" y="4489"/>
                  </a:cubicBezTo>
                  <a:lnTo>
                    <a:pt x="10192" y="4489"/>
                  </a:lnTo>
                  <a:cubicBezTo>
                    <a:pt x="10192" y="4489"/>
                    <a:pt x="10180" y="4489"/>
                    <a:pt x="10180" y="4466"/>
                  </a:cubicBezTo>
                  <a:cubicBezTo>
                    <a:pt x="10061" y="3918"/>
                    <a:pt x="9835" y="3382"/>
                    <a:pt x="9537" y="2906"/>
                  </a:cubicBezTo>
                  <a:lnTo>
                    <a:pt x="9537" y="2894"/>
                  </a:lnTo>
                  <a:lnTo>
                    <a:pt x="9859" y="2561"/>
                  </a:lnTo>
                  <a:cubicBezTo>
                    <a:pt x="10002" y="2430"/>
                    <a:pt x="10002" y="2215"/>
                    <a:pt x="9859" y="2084"/>
                  </a:cubicBezTo>
                  <a:lnTo>
                    <a:pt x="8894" y="1120"/>
                  </a:lnTo>
                  <a:cubicBezTo>
                    <a:pt x="8829" y="1054"/>
                    <a:pt x="8743" y="1022"/>
                    <a:pt x="8656" y="1022"/>
                  </a:cubicBezTo>
                  <a:cubicBezTo>
                    <a:pt x="8570" y="1022"/>
                    <a:pt x="8484" y="1054"/>
                    <a:pt x="8418" y="1120"/>
                  </a:cubicBezTo>
                  <a:lnTo>
                    <a:pt x="8097" y="1453"/>
                  </a:lnTo>
                  <a:lnTo>
                    <a:pt x="8073" y="1453"/>
                  </a:lnTo>
                  <a:cubicBezTo>
                    <a:pt x="7597" y="1132"/>
                    <a:pt x="7085" y="929"/>
                    <a:pt x="6513" y="810"/>
                  </a:cubicBezTo>
                  <a:cubicBezTo>
                    <a:pt x="6513" y="810"/>
                    <a:pt x="6501" y="810"/>
                    <a:pt x="6501" y="798"/>
                  </a:cubicBezTo>
                  <a:lnTo>
                    <a:pt x="6501" y="334"/>
                  </a:lnTo>
                  <a:cubicBezTo>
                    <a:pt x="6501" y="156"/>
                    <a:pt x="6346" y="1"/>
                    <a:pt x="6168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68"/>
            <p:cNvSpPr/>
            <p:nvPr/>
          </p:nvSpPr>
          <p:spPr>
            <a:xfrm>
              <a:off x="1373049" y="1574063"/>
              <a:ext cx="181544" cy="179730"/>
            </a:xfrm>
            <a:custGeom>
              <a:avLst/>
              <a:gdLst/>
              <a:ahLst/>
              <a:cxnLst/>
              <a:rect l="l" t="t" r="r" b="b"/>
              <a:pathLst>
                <a:path w="5704" h="5647" extrusionOk="0">
                  <a:moveTo>
                    <a:pt x="3449" y="0"/>
                  </a:moveTo>
                  <a:cubicBezTo>
                    <a:pt x="3399" y="0"/>
                    <a:pt x="3349" y="1"/>
                    <a:pt x="3299" y="3"/>
                  </a:cubicBezTo>
                  <a:cubicBezTo>
                    <a:pt x="2453" y="51"/>
                    <a:pt x="1644" y="408"/>
                    <a:pt x="1036" y="1003"/>
                  </a:cubicBezTo>
                  <a:cubicBezTo>
                    <a:pt x="429" y="1611"/>
                    <a:pt x="84" y="2396"/>
                    <a:pt x="48" y="3266"/>
                  </a:cubicBezTo>
                  <a:cubicBezTo>
                    <a:pt x="1" y="4111"/>
                    <a:pt x="262" y="4933"/>
                    <a:pt x="798" y="5587"/>
                  </a:cubicBezTo>
                  <a:cubicBezTo>
                    <a:pt x="834" y="5635"/>
                    <a:pt x="882" y="5647"/>
                    <a:pt x="917" y="5647"/>
                  </a:cubicBezTo>
                  <a:cubicBezTo>
                    <a:pt x="953" y="5647"/>
                    <a:pt x="1001" y="5635"/>
                    <a:pt x="1024" y="5623"/>
                  </a:cubicBezTo>
                  <a:cubicBezTo>
                    <a:pt x="1096" y="5564"/>
                    <a:pt x="1096" y="5456"/>
                    <a:pt x="1060" y="5397"/>
                  </a:cubicBezTo>
                  <a:cubicBezTo>
                    <a:pt x="584" y="4802"/>
                    <a:pt x="322" y="4051"/>
                    <a:pt x="370" y="3278"/>
                  </a:cubicBezTo>
                  <a:cubicBezTo>
                    <a:pt x="417" y="2504"/>
                    <a:pt x="727" y="1777"/>
                    <a:pt x="1274" y="1242"/>
                  </a:cubicBezTo>
                  <a:cubicBezTo>
                    <a:pt x="1834" y="694"/>
                    <a:pt x="2560" y="384"/>
                    <a:pt x="3322" y="337"/>
                  </a:cubicBezTo>
                  <a:cubicBezTo>
                    <a:pt x="3385" y="333"/>
                    <a:pt x="3447" y="331"/>
                    <a:pt x="3509" y="331"/>
                  </a:cubicBezTo>
                  <a:cubicBezTo>
                    <a:pt x="4215" y="331"/>
                    <a:pt x="4883" y="578"/>
                    <a:pt x="5430" y="1015"/>
                  </a:cubicBezTo>
                  <a:cubicBezTo>
                    <a:pt x="5461" y="1041"/>
                    <a:pt x="5496" y="1053"/>
                    <a:pt x="5531" y="1053"/>
                  </a:cubicBezTo>
                  <a:cubicBezTo>
                    <a:pt x="5577" y="1053"/>
                    <a:pt x="5622" y="1032"/>
                    <a:pt x="5656" y="992"/>
                  </a:cubicBezTo>
                  <a:cubicBezTo>
                    <a:pt x="5704" y="920"/>
                    <a:pt x="5680" y="813"/>
                    <a:pt x="5620" y="765"/>
                  </a:cubicBezTo>
                  <a:cubicBezTo>
                    <a:pt x="5005" y="262"/>
                    <a:pt x="4232" y="0"/>
                    <a:pt x="3449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68"/>
            <p:cNvSpPr/>
            <p:nvPr/>
          </p:nvSpPr>
          <p:spPr>
            <a:xfrm>
              <a:off x="1411338" y="1606368"/>
              <a:ext cx="182276" cy="186477"/>
            </a:xfrm>
            <a:custGeom>
              <a:avLst/>
              <a:gdLst/>
              <a:ahLst/>
              <a:cxnLst/>
              <a:rect l="l" t="t" r="r" b="b"/>
              <a:pathLst>
                <a:path w="5727" h="5859" extrusionOk="0">
                  <a:moveTo>
                    <a:pt x="3286" y="334"/>
                  </a:moveTo>
                  <a:lnTo>
                    <a:pt x="3286" y="1000"/>
                  </a:lnTo>
                  <a:cubicBezTo>
                    <a:pt x="3286" y="1108"/>
                    <a:pt x="3262" y="1227"/>
                    <a:pt x="3215" y="1310"/>
                  </a:cubicBezTo>
                  <a:lnTo>
                    <a:pt x="3143" y="1477"/>
                  </a:lnTo>
                  <a:cubicBezTo>
                    <a:pt x="3119" y="1501"/>
                    <a:pt x="3119" y="1524"/>
                    <a:pt x="3119" y="1548"/>
                  </a:cubicBezTo>
                  <a:lnTo>
                    <a:pt x="3119" y="1893"/>
                  </a:lnTo>
                  <a:cubicBezTo>
                    <a:pt x="3119" y="2132"/>
                    <a:pt x="3036" y="2358"/>
                    <a:pt x="2858" y="2524"/>
                  </a:cubicBezTo>
                  <a:cubicBezTo>
                    <a:pt x="2691" y="2679"/>
                    <a:pt x="2453" y="2775"/>
                    <a:pt x="2215" y="2775"/>
                  </a:cubicBezTo>
                  <a:cubicBezTo>
                    <a:pt x="1774" y="2763"/>
                    <a:pt x="1381" y="2346"/>
                    <a:pt x="1381" y="1846"/>
                  </a:cubicBezTo>
                  <a:lnTo>
                    <a:pt x="1381" y="1548"/>
                  </a:lnTo>
                  <a:cubicBezTo>
                    <a:pt x="1381" y="1524"/>
                    <a:pt x="1381" y="1501"/>
                    <a:pt x="1369" y="1477"/>
                  </a:cubicBezTo>
                  <a:lnTo>
                    <a:pt x="1262" y="1286"/>
                  </a:lnTo>
                  <a:cubicBezTo>
                    <a:pt x="1238" y="1203"/>
                    <a:pt x="1203" y="1131"/>
                    <a:pt x="1203" y="1048"/>
                  </a:cubicBezTo>
                  <a:lnTo>
                    <a:pt x="1203" y="1024"/>
                  </a:lnTo>
                  <a:cubicBezTo>
                    <a:pt x="1203" y="643"/>
                    <a:pt x="1524" y="334"/>
                    <a:pt x="1905" y="334"/>
                  </a:cubicBezTo>
                  <a:close/>
                  <a:moveTo>
                    <a:pt x="2608" y="3025"/>
                  </a:moveTo>
                  <a:cubicBezTo>
                    <a:pt x="2619" y="3084"/>
                    <a:pt x="2631" y="3132"/>
                    <a:pt x="2655" y="3179"/>
                  </a:cubicBezTo>
                  <a:lnTo>
                    <a:pt x="2512" y="3310"/>
                  </a:lnTo>
                  <a:cubicBezTo>
                    <a:pt x="2441" y="3382"/>
                    <a:pt x="2357" y="3417"/>
                    <a:pt x="2262" y="3417"/>
                  </a:cubicBezTo>
                  <a:cubicBezTo>
                    <a:pt x="2179" y="3417"/>
                    <a:pt x="2084" y="3382"/>
                    <a:pt x="2012" y="3310"/>
                  </a:cubicBezTo>
                  <a:lnTo>
                    <a:pt x="1881" y="3179"/>
                  </a:lnTo>
                  <a:cubicBezTo>
                    <a:pt x="1893" y="3132"/>
                    <a:pt x="1905" y="3084"/>
                    <a:pt x="1905" y="3025"/>
                  </a:cubicBezTo>
                  <a:cubicBezTo>
                    <a:pt x="2012" y="3060"/>
                    <a:pt x="2119" y="3084"/>
                    <a:pt x="2215" y="3084"/>
                  </a:cubicBezTo>
                  <a:lnTo>
                    <a:pt x="2250" y="3084"/>
                  </a:lnTo>
                  <a:cubicBezTo>
                    <a:pt x="2369" y="3084"/>
                    <a:pt x="2488" y="3072"/>
                    <a:pt x="2608" y="3025"/>
                  </a:cubicBezTo>
                  <a:close/>
                  <a:moveTo>
                    <a:pt x="2810" y="3441"/>
                  </a:moveTo>
                  <a:cubicBezTo>
                    <a:pt x="2858" y="3477"/>
                    <a:pt x="2905" y="3489"/>
                    <a:pt x="2941" y="3501"/>
                  </a:cubicBezTo>
                  <a:lnTo>
                    <a:pt x="3524" y="3667"/>
                  </a:lnTo>
                  <a:cubicBezTo>
                    <a:pt x="3679" y="3715"/>
                    <a:pt x="3774" y="3846"/>
                    <a:pt x="3774" y="4013"/>
                  </a:cubicBezTo>
                  <a:lnTo>
                    <a:pt x="3774" y="5108"/>
                  </a:lnTo>
                  <a:lnTo>
                    <a:pt x="3822" y="5108"/>
                  </a:lnTo>
                  <a:cubicBezTo>
                    <a:pt x="3703" y="5180"/>
                    <a:pt x="3584" y="5239"/>
                    <a:pt x="3453" y="5287"/>
                  </a:cubicBezTo>
                  <a:lnTo>
                    <a:pt x="3453" y="4310"/>
                  </a:lnTo>
                  <a:cubicBezTo>
                    <a:pt x="3453" y="4215"/>
                    <a:pt x="3381" y="4144"/>
                    <a:pt x="3286" y="4144"/>
                  </a:cubicBezTo>
                  <a:cubicBezTo>
                    <a:pt x="3203" y="4144"/>
                    <a:pt x="3119" y="4215"/>
                    <a:pt x="3119" y="4310"/>
                  </a:cubicBezTo>
                  <a:lnTo>
                    <a:pt x="3119" y="5394"/>
                  </a:lnTo>
                  <a:cubicBezTo>
                    <a:pt x="2881" y="5465"/>
                    <a:pt x="2655" y="5501"/>
                    <a:pt x="2405" y="5513"/>
                  </a:cubicBezTo>
                  <a:lnTo>
                    <a:pt x="2262" y="5513"/>
                  </a:lnTo>
                  <a:cubicBezTo>
                    <a:pt x="1965" y="5513"/>
                    <a:pt x="1667" y="5465"/>
                    <a:pt x="1381" y="5394"/>
                  </a:cubicBezTo>
                  <a:lnTo>
                    <a:pt x="1381" y="4310"/>
                  </a:lnTo>
                  <a:cubicBezTo>
                    <a:pt x="1381" y="4215"/>
                    <a:pt x="1310" y="4144"/>
                    <a:pt x="1214" y="4144"/>
                  </a:cubicBezTo>
                  <a:cubicBezTo>
                    <a:pt x="1131" y="4144"/>
                    <a:pt x="1060" y="4215"/>
                    <a:pt x="1060" y="4310"/>
                  </a:cubicBezTo>
                  <a:lnTo>
                    <a:pt x="1060" y="5287"/>
                  </a:lnTo>
                  <a:cubicBezTo>
                    <a:pt x="941" y="5227"/>
                    <a:pt x="798" y="5168"/>
                    <a:pt x="679" y="5108"/>
                  </a:cubicBezTo>
                  <a:lnTo>
                    <a:pt x="679" y="4013"/>
                  </a:lnTo>
                  <a:cubicBezTo>
                    <a:pt x="679" y="3846"/>
                    <a:pt x="786" y="3715"/>
                    <a:pt x="941" y="3667"/>
                  </a:cubicBezTo>
                  <a:lnTo>
                    <a:pt x="1512" y="3501"/>
                  </a:lnTo>
                  <a:cubicBezTo>
                    <a:pt x="1560" y="3489"/>
                    <a:pt x="1619" y="3477"/>
                    <a:pt x="1655" y="3441"/>
                  </a:cubicBezTo>
                  <a:lnTo>
                    <a:pt x="1750" y="3548"/>
                  </a:lnTo>
                  <a:cubicBezTo>
                    <a:pt x="1893" y="3679"/>
                    <a:pt x="2072" y="3739"/>
                    <a:pt x="2227" y="3739"/>
                  </a:cubicBezTo>
                  <a:cubicBezTo>
                    <a:pt x="2393" y="3739"/>
                    <a:pt x="2572" y="3679"/>
                    <a:pt x="2703" y="3548"/>
                  </a:cubicBezTo>
                  <a:lnTo>
                    <a:pt x="2810" y="3441"/>
                  </a:lnTo>
                  <a:close/>
                  <a:moveTo>
                    <a:pt x="1893" y="0"/>
                  </a:moveTo>
                  <a:cubicBezTo>
                    <a:pt x="1322" y="0"/>
                    <a:pt x="869" y="465"/>
                    <a:pt x="869" y="1024"/>
                  </a:cubicBezTo>
                  <a:lnTo>
                    <a:pt x="869" y="1048"/>
                  </a:lnTo>
                  <a:cubicBezTo>
                    <a:pt x="869" y="1179"/>
                    <a:pt x="893" y="1310"/>
                    <a:pt x="953" y="1429"/>
                  </a:cubicBezTo>
                  <a:lnTo>
                    <a:pt x="1048" y="1596"/>
                  </a:lnTo>
                  <a:lnTo>
                    <a:pt x="1048" y="1870"/>
                  </a:lnTo>
                  <a:cubicBezTo>
                    <a:pt x="1048" y="2286"/>
                    <a:pt x="1250" y="2655"/>
                    <a:pt x="1560" y="2882"/>
                  </a:cubicBezTo>
                  <a:lnTo>
                    <a:pt x="1560" y="3025"/>
                  </a:lnTo>
                  <a:cubicBezTo>
                    <a:pt x="1560" y="3096"/>
                    <a:pt x="1500" y="3179"/>
                    <a:pt x="1429" y="3203"/>
                  </a:cubicBezTo>
                  <a:lnTo>
                    <a:pt x="845" y="3370"/>
                  </a:lnTo>
                  <a:cubicBezTo>
                    <a:pt x="572" y="3453"/>
                    <a:pt x="357" y="3727"/>
                    <a:pt x="357" y="4025"/>
                  </a:cubicBezTo>
                  <a:lnTo>
                    <a:pt x="357" y="4906"/>
                  </a:lnTo>
                  <a:cubicBezTo>
                    <a:pt x="333" y="4882"/>
                    <a:pt x="310" y="4858"/>
                    <a:pt x="286" y="4846"/>
                  </a:cubicBezTo>
                  <a:cubicBezTo>
                    <a:pt x="255" y="4820"/>
                    <a:pt x="220" y="4808"/>
                    <a:pt x="185" y="4808"/>
                  </a:cubicBezTo>
                  <a:cubicBezTo>
                    <a:pt x="139" y="4808"/>
                    <a:pt x="93" y="4829"/>
                    <a:pt x="60" y="4870"/>
                  </a:cubicBezTo>
                  <a:cubicBezTo>
                    <a:pt x="0" y="4941"/>
                    <a:pt x="12" y="5037"/>
                    <a:pt x="95" y="5096"/>
                  </a:cubicBezTo>
                  <a:cubicBezTo>
                    <a:pt x="703" y="5584"/>
                    <a:pt x="1465" y="5858"/>
                    <a:pt x="2250" y="5858"/>
                  </a:cubicBezTo>
                  <a:lnTo>
                    <a:pt x="2417" y="5858"/>
                  </a:lnTo>
                  <a:cubicBezTo>
                    <a:pt x="3262" y="5811"/>
                    <a:pt x="4060" y="5453"/>
                    <a:pt x="4679" y="4858"/>
                  </a:cubicBezTo>
                  <a:cubicBezTo>
                    <a:pt x="5286" y="4251"/>
                    <a:pt x="5632" y="3453"/>
                    <a:pt x="5667" y="2596"/>
                  </a:cubicBezTo>
                  <a:cubicBezTo>
                    <a:pt x="5727" y="1727"/>
                    <a:pt x="5465" y="905"/>
                    <a:pt x="4929" y="262"/>
                  </a:cubicBezTo>
                  <a:cubicBezTo>
                    <a:pt x="4895" y="215"/>
                    <a:pt x="4846" y="194"/>
                    <a:pt x="4799" y="194"/>
                  </a:cubicBezTo>
                  <a:cubicBezTo>
                    <a:pt x="4763" y="194"/>
                    <a:pt x="4729" y="206"/>
                    <a:pt x="4703" y="227"/>
                  </a:cubicBezTo>
                  <a:cubicBezTo>
                    <a:pt x="4632" y="286"/>
                    <a:pt x="4632" y="393"/>
                    <a:pt x="4679" y="453"/>
                  </a:cubicBezTo>
                  <a:cubicBezTo>
                    <a:pt x="5155" y="1048"/>
                    <a:pt x="5405" y="1786"/>
                    <a:pt x="5358" y="2560"/>
                  </a:cubicBezTo>
                  <a:cubicBezTo>
                    <a:pt x="5310" y="3334"/>
                    <a:pt x="5001" y="4072"/>
                    <a:pt x="4453" y="4608"/>
                  </a:cubicBezTo>
                  <a:cubicBezTo>
                    <a:pt x="4346" y="4703"/>
                    <a:pt x="4239" y="4799"/>
                    <a:pt x="4143" y="4882"/>
                  </a:cubicBezTo>
                  <a:lnTo>
                    <a:pt x="4143" y="4013"/>
                  </a:lnTo>
                  <a:cubicBezTo>
                    <a:pt x="4143" y="3715"/>
                    <a:pt x="3929" y="3441"/>
                    <a:pt x="3643" y="3358"/>
                  </a:cubicBezTo>
                  <a:lnTo>
                    <a:pt x="3072" y="3191"/>
                  </a:lnTo>
                  <a:cubicBezTo>
                    <a:pt x="2989" y="3156"/>
                    <a:pt x="2929" y="3096"/>
                    <a:pt x="2929" y="3013"/>
                  </a:cubicBezTo>
                  <a:lnTo>
                    <a:pt x="2929" y="2882"/>
                  </a:lnTo>
                  <a:cubicBezTo>
                    <a:pt x="2989" y="2834"/>
                    <a:pt x="3036" y="2798"/>
                    <a:pt x="3084" y="2763"/>
                  </a:cubicBezTo>
                  <a:cubicBezTo>
                    <a:pt x="3322" y="2536"/>
                    <a:pt x="3441" y="2227"/>
                    <a:pt x="3441" y="1893"/>
                  </a:cubicBezTo>
                  <a:lnTo>
                    <a:pt x="3441" y="1596"/>
                  </a:lnTo>
                  <a:lnTo>
                    <a:pt x="3500" y="1465"/>
                  </a:lnTo>
                  <a:cubicBezTo>
                    <a:pt x="3572" y="1334"/>
                    <a:pt x="3596" y="1167"/>
                    <a:pt x="3596" y="1000"/>
                  </a:cubicBezTo>
                  <a:lnTo>
                    <a:pt x="3596" y="167"/>
                  </a:lnTo>
                  <a:cubicBezTo>
                    <a:pt x="3596" y="72"/>
                    <a:pt x="3524" y="0"/>
                    <a:pt x="3441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68"/>
            <p:cNvSpPr/>
            <p:nvPr/>
          </p:nvSpPr>
          <p:spPr>
            <a:xfrm>
              <a:off x="1461721" y="1634026"/>
              <a:ext cx="43986" cy="15564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58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5"/>
                  </a:cubicBezTo>
                  <a:cubicBezTo>
                    <a:pt x="1382" y="322"/>
                    <a:pt x="1346" y="239"/>
                    <a:pt x="1263" y="191"/>
                  </a:cubicBezTo>
                  <a:cubicBezTo>
                    <a:pt x="894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3" name="Google Shape;1093;p68"/>
          <p:cNvGrpSpPr/>
          <p:nvPr/>
        </p:nvGrpSpPr>
        <p:grpSpPr>
          <a:xfrm>
            <a:off x="4399002" y="1676039"/>
            <a:ext cx="345997" cy="345997"/>
            <a:chOff x="1756921" y="1509739"/>
            <a:chExt cx="345997" cy="345997"/>
          </a:xfrm>
        </p:grpSpPr>
        <p:sp>
          <p:nvSpPr>
            <p:cNvPr id="1094" name="Google Shape;1094;p68"/>
            <p:cNvSpPr/>
            <p:nvPr/>
          </p:nvSpPr>
          <p:spPr>
            <a:xfrm>
              <a:off x="1756921" y="1509739"/>
              <a:ext cx="345997" cy="345997"/>
            </a:xfrm>
            <a:custGeom>
              <a:avLst/>
              <a:gdLst/>
              <a:ahLst/>
              <a:cxnLst/>
              <a:rect l="l" t="t" r="r" b="b"/>
              <a:pathLst>
                <a:path w="10871" h="10871" extrusionOk="0">
                  <a:moveTo>
                    <a:pt x="5442" y="0"/>
                  </a:moveTo>
                  <a:cubicBezTo>
                    <a:pt x="3977" y="0"/>
                    <a:pt x="2620" y="572"/>
                    <a:pt x="1596" y="1596"/>
                  </a:cubicBezTo>
                  <a:cubicBezTo>
                    <a:pt x="572" y="2620"/>
                    <a:pt x="1" y="3989"/>
                    <a:pt x="1" y="5441"/>
                  </a:cubicBezTo>
                  <a:cubicBezTo>
                    <a:pt x="1" y="6882"/>
                    <a:pt x="572" y="8251"/>
                    <a:pt x="1596" y="9275"/>
                  </a:cubicBezTo>
                  <a:cubicBezTo>
                    <a:pt x="2620" y="10299"/>
                    <a:pt x="3989" y="10871"/>
                    <a:pt x="5442" y="10871"/>
                  </a:cubicBezTo>
                  <a:cubicBezTo>
                    <a:pt x="6882" y="10871"/>
                    <a:pt x="8252" y="10299"/>
                    <a:pt x="9276" y="9275"/>
                  </a:cubicBezTo>
                  <a:cubicBezTo>
                    <a:pt x="10299" y="8251"/>
                    <a:pt x="10871" y="6882"/>
                    <a:pt x="10871" y="5441"/>
                  </a:cubicBezTo>
                  <a:cubicBezTo>
                    <a:pt x="10871" y="5346"/>
                    <a:pt x="10871" y="5263"/>
                    <a:pt x="10859" y="5156"/>
                  </a:cubicBezTo>
                  <a:cubicBezTo>
                    <a:pt x="10859" y="5060"/>
                    <a:pt x="10788" y="5001"/>
                    <a:pt x="10692" y="5001"/>
                  </a:cubicBezTo>
                  <a:cubicBezTo>
                    <a:pt x="10609" y="5001"/>
                    <a:pt x="10549" y="5084"/>
                    <a:pt x="10549" y="5168"/>
                  </a:cubicBezTo>
                  <a:lnTo>
                    <a:pt x="10549" y="5441"/>
                  </a:lnTo>
                  <a:cubicBezTo>
                    <a:pt x="10549" y="6811"/>
                    <a:pt x="10014" y="8085"/>
                    <a:pt x="9037" y="9049"/>
                  </a:cubicBezTo>
                  <a:cubicBezTo>
                    <a:pt x="8073" y="10025"/>
                    <a:pt x="6787" y="10561"/>
                    <a:pt x="5418" y="10561"/>
                  </a:cubicBezTo>
                  <a:cubicBezTo>
                    <a:pt x="4061" y="10561"/>
                    <a:pt x="2775" y="10025"/>
                    <a:pt x="1810" y="9049"/>
                  </a:cubicBezTo>
                  <a:cubicBezTo>
                    <a:pt x="834" y="8085"/>
                    <a:pt x="298" y="6811"/>
                    <a:pt x="298" y="5441"/>
                  </a:cubicBezTo>
                  <a:cubicBezTo>
                    <a:pt x="298" y="4072"/>
                    <a:pt x="834" y="2786"/>
                    <a:pt x="1810" y="1822"/>
                  </a:cubicBezTo>
                  <a:cubicBezTo>
                    <a:pt x="2775" y="858"/>
                    <a:pt x="4061" y="322"/>
                    <a:pt x="5418" y="322"/>
                  </a:cubicBezTo>
                  <a:cubicBezTo>
                    <a:pt x="6632" y="322"/>
                    <a:pt x="7799" y="750"/>
                    <a:pt x="8728" y="1524"/>
                  </a:cubicBezTo>
                  <a:cubicBezTo>
                    <a:pt x="9633" y="2298"/>
                    <a:pt x="10264" y="3358"/>
                    <a:pt x="10466" y="4513"/>
                  </a:cubicBezTo>
                  <a:cubicBezTo>
                    <a:pt x="10476" y="4594"/>
                    <a:pt x="10547" y="4649"/>
                    <a:pt x="10612" y="4649"/>
                  </a:cubicBezTo>
                  <a:cubicBezTo>
                    <a:pt x="10623" y="4649"/>
                    <a:pt x="10634" y="4647"/>
                    <a:pt x="10645" y="4644"/>
                  </a:cubicBezTo>
                  <a:cubicBezTo>
                    <a:pt x="10740" y="4632"/>
                    <a:pt x="10800" y="4548"/>
                    <a:pt x="10776" y="4465"/>
                  </a:cubicBezTo>
                  <a:cubicBezTo>
                    <a:pt x="10561" y="3239"/>
                    <a:pt x="9907" y="2108"/>
                    <a:pt x="8930" y="1286"/>
                  </a:cubicBezTo>
                  <a:cubicBezTo>
                    <a:pt x="7954" y="465"/>
                    <a:pt x="6716" y="0"/>
                    <a:pt x="5442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68"/>
            <p:cNvSpPr/>
            <p:nvPr/>
          </p:nvSpPr>
          <p:spPr>
            <a:xfrm>
              <a:off x="1781937" y="1535488"/>
              <a:ext cx="295614" cy="295614"/>
            </a:xfrm>
            <a:custGeom>
              <a:avLst/>
              <a:gdLst/>
              <a:ahLst/>
              <a:cxnLst/>
              <a:rect l="l" t="t" r="r" b="b"/>
              <a:pathLst>
                <a:path w="9288" h="9288" extrusionOk="0">
                  <a:moveTo>
                    <a:pt x="4644" y="1"/>
                  </a:moveTo>
                  <a:cubicBezTo>
                    <a:pt x="3989" y="1"/>
                    <a:pt x="3346" y="132"/>
                    <a:pt x="2751" y="406"/>
                  </a:cubicBezTo>
                  <a:cubicBezTo>
                    <a:pt x="2167" y="656"/>
                    <a:pt x="1667" y="1025"/>
                    <a:pt x="1227" y="1489"/>
                  </a:cubicBezTo>
                  <a:cubicBezTo>
                    <a:pt x="1167" y="1549"/>
                    <a:pt x="1167" y="1656"/>
                    <a:pt x="1251" y="1715"/>
                  </a:cubicBezTo>
                  <a:cubicBezTo>
                    <a:pt x="1278" y="1743"/>
                    <a:pt x="1313" y="1757"/>
                    <a:pt x="1348" y="1757"/>
                  </a:cubicBezTo>
                  <a:cubicBezTo>
                    <a:pt x="1390" y="1757"/>
                    <a:pt x="1433" y="1737"/>
                    <a:pt x="1465" y="1692"/>
                  </a:cubicBezTo>
                  <a:cubicBezTo>
                    <a:pt x="1870" y="1263"/>
                    <a:pt x="2346" y="918"/>
                    <a:pt x="2882" y="680"/>
                  </a:cubicBezTo>
                  <a:cubicBezTo>
                    <a:pt x="3429" y="430"/>
                    <a:pt x="4025" y="310"/>
                    <a:pt x="4644" y="310"/>
                  </a:cubicBezTo>
                  <a:cubicBezTo>
                    <a:pt x="7025" y="310"/>
                    <a:pt x="8966" y="2239"/>
                    <a:pt x="8966" y="4644"/>
                  </a:cubicBezTo>
                  <a:cubicBezTo>
                    <a:pt x="8966" y="7037"/>
                    <a:pt x="7037" y="8978"/>
                    <a:pt x="4644" y="8978"/>
                  </a:cubicBezTo>
                  <a:cubicBezTo>
                    <a:pt x="2263" y="8978"/>
                    <a:pt x="310" y="7037"/>
                    <a:pt x="310" y="4644"/>
                  </a:cubicBezTo>
                  <a:cubicBezTo>
                    <a:pt x="310" y="3799"/>
                    <a:pt x="560" y="2966"/>
                    <a:pt x="1024" y="2263"/>
                  </a:cubicBezTo>
                  <a:cubicBezTo>
                    <a:pt x="1084" y="2192"/>
                    <a:pt x="1072" y="2084"/>
                    <a:pt x="989" y="2037"/>
                  </a:cubicBezTo>
                  <a:cubicBezTo>
                    <a:pt x="963" y="2020"/>
                    <a:pt x="933" y="2012"/>
                    <a:pt x="904" y="2012"/>
                  </a:cubicBezTo>
                  <a:cubicBezTo>
                    <a:pt x="850" y="2012"/>
                    <a:pt x="797" y="2038"/>
                    <a:pt x="774" y="2084"/>
                  </a:cubicBezTo>
                  <a:cubicBezTo>
                    <a:pt x="262" y="2846"/>
                    <a:pt x="0" y="3716"/>
                    <a:pt x="0" y="4644"/>
                  </a:cubicBezTo>
                  <a:cubicBezTo>
                    <a:pt x="0" y="5883"/>
                    <a:pt x="477" y="7049"/>
                    <a:pt x="1346" y="7930"/>
                  </a:cubicBezTo>
                  <a:cubicBezTo>
                    <a:pt x="2227" y="8811"/>
                    <a:pt x="3394" y="9288"/>
                    <a:pt x="4644" y="9288"/>
                  </a:cubicBezTo>
                  <a:cubicBezTo>
                    <a:pt x="5894" y="9288"/>
                    <a:pt x="7049" y="8811"/>
                    <a:pt x="7930" y="7930"/>
                  </a:cubicBezTo>
                  <a:cubicBezTo>
                    <a:pt x="8811" y="7049"/>
                    <a:pt x="9287" y="5894"/>
                    <a:pt x="9287" y="4644"/>
                  </a:cubicBezTo>
                  <a:cubicBezTo>
                    <a:pt x="9287" y="3394"/>
                    <a:pt x="8811" y="2227"/>
                    <a:pt x="7930" y="1346"/>
                  </a:cubicBezTo>
                  <a:cubicBezTo>
                    <a:pt x="7049" y="477"/>
                    <a:pt x="5894" y="1"/>
                    <a:pt x="4644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68"/>
            <p:cNvSpPr/>
            <p:nvPr/>
          </p:nvSpPr>
          <p:spPr>
            <a:xfrm>
              <a:off x="1806954" y="1677980"/>
              <a:ext cx="17441" cy="10630"/>
            </a:xfrm>
            <a:custGeom>
              <a:avLst/>
              <a:gdLst/>
              <a:ahLst/>
              <a:cxnLst/>
              <a:rect l="l" t="t" r="r" b="b"/>
              <a:pathLst>
                <a:path w="548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381" y="334"/>
                  </a:lnTo>
                  <a:cubicBezTo>
                    <a:pt x="476" y="334"/>
                    <a:pt x="548" y="251"/>
                    <a:pt x="548" y="167"/>
                  </a:cubicBezTo>
                  <a:cubicBezTo>
                    <a:pt x="548" y="72"/>
                    <a:pt x="476" y="1"/>
                    <a:pt x="381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68"/>
            <p:cNvSpPr/>
            <p:nvPr/>
          </p:nvSpPr>
          <p:spPr>
            <a:xfrm>
              <a:off x="1924429" y="1560122"/>
              <a:ext cx="128106" cy="128488"/>
            </a:xfrm>
            <a:custGeom>
              <a:avLst/>
              <a:gdLst/>
              <a:ahLst/>
              <a:cxnLst/>
              <a:rect l="l" t="t" r="r" b="b"/>
              <a:pathLst>
                <a:path w="4025" h="4037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870"/>
                  </a:lnTo>
                  <a:cubicBezTo>
                    <a:pt x="0" y="3954"/>
                    <a:pt x="72" y="4037"/>
                    <a:pt x="155" y="4037"/>
                  </a:cubicBezTo>
                  <a:lnTo>
                    <a:pt x="3870" y="4037"/>
                  </a:lnTo>
                  <a:cubicBezTo>
                    <a:pt x="3953" y="4037"/>
                    <a:pt x="4024" y="3954"/>
                    <a:pt x="4024" y="3870"/>
                  </a:cubicBezTo>
                  <a:cubicBezTo>
                    <a:pt x="4024" y="3775"/>
                    <a:pt x="3953" y="3704"/>
                    <a:pt x="3870" y="3704"/>
                  </a:cubicBezTo>
                  <a:lnTo>
                    <a:pt x="322" y="3704"/>
                  </a:ln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68"/>
            <p:cNvSpPr/>
            <p:nvPr/>
          </p:nvSpPr>
          <p:spPr>
            <a:xfrm>
              <a:off x="1924811" y="1788644"/>
              <a:ext cx="10630" cy="17823"/>
            </a:xfrm>
            <a:custGeom>
              <a:avLst/>
              <a:gdLst/>
              <a:ahLst/>
              <a:cxnLst/>
              <a:rect l="l" t="t" r="r" b="b"/>
              <a:pathLst>
                <a:path w="334" h="560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lnTo>
                    <a:pt x="0" y="393"/>
                  </a:lnTo>
                  <a:cubicBezTo>
                    <a:pt x="0" y="488"/>
                    <a:pt x="71" y="560"/>
                    <a:pt x="167" y="560"/>
                  </a:cubicBezTo>
                  <a:cubicBezTo>
                    <a:pt x="250" y="560"/>
                    <a:pt x="333" y="488"/>
                    <a:pt x="333" y="393"/>
                  </a:cubicBezTo>
                  <a:lnTo>
                    <a:pt x="333" y="167"/>
                  </a:lnTo>
                  <a:cubicBezTo>
                    <a:pt x="333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68"/>
            <p:cNvSpPr/>
            <p:nvPr/>
          </p:nvSpPr>
          <p:spPr>
            <a:xfrm>
              <a:off x="1841423" y="1594719"/>
              <a:ext cx="16328" cy="15086"/>
            </a:xfrm>
            <a:custGeom>
              <a:avLst/>
              <a:gdLst/>
              <a:ahLst/>
              <a:cxnLst/>
              <a:rect l="l" t="t" r="r" b="b"/>
              <a:pathLst>
                <a:path w="513" h="474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59"/>
                  </a:cubicBezTo>
                  <a:lnTo>
                    <a:pt x="215" y="426"/>
                  </a:lnTo>
                  <a:cubicBezTo>
                    <a:pt x="239" y="462"/>
                    <a:pt x="286" y="474"/>
                    <a:pt x="334" y="474"/>
                  </a:cubicBezTo>
                  <a:cubicBezTo>
                    <a:pt x="370" y="474"/>
                    <a:pt x="405" y="462"/>
                    <a:pt x="453" y="426"/>
                  </a:cubicBezTo>
                  <a:cubicBezTo>
                    <a:pt x="513" y="366"/>
                    <a:pt x="513" y="259"/>
                    <a:pt x="453" y="212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68"/>
            <p:cNvSpPr/>
            <p:nvPr/>
          </p:nvSpPr>
          <p:spPr>
            <a:xfrm>
              <a:off x="2002470" y="1756243"/>
              <a:ext cx="16709" cy="15755"/>
            </a:xfrm>
            <a:custGeom>
              <a:avLst/>
              <a:gdLst/>
              <a:ahLst/>
              <a:cxnLst/>
              <a:rect l="l" t="t" r="r" b="b"/>
              <a:pathLst>
                <a:path w="525" h="495" extrusionOk="0">
                  <a:moveTo>
                    <a:pt x="175" y="0"/>
                  </a:moveTo>
                  <a:cubicBezTo>
                    <a:pt x="132" y="0"/>
                    <a:pt x="90" y="18"/>
                    <a:pt x="60" y="54"/>
                  </a:cubicBezTo>
                  <a:cubicBezTo>
                    <a:pt x="1" y="113"/>
                    <a:pt x="1" y="221"/>
                    <a:pt x="60" y="280"/>
                  </a:cubicBezTo>
                  <a:lnTo>
                    <a:pt x="227" y="447"/>
                  </a:lnTo>
                  <a:cubicBezTo>
                    <a:pt x="251" y="471"/>
                    <a:pt x="298" y="494"/>
                    <a:pt x="346" y="494"/>
                  </a:cubicBezTo>
                  <a:cubicBezTo>
                    <a:pt x="394" y="494"/>
                    <a:pt x="418" y="471"/>
                    <a:pt x="465" y="447"/>
                  </a:cubicBezTo>
                  <a:cubicBezTo>
                    <a:pt x="525" y="387"/>
                    <a:pt x="525" y="280"/>
                    <a:pt x="465" y="221"/>
                  </a:cubicBezTo>
                  <a:lnTo>
                    <a:pt x="298" y="54"/>
                  </a:lnTo>
                  <a:cubicBezTo>
                    <a:pt x="263" y="18"/>
                    <a:pt x="218" y="0"/>
                    <a:pt x="175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68"/>
            <p:cNvSpPr/>
            <p:nvPr/>
          </p:nvSpPr>
          <p:spPr>
            <a:xfrm>
              <a:off x="2002470" y="1594719"/>
              <a:ext cx="16328" cy="15086"/>
            </a:xfrm>
            <a:custGeom>
              <a:avLst/>
              <a:gdLst/>
              <a:ahLst/>
              <a:cxnLst/>
              <a:rect l="l" t="t" r="r" b="b"/>
              <a:pathLst>
                <a:path w="513" h="474" extrusionOk="0">
                  <a:moveTo>
                    <a:pt x="340" y="0"/>
                  </a:moveTo>
                  <a:cubicBezTo>
                    <a:pt x="298" y="0"/>
                    <a:pt x="257" y="15"/>
                    <a:pt x="227" y="45"/>
                  </a:cubicBezTo>
                  <a:lnTo>
                    <a:pt x="60" y="212"/>
                  </a:lnTo>
                  <a:cubicBezTo>
                    <a:pt x="1" y="259"/>
                    <a:pt x="1" y="366"/>
                    <a:pt x="60" y="426"/>
                  </a:cubicBezTo>
                  <a:cubicBezTo>
                    <a:pt x="96" y="462"/>
                    <a:pt x="132" y="474"/>
                    <a:pt x="179" y="474"/>
                  </a:cubicBezTo>
                  <a:cubicBezTo>
                    <a:pt x="227" y="474"/>
                    <a:pt x="251" y="462"/>
                    <a:pt x="287" y="426"/>
                  </a:cubicBezTo>
                  <a:lnTo>
                    <a:pt x="453" y="259"/>
                  </a:lnTo>
                  <a:cubicBezTo>
                    <a:pt x="513" y="212"/>
                    <a:pt x="513" y="104"/>
                    <a:pt x="453" y="45"/>
                  </a:cubicBezTo>
                  <a:cubicBezTo>
                    <a:pt x="423" y="15"/>
                    <a:pt x="382" y="0"/>
                    <a:pt x="340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68"/>
            <p:cNvSpPr/>
            <p:nvPr/>
          </p:nvSpPr>
          <p:spPr>
            <a:xfrm>
              <a:off x="1841041" y="1756530"/>
              <a:ext cx="16709" cy="15468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352" y="0"/>
                  </a:moveTo>
                  <a:cubicBezTo>
                    <a:pt x="310" y="0"/>
                    <a:pt x="269" y="15"/>
                    <a:pt x="239" y="45"/>
                  </a:cubicBezTo>
                  <a:lnTo>
                    <a:pt x="72" y="212"/>
                  </a:lnTo>
                  <a:cubicBezTo>
                    <a:pt x="1" y="271"/>
                    <a:pt x="1" y="354"/>
                    <a:pt x="60" y="438"/>
                  </a:cubicBezTo>
                  <a:cubicBezTo>
                    <a:pt x="84" y="462"/>
                    <a:pt x="132" y="485"/>
                    <a:pt x="179" y="485"/>
                  </a:cubicBezTo>
                  <a:cubicBezTo>
                    <a:pt x="227" y="485"/>
                    <a:pt x="251" y="462"/>
                    <a:pt x="298" y="438"/>
                  </a:cubicBezTo>
                  <a:lnTo>
                    <a:pt x="465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4" y="0"/>
                    <a:pt x="352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68"/>
            <p:cNvSpPr/>
            <p:nvPr/>
          </p:nvSpPr>
          <p:spPr>
            <a:xfrm>
              <a:off x="1816025" y="1632084"/>
              <a:ext cx="17855" cy="13336"/>
            </a:xfrm>
            <a:custGeom>
              <a:avLst/>
              <a:gdLst/>
              <a:ahLst/>
              <a:cxnLst/>
              <a:rect l="l" t="t" r="r" b="b"/>
              <a:pathLst>
                <a:path w="561" h="419" extrusionOk="0">
                  <a:moveTo>
                    <a:pt x="173" y="0"/>
                  </a:moveTo>
                  <a:cubicBezTo>
                    <a:pt x="110" y="0"/>
                    <a:pt x="51" y="36"/>
                    <a:pt x="25" y="97"/>
                  </a:cubicBezTo>
                  <a:cubicBezTo>
                    <a:pt x="1" y="181"/>
                    <a:pt x="25" y="276"/>
                    <a:pt x="120" y="312"/>
                  </a:cubicBezTo>
                  <a:lnTo>
                    <a:pt x="322" y="395"/>
                  </a:lnTo>
                  <a:cubicBezTo>
                    <a:pt x="334" y="419"/>
                    <a:pt x="370" y="419"/>
                    <a:pt x="382" y="419"/>
                  </a:cubicBezTo>
                  <a:cubicBezTo>
                    <a:pt x="441" y="419"/>
                    <a:pt x="501" y="383"/>
                    <a:pt x="537" y="312"/>
                  </a:cubicBezTo>
                  <a:cubicBezTo>
                    <a:pt x="561" y="228"/>
                    <a:pt x="513" y="133"/>
                    <a:pt x="441" y="97"/>
                  </a:cubicBezTo>
                  <a:lnTo>
                    <a:pt x="239" y="14"/>
                  </a:lnTo>
                  <a:cubicBezTo>
                    <a:pt x="217" y="5"/>
                    <a:pt x="195" y="0"/>
                    <a:pt x="173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68"/>
            <p:cNvSpPr/>
            <p:nvPr/>
          </p:nvSpPr>
          <p:spPr>
            <a:xfrm>
              <a:off x="2026341" y="1721297"/>
              <a:ext cx="17855" cy="13177"/>
            </a:xfrm>
            <a:custGeom>
              <a:avLst/>
              <a:gdLst/>
              <a:ahLst/>
              <a:cxnLst/>
              <a:rect l="l" t="t" r="r" b="b"/>
              <a:pathLst>
                <a:path w="561" h="414" extrusionOk="0">
                  <a:moveTo>
                    <a:pt x="179" y="0"/>
                  </a:moveTo>
                  <a:cubicBezTo>
                    <a:pt x="114" y="0"/>
                    <a:pt x="52" y="31"/>
                    <a:pt x="25" y="104"/>
                  </a:cubicBezTo>
                  <a:cubicBezTo>
                    <a:pt x="1" y="176"/>
                    <a:pt x="25" y="283"/>
                    <a:pt x="120" y="307"/>
                  </a:cubicBezTo>
                  <a:lnTo>
                    <a:pt x="322" y="402"/>
                  </a:lnTo>
                  <a:cubicBezTo>
                    <a:pt x="334" y="414"/>
                    <a:pt x="370" y="414"/>
                    <a:pt x="382" y="414"/>
                  </a:cubicBezTo>
                  <a:cubicBezTo>
                    <a:pt x="441" y="414"/>
                    <a:pt x="501" y="378"/>
                    <a:pt x="537" y="307"/>
                  </a:cubicBezTo>
                  <a:cubicBezTo>
                    <a:pt x="560" y="235"/>
                    <a:pt x="537" y="128"/>
                    <a:pt x="441" y="104"/>
                  </a:cubicBezTo>
                  <a:lnTo>
                    <a:pt x="239" y="9"/>
                  </a:lnTo>
                  <a:cubicBezTo>
                    <a:pt x="219" y="3"/>
                    <a:pt x="199" y="0"/>
                    <a:pt x="179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68"/>
            <p:cNvSpPr/>
            <p:nvPr/>
          </p:nvSpPr>
          <p:spPr>
            <a:xfrm>
              <a:off x="1967619" y="1569702"/>
              <a:ext cx="14036" cy="16996"/>
            </a:xfrm>
            <a:custGeom>
              <a:avLst/>
              <a:gdLst/>
              <a:ahLst/>
              <a:cxnLst/>
              <a:rect l="l" t="t" r="r" b="b"/>
              <a:pathLst>
                <a:path w="441" h="534" extrusionOk="0">
                  <a:moveTo>
                    <a:pt x="267" y="1"/>
                  </a:moveTo>
                  <a:cubicBezTo>
                    <a:pt x="204" y="1"/>
                    <a:pt x="138" y="32"/>
                    <a:pt x="119" y="105"/>
                  </a:cubicBezTo>
                  <a:lnTo>
                    <a:pt x="24" y="307"/>
                  </a:lnTo>
                  <a:cubicBezTo>
                    <a:pt x="0" y="378"/>
                    <a:pt x="24" y="486"/>
                    <a:pt x="119" y="521"/>
                  </a:cubicBezTo>
                  <a:cubicBezTo>
                    <a:pt x="131" y="521"/>
                    <a:pt x="155" y="533"/>
                    <a:pt x="179" y="533"/>
                  </a:cubicBezTo>
                  <a:cubicBezTo>
                    <a:pt x="239" y="533"/>
                    <a:pt x="298" y="498"/>
                    <a:pt x="322" y="426"/>
                  </a:cubicBezTo>
                  <a:lnTo>
                    <a:pt x="417" y="224"/>
                  </a:lnTo>
                  <a:cubicBezTo>
                    <a:pt x="441" y="140"/>
                    <a:pt x="417" y="45"/>
                    <a:pt x="322" y="9"/>
                  </a:cubicBezTo>
                  <a:cubicBezTo>
                    <a:pt x="305" y="4"/>
                    <a:pt x="286" y="1"/>
                    <a:pt x="267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68"/>
            <p:cNvSpPr/>
            <p:nvPr/>
          </p:nvSpPr>
          <p:spPr>
            <a:xfrm>
              <a:off x="1877802" y="1780019"/>
              <a:ext cx="14450" cy="16996"/>
            </a:xfrm>
            <a:custGeom>
              <a:avLst/>
              <a:gdLst/>
              <a:ahLst/>
              <a:cxnLst/>
              <a:rect l="l" t="t" r="r" b="b"/>
              <a:pathLst>
                <a:path w="454" h="534" extrusionOk="0">
                  <a:moveTo>
                    <a:pt x="279" y="1"/>
                  </a:moveTo>
                  <a:cubicBezTo>
                    <a:pt x="216" y="1"/>
                    <a:pt x="147" y="32"/>
                    <a:pt x="120" y="105"/>
                  </a:cubicBezTo>
                  <a:lnTo>
                    <a:pt x="36" y="307"/>
                  </a:lnTo>
                  <a:cubicBezTo>
                    <a:pt x="1" y="378"/>
                    <a:pt x="48" y="486"/>
                    <a:pt x="120" y="509"/>
                  </a:cubicBezTo>
                  <a:cubicBezTo>
                    <a:pt x="144" y="533"/>
                    <a:pt x="167" y="533"/>
                    <a:pt x="179" y="533"/>
                  </a:cubicBezTo>
                  <a:cubicBezTo>
                    <a:pt x="239" y="533"/>
                    <a:pt x="298" y="497"/>
                    <a:pt x="334" y="426"/>
                  </a:cubicBezTo>
                  <a:lnTo>
                    <a:pt x="417" y="224"/>
                  </a:lnTo>
                  <a:cubicBezTo>
                    <a:pt x="453" y="140"/>
                    <a:pt x="417" y="45"/>
                    <a:pt x="334" y="9"/>
                  </a:cubicBezTo>
                  <a:cubicBezTo>
                    <a:pt x="317" y="4"/>
                    <a:pt x="298" y="1"/>
                    <a:pt x="279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68"/>
            <p:cNvSpPr/>
            <p:nvPr/>
          </p:nvSpPr>
          <p:spPr>
            <a:xfrm>
              <a:off x="1879711" y="1568652"/>
              <a:ext cx="14418" cy="16900"/>
            </a:xfrm>
            <a:custGeom>
              <a:avLst/>
              <a:gdLst/>
              <a:ahLst/>
              <a:cxnLst/>
              <a:rect l="l" t="t" r="r" b="b"/>
              <a:pathLst>
                <a:path w="453" h="531" extrusionOk="0">
                  <a:moveTo>
                    <a:pt x="169" y="0"/>
                  </a:moveTo>
                  <a:cubicBezTo>
                    <a:pt x="153" y="0"/>
                    <a:pt x="136" y="2"/>
                    <a:pt x="119" y="7"/>
                  </a:cubicBezTo>
                  <a:cubicBezTo>
                    <a:pt x="48" y="42"/>
                    <a:pt x="0" y="138"/>
                    <a:pt x="36" y="221"/>
                  </a:cubicBezTo>
                  <a:lnTo>
                    <a:pt x="119" y="423"/>
                  </a:lnTo>
                  <a:cubicBezTo>
                    <a:pt x="155" y="495"/>
                    <a:pt x="214" y="531"/>
                    <a:pt x="274" y="531"/>
                  </a:cubicBezTo>
                  <a:cubicBezTo>
                    <a:pt x="286" y="531"/>
                    <a:pt x="322" y="531"/>
                    <a:pt x="334" y="519"/>
                  </a:cubicBezTo>
                  <a:cubicBezTo>
                    <a:pt x="405" y="483"/>
                    <a:pt x="453" y="400"/>
                    <a:pt x="417" y="304"/>
                  </a:cubicBezTo>
                  <a:lnTo>
                    <a:pt x="334" y="102"/>
                  </a:lnTo>
                  <a:cubicBezTo>
                    <a:pt x="304" y="43"/>
                    <a:pt x="243" y="0"/>
                    <a:pt x="169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68"/>
            <p:cNvSpPr/>
            <p:nvPr/>
          </p:nvSpPr>
          <p:spPr>
            <a:xfrm>
              <a:off x="1965709" y="1780846"/>
              <a:ext cx="14068" cy="16900"/>
            </a:xfrm>
            <a:custGeom>
              <a:avLst/>
              <a:gdLst/>
              <a:ahLst/>
              <a:cxnLst/>
              <a:rect l="l" t="t" r="r" b="b"/>
              <a:pathLst>
                <a:path w="442" h="531" extrusionOk="0">
                  <a:moveTo>
                    <a:pt x="189" y="0"/>
                  </a:moveTo>
                  <a:cubicBezTo>
                    <a:pt x="166" y="0"/>
                    <a:pt x="143" y="6"/>
                    <a:pt x="120" y="19"/>
                  </a:cubicBezTo>
                  <a:cubicBezTo>
                    <a:pt x="37" y="43"/>
                    <a:pt x="1" y="138"/>
                    <a:pt x="25" y="221"/>
                  </a:cubicBezTo>
                  <a:lnTo>
                    <a:pt x="120" y="424"/>
                  </a:lnTo>
                  <a:cubicBezTo>
                    <a:pt x="144" y="483"/>
                    <a:pt x="203" y="531"/>
                    <a:pt x="263" y="531"/>
                  </a:cubicBezTo>
                  <a:cubicBezTo>
                    <a:pt x="275" y="531"/>
                    <a:pt x="310" y="531"/>
                    <a:pt x="322" y="519"/>
                  </a:cubicBezTo>
                  <a:cubicBezTo>
                    <a:pt x="394" y="483"/>
                    <a:pt x="441" y="400"/>
                    <a:pt x="418" y="305"/>
                  </a:cubicBezTo>
                  <a:lnTo>
                    <a:pt x="322" y="102"/>
                  </a:lnTo>
                  <a:cubicBezTo>
                    <a:pt x="305" y="42"/>
                    <a:pt x="250" y="0"/>
                    <a:pt x="189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68"/>
            <p:cNvSpPr/>
            <p:nvPr/>
          </p:nvSpPr>
          <p:spPr>
            <a:xfrm>
              <a:off x="2026723" y="1633644"/>
              <a:ext cx="17855" cy="13304"/>
            </a:xfrm>
            <a:custGeom>
              <a:avLst/>
              <a:gdLst/>
              <a:ahLst/>
              <a:cxnLst/>
              <a:rect l="l" t="t" r="r" b="b"/>
              <a:pathLst>
                <a:path w="561" h="418" extrusionOk="0">
                  <a:moveTo>
                    <a:pt x="387" y="0"/>
                  </a:moveTo>
                  <a:cubicBezTo>
                    <a:pt x="366" y="0"/>
                    <a:pt x="345" y="4"/>
                    <a:pt x="322" y="13"/>
                  </a:cubicBezTo>
                  <a:lnTo>
                    <a:pt x="120" y="96"/>
                  </a:lnTo>
                  <a:cubicBezTo>
                    <a:pt x="48" y="132"/>
                    <a:pt x="1" y="215"/>
                    <a:pt x="25" y="310"/>
                  </a:cubicBezTo>
                  <a:cubicBezTo>
                    <a:pt x="60" y="382"/>
                    <a:pt x="120" y="417"/>
                    <a:pt x="179" y="417"/>
                  </a:cubicBezTo>
                  <a:cubicBezTo>
                    <a:pt x="191" y="417"/>
                    <a:pt x="227" y="417"/>
                    <a:pt x="239" y="394"/>
                  </a:cubicBezTo>
                  <a:lnTo>
                    <a:pt x="441" y="310"/>
                  </a:lnTo>
                  <a:cubicBezTo>
                    <a:pt x="513" y="274"/>
                    <a:pt x="560" y="191"/>
                    <a:pt x="537" y="96"/>
                  </a:cubicBezTo>
                  <a:cubicBezTo>
                    <a:pt x="509" y="41"/>
                    <a:pt x="454" y="0"/>
                    <a:pt x="387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68"/>
            <p:cNvSpPr/>
            <p:nvPr/>
          </p:nvSpPr>
          <p:spPr>
            <a:xfrm>
              <a:off x="1814911" y="1719419"/>
              <a:ext cx="18205" cy="13177"/>
            </a:xfrm>
            <a:custGeom>
              <a:avLst/>
              <a:gdLst/>
              <a:ahLst/>
              <a:cxnLst/>
              <a:rect l="l" t="t" r="r" b="b"/>
              <a:pathLst>
                <a:path w="572" h="414" extrusionOk="0">
                  <a:moveTo>
                    <a:pt x="382" y="1"/>
                  </a:moveTo>
                  <a:cubicBezTo>
                    <a:pt x="365" y="1"/>
                    <a:pt x="348" y="3"/>
                    <a:pt x="334" y="8"/>
                  </a:cubicBezTo>
                  <a:lnTo>
                    <a:pt x="119" y="104"/>
                  </a:lnTo>
                  <a:cubicBezTo>
                    <a:pt x="48" y="127"/>
                    <a:pt x="0" y="223"/>
                    <a:pt x="36" y="306"/>
                  </a:cubicBezTo>
                  <a:cubicBezTo>
                    <a:pt x="60" y="366"/>
                    <a:pt x="119" y="413"/>
                    <a:pt x="179" y="413"/>
                  </a:cubicBezTo>
                  <a:cubicBezTo>
                    <a:pt x="191" y="413"/>
                    <a:pt x="226" y="413"/>
                    <a:pt x="238" y="389"/>
                  </a:cubicBezTo>
                  <a:lnTo>
                    <a:pt x="453" y="306"/>
                  </a:lnTo>
                  <a:cubicBezTo>
                    <a:pt x="524" y="270"/>
                    <a:pt x="572" y="187"/>
                    <a:pt x="536" y="92"/>
                  </a:cubicBezTo>
                  <a:cubicBezTo>
                    <a:pt x="517" y="35"/>
                    <a:pt x="446" y="1"/>
                    <a:pt x="382" y="1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1" name="Google Shape;1111;p68"/>
          <p:cNvGrpSpPr/>
          <p:nvPr/>
        </p:nvGrpSpPr>
        <p:grpSpPr>
          <a:xfrm>
            <a:off x="1689437" y="1676061"/>
            <a:ext cx="397525" cy="348670"/>
            <a:chOff x="2179081" y="4285511"/>
            <a:chExt cx="397525" cy="348670"/>
          </a:xfrm>
        </p:grpSpPr>
        <p:sp>
          <p:nvSpPr>
            <p:cNvPr id="1112" name="Google Shape;1112;p68"/>
            <p:cNvSpPr/>
            <p:nvPr/>
          </p:nvSpPr>
          <p:spPr>
            <a:xfrm>
              <a:off x="2262437" y="4354322"/>
              <a:ext cx="230813" cy="210507"/>
            </a:xfrm>
            <a:custGeom>
              <a:avLst/>
              <a:gdLst/>
              <a:ahLst/>
              <a:cxnLst/>
              <a:rect l="l" t="t" r="r" b="b"/>
              <a:pathLst>
                <a:path w="7252" h="6614" extrusionOk="0">
                  <a:moveTo>
                    <a:pt x="3627" y="376"/>
                  </a:moveTo>
                  <a:cubicBezTo>
                    <a:pt x="4070" y="376"/>
                    <a:pt x="4516" y="477"/>
                    <a:pt x="4930" y="684"/>
                  </a:cubicBezTo>
                  <a:lnTo>
                    <a:pt x="4132" y="2065"/>
                  </a:lnTo>
                  <a:cubicBezTo>
                    <a:pt x="3965" y="2006"/>
                    <a:pt x="3799" y="1958"/>
                    <a:pt x="3620" y="1958"/>
                  </a:cubicBezTo>
                  <a:cubicBezTo>
                    <a:pt x="3441" y="1958"/>
                    <a:pt x="3263" y="1994"/>
                    <a:pt x="3120" y="2065"/>
                  </a:cubicBezTo>
                  <a:lnTo>
                    <a:pt x="2322" y="684"/>
                  </a:lnTo>
                  <a:cubicBezTo>
                    <a:pt x="2730" y="480"/>
                    <a:pt x="3177" y="376"/>
                    <a:pt x="3627" y="376"/>
                  </a:cubicBezTo>
                  <a:close/>
                  <a:moveTo>
                    <a:pt x="1989" y="863"/>
                  </a:moveTo>
                  <a:lnTo>
                    <a:pt x="2787" y="2244"/>
                  </a:lnTo>
                  <a:cubicBezTo>
                    <a:pt x="2513" y="2458"/>
                    <a:pt x="2322" y="2768"/>
                    <a:pt x="2286" y="3137"/>
                  </a:cubicBezTo>
                  <a:lnTo>
                    <a:pt x="691" y="3137"/>
                  </a:lnTo>
                  <a:lnTo>
                    <a:pt x="691" y="3125"/>
                  </a:lnTo>
                  <a:cubicBezTo>
                    <a:pt x="739" y="2422"/>
                    <a:pt x="1013" y="1756"/>
                    <a:pt x="1536" y="1232"/>
                  </a:cubicBezTo>
                  <a:cubicBezTo>
                    <a:pt x="1667" y="1101"/>
                    <a:pt x="1834" y="970"/>
                    <a:pt x="1989" y="863"/>
                  </a:cubicBezTo>
                  <a:close/>
                  <a:moveTo>
                    <a:pt x="3620" y="2339"/>
                  </a:moveTo>
                  <a:cubicBezTo>
                    <a:pt x="4156" y="2339"/>
                    <a:pt x="4608" y="2779"/>
                    <a:pt x="4608" y="3315"/>
                  </a:cubicBezTo>
                  <a:cubicBezTo>
                    <a:pt x="4608" y="3851"/>
                    <a:pt x="4156" y="4303"/>
                    <a:pt x="3620" y="4303"/>
                  </a:cubicBezTo>
                  <a:cubicBezTo>
                    <a:pt x="3072" y="4303"/>
                    <a:pt x="2644" y="3851"/>
                    <a:pt x="2644" y="3315"/>
                  </a:cubicBezTo>
                  <a:cubicBezTo>
                    <a:pt x="2644" y="2768"/>
                    <a:pt x="3084" y="2339"/>
                    <a:pt x="3620" y="2339"/>
                  </a:cubicBezTo>
                  <a:close/>
                  <a:moveTo>
                    <a:pt x="6549" y="3482"/>
                  </a:moveTo>
                  <a:cubicBezTo>
                    <a:pt x="6513" y="4184"/>
                    <a:pt x="6227" y="4863"/>
                    <a:pt x="5704" y="5387"/>
                  </a:cubicBezTo>
                  <a:cubicBezTo>
                    <a:pt x="5573" y="5518"/>
                    <a:pt x="5406" y="5661"/>
                    <a:pt x="5263" y="5756"/>
                  </a:cubicBezTo>
                  <a:lnTo>
                    <a:pt x="4453" y="4375"/>
                  </a:lnTo>
                  <a:cubicBezTo>
                    <a:pt x="4727" y="4172"/>
                    <a:pt x="4918" y="3851"/>
                    <a:pt x="4965" y="3482"/>
                  </a:cubicBezTo>
                  <a:close/>
                  <a:moveTo>
                    <a:pt x="4120" y="4553"/>
                  </a:moveTo>
                  <a:lnTo>
                    <a:pt x="4918" y="5935"/>
                  </a:lnTo>
                  <a:cubicBezTo>
                    <a:pt x="4510" y="6138"/>
                    <a:pt x="4063" y="6243"/>
                    <a:pt x="3613" y="6243"/>
                  </a:cubicBezTo>
                  <a:cubicBezTo>
                    <a:pt x="3170" y="6243"/>
                    <a:pt x="2724" y="6141"/>
                    <a:pt x="2310" y="5935"/>
                  </a:cubicBezTo>
                  <a:lnTo>
                    <a:pt x="3120" y="4553"/>
                  </a:lnTo>
                  <a:cubicBezTo>
                    <a:pt x="3275" y="4613"/>
                    <a:pt x="3441" y="4661"/>
                    <a:pt x="3620" y="4661"/>
                  </a:cubicBezTo>
                  <a:cubicBezTo>
                    <a:pt x="3799" y="4661"/>
                    <a:pt x="3977" y="4625"/>
                    <a:pt x="4120" y="4553"/>
                  </a:cubicBezTo>
                  <a:close/>
                  <a:moveTo>
                    <a:pt x="3636" y="0"/>
                  </a:moveTo>
                  <a:cubicBezTo>
                    <a:pt x="2787" y="0"/>
                    <a:pt x="1940" y="328"/>
                    <a:pt x="1298" y="970"/>
                  </a:cubicBezTo>
                  <a:cubicBezTo>
                    <a:pt x="120" y="2137"/>
                    <a:pt x="0" y="4018"/>
                    <a:pt x="1036" y="5327"/>
                  </a:cubicBezTo>
                  <a:cubicBezTo>
                    <a:pt x="1060" y="5375"/>
                    <a:pt x="1120" y="5399"/>
                    <a:pt x="1179" y="5399"/>
                  </a:cubicBezTo>
                  <a:cubicBezTo>
                    <a:pt x="1227" y="5399"/>
                    <a:pt x="1251" y="5387"/>
                    <a:pt x="1298" y="5351"/>
                  </a:cubicBezTo>
                  <a:cubicBezTo>
                    <a:pt x="1370" y="5292"/>
                    <a:pt x="1394" y="5173"/>
                    <a:pt x="1334" y="5101"/>
                  </a:cubicBezTo>
                  <a:cubicBezTo>
                    <a:pt x="953" y="4625"/>
                    <a:pt x="751" y="4065"/>
                    <a:pt x="715" y="3482"/>
                  </a:cubicBezTo>
                  <a:lnTo>
                    <a:pt x="2310" y="3482"/>
                  </a:lnTo>
                  <a:cubicBezTo>
                    <a:pt x="2358" y="3839"/>
                    <a:pt x="2548" y="4149"/>
                    <a:pt x="2810" y="4375"/>
                  </a:cubicBezTo>
                  <a:lnTo>
                    <a:pt x="2013" y="5756"/>
                  </a:lnTo>
                  <a:lnTo>
                    <a:pt x="1834" y="5625"/>
                  </a:lnTo>
                  <a:cubicBezTo>
                    <a:pt x="1803" y="5599"/>
                    <a:pt x="1763" y="5587"/>
                    <a:pt x="1723" y="5587"/>
                  </a:cubicBezTo>
                  <a:cubicBezTo>
                    <a:pt x="1671" y="5587"/>
                    <a:pt x="1618" y="5608"/>
                    <a:pt x="1584" y="5649"/>
                  </a:cubicBezTo>
                  <a:cubicBezTo>
                    <a:pt x="1524" y="5732"/>
                    <a:pt x="1536" y="5851"/>
                    <a:pt x="1608" y="5911"/>
                  </a:cubicBezTo>
                  <a:cubicBezTo>
                    <a:pt x="2203" y="6375"/>
                    <a:pt x="2918" y="6613"/>
                    <a:pt x="3632" y="6613"/>
                  </a:cubicBezTo>
                  <a:cubicBezTo>
                    <a:pt x="4489" y="6613"/>
                    <a:pt x="5334" y="6280"/>
                    <a:pt x="5977" y="5637"/>
                  </a:cubicBezTo>
                  <a:cubicBezTo>
                    <a:pt x="7132" y="4470"/>
                    <a:pt x="7251" y="2589"/>
                    <a:pt x="6227" y="1279"/>
                  </a:cubicBezTo>
                  <a:cubicBezTo>
                    <a:pt x="6194" y="1239"/>
                    <a:pt x="6141" y="1217"/>
                    <a:pt x="6088" y="1217"/>
                  </a:cubicBezTo>
                  <a:cubicBezTo>
                    <a:pt x="6048" y="1217"/>
                    <a:pt x="6008" y="1230"/>
                    <a:pt x="5977" y="1255"/>
                  </a:cubicBezTo>
                  <a:cubicBezTo>
                    <a:pt x="5894" y="1315"/>
                    <a:pt x="5882" y="1434"/>
                    <a:pt x="5942" y="1505"/>
                  </a:cubicBezTo>
                  <a:cubicBezTo>
                    <a:pt x="6311" y="1982"/>
                    <a:pt x="6525" y="2541"/>
                    <a:pt x="6549" y="3125"/>
                  </a:cubicBezTo>
                  <a:lnTo>
                    <a:pt x="4965" y="3125"/>
                  </a:lnTo>
                  <a:cubicBezTo>
                    <a:pt x="4918" y="2768"/>
                    <a:pt x="4727" y="2458"/>
                    <a:pt x="4453" y="2232"/>
                  </a:cubicBezTo>
                  <a:lnTo>
                    <a:pt x="5263" y="851"/>
                  </a:lnTo>
                  <a:lnTo>
                    <a:pt x="5442" y="982"/>
                  </a:lnTo>
                  <a:cubicBezTo>
                    <a:pt x="5473" y="1007"/>
                    <a:pt x="5512" y="1020"/>
                    <a:pt x="5552" y="1020"/>
                  </a:cubicBezTo>
                  <a:cubicBezTo>
                    <a:pt x="5605" y="1020"/>
                    <a:pt x="5658" y="998"/>
                    <a:pt x="5692" y="958"/>
                  </a:cubicBezTo>
                  <a:cubicBezTo>
                    <a:pt x="5751" y="874"/>
                    <a:pt x="5739" y="755"/>
                    <a:pt x="5656" y="696"/>
                  </a:cubicBezTo>
                  <a:cubicBezTo>
                    <a:pt x="5059" y="229"/>
                    <a:pt x="4347" y="0"/>
                    <a:pt x="3636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68"/>
            <p:cNvSpPr/>
            <p:nvPr/>
          </p:nvSpPr>
          <p:spPr>
            <a:xfrm>
              <a:off x="2179081" y="4285511"/>
              <a:ext cx="397525" cy="348670"/>
            </a:xfrm>
            <a:custGeom>
              <a:avLst/>
              <a:gdLst/>
              <a:ahLst/>
              <a:cxnLst/>
              <a:rect l="l" t="t" r="r" b="b"/>
              <a:pathLst>
                <a:path w="12490" h="10955" extrusionOk="0">
                  <a:moveTo>
                    <a:pt x="3493" y="346"/>
                  </a:moveTo>
                  <a:cubicBezTo>
                    <a:pt x="3526" y="346"/>
                    <a:pt x="3560" y="350"/>
                    <a:pt x="3596" y="358"/>
                  </a:cubicBezTo>
                  <a:cubicBezTo>
                    <a:pt x="3679" y="393"/>
                    <a:pt x="3751" y="465"/>
                    <a:pt x="3798" y="548"/>
                  </a:cubicBezTo>
                  <a:lnTo>
                    <a:pt x="4310" y="1655"/>
                  </a:lnTo>
                  <a:cubicBezTo>
                    <a:pt x="4167" y="1727"/>
                    <a:pt x="4036" y="1798"/>
                    <a:pt x="3917" y="1882"/>
                  </a:cubicBezTo>
                  <a:lnTo>
                    <a:pt x="3203" y="893"/>
                  </a:lnTo>
                  <a:cubicBezTo>
                    <a:pt x="3143" y="822"/>
                    <a:pt x="3131" y="715"/>
                    <a:pt x="3143" y="619"/>
                  </a:cubicBezTo>
                  <a:cubicBezTo>
                    <a:pt x="3155" y="512"/>
                    <a:pt x="3215" y="441"/>
                    <a:pt x="3310" y="393"/>
                  </a:cubicBezTo>
                  <a:cubicBezTo>
                    <a:pt x="3366" y="362"/>
                    <a:pt x="3426" y="346"/>
                    <a:pt x="3493" y="346"/>
                  </a:cubicBezTo>
                  <a:close/>
                  <a:moveTo>
                    <a:pt x="8984" y="346"/>
                  </a:moveTo>
                  <a:cubicBezTo>
                    <a:pt x="9046" y="346"/>
                    <a:pt x="9112" y="362"/>
                    <a:pt x="9168" y="393"/>
                  </a:cubicBezTo>
                  <a:cubicBezTo>
                    <a:pt x="9263" y="441"/>
                    <a:pt x="9323" y="524"/>
                    <a:pt x="9335" y="619"/>
                  </a:cubicBezTo>
                  <a:cubicBezTo>
                    <a:pt x="9347" y="715"/>
                    <a:pt x="9335" y="810"/>
                    <a:pt x="9275" y="893"/>
                  </a:cubicBezTo>
                  <a:lnTo>
                    <a:pt x="8561" y="1882"/>
                  </a:lnTo>
                  <a:cubicBezTo>
                    <a:pt x="8442" y="1810"/>
                    <a:pt x="8311" y="1715"/>
                    <a:pt x="8180" y="1655"/>
                  </a:cubicBezTo>
                  <a:lnTo>
                    <a:pt x="8680" y="560"/>
                  </a:lnTo>
                  <a:cubicBezTo>
                    <a:pt x="8727" y="465"/>
                    <a:pt x="8799" y="393"/>
                    <a:pt x="8894" y="358"/>
                  </a:cubicBezTo>
                  <a:cubicBezTo>
                    <a:pt x="8922" y="350"/>
                    <a:pt x="8952" y="346"/>
                    <a:pt x="8984" y="346"/>
                  </a:cubicBezTo>
                  <a:close/>
                  <a:moveTo>
                    <a:pt x="11780" y="5137"/>
                  </a:moveTo>
                  <a:cubicBezTo>
                    <a:pt x="11858" y="5137"/>
                    <a:pt x="11924" y="5171"/>
                    <a:pt x="11990" y="5227"/>
                  </a:cubicBezTo>
                  <a:cubicBezTo>
                    <a:pt x="12061" y="5287"/>
                    <a:pt x="12097" y="5394"/>
                    <a:pt x="12097" y="5477"/>
                  </a:cubicBezTo>
                  <a:cubicBezTo>
                    <a:pt x="12097" y="5572"/>
                    <a:pt x="12061" y="5656"/>
                    <a:pt x="11990" y="5739"/>
                  </a:cubicBezTo>
                  <a:cubicBezTo>
                    <a:pt x="11917" y="5791"/>
                    <a:pt x="11845" y="5825"/>
                    <a:pt x="11756" y="5825"/>
                  </a:cubicBezTo>
                  <a:cubicBezTo>
                    <a:pt x="11743" y="5825"/>
                    <a:pt x="11730" y="5824"/>
                    <a:pt x="11716" y="5823"/>
                  </a:cubicBezTo>
                  <a:lnTo>
                    <a:pt x="10513" y="5703"/>
                  </a:lnTo>
                  <a:lnTo>
                    <a:pt x="10513" y="5477"/>
                  </a:lnTo>
                  <a:lnTo>
                    <a:pt x="10513" y="5263"/>
                  </a:lnTo>
                  <a:lnTo>
                    <a:pt x="11716" y="5144"/>
                  </a:lnTo>
                  <a:cubicBezTo>
                    <a:pt x="11738" y="5139"/>
                    <a:pt x="11760" y="5137"/>
                    <a:pt x="11780" y="5137"/>
                  </a:cubicBezTo>
                  <a:close/>
                  <a:moveTo>
                    <a:pt x="729" y="5130"/>
                  </a:moveTo>
                  <a:cubicBezTo>
                    <a:pt x="740" y="5130"/>
                    <a:pt x="751" y="5131"/>
                    <a:pt x="762" y="5132"/>
                  </a:cubicBezTo>
                  <a:lnTo>
                    <a:pt x="1965" y="5251"/>
                  </a:lnTo>
                  <a:lnTo>
                    <a:pt x="1965" y="5477"/>
                  </a:lnTo>
                  <a:lnTo>
                    <a:pt x="1965" y="5703"/>
                  </a:lnTo>
                  <a:lnTo>
                    <a:pt x="762" y="5823"/>
                  </a:lnTo>
                  <a:cubicBezTo>
                    <a:pt x="745" y="5824"/>
                    <a:pt x="728" y="5825"/>
                    <a:pt x="712" y="5825"/>
                  </a:cubicBezTo>
                  <a:cubicBezTo>
                    <a:pt x="628" y="5825"/>
                    <a:pt x="558" y="5799"/>
                    <a:pt x="488" y="5739"/>
                  </a:cubicBezTo>
                  <a:cubicBezTo>
                    <a:pt x="417" y="5680"/>
                    <a:pt x="369" y="5572"/>
                    <a:pt x="369" y="5477"/>
                  </a:cubicBezTo>
                  <a:cubicBezTo>
                    <a:pt x="369" y="5370"/>
                    <a:pt x="417" y="5287"/>
                    <a:pt x="488" y="5227"/>
                  </a:cubicBezTo>
                  <a:cubicBezTo>
                    <a:pt x="563" y="5174"/>
                    <a:pt x="638" y="5130"/>
                    <a:pt x="729" y="5130"/>
                  </a:cubicBezTo>
                  <a:close/>
                  <a:moveTo>
                    <a:pt x="6239" y="1548"/>
                  </a:moveTo>
                  <a:cubicBezTo>
                    <a:pt x="8394" y="1548"/>
                    <a:pt x="10156" y="3310"/>
                    <a:pt x="10156" y="5465"/>
                  </a:cubicBezTo>
                  <a:cubicBezTo>
                    <a:pt x="10156" y="7620"/>
                    <a:pt x="8394" y="9382"/>
                    <a:pt x="6239" y="9382"/>
                  </a:cubicBezTo>
                  <a:cubicBezTo>
                    <a:pt x="4084" y="9382"/>
                    <a:pt x="2322" y="7620"/>
                    <a:pt x="2322" y="5465"/>
                  </a:cubicBezTo>
                  <a:cubicBezTo>
                    <a:pt x="2322" y="3310"/>
                    <a:pt x="4084" y="1548"/>
                    <a:pt x="6239" y="1548"/>
                  </a:cubicBezTo>
                  <a:close/>
                  <a:moveTo>
                    <a:pt x="3917" y="9073"/>
                  </a:moveTo>
                  <a:cubicBezTo>
                    <a:pt x="4036" y="9144"/>
                    <a:pt x="4167" y="9228"/>
                    <a:pt x="4310" y="9287"/>
                  </a:cubicBezTo>
                  <a:lnTo>
                    <a:pt x="3798" y="10395"/>
                  </a:lnTo>
                  <a:cubicBezTo>
                    <a:pt x="3751" y="10478"/>
                    <a:pt x="3679" y="10561"/>
                    <a:pt x="3596" y="10585"/>
                  </a:cubicBezTo>
                  <a:cubicBezTo>
                    <a:pt x="3563" y="10597"/>
                    <a:pt x="3528" y="10603"/>
                    <a:pt x="3493" y="10603"/>
                  </a:cubicBezTo>
                  <a:cubicBezTo>
                    <a:pt x="3429" y="10603"/>
                    <a:pt x="3364" y="10584"/>
                    <a:pt x="3310" y="10561"/>
                  </a:cubicBezTo>
                  <a:cubicBezTo>
                    <a:pt x="3215" y="10514"/>
                    <a:pt x="3155" y="10418"/>
                    <a:pt x="3143" y="10335"/>
                  </a:cubicBezTo>
                  <a:cubicBezTo>
                    <a:pt x="3131" y="10228"/>
                    <a:pt x="3143" y="10144"/>
                    <a:pt x="3203" y="10049"/>
                  </a:cubicBezTo>
                  <a:lnTo>
                    <a:pt x="3917" y="9073"/>
                  </a:lnTo>
                  <a:close/>
                  <a:moveTo>
                    <a:pt x="8561" y="9073"/>
                  </a:moveTo>
                  <a:lnTo>
                    <a:pt x="9275" y="10049"/>
                  </a:lnTo>
                  <a:cubicBezTo>
                    <a:pt x="9335" y="10121"/>
                    <a:pt x="9347" y="10228"/>
                    <a:pt x="9335" y="10335"/>
                  </a:cubicBezTo>
                  <a:cubicBezTo>
                    <a:pt x="9323" y="10442"/>
                    <a:pt x="9263" y="10514"/>
                    <a:pt x="9168" y="10561"/>
                  </a:cubicBezTo>
                  <a:cubicBezTo>
                    <a:pt x="9114" y="10584"/>
                    <a:pt x="9054" y="10603"/>
                    <a:pt x="8990" y="10603"/>
                  </a:cubicBezTo>
                  <a:cubicBezTo>
                    <a:pt x="8955" y="10603"/>
                    <a:pt x="8920" y="10597"/>
                    <a:pt x="8882" y="10585"/>
                  </a:cubicBezTo>
                  <a:cubicBezTo>
                    <a:pt x="8799" y="10561"/>
                    <a:pt x="8727" y="10478"/>
                    <a:pt x="8680" y="10395"/>
                  </a:cubicBezTo>
                  <a:lnTo>
                    <a:pt x="8180" y="9287"/>
                  </a:lnTo>
                  <a:cubicBezTo>
                    <a:pt x="8311" y="9216"/>
                    <a:pt x="8442" y="9144"/>
                    <a:pt x="8561" y="9073"/>
                  </a:cubicBezTo>
                  <a:close/>
                  <a:moveTo>
                    <a:pt x="3464" y="0"/>
                  </a:moveTo>
                  <a:cubicBezTo>
                    <a:pt x="3346" y="0"/>
                    <a:pt x="3228" y="30"/>
                    <a:pt x="3120" y="96"/>
                  </a:cubicBezTo>
                  <a:cubicBezTo>
                    <a:pt x="2941" y="203"/>
                    <a:pt x="2822" y="358"/>
                    <a:pt x="2774" y="548"/>
                  </a:cubicBezTo>
                  <a:cubicBezTo>
                    <a:pt x="2727" y="750"/>
                    <a:pt x="2774" y="953"/>
                    <a:pt x="2893" y="1120"/>
                  </a:cubicBezTo>
                  <a:lnTo>
                    <a:pt x="3608" y="2096"/>
                  </a:lnTo>
                  <a:cubicBezTo>
                    <a:pt x="2739" y="2775"/>
                    <a:pt x="2143" y="3751"/>
                    <a:pt x="2000" y="4882"/>
                  </a:cubicBezTo>
                  <a:lnTo>
                    <a:pt x="798" y="4763"/>
                  </a:lnTo>
                  <a:cubicBezTo>
                    <a:pt x="781" y="4762"/>
                    <a:pt x="764" y="4761"/>
                    <a:pt x="747" y="4761"/>
                  </a:cubicBezTo>
                  <a:cubicBezTo>
                    <a:pt x="562" y="4761"/>
                    <a:pt x="380" y="4821"/>
                    <a:pt x="238" y="4941"/>
                  </a:cubicBezTo>
                  <a:cubicBezTo>
                    <a:pt x="95" y="5084"/>
                    <a:pt x="0" y="5275"/>
                    <a:pt x="0" y="5465"/>
                  </a:cubicBezTo>
                  <a:cubicBezTo>
                    <a:pt x="0" y="5656"/>
                    <a:pt x="95" y="5858"/>
                    <a:pt x="238" y="5989"/>
                  </a:cubicBezTo>
                  <a:cubicBezTo>
                    <a:pt x="381" y="6108"/>
                    <a:pt x="536" y="6168"/>
                    <a:pt x="714" y="6168"/>
                  </a:cubicBezTo>
                  <a:lnTo>
                    <a:pt x="798" y="6168"/>
                  </a:lnTo>
                  <a:lnTo>
                    <a:pt x="2000" y="6049"/>
                  </a:lnTo>
                  <a:cubicBezTo>
                    <a:pt x="2143" y="7180"/>
                    <a:pt x="2762" y="8156"/>
                    <a:pt x="3608" y="8835"/>
                  </a:cubicBezTo>
                  <a:lnTo>
                    <a:pt x="2905" y="9847"/>
                  </a:lnTo>
                  <a:cubicBezTo>
                    <a:pt x="2786" y="10002"/>
                    <a:pt x="2739" y="10216"/>
                    <a:pt x="2786" y="10406"/>
                  </a:cubicBezTo>
                  <a:cubicBezTo>
                    <a:pt x="2834" y="10597"/>
                    <a:pt x="2953" y="10776"/>
                    <a:pt x="3131" y="10871"/>
                  </a:cubicBezTo>
                  <a:cubicBezTo>
                    <a:pt x="3239" y="10930"/>
                    <a:pt x="3370" y="10954"/>
                    <a:pt x="3489" y="10954"/>
                  </a:cubicBezTo>
                  <a:cubicBezTo>
                    <a:pt x="3560" y="10954"/>
                    <a:pt x="3632" y="10942"/>
                    <a:pt x="3715" y="10930"/>
                  </a:cubicBezTo>
                  <a:cubicBezTo>
                    <a:pt x="3905" y="10871"/>
                    <a:pt x="4048" y="10716"/>
                    <a:pt x="4143" y="10537"/>
                  </a:cubicBezTo>
                  <a:lnTo>
                    <a:pt x="4644" y="9442"/>
                  </a:lnTo>
                  <a:cubicBezTo>
                    <a:pt x="5132" y="9644"/>
                    <a:pt x="5691" y="9752"/>
                    <a:pt x="6251" y="9752"/>
                  </a:cubicBezTo>
                  <a:cubicBezTo>
                    <a:pt x="6822" y="9752"/>
                    <a:pt x="7370" y="9633"/>
                    <a:pt x="7858" y="9442"/>
                  </a:cubicBezTo>
                  <a:lnTo>
                    <a:pt x="8370" y="10537"/>
                  </a:lnTo>
                  <a:cubicBezTo>
                    <a:pt x="8454" y="10716"/>
                    <a:pt x="8608" y="10871"/>
                    <a:pt x="8799" y="10930"/>
                  </a:cubicBezTo>
                  <a:cubicBezTo>
                    <a:pt x="8870" y="10954"/>
                    <a:pt x="8942" y="10954"/>
                    <a:pt x="9025" y="10954"/>
                  </a:cubicBezTo>
                  <a:cubicBezTo>
                    <a:pt x="9144" y="10954"/>
                    <a:pt x="9275" y="10930"/>
                    <a:pt x="9382" y="10871"/>
                  </a:cubicBezTo>
                  <a:cubicBezTo>
                    <a:pt x="9561" y="10764"/>
                    <a:pt x="9680" y="10597"/>
                    <a:pt x="9716" y="10406"/>
                  </a:cubicBezTo>
                  <a:cubicBezTo>
                    <a:pt x="9763" y="10216"/>
                    <a:pt x="9716" y="10002"/>
                    <a:pt x="9597" y="9847"/>
                  </a:cubicBezTo>
                  <a:lnTo>
                    <a:pt x="8882" y="8859"/>
                  </a:lnTo>
                  <a:cubicBezTo>
                    <a:pt x="9751" y="8192"/>
                    <a:pt x="10347" y="7204"/>
                    <a:pt x="10490" y="6073"/>
                  </a:cubicBezTo>
                  <a:lnTo>
                    <a:pt x="11704" y="6192"/>
                  </a:lnTo>
                  <a:lnTo>
                    <a:pt x="11775" y="6192"/>
                  </a:lnTo>
                  <a:cubicBezTo>
                    <a:pt x="11954" y="6192"/>
                    <a:pt x="12121" y="6132"/>
                    <a:pt x="12252" y="6013"/>
                  </a:cubicBezTo>
                  <a:cubicBezTo>
                    <a:pt x="12395" y="5882"/>
                    <a:pt x="12490" y="5692"/>
                    <a:pt x="12490" y="5489"/>
                  </a:cubicBezTo>
                  <a:cubicBezTo>
                    <a:pt x="12490" y="5299"/>
                    <a:pt x="12383" y="5084"/>
                    <a:pt x="12240" y="4941"/>
                  </a:cubicBezTo>
                  <a:cubicBezTo>
                    <a:pt x="12098" y="4821"/>
                    <a:pt x="11926" y="4761"/>
                    <a:pt x="11742" y="4761"/>
                  </a:cubicBezTo>
                  <a:cubicBezTo>
                    <a:pt x="11726" y="4761"/>
                    <a:pt x="11709" y="4762"/>
                    <a:pt x="11692" y="4763"/>
                  </a:cubicBezTo>
                  <a:lnTo>
                    <a:pt x="10478" y="4882"/>
                  </a:lnTo>
                  <a:cubicBezTo>
                    <a:pt x="10335" y="3751"/>
                    <a:pt x="9716" y="2775"/>
                    <a:pt x="8870" y="2096"/>
                  </a:cubicBezTo>
                  <a:lnTo>
                    <a:pt x="9585" y="1120"/>
                  </a:lnTo>
                  <a:cubicBezTo>
                    <a:pt x="9704" y="953"/>
                    <a:pt x="9751" y="750"/>
                    <a:pt x="9704" y="548"/>
                  </a:cubicBezTo>
                  <a:cubicBezTo>
                    <a:pt x="9668" y="358"/>
                    <a:pt x="9537" y="179"/>
                    <a:pt x="9370" y="96"/>
                  </a:cubicBezTo>
                  <a:cubicBezTo>
                    <a:pt x="9254" y="30"/>
                    <a:pt x="9134" y="0"/>
                    <a:pt x="9015" y="0"/>
                  </a:cubicBezTo>
                  <a:cubicBezTo>
                    <a:pt x="8938" y="0"/>
                    <a:pt x="8861" y="13"/>
                    <a:pt x="8787" y="36"/>
                  </a:cubicBezTo>
                  <a:cubicBezTo>
                    <a:pt x="8596" y="96"/>
                    <a:pt x="8442" y="238"/>
                    <a:pt x="8358" y="417"/>
                  </a:cubicBezTo>
                  <a:lnTo>
                    <a:pt x="7846" y="1524"/>
                  </a:lnTo>
                  <a:cubicBezTo>
                    <a:pt x="7358" y="1310"/>
                    <a:pt x="6810" y="1203"/>
                    <a:pt x="6239" y="1203"/>
                  </a:cubicBezTo>
                  <a:cubicBezTo>
                    <a:pt x="5679" y="1203"/>
                    <a:pt x="5120" y="1322"/>
                    <a:pt x="4632" y="1524"/>
                  </a:cubicBezTo>
                  <a:lnTo>
                    <a:pt x="4132" y="417"/>
                  </a:lnTo>
                  <a:cubicBezTo>
                    <a:pt x="4036" y="238"/>
                    <a:pt x="3893" y="96"/>
                    <a:pt x="3691" y="36"/>
                  </a:cubicBezTo>
                  <a:cubicBezTo>
                    <a:pt x="3617" y="13"/>
                    <a:pt x="3540" y="0"/>
                    <a:pt x="3464" y="0"/>
                  </a:cubicBezTo>
                  <a:close/>
                </a:path>
              </a:pathLst>
            </a:custGeom>
            <a:solidFill>
              <a:srgbClr val="A7A0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4" name="Google Shape;1114;p68"/>
          <p:cNvSpPr txBox="1"/>
          <p:nvPr/>
        </p:nvSpPr>
        <p:spPr>
          <a:xfrm>
            <a:off x="745200" y="3293275"/>
            <a:ext cx="2286000" cy="576000"/>
          </a:xfrm>
          <a:prstGeom prst="rect">
            <a:avLst/>
          </a:prstGeom>
          <a:solidFill>
            <a:srgbClr val="E9E8E5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BAA387"/>
                </a:solidFill>
                <a:latin typeface="Bebas Neue"/>
                <a:ea typeface="Bebas Neue"/>
                <a:cs typeface="Bebas Neue"/>
                <a:sym typeface="Bebas Neue"/>
              </a:rPr>
              <a:t>1M</a:t>
            </a:r>
            <a:endParaRPr sz="3000">
              <a:solidFill>
                <a:srgbClr val="BAA38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1115" name="Google Shape;1115;p68"/>
          <p:cNvSpPr txBox="1"/>
          <p:nvPr/>
        </p:nvSpPr>
        <p:spPr>
          <a:xfrm>
            <a:off x="3428993" y="3295975"/>
            <a:ext cx="2286000" cy="576000"/>
          </a:xfrm>
          <a:prstGeom prst="rect">
            <a:avLst/>
          </a:prstGeom>
          <a:solidFill>
            <a:srgbClr val="E9E8E5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BAA387"/>
                </a:solidFill>
                <a:latin typeface="Bebas Neue"/>
                <a:ea typeface="Bebas Neue"/>
                <a:cs typeface="Bebas Neue"/>
                <a:sym typeface="Bebas Neue"/>
              </a:rPr>
              <a:t>300K</a:t>
            </a:r>
            <a:endParaRPr sz="3000">
              <a:solidFill>
                <a:srgbClr val="BAA38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1116" name="Google Shape;1116;p68"/>
          <p:cNvSpPr txBox="1"/>
          <p:nvPr/>
        </p:nvSpPr>
        <p:spPr>
          <a:xfrm>
            <a:off x="6112793" y="3292500"/>
            <a:ext cx="2286000" cy="576000"/>
          </a:xfrm>
          <a:prstGeom prst="rect">
            <a:avLst/>
          </a:prstGeom>
          <a:solidFill>
            <a:srgbClr val="E9E8E5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BAA387"/>
                </a:solidFill>
                <a:latin typeface="Bebas Neue"/>
                <a:ea typeface="Bebas Neue"/>
                <a:cs typeface="Bebas Neue"/>
                <a:sym typeface="Bebas Neue"/>
              </a:rPr>
              <a:t>700K</a:t>
            </a:r>
            <a:endParaRPr sz="3000">
              <a:solidFill>
                <a:srgbClr val="BAA387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Google Shape;1121;p69"/>
          <p:cNvSpPr txBox="1">
            <a:spLocks noGrp="1"/>
          </p:cNvSpPr>
          <p:nvPr>
            <p:ph type="title"/>
          </p:nvPr>
        </p:nvSpPr>
        <p:spPr>
          <a:xfrm>
            <a:off x="2161200" y="1364363"/>
            <a:ext cx="4821600" cy="2220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WHOA!</a:t>
            </a:r>
            <a:endParaRPr/>
          </a:p>
        </p:txBody>
      </p:sp>
      <p:sp>
        <p:nvSpPr>
          <p:cNvPr id="1122" name="Google Shape;1122;p69"/>
          <p:cNvSpPr txBox="1">
            <a:spLocks noGrp="1"/>
          </p:cNvSpPr>
          <p:nvPr>
            <p:ph type="subTitle" idx="1"/>
          </p:nvPr>
        </p:nvSpPr>
        <p:spPr>
          <a:xfrm>
            <a:off x="2161200" y="3546938"/>
            <a:ext cx="4821600" cy="99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This can be the part of the presentation where you share an interesting anecdote before finishing your speech</a:t>
            </a:r>
            <a:endParaRPr/>
          </a:p>
        </p:txBody>
      </p:sp>
      <p:grpSp>
        <p:nvGrpSpPr>
          <p:cNvPr id="1123" name="Google Shape;1123;p69"/>
          <p:cNvGrpSpPr/>
          <p:nvPr/>
        </p:nvGrpSpPr>
        <p:grpSpPr>
          <a:xfrm>
            <a:off x="4322541" y="865173"/>
            <a:ext cx="498918" cy="499033"/>
            <a:chOff x="775325" y="4143525"/>
            <a:chExt cx="468776" cy="468884"/>
          </a:xfrm>
        </p:grpSpPr>
        <p:sp>
          <p:nvSpPr>
            <p:cNvPr id="1124" name="Google Shape;1124;p69"/>
            <p:cNvSpPr/>
            <p:nvPr/>
          </p:nvSpPr>
          <p:spPr>
            <a:xfrm>
              <a:off x="851953" y="4143525"/>
              <a:ext cx="392147" cy="390479"/>
            </a:xfrm>
            <a:custGeom>
              <a:avLst/>
              <a:gdLst/>
              <a:ahLst/>
              <a:cxnLst/>
              <a:rect l="l" t="t" r="r" b="b"/>
              <a:pathLst>
                <a:path w="36428" h="36273" extrusionOk="0">
                  <a:moveTo>
                    <a:pt x="31907" y="5435"/>
                  </a:moveTo>
                  <a:lnTo>
                    <a:pt x="20788" y="22612"/>
                  </a:lnTo>
                  <a:lnTo>
                    <a:pt x="18511" y="26131"/>
                  </a:lnTo>
                  <a:lnTo>
                    <a:pt x="8884" y="28458"/>
                  </a:lnTo>
                  <a:lnTo>
                    <a:pt x="31907" y="5435"/>
                  </a:lnTo>
                  <a:close/>
                  <a:moveTo>
                    <a:pt x="35713" y="94"/>
                  </a:moveTo>
                  <a:cubicBezTo>
                    <a:pt x="35665" y="94"/>
                    <a:pt x="35615" y="100"/>
                    <a:pt x="35565" y="112"/>
                  </a:cubicBezTo>
                  <a:lnTo>
                    <a:pt x="35564" y="112"/>
                  </a:lnTo>
                  <a:cubicBezTo>
                    <a:pt x="35555" y="114"/>
                    <a:pt x="36041" y="1"/>
                    <a:pt x="660" y="8270"/>
                  </a:cubicBezTo>
                  <a:cubicBezTo>
                    <a:pt x="169" y="8385"/>
                    <a:pt x="0" y="8998"/>
                    <a:pt x="362" y="9348"/>
                  </a:cubicBezTo>
                  <a:lnTo>
                    <a:pt x="1592" y="10537"/>
                  </a:lnTo>
                  <a:cubicBezTo>
                    <a:pt x="1716" y="10656"/>
                    <a:pt x="1875" y="10715"/>
                    <a:pt x="2034" y="10715"/>
                  </a:cubicBezTo>
                  <a:cubicBezTo>
                    <a:pt x="2201" y="10715"/>
                    <a:pt x="2368" y="10650"/>
                    <a:pt x="2493" y="10522"/>
                  </a:cubicBezTo>
                  <a:cubicBezTo>
                    <a:pt x="2737" y="10269"/>
                    <a:pt x="2730" y="9866"/>
                    <a:pt x="2477" y="9621"/>
                  </a:cubicBezTo>
                  <a:lnTo>
                    <a:pt x="2087" y="9244"/>
                  </a:lnTo>
                  <a:lnTo>
                    <a:pt x="32295" y="2184"/>
                  </a:lnTo>
                  <a:lnTo>
                    <a:pt x="32295" y="2184"/>
                  </a:lnTo>
                  <a:lnTo>
                    <a:pt x="9830" y="16725"/>
                  </a:lnTo>
                  <a:lnTo>
                    <a:pt x="4431" y="11509"/>
                  </a:lnTo>
                  <a:cubicBezTo>
                    <a:pt x="4307" y="11389"/>
                    <a:pt x="4148" y="11330"/>
                    <a:pt x="3988" y="11330"/>
                  </a:cubicBezTo>
                  <a:cubicBezTo>
                    <a:pt x="3821" y="11330"/>
                    <a:pt x="3655" y="11395"/>
                    <a:pt x="3530" y="11524"/>
                  </a:cubicBezTo>
                  <a:cubicBezTo>
                    <a:pt x="3286" y="11777"/>
                    <a:pt x="3293" y="12180"/>
                    <a:pt x="3546" y="12423"/>
                  </a:cubicBezTo>
                  <a:lnTo>
                    <a:pt x="9046" y="17739"/>
                  </a:lnTo>
                  <a:lnTo>
                    <a:pt x="7766" y="23038"/>
                  </a:lnTo>
                  <a:cubicBezTo>
                    <a:pt x="7683" y="23379"/>
                    <a:pt x="7894" y="23723"/>
                    <a:pt x="8235" y="23806"/>
                  </a:cubicBezTo>
                  <a:cubicBezTo>
                    <a:pt x="8286" y="23818"/>
                    <a:pt x="8336" y="23824"/>
                    <a:pt x="8385" y="23824"/>
                  </a:cubicBezTo>
                  <a:cubicBezTo>
                    <a:pt x="8673" y="23824"/>
                    <a:pt x="8933" y="23628"/>
                    <a:pt x="9004" y="23337"/>
                  </a:cubicBezTo>
                  <a:lnTo>
                    <a:pt x="10311" y="17931"/>
                  </a:lnTo>
                  <a:lnTo>
                    <a:pt x="13829" y="15653"/>
                  </a:lnTo>
                  <a:lnTo>
                    <a:pt x="31005" y="4534"/>
                  </a:lnTo>
                  <a:lnTo>
                    <a:pt x="7983" y="27557"/>
                  </a:lnTo>
                  <a:lnTo>
                    <a:pt x="8365" y="25976"/>
                  </a:lnTo>
                  <a:cubicBezTo>
                    <a:pt x="8448" y="25634"/>
                    <a:pt x="8238" y="25290"/>
                    <a:pt x="7896" y="25208"/>
                  </a:cubicBezTo>
                  <a:cubicBezTo>
                    <a:pt x="7846" y="25195"/>
                    <a:pt x="7795" y="25190"/>
                    <a:pt x="7746" y="25190"/>
                  </a:cubicBezTo>
                  <a:cubicBezTo>
                    <a:pt x="7458" y="25190"/>
                    <a:pt x="7199" y="25385"/>
                    <a:pt x="7128" y="25677"/>
                  </a:cubicBezTo>
                  <a:lnTo>
                    <a:pt x="6213" y="29459"/>
                  </a:lnTo>
                  <a:cubicBezTo>
                    <a:pt x="6114" y="29868"/>
                    <a:pt x="6434" y="30245"/>
                    <a:pt x="6831" y="30245"/>
                  </a:cubicBezTo>
                  <a:cubicBezTo>
                    <a:pt x="6880" y="30245"/>
                    <a:pt x="6931" y="30239"/>
                    <a:pt x="6981" y="30227"/>
                  </a:cubicBezTo>
                  <a:lnTo>
                    <a:pt x="18702" y="27394"/>
                  </a:lnTo>
                  <a:lnTo>
                    <a:pt x="27093" y="36078"/>
                  </a:lnTo>
                  <a:cubicBezTo>
                    <a:pt x="27222" y="36211"/>
                    <a:pt x="27386" y="36272"/>
                    <a:pt x="27548" y="36272"/>
                  </a:cubicBezTo>
                  <a:cubicBezTo>
                    <a:pt x="27827" y="36272"/>
                    <a:pt x="28099" y="36091"/>
                    <a:pt x="28171" y="35781"/>
                  </a:cubicBezTo>
                  <a:lnTo>
                    <a:pt x="33640" y="12387"/>
                  </a:lnTo>
                  <a:cubicBezTo>
                    <a:pt x="33719" y="12044"/>
                    <a:pt x="33506" y="11702"/>
                    <a:pt x="33164" y="11622"/>
                  </a:cubicBezTo>
                  <a:cubicBezTo>
                    <a:pt x="33115" y="11611"/>
                    <a:pt x="33067" y="11605"/>
                    <a:pt x="33018" y="11605"/>
                  </a:cubicBezTo>
                  <a:cubicBezTo>
                    <a:pt x="32729" y="11605"/>
                    <a:pt x="32467" y="11803"/>
                    <a:pt x="32399" y="12097"/>
                  </a:cubicBezTo>
                  <a:lnTo>
                    <a:pt x="27197" y="34353"/>
                  </a:lnTo>
                  <a:lnTo>
                    <a:pt x="19716" y="26610"/>
                  </a:lnTo>
                  <a:lnTo>
                    <a:pt x="34258" y="4147"/>
                  </a:lnTo>
                  <a:lnTo>
                    <a:pt x="33017" y="9453"/>
                  </a:lnTo>
                  <a:cubicBezTo>
                    <a:pt x="32938" y="9796"/>
                    <a:pt x="33150" y="10138"/>
                    <a:pt x="33492" y="10218"/>
                  </a:cubicBezTo>
                  <a:cubicBezTo>
                    <a:pt x="33541" y="10229"/>
                    <a:pt x="33590" y="10235"/>
                    <a:pt x="33638" y="10235"/>
                  </a:cubicBezTo>
                  <a:cubicBezTo>
                    <a:pt x="33927" y="10235"/>
                    <a:pt x="34189" y="10037"/>
                    <a:pt x="34256" y="9743"/>
                  </a:cubicBezTo>
                  <a:lnTo>
                    <a:pt x="36328" y="880"/>
                  </a:lnTo>
                  <a:cubicBezTo>
                    <a:pt x="36427" y="473"/>
                    <a:pt x="36107" y="94"/>
                    <a:pt x="35713" y="94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69"/>
            <p:cNvSpPr/>
            <p:nvPr/>
          </p:nvSpPr>
          <p:spPr>
            <a:xfrm>
              <a:off x="775325" y="4505404"/>
              <a:ext cx="108339" cy="107004"/>
            </a:xfrm>
            <a:custGeom>
              <a:avLst/>
              <a:gdLst/>
              <a:ahLst/>
              <a:cxnLst/>
              <a:rect l="l" t="t" r="r" b="b"/>
              <a:pathLst>
                <a:path w="10064" h="9940" extrusionOk="0">
                  <a:moveTo>
                    <a:pt x="9365" y="0"/>
                  </a:moveTo>
                  <a:cubicBezTo>
                    <a:pt x="9202" y="0"/>
                    <a:pt x="9039" y="63"/>
                    <a:pt x="8915" y="187"/>
                  </a:cubicBezTo>
                  <a:lnTo>
                    <a:pt x="249" y="8852"/>
                  </a:lnTo>
                  <a:cubicBezTo>
                    <a:pt x="0" y="9100"/>
                    <a:pt x="0" y="9503"/>
                    <a:pt x="249" y="9753"/>
                  </a:cubicBezTo>
                  <a:cubicBezTo>
                    <a:pt x="373" y="9877"/>
                    <a:pt x="536" y="9939"/>
                    <a:pt x="699" y="9939"/>
                  </a:cubicBezTo>
                  <a:cubicBezTo>
                    <a:pt x="862" y="9939"/>
                    <a:pt x="1025" y="9877"/>
                    <a:pt x="1149" y="9753"/>
                  </a:cubicBezTo>
                  <a:lnTo>
                    <a:pt x="9816" y="1087"/>
                  </a:lnTo>
                  <a:cubicBezTo>
                    <a:pt x="10064" y="838"/>
                    <a:pt x="10064" y="435"/>
                    <a:pt x="9816" y="187"/>
                  </a:cubicBezTo>
                  <a:cubicBezTo>
                    <a:pt x="9691" y="63"/>
                    <a:pt x="9528" y="0"/>
                    <a:pt x="936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69"/>
            <p:cNvSpPr/>
            <p:nvPr/>
          </p:nvSpPr>
          <p:spPr>
            <a:xfrm>
              <a:off x="775325" y="4437806"/>
              <a:ext cx="75430" cy="74085"/>
            </a:xfrm>
            <a:custGeom>
              <a:avLst/>
              <a:gdLst/>
              <a:ahLst/>
              <a:cxnLst/>
              <a:rect l="l" t="t" r="r" b="b"/>
              <a:pathLst>
                <a:path w="7007" h="6882" extrusionOk="0">
                  <a:moveTo>
                    <a:pt x="6307" y="0"/>
                  </a:moveTo>
                  <a:cubicBezTo>
                    <a:pt x="6144" y="0"/>
                    <a:pt x="5981" y="62"/>
                    <a:pt x="5857" y="186"/>
                  </a:cubicBezTo>
                  <a:lnTo>
                    <a:pt x="249" y="5794"/>
                  </a:lnTo>
                  <a:cubicBezTo>
                    <a:pt x="0" y="6044"/>
                    <a:pt x="0" y="6445"/>
                    <a:pt x="249" y="6695"/>
                  </a:cubicBezTo>
                  <a:cubicBezTo>
                    <a:pt x="374" y="6819"/>
                    <a:pt x="537" y="6881"/>
                    <a:pt x="699" y="6881"/>
                  </a:cubicBezTo>
                  <a:cubicBezTo>
                    <a:pt x="862" y="6881"/>
                    <a:pt x="1025" y="6819"/>
                    <a:pt x="1149" y="6695"/>
                  </a:cubicBezTo>
                  <a:lnTo>
                    <a:pt x="6757" y="1087"/>
                  </a:lnTo>
                  <a:cubicBezTo>
                    <a:pt x="7006" y="839"/>
                    <a:pt x="7006" y="436"/>
                    <a:pt x="6757" y="186"/>
                  </a:cubicBezTo>
                  <a:cubicBezTo>
                    <a:pt x="6633" y="62"/>
                    <a:pt x="6470" y="0"/>
                    <a:pt x="630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69"/>
            <p:cNvSpPr/>
            <p:nvPr/>
          </p:nvSpPr>
          <p:spPr>
            <a:xfrm>
              <a:off x="875829" y="4538289"/>
              <a:ext cx="75409" cy="74085"/>
            </a:xfrm>
            <a:custGeom>
              <a:avLst/>
              <a:gdLst/>
              <a:ahLst/>
              <a:cxnLst/>
              <a:rect l="l" t="t" r="r" b="b"/>
              <a:pathLst>
                <a:path w="7005" h="6882" extrusionOk="0">
                  <a:moveTo>
                    <a:pt x="6306" y="1"/>
                  </a:moveTo>
                  <a:cubicBezTo>
                    <a:pt x="6143" y="1"/>
                    <a:pt x="5980" y="63"/>
                    <a:pt x="5856" y="188"/>
                  </a:cubicBezTo>
                  <a:lnTo>
                    <a:pt x="248" y="5795"/>
                  </a:lnTo>
                  <a:cubicBezTo>
                    <a:pt x="0" y="6044"/>
                    <a:pt x="0" y="6447"/>
                    <a:pt x="248" y="6695"/>
                  </a:cubicBezTo>
                  <a:cubicBezTo>
                    <a:pt x="372" y="6819"/>
                    <a:pt x="535" y="6882"/>
                    <a:pt x="699" y="6882"/>
                  </a:cubicBezTo>
                  <a:cubicBezTo>
                    <a:pt x="862" y="6882"/>
                    <a:pt x="1025" y="6819"/>
                    <a:pt x="1149" y="6695"/>
                  </a:cubicBezTo>
                  <a:lnTo>
                    <a:pt x="6757" y="1088"/>
                  </a:lnTo>
                  <a:cubicBezTo>
                    <a:pt x="7005" y="839"/>
                    <a:pt x="7005" y="436"/>
                    <a:pt x="6757" y="188"/>
                  </a:cubicBezTo>
                  <a:cubicBezTo>
                    <a:pt x="6632" y="63"/>
                    <a:pt x="6469" y="1"/>
                    <a:pt x="630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p70"/>
          <p:cNvSpPr/>
          <p:nvPr/>
        </p:nvSpPr>
        <p:spPr>
          <a:xfrm>
            <a:off x="2473950" y="1228363"/>
            <a:ext cx="4196100" cy="2465400"/>
          </a:xfrm>
          <a:prstGeom prst="roundRect">
            <a:avLst>
              <a:gd name="adj" fmla="val 6635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33" name="Google Shape;1133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3729" y="1365183"/>
            <a:ext cx="3896669" cy="2191864"/>
          </a:xfrm>
          <a:prstGeom prst="rect">
            <a:avLst/>
          </a:prstGeom>
          <a:noFill/>
          <a:ln>
            <a:noFill/>
          </a:ln>
        </p:spPr>
      </p:pic>
      <p:sp>
        <p:nvSpPr>
          <p:cNvPr id="1134" name="Google Shape;1134;p70"/>
          <p:cNvSpPr txBox="1">
            <a:spLocks noGrp="1"/>
          </p:cNvSpPr>
          <p:nvPr>
            <p:ph type="title"/>
          </p:nvPr>
        </p:nvSpPr>
        <p:spPr>
          <a:xfrm>
            <a:off x="720000" y="52969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multimedia</a:t>
            </a:r>
            <a:endParaRPr/>
          </a:p>
        </p:txBody>
      </p:sp>
      <p:sp>
        <p:nvSpPr>
          <p:cNvPr id="1135" name="Google Shape;1135;p70"/>
          <p:cNvSpPr txBox="1">
            <a:spLocks noGrp="1"/>
          </p:cNvSpPr>
          <p:nvPr>
            <p:ph type="subTitle" idx="4294967295"/>
          </p:nvPr>
        </p:nvSpPr>
        <p:spPr>
          <a:xfrm>
            <a:off x="2743200" y="3904400"/>
            <a:ext cx="3657600" cy="70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chemeClr val="dk1"/>
                </a:solidFill>
              </a:rPr>
              <a:t>You can replace the image on the screen with your own work. Just right-click on it and select “Replace image”</a:t>
            </a:r>
            <a:endParaRPr>
              <a:solidFill>
                <a:schemeClr val="dk1"/>
              </a:solidFill>
            </a:endParaRPr>
          </a:p>
        </p:txBody>
      </p:sp>
      <p:grpSp>
        <p:nvGrpSpPr>
          <p:cNvPr id="1136" name="Google Shape;1136;p70"/>
          <p:cNvGrpSpPr/>
          <p:nvPr/>
        </p:nvGrpSpPr>
        <p:grpSpPr>
          <a:xfrm>
            <a:off x="4264559" y="2153765"/>
            <a:ext cx="614573" cy="614573"/>
            <a:chOff x="4660625" y="1434858"/>
            <a:chExt cx="648900" cy="648900"/>
          </a:xfrm>
        </p:grpSpPr>
        <p:sp>
          <p:nvSpPr>
            <p:cNvPr id="1137" name="Google Shape;1137;p70"/>
            <p:cNvSpPr/>
            <p:nvPr/>
          </p:nvSpPr>
          <p:spPr>
            <a:xfrm>
              <a:off x="4660625" y="1434858"/>
              <a:ext cx="648900" cy="6489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70"/>
            <p:cNvSpPr/>
            <p:nvPr/>
          </p:nvSpPr>
          <p:spPr>
            <a:xfrm rot="5400000">
              <a:off x="4821293" y="1618215"/>
              <a:ext cx="411600" cy="282300"/>
            </a:xfrm>
            <a:prstGeom prst="triangle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Google Shape;1159;p72"/>
          <p:cNvSpPr txBox="1"/>
          <p:nvPr/>
        </p:nvSpPr>
        <p:spPr>
          <a:xfrm>
            <a:off x="4609525" y="1611225"/>
            <a:ext cx="3190200" cy="19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 Medium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latin typeface="Quicksand Medium"/>
                <a:ea typeface="Quicksand Medium"/>
                <a:cs typeface="Quicksand Medium"/>
                <a:sym typeface="Quicksand Medium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People working as a team company</a:t>
            </a:r>
            <a:endParaRPr sz="1100">
              <a:solidFill>
                <a:schemeClr val="dk1"/>
              </a:solidFill>
              <a:latin typeface="Quicksand Medium"/>
              <a:ea typeface="Quicksand Medium"/>
              <a:cs typeface="Quicksand Medium"/>
              <a:sym typeface="Quicksand Medium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 Medium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latin typeface="Quicksand Medium"/>
                <a:ea typeface="Quicksand Medium"/>
                <a:cs typeface="Quicksand Medium"/>
                <a:sym typeface="Quicksand Medium"/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People taking part of business event</a:t>
            </a:r>
            <a:endParaRPr sz="1100">
              <a:solidFill>
                <a:schemeClr val="dk1"/>
              </a:solidFill>
              <a:latin typeface="Quicksand Medium"/>
              <a:ea typeface="Quicksand Medium"/>
              <a:cs typeface="Quicksand Medium"/>
              <a:sym typeface="Quicksand Medium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 Medium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latin typeface="Quicksand Medium"/>
                <a:ea typeface="Quicksand Medium"/>
                <a:cs typeface="Quicksand Medium"/>
                <a:sym typeface="Quicksand Medium"/>
                <a:hlinkClick r:id="rId5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People taking part of business event II</a:t>
            </a:r>
            <a:endParaRPr sz="1100">
              <a:solidFill>
                <a:schemeClr val="dk1"/>
              </a:solidFill>
              <a:latin typeface="Quicksand Medium"/>
              <a:ea typeface="Quicksand Medium"/>
              <a:cs typeface="Quicksand Medium"/>
              <a:sym typeface="Quicksand Medium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 Medium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latin typeface="Quicksand Medium"/>
                <a:ea typeface="Quicksand Medium"/>
                <a:cs typeface="Quicksand Medium"/>
                <a:sym typeface="Quicksand Medium"/>
                <a:hlinkClick r:id="rId6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Business people at office break</a:t>
            </a:r>
            <a:endParaRPr sz="1100">
              <a:solidFill>
                <a:schemeClr val="dk1"/>
              </a:solidFill>
              <a:latin typeface="Quicksand Medium"/>
              <a:ea typeface="Quicksand Medium"/>
              <a:cs typeface="Quicksand Medium"/>
              <a:sym typeface="Quicksand Medium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 Medium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latin typeface="Quicksand Medium"/>
                <a:ea typeface="Quicksand Medium"/>
                <a:cs typeface="Quicksand Medium"/>
                <a:sym typeface="Quicksand Medium"/>
                <a:hlinkClick r:id="rId7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Low angle business people hand shake</a:t>
            </a:r>
            <a:endParaRPr sz="1100">
              <a:solidFill>
                <a:schemeClr val="dk1"/>
              </a:solidFill>
              <a:latin typeface="Quicksand Medium"/>
              <a:ea typeface="Quicksand Medium"/>
              <a:cs typeface="Quicksand Medium"/>
              <a:sym typeface="Quicksand Medium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 Medium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latin typeface="Quicksand Medium"/>
                <a:ea typeface="Quicksand Medium"/>
                <a:cs typeface="Quicksand Medium"/>
                <a:sym typeface="Quicksand Medium"/>
                <a:hlinkClick r:id="rId8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Woman working on her laptop outside and drinking coffee</a:t>
            </a:r>
            <a:endParaRPr sz="1100">
              <a:solidFill>
                <a:schemeClr val="dk1"/>
              </a:solidFill>
              <a:latin typeface="Quicksand Medium"/>
              <a:ea typeface="Quicksand Medium"/>
              <a:cs typeface="Quicksand Medium"/>
              <a:sym typeface="Quicksand Medium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 Medium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latin typeface="Quicksand Medium"/>
                <a:ea typeface="Quicksand Medium"/>
                <a:cs typeface="Quicksand Medium"/>
                <a:sym typeface="Quicksand Medium"/>
                <a:hlinkClick r:id="rId9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People in business meeting high angle</a:t>
            </a:r>
            <a:endParaRPr sz="1100">
              <a:solidFill>
                <a:schemeClr val="dk1"/>
              </a:solidFill>
              <a:latin typeface="Quicksand Medium"/>
              <a:ea typeface="Quicksand Medium"/>
              <a:cs typeface="Quicksand Medium"/>
              <a:sym typeface="Quicksand Medium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 Medium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latin typeface="Quicksand Medium"/>
                <a:ea typeface="Quicksand Medium"/>
                <a:cs typeface="Quicksand Medium"/>
                <a:sym typeface="Quicksand Medium"/>
                <a:hlinkClick r:id="rId10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Smiley business people with food</a:t>
            </a:r>
            <a:endParaRPr sz="1100">
              <a:solidFill>
                <a:schemeClr val="dk1"/>
              </a:solidFill>
              <a:latin typeface="Quicksand Medium"/>
              <a:ea typeface="Quicksand Medium"/>
              <a:cs typeface="Quicksand Medium"/>
              <a:sym typeface="Quicksand Medium"/>
            </a:endParaRPr>
          </a:p>
        </p:txBody>
      </p:sp>
      <p:sp>
        <p:nvSpPr>
          <p:cNvPr id="1160" name="Google Shape;1160;p72"/>
          <p:cNvSpPr txBox="1">
            <a:spLocks noGrp="1"/>
          </p:cNvSpPr>
          <p:nvPr>
            <p:ph type="body" idx="4294967295"/>
          </p:nvPr>
        </p:nvSpPr>
        <p:spPr>
          <a:xfrm>
            <a:off x="720000" y="1152475"/>
            <a:ext cx="7704000" cy="3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chemeClr val="dk1"/>
                </a:solidFill>
              </a:rPr>
              <a:t>Here’s an assortment of alternative resources whose style fits that of this template: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161" name="Google Shape;1161;p72"/>
          <p:cNvSpPr txBox="1">
            <a:spLocks noGrp="1"/>
          </p:cNvSpPr>
          <p:nvPr>
            <p:ph type="title"/>
          </p:nvPr>
        </p:nvSpPr>
        <p:spPr>
          <a:xfrm>
            <a:off x="720000" y="52969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Alternative RESOURCES</a:t>
            </a:r>
            <a:endParaRPr/>
          </a:p>
        </p:txBody>
      </p:sp>
      <p:pic>
        <p:nvPicPr>
          <p:cNvPr id="1162" name="Google Shape;1162;p72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381708" y="1611224"/>
            <a:ext cx="1538848" cy="1021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3" name="Google Shape;1163;p72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2995627" y="1611224"/>
            <a:ext cx="1538848" cy="1021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4" name="Google Shape;1164;p72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1381704" y="2695951"/>
            <a:ext cx="1538848" cy="1021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5" name="Google Shape;1165;p72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2995624" y="2695951"/>
            <a:ext cx="1538848" cy="10217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6" name="Google Shape;1166;p72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1381699" y="3780629"/>
            <a:ext cx="1538848" cy="1021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7" name="Google Shape;1167;p72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2995616" y="3780629"/>
            <a:ext cx="1538848" cy="1021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8" name="Google Shape;1168;p72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4609532" y="3780653"/>
            <a:ext cx="1538848" cy="1021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9" name="Google Shape;1169;p72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6223449" y="3780629"/>
            <a:ext cx="1538848" cy="10218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p73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Did you like the resources on this template? Get them for free at our other websites: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  <a:latin typeface="Quicksand Light"/>
              <a:ea typeface="Quicksand Light"/>
              <a:cs typeface="Quicksand Light"/>
              <a:sym typeface="Quicksand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rPr>
              <a:t>PHOTOS</a:t>
            </a:r>
            <a:endParaRPr>
              <a:solidFill>
                <a:schemeClr val="dk1"/>
              </a:solidFill>
              <a:latin typeface="Quicksand Medium"/>
              <a:ea typeface="Quicksand Medium"/>
              <a:cs typeface="Quicksand Medium"/>
              <a:sym typeface="Quicksand Medium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Close up business people in conference room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Business people in conference room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5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Business women walking together to the work place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Business women talking about their jobs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7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People taking part of business event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8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People working as a team company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9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Coworkers having a work meeting at the office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10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Person posing next to coworkers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11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Person posing next to coworkers II</a:t>
            </a:r>
            <a:endParaRPr sz="1100">
              <a:solidFill>
                <a:schemeClr val="dk1"/>
              </a:solidFill>
              <a:highlight>
                <a:srgbClr val="00FF00"/>
              </a:highlight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12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Different coworkers having a meeting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1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Men analyzing a graph together at work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1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Business people at office break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Quicksand"/>
              <a:buChar char="●"/>
            </a:pPr>
            <a:r>
              <a:rPr lang="en" sz="1100">
                <a:solidFill>
                  <a:schemeClr val="dk1"/>
                </a:solidFill>
                <a:uFill>
                  <a:noFill/>
                </a:uFill>
                <a:hlinkClick r:id="rId15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Teamwork meeting with business people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175" name="Google Shape;1175;p73"/>
          <p:cNvSpPr txBox="1">
            <a:spLocks noGrp="1"/>
          </p:cNvSpPr>
          <p:nvPr>
            <p:ph type="title"/>
          </p:nvPr>
        </p:nvSpPr>
        <p:spPr>
          <a:xfrm>
            <a:off x="720000" y="534499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quet Hall Business Plan by Slidesgo">
  <a:themeElements>
    <a:clrScheme name="Simple Light">
      <a:dk1>
        <a:srgbClr val="383837"/>
      </a:dk1>
      <a:lt1>
        <a:srgbClr val="F0F0EE"/>
      </a:lt1>
      <a:dk2>
        <a:srgbClr val="4C4C4B"/>
      </a:dk2>
      <a:lt2>
        <a:srgbClr val="E9E8E5"/>
      </a:lt2>
      <a:accent1>
        <a:srgbClr val="D7D8D7"/>
      </a:accent1>
      <a:accent2>
        <a:srgbClr val="CECBB8"/>
      </a:accent2>
      <a:accent3>
        <a:srgbClr val="DED3BF"/>
      </a:accent3>
      <a:accent4>
        <a:srgbClr val="C6B7A2"/>
      </a:accent4>
      <a:accent5>
        <a:srgbClr val="BAA387"/>
      </a:accent5>
      <a:accent6>
        <a:srgbClr val="A7A096"/>
      </a:accent6>
      <a:hlink>
        <a:srgbClr val="4C4C4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1599</Words>
  <Application>Microsoft Office PowerPoint</Application>
  <PresentationFormat>On-screen Show (16:9)</PresentationFormat>
  <Paragraphs>414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5" baseType="lpstr">
      <vt:lpstr>Montserrat Medium</vt:lpstr>
      <vt:lpstr>Fira Sans Extra Condensed</vt:lpstr>
      <vt:lpstr>Quicksand</vt:lpstr>
      <vt:lpstr>Quicksand Light</vt:lpstr>
      <vt:lpstr>Bebas Neue</vt:lpstr>
      <vt:lpstr>Montserrat</vt:lpstr>
      <vt:lpstr>Quicksand Medium</vt:lpstr>
      <vt:lpstr>Arial</vt:lpstr>
      <vt:lpstr>Montserrat Black</vt:lpstr>
      <vt:lpstr>Banquet Hall Business Plan by Slidesgo</vt:lpstr>
      <vt:lpstr>Testing &amp; Evaluation</vt:lpstr>
      <vt:lpstr>TESTING STRATEGY</vt:lpstr>
      <vt:lpstr>A. Functional Cases</vt:lpstr>
      <vt:lpstr>A. Functional Cases</vt:lpstr>
      <vt:lpstr>A. Functional Cases</vt:lpstr>
      <vt:lpstr>A. Functional Cases</vt:lpstr>
      <vt:lpstr>A. Functional Cases</vt:lpstr>
      <vt:lpstr>PowerPoint Presentation</vt:lpstr>
      <vt:lpstr>B. Non-Functional Cases</vt:lpstr>
      <vt:lpstr>B. Non-Functional Cases</vt:lpstr>
      <vt:lpstr>B. Non-Functional Cases</vt:lpstr>
      <vt:lpstr>B. Non-Functional Cases</vt:lpstr>
      <vt:lpstr>Usability  testing</vt:lpstr>
      <vt:lpstr>Testing  plan</vt:lpstr>
      <vt:lpstr>Metrics to Test Usability</vt:lpstr>
      <vt:lpstr>Field  study (REAL ENVIRONMENT TEST)</vt:lpstr>
      <vt:lpstr>STRATEGY</vt:lpstr>
      <vt:lpstr>System Performance Testing </vt:lpstr>
      <vt:lpstr>PREDICTED GROWTH</vt:lpstr>
      <vt:lpstr>PREDICTED GROWTH</vt:lpstr>
      <vt:lpstr>PREDICTED GROWTH</vt:lpstr>
      <vt:lpstr>01</vt:lpstr>
      <vt:lpstr>YOUR LOGO</vt:lpstr>
      <vt:lpstr>—SOMEONE FAMOUS</vt:lpstr>
      <vt:lpstr>PowerPoint Presentation</vt:lpstr>
      <vt:lpstr>COMPETITORS</vt:lpstr>
      <vt:lpstr>PowerPoint Presentation</vt:lpstr>
      <vt:lpstr>COMPETITION ANALYSIS</vt:lpstr>
      <vt:lpstr>SALES AND MARKETING PLAN</vt:lpstr>
      <vt:lpstr>Our services</vt:lpstr>
      <vt:lpstr>Our plans</vt:lpstr>
      <vt:lpstr>AWESOME words</vt:lpstr>
      <vt:lpstr>ADVERTISING AND PROMOTION</vt:lpstr>
      <vt:lpstr>management plan</vt:lpstr>
      <vt:lpstr>Our team</vt:lpstr>
      <vt:lpstr>OUR PARTNERS</vt:lpstr>
      <vt:lpstr>OPERATING PLAN</vt:lpstr>
      <vt:lpstr>Day 1</vt:lpstr>
      <vt:lpstr>150,000,000</vt:lpstr>
      <vt:lpstr>FINANCIAL PLAN</vt:lpstr>
      <vt:lpstr>Balance sheet</vt:lpstr>
      <vt:lpstr>WHOA!</vt:lpstr>
      <vt:lpstr>multimedia</vt:lpstr>
      <vt:lpstr>Alternative RESOURCES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Banquet Hall Business plan</dc:title>
  <cp:lastModifiedBy>Mira William</cp:lastModifiedBy>
  <cp:revision>24</cp:revision>
  <dcterms:modified xsi:type="dcterms:W3CDTF">2026-04-22T10:38:02Z</dcterms:modified>
</cp:coreProperties>
</file>